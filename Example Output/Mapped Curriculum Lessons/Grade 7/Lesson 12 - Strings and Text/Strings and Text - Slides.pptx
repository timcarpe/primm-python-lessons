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f92cd3b2034058" /><Relationship Type="http://schemas.openxmlformats.org/officeDocument/2006/relationships/extended-properties" Target="/docProps/app.xml" Id="R935c3f63e61b45a4" /><Relationship Type="http://schemas.openxmlformats.org/officeDocument/2006/relationships/officeDocument" Target="/ppt/presentation.xml" Id="Ra4521d4846e34672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bb5663593d74ec9"/>
  </p:sldMasterIdLst>
  <p:notesMasterIdLst>
    <p:notesMasterId xmlns:r="http://schemas.openxmlformats.org/officeDocument/2006/relationships" r:id="Rda7ea785d4054946"/>
  </p:notesMasterIdLst>
  <p:sldIdLst>
    <p:sldId xmlns:r="http://schemas.openxmlformats.org/officeDocument/2006/relationships" id="256" r:id="R98ecc95443fb4c56"/>
    <p:sldId xmlns:r="http://schemas.openxmlformats.org/officeDocument/2006/relationships" id="257" r:id="Rc448ede98c5a42bc"/>
    <p:sldId xmlns:r="http://schemas.openxmlformats.org/officeDocument/2006/relationships" id="258" r:id="R3bf6d9fe92ed42a0"/>
    <p:sldId xmlns:r="http://schemas.openxmlformats.org/officeDocument/2006/relationships" id="259" r:id="R3bc228646a424325"/>
    <p:sldId xmlns:r="http://schemas.openxmlformats.org/officeDocument/2006/relationships" id="260" r:id="Rb7c96f0c19804291"/>
    <p:sldId xmlns:r="http://schemas.openxmlformats.org/officeDocument/2006/relationships" id="261" r:id="Rf7bd389347a04a8d"/>
    <p:sldId xmlns:r="http://schemas.openxmlformats.org/officeDocument/2006/relationships" id="262" r:id="R68d4f7ff22ef481e"/>
    <p:sldId xmlns:r="http://schemas.openxmlformats.org/officeDocument/2006/relationships" id="263" r:id="Rff58187c227642c7"/>
    <p:sldId xmlns:r="http://schemas.openxmlformats.org/officeDocument/2006/relationships" id="264" r:id="R677805d041b8462a"/>
    <p:sldId xmlns:r="http://schemas.openxmlformats.org/officeDocument/2006/relationships" id="265" r:id="R5cbe0f3fd37947a3"/>
    <p:sldId xmlns:r="http://schemas.openxmlformats.org/officeDocument/2006/relationships" id="266" r:id="R3edb207776544f3a"/>
    <p:sldId xmlns:r="http://schemas.openxmlformats.org/officeDocument/2006/relationships" id="267" r:id="Ra2a10f7a48754e7c"/>
    <p:sldId xmlns:r="http://schemas.openxmlformats.org/officeDocument/2006/relationships" id="268" r:id="R3e067b69793a409d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5cdf2d4a62804212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f8b55ba4a84f98" /><Relationship Type="http://schemas.openxmlformats.org/officeDocument/2006/relationships/slideMaster" Target="/ppt/slideMasters/slideMaster1.xml" Id="Rcbb5663593d74ec9" /><Relationship Type="http://schemas.openxmlformats.org/officeDocument/2006/relationships/notesMaster" Target="/ppt/notesMasters/notesMaster1.xml" Id="Rda7ea785d4054946" /><Relationship Type="http://schemas.openxmlformats.org/officeDocument/2006/relationships/presProps" Target="/ppt/presProps.xml" Id="R9394c2b8a0184401" /><Relationship Type="http://schemas.openxmlformats.org/officeDocument/2006/relationships/viewProps" Target="/ppt/viewProps.xml" Id="R243800b73c73476a" /><Relationship Type="http://schemas.openxmlformats.org/officeDocument/2006/relationships/tableStyles" Target="/ppt/tableStyles.xml" Id="R95181b6afcc44027" /><Relationship Type="http://schemas.openxmlformats.org/officeDocument/2006/relationships/font" Target="/ppt/fonts/font.dat" Id="R5cdf2d4a62804212" /><Relationship Type="http://schemas.openxmlformats.org/officeDocument/2006/relationships/slide" Target="/ppt/slides/slide1.xml" Id="R98ecc95443fb4c56" /><Relationship Type="http://schemas.openxmlformats.org/officeDocument/2006/relationships/slide" Target="/ppt/slides/slide2.xml" Id="Rc448ede98c5a42bc" /><Relationship Type="http://schemas.openxmlformats.org/officeDocument/2006/relationships/slide" Target="/ppt/slides/slide3.xml" Id="R3bf6d9fe92ed42a0" /><Relationship Type="http://schemas.openxmlformats.org/officeDocument/2006/relationships/slide" Target="/ppt/slides/slide4.xml" Id="R3bc228646a424325" /><Relationship Type="http://schemas.openxmlformats.org/officeDocument/2006/relationships/slide" Target="/ppt/slides/slide5.xml" Id="Rb7c96f0c19804291" /><Relationship Type="http://schemas.openxmlformats.org/officeDocument/2006/relationships/slide" Target="/ppt/slides/slide6.xml" Id="Rf7bd389347a04a8d" /><Relationship Type="http://schemas.openxmlformats.org/officeDocument/2006/relationships/slide" Target="/ppt/slides/slide7.xml" Id="R68d4f7ff22ef481e" /><Relationship Type="http://schemas.openxmlformats.org/officeDocument/2006/relationships/slide" Target="/ppt/slides/slide8.xml" Id="Rff58187c227642c7" /><Relationship Type="http://schemas.openxmlformats.org/officeDocument/2006/relationships/slide" Target="/ppt/slides/slide9.xml" Id="R677805d041b8462a" /><Relationship Type="http://schemas.openxmlformats.org/officeDocument/2006/relationships/slide" Target="/ppt/slides/slide10.xml" Id="R5cbe0f3fd37947a3" /><Relationship Type="http://schemas.openxmlformats.org/officeDocument/2006/relationships/slide" Target="/ppt/slides/slide11.xml" Id="R3edb207776544f3a" /><Relationship Type="http://schemas.openxmlformats.org/officeDocument/2006/relationships/slide" Target="/ppt/slides/slide12.xml" Id="Ra2a10f7a48754e7c" /><Relationship Type="http://schemas.openxmlformats.org/officeDocument/2006/relationships/slide" Target="/ppt/slides/slide13.xml" Id="R3e067b69793a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9d1eb82f024b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bea375d98c4208" /><Relationship Type="http://schemas.openxmlformats.org/officeDocument/2006/relationships/notesMaster" Target="/ppt/notesMasters/notesMaster1.xml" Id="Rd47a77efaad94b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5f2792efd345bd" /><Relationship Type="http://schemas.openxmlformats.org/officeDocument/2006/relationships/notesMaster" Target="/ppt/notesMasters/notesMaster1.xml" Id="Re8d82f049f7341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1584b4d1154457" /><Relationship Type="http://schemas.openxmlformats.org/officeDocument/2006/relationships/notesMaster" Target="/ppt/notesMasters/notesMaster1.xml" Id="Rb8bfda6e83ed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83ded2e5ee4e9e" /><Relationship Type="http://schemas.openxmlformats.org/officeDocument/2006/relationships/notesMaster" Target="/ppt/notesMasters/notesMaster1.xml" Id="R7cf63f8b98d04b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f57928d1e84e96" /><Relationship Type="http://schemas.openxmlformats.org/officeDocument/2006/relationships/notesMaster" Target="/ppt/notesMasters/notesMaster1.xml" Id="R855711c681b848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c1a518eef14363" /><Relationship Type="http://schemas.openxmlformats.org/officeDocument/2006/relationships/notesMaster" Target="/ppt/notesMasters/notesMaster1.xml" Id="R17cac15b4f84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fe6f054d744fb" /><Relationship Type="http://schemas.openxmlformats.org/officeDocument/2006/relationships/notesMaster" Target="/ppt/notesMasters/notesMaster1.xml" Id="Rb0c0658d5cd84a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38df5f35eb4ba6" /><Relationship Type="http://schemas.openxmlformats.org/officeDocument/2006/relationships/notesMaster" Target="/ppt/notesMasters/notesMaster1.xml" Id="R9bac16cc961a43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1288535a734bda" /><Relationship Type="http://schemas.openxmlformats.org/officeDocument/2006/relationships/notesMaster" Target="/ppt/notesMasters/notesMaster1.xml" Id="Rbf49ae43355f45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e82f01f06bb4ec9" /><Relationship Type="http://schemas.openxmlformats.org/officeDocument/2006/relationships/notesMaster" Target="/ppt/notesMasters/notesMaster1.xml" Id="Raafac9224abd40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ccc1bc3d99b4839" /><Relationship Type="http://schemas.openxmlformats.org/officeDocument/2006/relationships/notesMaster" Target="/ppt/notesMasters/notesMaster1.xml" Id="R7820aaab6eb648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b3ff50f9024ce6" /><Relationship Type="http://schemas.openxmlformats.org/officeDocument/2006/relationships/notesMaster" Target="/ppt/notesMasters/notesMaster1.xml" Id="R53c265b0fd8943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912ae8610364ab9" /><Relationship Type="http://schemas.openxmlformats.org/officeDocument/2006/relationships/notesMaster" Target="/ppt/notesMasters/notesMaster1.xml" Id="R845014c7409e4c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235e148b704cc8" /><Relationship Type="http://schemas.openxmlformats.org/officeDocument/2006/relationships/image" Target="/ppt/media/image.png" Id="Rad726387816e477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2a5c0983b4e4c" /><Relationship Type="http://schemas.openxmlformats.org/officeDocument/2006/relationships/image" Target="/ppt/media/image.png" Id="R397935f6246a4c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5ce4197994f89" /><Relationship Type="http://schemas.openxmlformats.org/officeDocument/2006/relationships/image" Target="/ppt/media/image.png" Id="Rce377242189e42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b70527eb643c8" /><Relationship Type="http://schemas.openxmlformats.org/officeDocument/2006/relationships/image" Target="/ppt/media/image.png" Id="R58e467354f534c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eb5b80c58b4e1d" /><Relationship Type="http://schemas.openxmlformats.org/officeDocument/2006/relationships/image" Target="/ppt/media/image.png" Id="R4a8ad5f975c642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4f43f364e345b9" /><Relationship Type="http://schemas.openxmlformats.org/officeDocument/2006/relationships/image" Target="/ppt/media/image.png" Id="R0e387d107bcc4a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e210f4b352406a" /><Relationship Type="http://schemas.openxmlformats.org/officeDocument/2006/relationships/image" Target="/ppt/media/image.png" Id="R926b2fc1a49f410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fb3b9eabf04970" /><Relationship Type="http://schemas.openxmlformats.org/officeDocument/2006/relationships/image" Target="/ppt/media/image.png" Id="Re2fbd65df50d475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333c863094791" /><Relationship Type="http://schemas.openxmlformats.org/officeDocument/2006/relationships/image" Target="/ppt/media/image.png" Id="Rfe3e035e531a41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caff495c7475c" /><Relationship Type="http://schemas.openxmlformats.org/officeDocument/2006/relationships/image" Target="/ppt/media/image.png" Id="Red694c6a1b4a4c3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5564a6ec04d6e" /><Relationship Type="http://schemas.openxmlformats.org/officeDocument/2006/relationships/image" Target="/ppt/media/image.png" Id="R5dc770d6208949b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726387816e477b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7935f6246a4cbe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377242189e423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e467354f534cb9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8ad5f975c6421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387d107bcc4a5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6b2fc1a49f410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fbd65df50d475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3e035e531a415b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d694c6a1b4a4c3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c770d6208949bf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2b683be43433c" /><Relationship Type="http://schemas.openxmlformats.org/officeDocument/2006/relationships/slideLayout" Target="/ppt/slideLayouts/slideLayout1.xml" Id="Ra6517ae25f6548ad" /><Relationship Type="http://schemas.openxmlformats.org/officeDocument/2006/relationships/slideLayout" Target="/ppt/slideLayouts/slideLayout2.xml" Id="Rb5ba63685c704990" /><Relationship Type="http://schemas.openxmlformats.org/officeDocument/2006/relationships/slideLayout" Target="/ppt/slideLayouts/slideLayout3.xml" Id="R37ed4c75260d4098" /><Relationship Type="http://schemas.openxmlformats.org/officeDocument/2006/relationships/slideLayout" Target="/ppt/slideLayouts/slideLayout4.xml" Id="R8042b150632341d9" /><Relationship Type="http://schemas.openxmlformats.org/officeDocument/2006/relationships/slideLayout" Target="/ppt/slideLayouts/slideLayout5.xml" Id="Rfa819f089f1e41b0" /><Relationship Type="http://schemas.openxmlformats.org/officeDocument/2006/relationships/slideLayout" Target="/ppt/slideLayouts/slideLayout6.xml" Id="Rddc92fc31544487f" /><Relationship Type="http://schemas.openxmlformats.org/officeDocument/2006/relationships/slideLayout" Target="/ppt/slideLayouts/slideLayout7.xml" Id="Rc85c15082a6b476a" /><Relationship Type="http://schemas.openxmlformats.org/officeDocument/2006/relationships/slideLayout" Target="/ppt/slideLayouts/slideLayout8.xml" Id="R1bd0077f6c614c91" /><Relationship Type="http://schemas.openxmlformats.org/officeDocument/2006/relationships/slideLayout" Target="/ppt/slideLayouts/slideLayout9.xml" Id="R61a9f8c1310c4749" /><Relationship Type="http://schemas.openxmlformats.org/officeDocument/2006/relationships/slideLayout" Target="/ppt/slideLayouts/slideLayout10.xml" Id="R3139477cfd7d41fc" /><Relationship Type="http://schemas.openxmlformats.org/officeDocument/2006/relationships/slideLayout" Target="/ppt/slideLayouts/slideLayout11.xml" Id="Rf0422cd17a3b48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517ae25f6548ad"/>
    <p:sldLayoutId xmlns:r="http://schemas.openxmlformats.org/officeDocument/2006/relationships" id="2147483650" r:id="Rb5ba63685c704990"/>
    <p:sldLayoutId xmlns:r="http://schemas.openxmlformats.org/officeDocument/2006/relationships" id="2147483651" r:id="R37ed4c75260d4098"/>
    <p:sldLayoutId xmlns:r="http://schemas.openxmlformats.org/officeDocument/2006/relationships" id="2147483652" r:id="R8042b150632341d9"/>
    <p:sldLayoutId xmlns:r="http://schemas.openxmlformats.org/officeDocument/2006/relationships" id="2147483653" r:id="Rfa819f089f1e41b0"/>
    <p:sldLayoutId xmlns:r="http://schemas.openxmlformats.org/officeDocument/2006/relationships" id="2147483654" r:id="Rddc92fc31544487f"/>
    <p:sldLayoutId xmlns:r="http://schemas.openxmlformats.org/officeDocument/2006/relationships" id="2147483655" r:id="Rc85c15082a6b476a"/>
    <p:sldLayoutId xmlns:r="http://schemas.openxmlformats.org/officeDocument/2006/relationships" id="2147483656" r:id="R1bd0077f6c614c91"/>
    <p:sldLayoutId xmlns:r="http://schemas.openxmlformats.org/officeDocument/2006/relationships" id="2147483657" r:id="R61a9f8c1310c4749"/>
    <p:sldLayoutId xmlns:r="http://schemas.openxmlformats.org/officeDocument/2006/relationships" id="2147483658" r:id="R3139477cfd7d41fc"/>
    <p:sldLayoutId xmlns:r="http://schemas.openxmlformats.org/officeDocument/2006/relationships" id="2147483659" r:id="Rf0422cd17a3b48a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14f47c2364c3b" /><Relationship Type="http://schemas.openxmlformats.org/officeDocument/2006/relationships/notesSlide" Target="/ppt/notesSlides/notesSlide1.xml" Id="R8133ecaeca5142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6072251906d471e" /><Relationship Type="http://schemas.openxmlformats.org/officeDocument/2006/relationships/notesSlide" Target="/ppt/notesSlides/notesSlide2.xml" Id="R38c8a2a1ef6440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dd8be466e7423f" /><Relationship Type="http://schemas.openxmlformats.org/officeDocument/2006/relationships/notesSlide" Target="/ppt/notesSlides/notesSlide3.xml" Id="R75501620a2f649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6259b60bd64fd5" /><Relationship Type="http://schemas.openxmlformats.org/officeDocument/2006/relationships/notesSlide" Target="/ppt/notesSlides/notesSlide4.xml" Id="Reea8c00457eb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c893a1e3884436" /><Relationship Type="http://schemas.openxmlformats.org/officeDocument/2006/relationships/notesSlide" Target="/ppt/notesSlides/notesSlide5.xml" Id="Rb310b1cf4b554a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d0f0c734f04381" /><Relationship Type="http://schemas.openxmlformats.org/officeDocument/2006/relationships/notesSlide" Target="/ppt/notesSlides/notesSlide6.xml" Id="R2ec12c0d4c3e41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66661af428437f" /><Relationship Type="http://schemas.openxmlformats.org/officeDocument/2006/relationships/notesSlide" Target="/ppt/notesSlides/notesSlide7.xml" Id="R5d43e9a4349d4d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244edcbdf4908" /><Relationship Type="http://schemas.openxmlformats.org/officeDocument/2006/relationships/notesSlide" Target="/ppt/notesSlides/notesSlide8.xml" Id="Ra39b0258efe1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d245274cc4448" /><Relationship Type="http://schemas.openxmlformats.org/officeDocument/2006/relationships/notesSlide" Target="/ppt/notesSlides/notesSlide9.xml" Id="Rbd75993bc42f42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b81f0f6f1a481d" /><Relationship Type="http://schemas.openxmlformats.org/officeDocument/2006/relationships/notesSlide" Target="/ppt/notesSlides/notesSlide10.xml" Id="R9e1562405e7144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d00f8625b445c0" /><Relationship Type="http://schemas.openxmlformats.org/officeDocument/2006/relationships/notesSlide" Target="/ppt/notesSlides/notesSlide11.xml" Id="Rcc5f36de3c6e4b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01a7cb37604ee4" /><Relationship Type="http://schemas.openxmlformats.org/officeDocument/2006/relationships/notesSlide" Target="/ppt/notesSlides/notesSlide12.xml" Id="Rcc16c52c6e38420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fb8a7eb72458a" /><Relationship Type="http://schemas.openxmlformats.org/officeDocument/2006/relationships/notesSlide" Target="/ppt/notesSlides/notesSlide13.xml" Id="R90c5d0211d84466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Strings and Text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12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If you type one space before and after ana, which spaces does strip() remove?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If you enter ana with two spaces before and after it, what value is stored after both lines run?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Why must the results of strip() and title() be assigned back to name before it is printed?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Make the greeting begin with "Welcome," and show the cleaned name. Try it with spaces and uneven capital letters in the input.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"Welcome,"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 name badge needs a first name and surname. Extend the program so both answers are cleaned with strip() and title(), then display the finished full name.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surname?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surname = surname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surname = surname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surname,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Choose a place you would like to visit. Build a destination label from a city and country, cleaning both answers before you display "Destination: [city] - [country]".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city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city: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city = city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city = city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country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"Enter a country: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country = country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country = country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"Destination:"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city,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"-"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country)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9360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display_name,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"What is your first name?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.strip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  </a:t>
            </a: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Add the missing parentheses.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.title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"Hello,"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"!"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  </a:t>
            </a:r>
            <a:r>
              <a:rPr sz="1800">
                <a:solidFill>
                  <a:srgbClr val="8C8C8C"/>
                </a:solidFill>
                <a:latin typeface="JetBrains Mono"/>
                <a:ea typeface="JetBrains Mono"/>
                <a:cs typeface="JetBrains Mono"/>
              </a:rPr>
              <a:t># Use the correct variable.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2026-08-05T12:32:52.2320000Z</dcterms:created>
  <dcterms:modified xsi:type="dcterms:W3CDTF">2026-08-05T12:32:52.2320000Z</dcterms:modified>
</coreProperties>
</file>