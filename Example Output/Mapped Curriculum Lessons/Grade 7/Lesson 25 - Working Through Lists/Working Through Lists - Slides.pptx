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17046372394de3" /><Relationship Type="http://schemas.openxmlformats.org/officeDocument/2006/relationships/extended-properties" Target="/docProps/app.xml" Id="R0d86ad20fd7549ad" /><Relationship Type="http://schemas.openxmlformats.org/officeDocument/2006/relationships/officeDocument" Target="/ppt/presentation.xml" Id="R191e62c08ec74f5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927e26f47d6485f"/>
  </p:sldMasterIdLst>
  <p:notesMasterIdLst>
    <p:notesMasterId xmlns:r="http://schemas.openxmlformats.org/officeDocument/2006/relationships" r:id="R4e43a469fe1e44aa"/>
  </p:notesMasterIdLst>
  <p:sldIdLst>
    <p:sldId xmlns:r="http://schemas.openxmlformats.org/officeDocument/2006/relationships" id="256" r:id="R5c625be69cea4cf0"/>
    <p:sldId xmlns:r="http://schemas.openxmlformats.org/officeDocument/2006/relationships" id="257" r:id="R636a2538ded3423b"/>
    <p:sldId xmlns:r="http://schemas.openxmlformats.org/officeDocument/2006/relationships" id="258" r:id="R33ceee3b3d9f4108"/>
    <p:sldId xmlns:r="http://schemas.openxmlformats.org/officeDocument/2006/relationships" id="259" r:id="Rc3e35c914abd4888"/>
    <p:sldId xmlns:r="http://schemas.openxmlformats.org/officeDocument/2006/relationships" id="260" r:id="Rf484d2d61bbd420a"/>
    <p:sldId xmlns:r="http://schemas.openxmlformats.org/officeDocument/2006/relationships" id="261" r:id="R95e73faf80f140b3"/>
    <p:sldId xmlns:r="http://schemas.openxmlformats.org/officeDocument/2006/relationships" id="262" r:id="R1d3f55cc46064c11"/>
    <p:sldId xmlns:r="http://schemas.openxmlformats.org/officeDocument/2006/relationships" id="263" r:id="R51ee857b42244697"/>
    <p:sldId xmlns:r="http://schemas.openxmlformats.org/officeDocument/2006/relationships" id="264" r:id="R189842abcefe47d6"/>
    <p:sldId xmlns:r="http://schemas.openxmlformats.org/officeDocument/2006/relationships" id="265" r:id="R2f4a0f4e2f954b3f"/>
    <p:sldId xmlns:r="http://schemas.openxmlformats.org/officeDocument/2006/relationships" id="266" r:id="R66815d579ead4e49"/>
    <p:sldId xmlns:r="http://schemas.openxmlformats.org/officeDocument/2006/relationships" id="267" r:id="Refdde53045c2446d"/>
    <p:sldId xmlns:r="http://schemas.openxmlformats.org/officeDocument/2006/relationships" id="268" r:id="R931e712f45374c65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2a1a903781af43e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dd8a2f8582484b" /><Relationship Type="http://schemas.openxmlformats.org/officeDocument/2006/relationships/slideMaster" Target="/ppt/slideMasters/slideMaster1.xml" Id="Rd927e26f47d6485f" /><Relationship Type="http://schemas.openxmlformats.org/officeDocument/2006/relationships/notesMaster" Target="/ppt/notesMasters/notesMaster1.xml" Id="R4e43a469fe1e44aa" /><Relationship Type="http://schemas.openxmlformats.org/officeDocument/2006/relationships/presProps" Target="/ppt/presProps.xml" Id="R5d4893901bfb45ef" /><Relationship Type="http://schemas.openxmlformats.org/officeDocument/2006/relationships/viewProps" Target="/ppt/viewProps.xml" Id="Rf316b7fe9fd84f90" /><Relationship Type="http://schemas.openxmlformats.org/officeDocument/2006/relationships/tableStyles" Target="/ppt/tableStyles.xml" Id="R3017a2076f3442d0" /><Relationship Type="http://schemas.openxmlformats.org/officeDocument/2006/relationships/font" Target="/ppt/fonts/font.dat" Id="R2a1a903781af43e5" /><Relationship Type="http://schemas.openxmlformats.org/officeDocument/2006/relationships/slide" Target="/ppt/slides/slide1.xml" Id="R5c625be69cea4cf0" /><Relationship Type="http://schemas.openxmlformats.org/officeDocument/2006/relationships/slide" Target="/ppt/slides/slide2.xml" Id="R636a2538ded3423b" /><Relationship Type="http://schemas.openxmlformats.org/officeDocument/2006/relationships/slide" Target="/ppt/slides/slide3.xml" Id="R33ceee3b3d9f4108" /><Relationship Type="http://schemas.openxmlformats.org/officeDocument/2006/relationships/slide" Target="/ppt/slides/slide4.xml" Id="Rc3e35c914abd4888" /><Relationship Type="http://schemas.openxmlformats.org/officeDocument/2006/relationships/slide" Target="/ppt/slides/slide5.xml" Id="Rf484d2d61bbd420a" /><Relationship Type="http://schemas.openxmlformats.org/officeDocument/2006/relationships/slide" Target="/ppt/slides/slide6.xml" Id="R95e73faf80f140b3" /><Relationship Type="http://schemas.openxmlformats.org/officeDocument/2006/relationships/slide" Target="/ppt/slides/slide7.xml" Id="R1d3f55cc46064c11" /><Relationship Type="http://schemas.openxmlformats.org/officeDocument/2006/relationships/slide" Target="/ppt/slides/slide8.xml" Id="R51ee857b42244697" /><Relationship Type="http://schemas.openxmlformats.org/officeDocument/2006/relationships/slide" Target="/ppt/slides/slide9.xml" Id="R189842abcefe47d6" /><Relationship Type="http://schemas.openxmlformats.org/officeDocument/2006/relationships/slide" Target="/ppt/slides/slide10.xml" Id="R2f4a0f4e2f954b3f" /><Relationship Type="http://schemas.openxmlformats.org/officeDocument/2006/relationships/slide" Target="/ppt/slides/slide11.xml" Id="R66815d579ead4e49" /><Relationship Type="http://schemas.openxmlformats.org/officeDocument/2006/relationships/slide" Target="/ppt/slides/slide12.xml" Id="Refdde53045c2446d" /><Relationship Type="http://schemas.openxmlformats.org/officeDocument/2006/relationships/slide" Target="/ppt/slides/slide13.xml" Id="R931e712f45374c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a106364d734e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23ed4ebc3249d3" /><Relationship Type="http://schemas.openxmlformats.org/officeDocument/2006/relationships/notesMaster" Target="/ppt/notesMasters/notesMaster1.xml" Id="R7f478eccbf9d49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1d7c79eb834d59" /><Relationship Type="http://schemas.openxmlformats.org/officeDocument/2006/relationships/notesMaster" Target="/ppt/notesMasters/notesMaster1.xml" Id="R5ef4f21631cc4f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939a5c2c97495d" /><Relationship Type="http://schemas.openxmlformats.org/officeDocument/2006/relationships/notesMaster" Target="/ppt/notesMasters/notesMaster1.xml" Id="R76a8df63907b43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909bc3d5604fe6" /><Relationship Type="http://schemas.openxmlformats.org/officeDocument/2006/relationships/notesMaster" Target="/ppt/notesMasters/notesMaster1.xml" Id="Rc322599f00ee45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53cd50f35e4f6f" /><Relationship Type="http://schemas.openxmlformats.org/officeDocument/2006/relationships/notesMaster" Target="/ppt/notesMasters/notesMaster1.xml" Id="Rd4f9cd7cd0ee4e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e67218b56c4606" /><Relationship Type="http://schemas.openxmlformats.org/officeDocument/2006/relationships/notesMaster" Target="/ppt/notesMasters/notesMaster1.xml" Id="R954cd16337014c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afd737cbdc4ee3" /><Relationship Type="http://schemas.openxmlformats.org/officeDocument/2006/relationships/notesMaster" Target="/ppt/notesMasters/notesMaster1.xml" Id="R5fca0f753de649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b3acad9ce24637" /><Relationship Type="http://schemas.openxmlformats.org/officeDocument/2006/relationships/notesMaster" Target="/ppt/notesMasters/notesMaster1.xml" Id="R7d6f9a8899804f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b3fc0419b44df8" /><Relationship Type="http://schemas.openxmlformats.org/officeDocument/2006/relationships/notesMaster" Target="/ppt/notesMasters/notesMaster1.xml" Id="Rd82cec4e37334c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e5d76270954eb1" /><Relationship Type="http://schemas.openxmlformats.org/officeDocument/2006/relationships/notesMaster" Target="/ppt/notesMasters/notesMaster1.xml" Id="R7c551b13d5b148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67a77bcfcc4c07" /><Relationship Type="http://schemas.openxmlformats.org/officeDocument/2006/relationships/notesMaster" Target="/ppt/notesMasters/notesMaster1.xml" Id="Rc41e7db6581141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a9dec04a594124" /><Relationship Type="http://schemas.openxmlformats.org/officeDocument/2006/relationships/notesMaster" Target="/ppt/notesMasters/notesMaster1.xml" Id="R4505b66317f941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04ef13e6da4574" /><Relationship Type="http://schemas.openxmlformats.org/officeDocument/2006/relationships/notesMaster" Target="/ppt/notesMasters/notesMaster1.xml" Id="Rc299aa84555147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c2d2012e794689" /><Relationship Type="http://schemas.openxmlformats.org/officeDocument/2006/relationships/image" Target="/ppt/media/image.png" Id="R55bf6ceed47b42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27abc7d594747" /><Relationship Type="http://schemas.openxmlformats.org/officeDocument/2006/relationships/image" Target="/ppt/media/image.png" Id="Rd609d015d7134a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e03e1b2294a4b" /><Relationship Type="http://schemas.openxmlformats.org/officeDocument/2006/relationships/image" Target="/ppt/media/image.png" Id="R58cbfb31561e4d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4cfe9b7d44fc3" /><Relationship Type="http://schemas.openxmlformats.org/officeDocument/2006/relationships/image" Target="/ppt/media/image.png" Id="Rbc75243ce1ff4e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214fe87c54d82" /><Relationship Type="http://schemas.openxmlformats.org/officeDocument/2006/relationships/image" Target="/ppt/media/image.png" Id="Rc1c67c2f714646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7b1db149c41c0" /><Relationship Type="http://schemas.openxmlformats.org/officeDocument/2006/relationships/image" Target="/ppt/media/image.png" Id="R7c5a9936f0e4421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95455d3c4414f" /><Relationship Type="http://schemas.openxmlformats.org/officeDocument/2006/relationships/image" Target="/ppt/media/image.png" Id="R09e3b8523ea04fe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49eea0c9094603" /><Relationship Type="http://schemas.openxmlformats.org/officeDocument/2006/relationships/image" Target="/ppt/media/image.png" Id="R01ad05b48df447e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8d5af5d094974" /><Relationship Type="http://schemas.openxmlformats.org/officeDocument/2006/relationships/image" Target="/ppt/media/image.png" Id="Re4d496de9dfc4d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58b4103e2428c" /><Relationship Type="http://schemas.openxmlformats.org/officeDocument/2006/relationships/image" Target="/ppt/media/image.png" Id="Rc93b2bb1935c4e1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f45d63ba694439" /><Relationship Type="http://schemas.openxmlformats.org/officeDocument/2006/relationships/image" Target="/ppt/media/image.png" Id="R0613ac0f91c7451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bf6ceed47b42e3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09d015d7134a0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cbfb31561e4dc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75243ce1ff4e2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c67c2f7146464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5a9936f0e4421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e3b8523ea04fe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ad05b48df447e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d496de9dfc4d8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3b2bb1935c4e1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13ac0f91c7451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d6783fe5bb49ab" /><Relationship Type="http://schemas.openxmlformats.org/officeDocument/2006/relationships/slideLayout" Target="/ppt/slideLayouts/slideLayout1.xml" Id="R8ea514cd82f048b5" /><Relationship Type="http://schemas.openxmlformats.org/officeDocument/2006/relationships/slideLayout" Target="/ppt/slideLayouts/slideLayout2.xml" Id="R801d1ed654ec4f52" /><Relationship Type="http://schemas.openxmlformats.org/officeDocument/2006/relationships/slideLayout" Target="/ppt/slideLayouts/slideLayout3.xml" Id="Rc3d40d9f7e1241de" /><Relationship Type="http://schemas.openxmlformats.org/officeDocument/2006/relationships/slideLayout" Target="/ppt/slideLayouts/slideLayout4.xml" Id="Rf9eb558f418b4486" /><Relationship Type="http://schemas.openxmlformats.org/officeDocument/2006/relationships/slideLayout" Target="/ppt/slideLayouts/slideLayout5.xml" Id="R0b6f2f8652304003" /><Relationship Type="http://schemas.openxmlformats.org/officeDocument/2006/relationships/slideLayout" Target="/ppt/slideLayouts/slideLayout6.xml" Id="R8df2d11beec344fe" /><Relationship Type="http://schemas.openxmlformats.org/officeDocument/2006/relationships/slideLayout" Target="/ppt/slideLayouts/slideLayout7.xml" Id="R54cd9dab603f4479" /><Relationship Type="http://schemas.openxmlformats.org/officeDocument/2006/relationships/slideLayout" Target="/ppt/slideLayouts/slideLayout8.xml" Id="R55f9e5b9eef24838" /><Relationship Type="http://schemas.openxmlformats.org/officeDocument/2006/relationships/slideLayout" Target="/ppt/slideLayouts/slideLayout9.xml" Id="R3167e92375e248d7" /><Relationship Type="http://schemas.openxmlformats.org/officeDocument/2006/relationships/slideLayout" Target="/ppt/slideLayouts/slideLayout10.xml" Id="R81e147410fd04541" /><Relationship Type="http://schemas.openxmlformats.org/officeDocument/2006/relationships/slideLayout" Target="/ppt/slideLayouts/slideLayout11.xml" Id="Re00943090be7406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a514cd82f048b5"/>
    <p:sldLayoutId xmlns:r="http://schemas.openxmlformats.org/officeDocument/2006/relationships" id="2147483650" r:id="R801d1ed654ec4f52"/>
    <p:sldLayoutId xmlns:r="http://schemas.openxmlformats.org/officeDocument/2006/relationships" id="2147483651" r:id="Rc3d40d9f7e1241de"/>
    <p:sldLayoutId xmlns:r="http://schemas.openxmlformats.org/officeDocument/2006/relationships" id="2147483652" r:id="Rf9eb558f418b4486"/>
    <p:sldLayoutId xmlns:r="http://schemas.openxmlformats.org/officeDocument/2006/relationships" id="2147483653" r:id="R0b6f2f8652304003"/>
    <p:sldLayoutId xmlns:r="http://schemas.openxmlformats.org/officeDocument/2006/relationships" id="2147483654" r:id="R8df2d11beec344fe"/>
    <p:sldLayoutId xmlns:r="http://schemas.openxmlformats.org/officeDocument/2006/relationships" id="2147483655" r:id="R54cd9dab603f4479"/>
    <p:sldLayoutId xmlns:r="http://schemas.openxmlformats.org/officeDocument/2006/relationships" id="2147483656" r:id="R55f9e5b9eef24838"/>
    <p:sldLayoutId xmlns:r="http://schemas.openxmlformats.org/officeDocument/2006/relationships" id="2147483657" r:id="R3167e92375e248d7"/>
    <p:sldLayoutId xmlns:r="http://schemas.openxmlformats.org/officeDocument/2006/relationships" id="2147483658" r:id="R81e147410fd04541"/>
    <p:sldLayoutId xmlns:r="http://schemas.openxmlformats.org/officeDocument/2006/relationships" id="2147483659" r:id="Re00943090be7406d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546707dbf4218" /><Relationship Type="http://schemas.openxmlformats.org/officeDocument/2006/relationships/notesSlide" Target="/ppt/notesSlides/notesSlide1.xml" Id="Rab74d4dbe31241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3068ae08a1495e" /><Relationship Type="http://schemas.openxmlformats.org/officeDocument/2006/relationships/notesSlide" Target="/ppt/notesSlides/notesSlide2.xml" Id="R182af33d38e549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3661343f764896" /><Relationship Type="http://schemas.openxmlformats.org/officeDocument/2006/relationships/notesSlide" Target="/ppt/notesSlides/notesSlide3.xml" Id="R79144ee160b543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b28da207404e96" /><Relationship Type="http://schemas.openxmlformats.org/officeDocument/2006/relationships/notesSlide" Target="/ppt/notesSlides/notesSlide4.xml" Id="Rc99f77406e2649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66ed852bb14cb1" /><Relationship Type="http://schemas.openxmlformats.org/officeDocument/2006/relationships/notesSlide" Target="/ppt/notesSlides/notesSlide5.xml" Id="R154ee26163ab4d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1aeb9ad5bf4a58" /><Relationship Type="http://schemas.openxmlformats.org/officeDocument/2006/relationships/notesSlide" Target="/ppt/notesSlides/notesSlide6.xml" Id="R8e24b04960d04b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e55f5fe8f74860" /><Relationship Type="http://schemas.openxmlformats.org/officeDocument/2006/relationships/notesSlide" Target="/ppt/notesSlides/notesSlide7.xml" Id="R74c60926080940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11d3a5d4ba4111" /><Relationship Type="http://schemas.openxmlformats.org/officeDocument/2006/relationships/notesSlide" Target="/ppt/notesSlides/notesSlide8.xml" Id="R530c6c52b13e42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06da00faae42f8" /><Relationship Type="http://schemas.openxmlformats.org/officeDocument/2006/relationships/notesSlide" Target="/ppt/notesSlides/notesSlide9.xml" Id="Raeb68217a3d246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f949aeb5cc496d" /><Relationship Type="http://schemas.openxmlformats.org/officeDocument/2006/relationships/notesSlide" Target="/ppt/notesSlides/notesSlide10.xml" Id="R3e53445e782d46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024c9c07fb4968" /><Relationship Type="http://schemas.openxmlformats.org/officeDocument/2006/relationships/notesSlide" Target="/ppt/notesSlides/notesSlide11.xml" Id="Rc2bc4f1e7dab41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ecfa4062454a93" /><Relationship Type="http://schemas.openxmlformats.org/officeDocument/2006/relationships/notesSlide" Target="/ppt/notesSlides/notesSlide12.xml" Id="Rcc66d49175464d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7e4572c5164a8c" /><Relationship Type="http://schemas.openxmlformats.org/officeDocument/2006/relationships/notesSlide" Target="/ppt/notesSlides/notesSlide13.xml" Id="R3f8f38e0757d4f1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Working Through Lists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25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the loop variable contain one list item rather than its numeric position?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In what order are tea, water and juice displayed, and what controls that order?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does len(survey) still display 3 after the loop, rather than counting all the letters in the drink names?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Make each survey line read "Choice: [drink]" instead of "Drink: [drink]". The loop must still visit every item and the total must stay correct.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 wrap="none" anchor="ctr">
            <a:normAutofit fontScale="8935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a fourth survey answer to the list. Before running, predict the last answer and the total that will appear; then check both.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"coffee"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colour-survey summary with three answers of your choice. Use a for loop to label every colour, then use len() once to report how many answers were collected.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colours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"green"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colour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colours: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"Colour:"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colour)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"Answers collected:"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(colours))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936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 wrap="none" anchor="ctr">
            <a:normAutofit fontScale="97748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9376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2026-08-05T12:41:29.1550000Z</dcterms:created>
  <dcterms:modified xsi:type="dcterms:W3CDTF">2026-08-05T12:41:29.1550000Z</dcterms:modified>
</coreProperties>
</file>