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JetBrains Mono" panose="02000009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5"/>
  </p:normalViewPr>
  <p:slideViewPr>
    <p:cSldViewPr snapToGrid="0">
      <p:cViewPr varScale="1">
        <p:scale>
          <a:sx n="122" d="100"/>
          <a:sy n="122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15" name="Picture 10"/>
          <p:cNvPicPr>
            <a:picLocks noChangeAspect="1"/>
          </p:cNvPicPr>
          <p:nvPr/>
        </p:nvPicPr>
        <p:blipFill rotWithShape="1">
          <a:blip r:embed="rId2"/>
          <a:stretch/>
        </p:blipFill>
        <p:spPr>
          <a:xfrm flipH="1">
            <a:off x="9886209" y="4538703"/>
            <a:ext cx="2305791" cy="18084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26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26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27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noGrp="1"/>
          </p:cNvSpPr>
          <p:nvPr>
            <p:ph type="ftr" idx="1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29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25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24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27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27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26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37556" y="6358621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t>© Tim Carpenter 2024</a:t>
            </a:r>
          </a:p>
        </p:txBody>
      </p:sp>
      <p:pic>
        <p:nvPicPr>
          <p:cNvPr id="26" name="Picture 10"/>
          <p:cNvPicPr>
            <a:picLocks noChangeAspect="1"/>
          </p:cNvPicPr>
          <p:nvPr/>
        </p:nvPicPr>
        <p:blipFill rotWithShape="1">
          <a:blip r:embed="rId2">
            <a:alphaModFix amt="28000"/>
          </a:blip>
          <a:stretch/>
        </p:blipFill>
        <p:spPr>
          <a:xfrm>
            <a:off x="10590687" y="5492510"/>
            <a:ext cx="1526225" cy="119703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825222" y="6510367"/>
            <a:ext cx="374325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>
            <a:fld id="{61038E6D-FA33-47E9-9599-ABA915C5198A}" type="slidenum">
              <a:t>‹#›</a:t>
            </a:fld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noGrp="1"/>
          </p:cNvSpPr>
          <p:nvPr/>
        </p:nvSpPr>
        <p:spPr>
          <a:xfrm>
            <a:off x="179615" y="6492875"/>
            <a:ext cx="609501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+mn-lt"/>
                <a:ea typeface="+mn-lt"/>
                <a:cs typeface="+mn-lt"/>
              </a:rPr>
              <a:t>Changing Text Case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Lesson 14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rPr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noGrp="1"/>
          </p:cNvSpPr>
          <p:nvPr/>
        </p:nvSpPr>
        <p:spPr>
          <a:xfrm>
            <a:off x="617577" y="1749737"/>
            <a:ext cx="10956846" cy="193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91440" tIns="45720" rIns="91440" bIns="45720" anchor="ctr">
            <a:sp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name: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team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code: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code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.upper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team)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Look at this code: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noGrp="1"/>
          </p:cNvSpPr>
          <p:nvPr/>
        </p:nvSpPr>
        <p:spPr>
          <a:xfrm>
            <a:off x="1288576" y="1859340"/>
            <a:ext cx="8824852" cy="1569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91440" tIns="45720" rIns="91440" bIns="45720" anchor="ctr">
            <a:sp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name: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team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code: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code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.upper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team)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 you think this code will do?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noGrp="1"/>
          </p:cNvSpPr>
          <p:nvPr/>
        </p:nvSpPr>
        <p:spPr>
          <a:xfrm>
            <a:off x="1288576" y="1859340"/>
            <a:ext cx="8824852" cy="1569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91440" tIns="45720" rIns="91440" bIns="45720" anchor="ctr">
            <a:sp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name: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team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code: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code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.upper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team)</a:t>
            </a:r>
          </a:p>
          <a:p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Let’s investigate.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noGrp="1"/>
          </p:cNvSpPr>
          <p:nvPr/>
        </p:nvSpPr>
        <p:spPr>
          <a:xfrm>
            <a:off x="838200" y="3232794"/>
            <a:ext cx="10182101" cy="338554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>
            <a:normAutofit/>
          </a:bodyPr>
          <a:lstStyle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>
            <a:pPr marL="0" indent="0">
              <a:spcAft>
                <a:spcPts val="8"/>
              </a:spcAft>
              <a:buNone/>
            </a:pPr>
            <a:r>
              <a:rPr sz="2000"/>
              <a:t>1. Why does team.lower() not change team unless the returned text is assigned?</a:t>
            </a:r>
          </a:p>
          <a:p>
            <a:pPr marL="0" indent="0">
              <a:spcAft>
                <a:spcPts val="8"/>
              </a:spcAft>
              <a:buNone/>
            </a:pPr>
            <a:r>
              <a:rPr sz="2000"/>
              <a:t>2. For inputs Falcons and f7, what exact values are stored in team and code before they are printed?</a:t>
            </a:r>
          </a:p>
          <a:p>
            <a:pPr marL="0" indent="0">
              <a:spcAft>
                <a:spcPts val="8"/>
              </a:spcAft>
              <a:buNone/>
            </a:pPr>
            <a:r>
              <a:rPr sz="2000"/>
              <a:t>3. Why does upper() change the letter in f7 but leave the digit unchanged?</a:t>
            </a:r>
          </a:p>
          <a:p>
            <a:pPr marL="0" indent="0">
              <a:spcAft>
                <a:spcPts val="8"/>
              </a:spcAft>
              <a:buNone/>
            </a:pPr>
            <a:r>
              <a:rPr sz="2000"/>
              <a:t>4. What would be displayed for the code if the line code = code.upper() were removed?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2915" y="2046242"/>
            <a:ext cx="6474775" cy="8309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ctr">
            <a:sp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</a:t>
            </a:r>
            <a:r>
              <a:rPr sz="1400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name: "</a:t>
            </a: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</a:t>
            </a:r>
            <a:r>
              <a:rPr sz="1400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</a:t>
            </a:r>
            <a:r>
              <a:rPr sz="1400" dirty="0" err="1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>
            <a:pPr marL="0" indent="0">
              <a:spcAft>
                <a:spcPts val="0"/>
              </a:spcAft>
              <a:buNone/>
            </a:pP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</a:t>
            </a:r>
            <a:r>
              <a:rPr sz="1400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code: "</a:t>
            </a: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</a:t>
            </a:r>
            <a:r>
              <a:rPr sz="1400" dirty="0" err="1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</a:t>
            </a:r>
            <a:r>
              <a:rPr sz="1400" dirty="0" err="1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.upper</a:t>
            </a: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>
            <a:pPr marL="0" indent="0">
              <a:spcAft>
                <a:spcPts val="0"/>
              </a:spcAft>
              <a:buNone/>
            </a:pPr>
            <a:r>
              <a:rPr sz="1400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"Team:"</a:t>
            </a: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team)</a:t>
            </a:r>
          </a:p>
          <a:p>
            <a:pPr marL="0" indent="0">
              <a:spcAft>
                <a:spcPts val="0"/>
              </a:spcAft>
              <a:buNone/>
            </a:pPr>
            <a:r>
              <a:rPr sz="1400" dirty="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 dirty="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"Code:"</a:t>
            </a:r>
            <a:r>
              <a:rPr sz="1400" dirty="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3832073" cy="1325563"/>
          </a:xfrm>
        </p:spPr>
        <p:txBody>
          <a:bodyPr/>
          <a:lstStyle/>
          <a:p>
            <a:r>
              <a:t>Challenge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599" y="3405120"/>
            <a:ext cx="7425519" cy="2115403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Make the displayed team name uppercase and the displayed code lowercase. Falcons and f7 should become FALCONS and f7.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rPr/>
              <a:t>6</a:t>
            </a:fld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noGrp="1"/>
          </p:cNvSpPr>
          <p:nvPr/>
        </p:nvSpPr>
        <p:spPr>
          <a:xfrm>
            <a:off x="7224964" y="46401"/>
            <a:ext cx="14317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Starter Code: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noGrp="1"/>
          </p:cNvSpPr>
          <p:nvPr/>
        </p:nvSpPr>
        <p:spPr>
          <a:xfrm>
            <a:off x="7527429" y="354178"/>
            <a:ext cx="4672118" cy="8309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name: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team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code: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code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.upper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team)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8158413" cy="1325563"/>
          </a:xfrm>
        </p:spPr>
        <p:txBody>
          <a:bodyPr>
            <a:normAutofit/>
          </a:bodyPr>
          <a:lstStyle/>
          <a:p>
            <a:r>
              <a:t>Challenge 1 – Suggested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599" y="3405120"/>
            <a:ext cx="10149049" cy="2115403"/>
          </a:xfrm>
        </p:spPr>
        <p:txBody>
          <a:bodyPr/>
          <a:lstStyle/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name: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team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.upper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code: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code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team)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noGrp="1"/>
          </p:cNvSpPr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3832073" cy="1325563"/>
          </a:xfrm>
        </p:spPr>
        <p:txBody>
          <a:bodyPr/>
          <a:lstStyle/>
          <a:p>
            <a:r>
              <a:t>Challenge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599" y="3405120"/>
            <a:ext cx="7425519" cy="2115403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Add a response input and store response.lower(). Display Accepted when the normalised response equals yes and Not accepted otherwise.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8</a:t>
            </a:fld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noGrp="1"/>
          </p:cNvSpPr>
          <p:nvPr/>
        </p:nvSpPr>
        <p:spPr>
          <a:xfrm>
            <a:off x="7224964" y="46401"/>
            <a:ext cx="14317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Starter Code: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noGrp="1"/>
          </p:cNvSpPr>
          <p:nvPr/>
        </p:nvSpPr>
        <p:spPr>
          <a:xfrm>
            <a:off x="7527429" y="354178"/>
            <a:ext cx="4672118" cy="8309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name: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team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code: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code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.upper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team)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10014509" cy="1325563"/>
          </a:xfrm>
        </p:spPr>
        <p:txBody>
          <a:bodyPr/>
          <a:lstStyle/>
          <a:p>
            <a:r>
              <a:t>Challenge 2 – Suggested Solution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3813" y="3508493"/>
            <a:ext cx="8032968" cy="1631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response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"Accept? yes/no: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response = response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response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"yes"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"Accepted"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"Not accepted"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3832073" cy="1325563"/>
          </a:xfrm>
        </p:spPr>
        <p:txBody>
          <a:bodyPr/>
          <a:lstStyle/>
          <a:p>
            <a:r>
              <a:t>Challenge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599" y="3405120"/>
            <a:ext cx="7425519" cy="2115403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Build a badge formatter. Ask for a first name and a two-letter group code; display the name in lower case and the group code in upper case on separate labelled lines.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10</a:t>
            </a:fld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noGrp="1"/>
          </p:cNvSpPr>
          <p:nvPr/>
        </p:nvSpPr>
        <p:spPr>
          <a:xfrm>
            <a:off x="7224964" y="46401"/>
            <a:ext cx="14317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Starter Code: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noGrp="1"/>
          </p:cNvSpPr>
          <p:nvPr/>
        </p:nvSpPr>
        <p:spPr>
          <a:xfrm>
            <a:off x="7527429" y="354178"/>
            <a:ext cx="4672118" cy="8309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name: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team = team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code: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code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.upper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team)</a:t>
            </a:r>
          </a:p>
          <a:p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10014509" cy="1325563"/>
          </a:xfrm>
        </p:spPr>
        <p:txBody>
          <a:bodyPr/>
          <a:lstStyle/>
          <a:p>
            <a:r>
              <a:t>Challenge 3 – Suggested Solution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11</a:t>
            </a:fld>
            <a:endParaRPr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798" y="3581011"/>
            <a:ext cx="10341293" cy="13234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91440" tIns="45720" rIns="91440" bIns="45720" anchor="t"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"First name: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name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group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"Two-letter group: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group = group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.upper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"Account name:"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name)</a:t>
            </a:r>
          </a:p>
          <a:p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"Group code:"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group)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3832073" cy="1325563"/>
          </a:xfrm>
        </p:spPr>
        <p:txBody>
          <a:bodyPr/>
          <a:lstStyle/>
          <a:p>
            <a:r>
              <a:t>Fix the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599" y="3405120"/>
            <a:ext cx="7425519" cy="2115403"/>
          </a:xfrm>
        </p:spPr>
        <p:txBody>
          <a:bodyPr>
            <a:normAutofit fontScale="86348" lnSpcReduction="20000"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code: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.upper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569" y="2124718"/>
            <a:ext cx="9189603" cy="1325563"/>
          </a:xfrm>
        </p:spPr>
        <p:txBody>
          <a:bodyPr>
            <a:normAutofit/>
          </a:bodyPr>
          <a:lstStyle/>
          <a:p>
            <a:r>
              <a:t>Fix the code! – Suggested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599" y="3405120"/>
            <a:ext cx="10371884" cy="2115403"/>
          </a:xfrm>
        </p:spPr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"Team code: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code = code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.upper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code)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1038E6D-FA33-47E9-9599-ABA915C5198A}" type="slidenum">
              <a:t>13</a:t>
            </a:fld>
            <a:endParaRPr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noGrp="1"/>
          </p:cNvSpPr>
          <p:nvPr/>
        </p:nvSpPr>
        <p:spPr>
          <a:xfrm>
            <a:off x="0" y="4393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694</Words>
  <Application>Microsoft Macintosh PowerPoint</Application>
  <DocSecurity>0</DocSecurity>
  <PresentationFormat>Widescreen</PresentationFormat>
  <Paragraphs>112</Paragraphs>
  <Slides>13</Slides>
  <Notes>13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JetBrains Mono</vt:lpstr>
      <vt:lpstr>Calibri</vt:lpstr>
      <vt:lpstr>Consolas</vt:lpstr>
      <vt:lpstr>Office Theme</vt:lpstr>
      <vt:lpstr>Changing Text Case</vt:lpstr>
      <vt:lpstr>PowerPoint Presentation</vt:lpstr>
      <vt:lpstr>Look at this code:</vt:lpstr>
      <vt:lpstr>What do you think this code will do?</vt:lpstr>
      <vt:lpstr>Let’s investigate.</vt:lpstr>
      <vt:lpstr>Challenge 1</vt:lpstr>
      <vt:lpstr>Challenge 1 – Suggested Solution</vt:lpstr>
      <vt:lpstr>Challenge 2</vt:lpstr>
      <vt:lpstr>Challenge 2 – Suggested Solution</vt:lpstr>
      <vt:lpstr>Challenge 3</vt:lpstr>
      <vt:lpstr>Challenge 3 – Suggested Solution</vt:lpstr>
      <vt:lpstr>Fix the code!</vt:lpstr>
      <vt:lpstr>Fix the code! – Suggested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Timothy, Ryan Carpenter</cp:lastModifiedBy>
  <cp:revision>1</cp:revision>
  <dcterms:created xsi:type="dcterms:W3CDTF">2026-08-05T12:34:26Z</dcterms:created>
  <dcterms:modified xsi:type="dcterms:W3CDTF">2026-08-06T03:37:14Z</dcterms:modified>
</cp:coreProperties>
</file>