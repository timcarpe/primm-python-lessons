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7a1ac1a04423e" /><Relationship Type="http://schemas.openxmlformats.org/officeDocument/2006/relationships/extended-properties" Target="/docProps/app.xml" Id="Rfc686c83bd6249a1" /><Relationship Type="http://schemas.openxmlformats.org/officeDocument/2006/relationships/officeDocument" Target="/ppt/presentation.xml" Id="Ra90f0759f7e7417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a3753bf78d54541"/>
  </p:sldMasterIdLst>
  <p:notesMasterIdLst>
    <p:notesMasterId xmlns:r="http://schemas.openxmlformats.org/officeDocument/2006/relationships" r:id="R737bb92afca34e9e"/>
  </p:notesMasterIdLst>
  <p:sldIdLst>
    <p:sldId xmlns:r="http://schemas.openxmlformats.org/officeDocument/2006/relationships" id="256" r:id="Ra3278c0d0b514afc"/>
    <p:sldId xmlns:r="http://schemas.openxmlformats.org/officeDocument/2006/relationships" id="257" r:id="R33217993d4834f42"/>
    <p:sldId xmlns:r="http://schemas.openxmlformats.org/officeDocument/2006/relationships" id="258" r:id="R44c045240d584b75"/>
    <p:sldId xmlns:r="http://schemas.openxmlformats.org/officeDocument/2006/relationships" id="259" r:id="R5d4b2edca89e45d2"/>
    <p:sldId xmlns:r="http://schemas.openxmlformats.org/officeDocument/2006/relationships" id="260" r:id="Re472b51a72524329"/>
    <p:sldId xmlns:r="http://schemas.openxmlformats.org/officeDocument/2006/relationships" id="261" r:id="R8de79e3fb65c49fe"/>
    <p:sldId xmlns:r="http://schemas.openxmlformats.org/officeDocument/2006/relationships" id="262" r:id="R69f9bcf1c7dd411d"/>
    <p:sldId xmlns:r="http://schemas.openxmlformats.org/officeDocument/2006/relationships" id="263" r:id="R8b0d0e6c1e7e4f1c"/>
    <p:sldId xmlns:r="http://schemas.openxmlformats.org/officeDocument/2006/relationships" id="264" r:id="Ra4bd10b8ea654f86"/>
    <p:sldId xmlns:r="http://schemas.openxmlformats.org/officeDocument/2006/relationships" id="265" r:id="Rdddeecc6feb64393"/>
    <p:sldId xmlns:r="http://schemas.openxmlformats.org/officeDocument/2006/relationships" id="266" r:id="R5199cca121c84d80"/>
    <p:sldId xmlns:r="http://schemas.openxmlformats.org/officeDocument/2006/relationships" id="267" r:id="Ra421465f9e504bfb"/>
    <p:sldId xmlns:r="http://schemas.openxmlformats.org/officeDocument/2006/relationships" id="268" r:id="Rd1c618af57564410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64b0a76fef4b429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f80f98bc274efa" /><Relationship Type="http://schemas.openxmlformats.org/officeDocument/2006/relationships/slideMaster" Target="/ppt/slideMasters/slideMaster1.xml" Id="R0a3753bf78d54541" /><Relationship Type="http://schemas.openxmlformats.org/officeDocument/2006/relationships/notesMaster" Target="/ppt/notesMasters/notesMaster1.xml" Id="R737bb92afca34e9e" /><Relationship Type="http://schemas.openxmlformats.org/officeDocument/2006/relationships/presProps" Target="/ppt/presProps.xml" Id="R54698eb31b0a42e5" /><Relationship Type="http://schemas.openxmlformats.org/officeDocument/2006/relationships/viewProps" Target="/ppt/viewProps.xml" Id="R24abb32184b64414" /><Relationship Type="http://schemas.openxmlformats.org/officeDocument/2006/relationships/tableStyles" Target="/ppt/tableStyles.xml" Id="R268203f5a94e4097" /><Relationship Type="http://schemas.openxmlformats.org/officeDocument/2006/relationships/font" Target="/ppt/fonts/font.dat" Id="R64b0a76fef4b4293" /><Relationship Type="http://schemas.openxmlformats.org/officeDocument/2006/relationships/slide" Target="/ppt/slides/slide1.xml" Id="Ra3278c0d0b514afc" /><Relationship Type="http://schemas.openxmlformats.org/officeDocument/2006/relationships/slide" Target="/ppt/slides/slide2.xml" Id="R33217993d4834f42" /><Relationship Type="http://schemas.openxmlformats.org/officeDocument/2006/relationships/slide" Target="/ppt/slides/slide3.xml" Id="R44c045240d584b75" /><Relationship Type="http://schemas.openxmlformats.org/officeDocument/2006/relationships/slide" Target="/ppt/slides/slide4.xml" Id="R5d4b2edca89e45d2" /><Relationship Type="http://schemas.openxmlformats.org/officeDocument/2006/relationships/slide" Target="/ppt/slides/slide5.xml" Id="Re472b51a72524329" /><Relationship Type="http://schemas.openxmlformats.org/officeDocument/2006/relationships/slide" Target="/ppt/slides/slide6.xml" Id="R8de79e3fb65c49fe" /><Relationship Type="http://schemas.openxmlformats.org/officeDocument/2006/relationships/slide" Target="/ppt/slides/slide7.xml" Id="R69f9bcf1c7dd411d" /><Relationship Type="http://schemas.openxmlformats.org/officeDocument/2006/relationships/slide" Target="/ppt/slides/slide8.xml" Id="R8b0d0e6c1e7e4f1c" /><Relationship Type="http://schemas.openxmlformats.org/officeDocument/2006/relationships/slide" Target="/ppt/slides/slide9.xml" Id="Ra4bd10b8ea654f86" /><Relationship Type="http://schemas.openxmlformats.org/officeDocument/2006/relationships/slide" Target="/ppt/slides/slide10.xml" Id="Rdddeecc6feb64393" /><Relationship Type="http://schemas.openxmlformats.org/officeDocument/2006/relationships/slide" Target="/ppt/slides/slide11.xml" Id="R5199cca121c84d80" /><Relationship Type="http://schemas.openxmlformats.org/officeDocument/2006/relationships/slide" Target="/ppt/slides/slide12.xml" Id="Ra421465f9e504bfb" /><Relationship Type="http://schemas.openxmlformats.org/officeDocument/2006/relationships/slide" Target="/ppt/slides/slide13.xml" Id="Rd1c618af5756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3593177b3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228290ea5346ce" /><Relationship Type="http://schemas.openxmlformats.org/officeDocument/2006/relationships/notesMaster" Target="/ppt/notesMasters/notesMaster1.xml" Id="R9b43dee6bc96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a9c3542d4c488d" /><Relationship Type="http://schemas.openxmlformats.org/officeDocument/2006/relationships/notesMaster" Target="/ppt/notesMasters/notesMaster1.xml" Id="Rf92644f5e2cb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cb37c42a654a1f" /><Relationship Type="http://schemas.openxmlformats.org/officeDocument/2006/relationships/notesMaster" Target="/ppt/notesMasters/notesMaster1.xml" Id="R5d290f8fc0a143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86b8df9e547a0" /><Relationship Type="http://schemas.openxmlformats.org/officeDocument/2006/relationships/notesMaster" Target="/ppt/notesMasters/notesMaster1.xml" Id="R0aa60f3e904c4a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9a83ac7b174dae" /><Relationship Type="http://schemas.openxmlformats.org/officeDocument/2006/relationships/notesMaster" Target="/ppt/notesMasters/notesMaster1.xml" Id="R7de0083f7d10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d6ad6599b84bba" /><Relationship Type="http://schemas.openxmlformats.org/officeDocument/2006/relationships/notesMaster" Target="/ppt/notesMasters/notesMaster1.xml" Id="Rc4d6f33b51024b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74fc565dd54932" /><Relationship Type="http://schemas.openxmlformats.org/officeDocument/2006/relationships/notesMaster" Target="/ppt/notesMasters/notesMaster1.xml" Id="Re36ce33e8f19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958877226418f" /><Relationship Type="http://schemas.openxmlformats.org/officeDocument/2006/relationships/notesMaster" Target="/ppt/notesMasters/notesMaster1.xml" Id="Ra68b59094368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4d410e86a4a7a" /><Relationship Type="http://schemas.openxmlformats.org/officeDocument/2006/relationships/notesMaster" Target="/ppt/notesMasters/notesMaster1.xml" Id="R8f391e103e2245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a498eeab9e4b8b" /><Relationship Type="http://schemas.openxmlformats.org/officeDocument/2006/relationships/notesMaster" Target="/ppt/notesMasters/notesMaster1.xml" Id="R351fc98c0d98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3c5f024443403c" /><Relationship Type="http://schemas.openxmlformats.org/officeDocument/2006/relationships/notesMaster" Target="/ppt/notesMasters/notesMaster1.xml" Id="R5f22e154395d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9bd94be12f4d20" /><Relationship Type="http://schemas.openxmlformats.org/officeDocument/2006/relationships/notesMaster" Target="/ppt/notesMasters/notesMaster1.xml" Id="Rb924642a1ea341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44192e65aa4916" /><Relationship Type="http://schemas.openxmlformats.org/officeDocument/2006/relationships/notesMaster" Target="/ppt/notesMasters/notesMaster1.xml" Id="R5c03479213a447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1ce0c13f24a77" /><Relationship Type="http://schemas.openxmlformats.org/officeDocument/2006/relationships/image" Target="/ppt/media/image.png" Id="R576c75a5cddb4a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65e6887dc4a34" /><Relationship Type="http://schemas.openxmlformats.org/officeDocument/2006/relationships/image" Target="/ppt/media/image.png" Id="R797c8146e4924d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15681f8fd4c99" /><Relationship Type="http://schemas.openxmlformats.org/officeDocument/2006/relationships/image" Target="/ppt/media/image.png" Id="Raaa58180ec7340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f4a4aa80b4c95" /><Relationship Type="http://schemas.openxmlformats.org/officeDocument/2006/relationships/image" Target="/ppt/media/image.png" Id="Rdbc6523afac442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47fa0f7654e00" /><Relationship Type="http://schemas.openxmlformats.org/officeDocument/2006/relationships/image" Target="/ppt/media/image.png" Id="R5e5d2be4a43a45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fb731c2724103" /><Relationship Type="http://schemas.openxmlformats.org/officeDocument/2006/relationships/image" Target="/ppt/media/image.png" Id="R36c080129df742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d6e68b00b4f1d" /><Relationship Type="http://schemas.openxmlformats.org/officeDocument/2006/relationships/image" Target="/ppt/media/image.png" Id="R78ff7944831e4d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b0f5ca21c4a5b" /><Relationship Type="http://schemas.openxmlformats.org/officeDocument/2006/relationships/image" Target="/ppt/media/image.png" Id="R34dd289f60d64f9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010b01d91486c" /><Relationship Type="http://schemas.openxmlformats.org/officeDocument/2006/relationships/image" Target="/ppt/media/image.png" Id="R3d8aab6e339343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11a4e9d01479f" /><Relationship Type="http://schemas.openxmlformats.org/officeDocument/2006/relationships/image" Target="/ppt/media/image.png" Id="R932860ab022742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8e9ad300d446d" /><Relationship Type="http://schemas.openxmlformats.org/officeDocument/2006/relationships/image" Target="/ppt/media/image.png" Id="R7c8a5125092b4a5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6c75a5cddb4a51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7c8146e4924d6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a58180ec73400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c6523afac4424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5d2be4a43a458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c080129df742c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ff7944831e4dc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dd289f60d64f9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8aab6e3393438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2860ab022742f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8a5125092b4a5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a69317c74345b5" /><Relationship Type="http://schemas.openxmlformats.org/officeDocument/2006/relationships/slideLayout" Target="/ppt/slideLayouts/slideLayout1.xml" Id="Ra823d9853ef44afd" /><Relationship Type="http://schemas.openxmlformats.org/officeDocument/2006/relationships/slideLayout" Target="/ppt/slideLayouts/slideLayout2.xml" Id="Reaf2b0b0cd6f4e16" /><Relationship Type="http://schemas.openxmlformats.org/officeDocument/2006/relationships/slideLayout" Target="/ppt/slideLayouts/slideLayout3.xml" Id="Rb15d5a4cf0c5460e" /><Relationship Type="http://schemas.openxmlformats.org/officeDocument/2006/relationships/slideLayout" Target="/ppt/slideLayouts/slideLayout4.xml" Id="R5ee6e67df66f4cc6" /><Relationship Type="http://schemas.openxmlformats.org/officeDocument/2006/relationships/slideLayout" Target="/ppt/slideLayouts/slideLayout5.xml" Id="R1e798f8b9e804d39" /><Relationship Type="http://schemas.openxmlformats.org/officeDocument/2006/relationships/slideLayout" Target="/ppt/slideLayouts/slideLayout6.xml" Id="Rf91a4db0a82b4c0e" /><Relationship Type="http://schemas.openxmlformats.org/officeDocument/2006/relationships/slideLayout" Target="/ppt/slideLayouts/slideLayout7.xml" Id="R0bb980ffa6b344a2" /><Relationship Type="http://schemas.openxmlformats.org/officeDocument/2006/relationships/slideLayout" Target="/ppt/slideLayouts/slideLayout8.xml" Id="R35d49137c6dd4c2a" /><Relationship Type="http://schemas.openxmlformats.org/officeDocument/2006/relationships/slideLayout" Target="/ppt/slideLayouts/slideLayout9.xml" Id="R5f4fb75e8c8e4e3c" /><Relationship Type="http://schemas.openxmlformats.org/officeDocument/2006/relationships/slideLayout" Target="/ppt/slideLayouts/slideLayout10.xml" Id="R31a219e6e08e4ec7" /><Relationship Type="http://schemas.openxmlformats.org/officeDocument/2006/relationships/slideLayout" Target="/ppt/slideLayouts/slideLayout11.xml" Id="R66041e594b874d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3d9853ef44afd"/>
    <p:sldLayoutId xmlns:r="http://schemas.openxmlformats.org/officeDocument/2006/relationships" id="2147483650" r:id="Reaf2b0b0cd6f4e16"/>
    <p:sldLayoutId xmlns:r="http://schemas.openxmlformats.org/officeDocument/2006/relationships" id="2147483651" r:id="Rb15d5a4cf0c5460e"/>
    <p:sldLayoutId xmlns:r="http://schemas.openxmlformats.org/officeDocument/2006/relationships" id="2147483652" r:id="R5ee6e67df66f4cc6"/>
    <p:sldLayoutId xmlns:r="http://schemas.openxmlformats.org/officeDocument/2006/relationships" id="2147483653" r:id="R1e798f8b9e804d39"/>
    <p:sldLayoutId xmlns:r="http://schemas.openxmlformats.org/officeDocument/2006/relationships" id="2147483654" r:id="Rf91a4db0a82b4c0e"/>
    <p:sldLayoutId xmlns:r="http://schemas.openxmlformats.org/officeDocument/2006/relationships" id="2147483655" r:id="R0bb980ffa6b344a2"/>
    <p:sldLayoutId xmlns:r="http://schemas.openxmlformats.org/officeDocument/2006/relationships" id="2147483656" r:id="R35d49137c6dd4c2a"/>
    <p:sldLayoutId xmlns:r="http://schemas.openxmlformats.org/officeDocument/2006/relationships" id="2147483657" r:id="R5f4fb75e8c8e4e3c"/>
    <p:sldLayoutId xmlns:r="http://schemas.openxmlformats.org/officeDocument/2006/relationships" id="2147483658" r:id="R31a219e6e08e4ec7"/>
    <p:sldLayoutId xmlns:r="http://schemas.openxmlformats.org/officeDocument/2006/relationships" id="2147483659" r:id="R66041e594b874d0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d5d5495014ddb" /><Relationship Type="http://schemas.openxmlformats.org/officeDocument/2006/relationships/notesSlide" Target="/ppt/notesSlides/notesSlide1.xml" Id="R341b3776386c48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50c0d494dc4a8c" /><Relationship Type="http://schemas.openxmlformats.org/officeDocument/2006/relationships/notesSlide" Target="/ppt/notesSlides/notesSlide2.xml" Id="R9d85d4f759be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7188f8dfb428b" /><Relationship Type="http://schemas.openxmlformats.org/officeDocument/2006/relationships/notesSlide" Target="/ppt/notesSlides/notesSlide3.xml" Id="R8d754fc2f73d46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ff92b2df841e7" /><Relationship Type="http://schemas.openxmlformats.org/officeDocument/2006/relationships/notesSlide" Target="/ppt/notesSlides/notesSlide4.xml" Id="R4548f422db4243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5919968584251" /><Relationship Type="http://schemas.openxmlformats.org/officeDocument/2006/relationships/notesSlide" Target="/ppt/notesSlides/notesSlide5.xml" Id="Re33d0bae572243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bbb69cec84891" /><Relationship Type="http://schemas.openxmlformats.org/officeDocument/2006/relationships/notesSlide" Target="/ppt/notesSlides/notesSlide6.xml" Id="Rdd6e14f8c329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4da326051d4fa4" /><Relationship Type="http://schemas.openxmlformats.org/officeDocument/2006/relationships/notesSlide" Target="/ppt/notesSlides/notesSlide7.xml" Id="R7690c2d5535c44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f1e18f05b488c" /><Relationship Type="http://schemas.openxmlformats.org/officeDocument/2006/relationships/notesSlide" Target="/ppt/notesSlides/notesSlide8.xml" Id="Rca33e7f3d6ea44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e43dcefde46b0" /><Relationship Type="http://schemas.openxmlformats.org/officeDocument/2006/relationships/notesSlide" Target="/ppt/notesSlides/notesSlide9.xml" Id="R59ee90fef25840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5eda03f6834e64" /><Relationship Type="http://schemas.openxmlformats.org/officeDocument/2006/relationships/notesSlide" Target="/ppt/notesSlides/notesSlide10.xml" Id="Rf8e7a249898b44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fd438c282a4d0d" /><Relationship Type="http://schemas.openxmlformats.org/officeDocument/2006/relationships/notesSlide" Target="/ppt/notesSlides/notesSlide11.xml" Id="Rb65c938a5e644b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9191c72e94b43" /><Relationship Type="http://schemas.openxmlformats.org/officeDocument/2006/relationships/notesSlide" Target="/ppt/notesSlides/notesSlide12.xml" Id="R775b52a7ca1f46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65a25990cd4e5a" /><Relationship Type="http://schemas.openxmlformats.org/officeDocument/2006/relationships/notesSlide" Target="/ppt/notesSlides/notesSlide13.xml" Id="R3d5fd0a3cc054d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Reliable Menus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an invalid menu choice repeat instead of setting running to False?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When the user enters 2, which statement changes running and what message appears after the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menu input be updated inside the while loop?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route 1 so it displays "Status ready." Invalid input and route 2 must keep their existing behaviour.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status, 2: leave: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"Status ready."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route 3 to display "Help: choose a number." Update the prompt and invalid guidance. Test the path 3, x, 2.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leave, 3: help: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"Help: choose a number."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1, 2 or 3."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repeating transport menu with two useful routes, one exit route and one invalid-input message. At least one useful route must ask a follow-up question and display a labelled response.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choice.lower()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 or 2."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"Menu closed."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bus, 2: walk, 3: leave: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stop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"Bus stop: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"Selected stop:"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stop)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"Walking route selected."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"Choose 1, 2 or 3."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"Planner closed."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"True"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453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running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running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choice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greet, 2: leave: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running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2026-08-05T12:38:01.6810000Z</dcterms:created>
  <dcterms:modified xsi:type="dcterms:W3CDTF">2026-08-05T12:38:01.6810000Z</dcterms:modified>
</coreProperties>
</file>