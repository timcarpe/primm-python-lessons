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8479bc21a74617" /><Relationship Type="http://schemas.openxmlformats.org/officeDocument/2006/relationships/extended-properties" Target="/docProps/app.xml" Id="R646fd7cbbeca40c7" /><Relationship Type="http://schemas.openxmlformats.org/officeDocument/2006/relationships/officeDocument" Target="/ppt/presentation.xml" Id="Re3cb0ff2a050435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2dfc9d094e14ea5"/>
  </p:sldMasterIdLst>
  <p:notesMasterIdLst>
    <p:notesMasterId xmlns:r="http://schemas.openxmlformats.org/officeDocument/2006/relationships" r:id="Rf5e1c613de51401a"/>
  </p:notesMasterIdLst>
  <p:sldIdLst>
    <p:sldId xmlns:r="http://schemas.openxmlformats.org/officeDocument/2006/relationships" id="256" r:id="Rae95be2c41a74ee9"/>
    <p:sldId xmlns:r="http://schemas.openxmlformats.org/officeDocument/2006/relationships" id="257" r:id="R77666834631b4929"/>
    <p:sldId xmlns:r="http://schemas.openxmlformats.org/officeDocument/2006/relationships" id="258" r:id="R4696de9d78e84beb"/>
    <p:sldId xmlns:r="http://schemas.openxmlformats.org/officeDocument/2006/relationships" id="259" r:id="R8d1636891a034480"/>
    <p:sldId xmlns:r="http://schemas.openxmlformats.org/officeDocument/2006/relationships" id="260" r:id="Rd192119c64a8458f"/>
    <p:sldId xmlns:r="http://schemas.openxmlformats.org/officeDocument/2006/relationships" id="261" r:id="Rcafafc2caa7a465d"/>
    <p:sldId xmlns:r="http://schemas.openxmlformats.org/officeDocument/2006/relationships" id="262" r:id="Rbb7793302db84b1f"/>
    <p:sldId xmlns:r="http://schemas.openxmlformats.org/officeDocument/2006/relationships" id="263" r:id="Rfa3db2a1ef3a4621"/>
    <p:sldId xmlns:r="http://schemas.openxmlformats.org/officeDocument/2006/relationships" id="264" r:id="R6f81988e0169470b"/>
    <p:sldId xmlns:r="http://schemas.openxmlformats.org/officeDocument/2006/relationships" id="265" r:id="R691ef9e0b00b4826"/>
    <p:sldId xmlns:r="http://schemas.openxmlformats.org/officeDocument/2006/relationships" id="266" r:id="R5624e627ca4b4628"/>
    <p:sldId xmlns:r="http://schemas.openxmlformats.org/officeDocument/2006/relationships" id="267" r:id="R00816f260ccf4af9"/>
    <p:sldId xmlns:r="http://schemas.openxmlformats.org/officeDocument/2006/relationships" id="268" r:id="Re2b11f3ec55242e1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da14bcc5e6d5471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5aaf43286a498a" /><Relationship Type="http://schemas.openxmlformats.org/officeDocument/2006/relationships/slideMaster" Target="/ppt/slideMasters/slideMaster1.xml" Id="R42dfc9d094e14ea5" /><Relationship Type="http://schemas.openxmlformats.org/officeDocument/2006/relationships/notesMaster" Target="/ppt/notesMasters/notesMaster1.xml" Id="Rf5e1c613de51401a" /><Relationship Type="http://schemas.openxmlformats.org/officeDocument/2006/relationships/presProps" Target="/ppt/presProps.xml" Id="Rad6e0b40f0a0401d" /><Relationship Type="http://schemas.openxmlformats.org/officeDocument/2006/relationships/viewProps" Target="/ppt/viewProps.xml" Id="Rb3e0208965db476f" /><Relationship Type="http://schemas.openxmlformats.org/officeDocument/2006/relationships/tableStyles" Target="/ppt/tableStyles.xml" Id="R857d49e8d26d42d0" /><Relationship Type="http://schemas.openxmlformats.org/officeDocument/2006/relationships/font" Target="/ppt/fonts/font.dat" Id="Rda14bcc5e6d5471b" /><Relationship Type="http://schemas.openxmlformats.org/officeDocument/2006/relationships/slide" Target="/ppt/slides/slide1.xml" Id="Rae95be2c41a74ee9" /><Relationship Type="http://schemas.openxmlformats.org/officeDocument/2006/relationships/slide" Target="/ppt/slides/slide2.xml" Id="R77666834631b4929" /><Relationship Type="http://schemas.openxmlformats.org/officeDocument/2006/relationships/slide" Target="/ppt/slides/slide3.xml" Id="R4696de9d78e84beb" /><Relationship Type="http://schemas.openxmlformats.org/officeDocument/2006/relationships/slide" Target="/ppt/slides/slide4.xml" Id="R8d1636891a034480" /><Relationship Type="http://schemas.openxmlformats.org/officeDocument/2006/relationships/slide" Target="/ppt/slides/slide5.xml" Id="Rd192119c64a8458f" /><Relationship Type="http://schemas.openxmlformats.org/officeDocument/2006/relationships/slide" Target="/ppt/slides/slide6.xml" Id="Rcafafc2caa7a465d" /><Relationship Type="http://schemas.openxmlformats.org/officeDocument/2006/relationships/slide" Target="/ppt/slides/slide7.xml" Id="Rbb7793302db84b1f" /><Relationship Type="http://schemas.openxmlformats.org/officeDocument/2006/relationships/slide" Target="/ppt/slides/slide8.xml" Id="Rfa3db2a1ef3a4621" /><Relationship Type="http://schemas.openxmlformats.org/officeDocument/2006/relationships/slide" Target="/ppt/slides/slide9.xml" Id="R6f81988e0169470b" /><Relationship Type="http://schemas.openxmlformats.org/officeDocument/2006/relationships/slide" Target="/ppt/slides/slide10.xml" Id="R691ef9e0b00b4826" /><Relationship Type="http://schemas.openxmlformats.org/officeDocument/2006/relationships/slide" Target="/ppt/slides/slide11.xml" Id="R5624e627ca4b4628" /><Relationship Type="http://schemas.openxmlformats.org/officeDocument/2006/relationships/slide" Target="/ppt/slides/slide12.xml" Id="R00816f260ccf4af9" /><Relationship Type="http://schemas.openxmlformats.org/officeDocument/2006/relationships/slide" Target="/ppt/slides/slide13.xml" Id="Re2b11f3ec552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a0c6ef4cc47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154279c2964b59" /><Relationship Type="http://schemas.openxmlformats.org/officeDocument/2006/relationships/notesMaster" Target="/ppt/notesMasters/notesMaster1.xml" Id="R14b1b35ddf544f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8d17cac6d1448c" /><Relationship Type="http://schemas.openxmlformats.org/officeDocument/2006/relationships/notesMaster" Target="/ppt/notesMasters/notesMaster1.xml" Id="R7ec4db247b0c4b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6346dcc05644de" /><Relationship Type="http://schemas.openxmlformats.org/officeDocument/2006/relationships/notesMaster" Target="/ppt/notesMasters/notesMaster1.xml" Id="R15b4b61149ff4e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7fb9d27144c42" /><Relationship Type="http://schemas.openxmlformats.org/officeDocument/2006/relationships/notesMaster" Target="/ppt/notesMasters/notesMaster1.xml" Id="R2368ed8412f943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ca318a65d4dd8" /><Relationship Type="http://schemas.openxmlformats.org/officeDocument/2006/relationships/notesMaster" Target="/ppt/notesMasters/notesMaster1.xml" Id="R6bc471a205424e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8cd61ec0b24a1e" /><Relationship Type="http://schemas.openxmlformats.org/officeDocument/2006/relationships/notesMaster" Target="/ppt/notesMasters/notesMaster1.xml" Id="R4b60fbece2c040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926efb5cac4c44" /><Relationship Type="http://schemas.openxmlformats.org/officeDocument/2006/relationships/notesMaster" Target="/ppt/notesMasters/notesMaster1.xml" Id="R89dbdf6d7c484c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f4f6ef586741ab" /><Relationship Type="http://schemas.openxmlformats.org/officeDocument/2006/relationships/notesMaster" Target="/ppt/notesMasters/notesMaster1.xml" Id="R4ab66e6818a04b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b806c4f5b94b34" /><Relationship Type="http://schemas.openxmlformats.org/officeDocument/2006/relationships/notesMaster" Target="/ppt/notesMasters/notesMaster1.xml" Id="R0f43899092b34f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59a31378b04817" /><Relationship Type="http://schemas.openxmlformats.org/officeDocument/2006/relationships/notesMaster" Target="/ppt/notesMasters/notesMaster1.xml" Id="Ra95f2a764dc941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61c1e5e1994921" /><Relationship Type="http://schemas.openxmlformats.org/officeDocument/2006/relationships/notesMaster" Target="/ppt/notesMasters/notesMaster1.xml" Id="R2f981af7eb9145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ed321721de48f9" /><Relationship Type="http://schemas.openxmlformats.org/officeDocument/2006/relationships/notesMaster" Target="/ppt/notesMasters/notesMaster1.xml" Id="R0e7e4831814247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0b3cb912034ef9" /><Relationship Type="http://schemas.openxmlformats.org/officeDocument/2006/relationships/notesMaster" Target="/ppt/notesMasters/notesMaster1.xml" Id="R85864fa356c947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f69acce894bfa" /><Relationship Type="http://schemas.openxmlformats.org/officeDocument/2006/relationships/image" Target="/ppt/media/image.png" Id="R7279815f68094c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edc4fc21c41a1" /><Relationship Type="http://schemas.openxmlformats.org/officeDocument/2006/relationships/image" Target="/ppt/media/image.png" Id="Rc2011d9212784a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0719778bc4784" /><Relationship Type="http://schemas.openxmlformats.org/officeDocument/2006/relationships/image" Target="/ppt/media/image.png" Id="R125ab249e8f948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daba2963c4949" /><Relationship Type="http://schemas.openxmlformats.org/officeDocument/2006/relationships/image" Target="/ppt/media/image.png" Id="R3c49284447e34c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a441056ec4a30" /><Relationship Type="http://schemas.openxmlformats.org/officeDocument/2006/relationships/image" Target="/ppt/media/image.png" Id="R6855a49299244b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40fdb97dc47c1" /><Relationship Type="http://schemas.openxmlformats.org/officeDocument/2006/relationships/image" Target="/ppt/media/image.png" Id="Rac7fafa17dec47a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bea3bb7334ed4" /><Relationship Type="http://schemas.openxmlformats.org/officeDocument/2006/relationships/image" Target="/ppt/media/image.png" Id="R0079864ec76e453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23fce7dbb4068" /><Relationship Type="http://schemas.openxmlformats.org/officeDocument/2006/relationships/image" Target="/ppt/media/image.png" Id="Rd3cf6701fe62434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071954bb64da3" /><Relationship Type="http://schemas.openxmlformats.org/officeDocument/2006/relationships/image" Target="/ppt/media/image.png" Id="R9abe3c5069154e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e67e4274d484f" /><Relationship Type="http://schemas.openxmlformats.org/officeDocument/2006/relationships/image" Target="/ppt/media/image.png" Id="R359e77df894c467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3c1e7fec346c5" /><Relationship Type="http://schemas.openxmlformats.org/officeDocument/2006/relationships/image" Target="/ppt/media/image.png" Id="R53ab84207e2341a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79815f68094c5c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011d9212784aa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5ab249e8f948d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49284447e34c3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55a49299244be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7fafa17dec47a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79864ec76e453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cf6701fe62434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be3c5069154ed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9e77df894c467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ab84207e2341a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f852fb14b449e8" /><Relationship Type="http://schemas.openxmlformats.org/officeDocument/2006/relationships/slideLayout" Target="/ppt/slideLayouts/slideLayout1.xml" Id="R9036dea7668d4ae1" /><Relationship Type="http://schemas.openxmlformats.org/officeDocument/2006/relationships/slideLayout" Target="/ppt/slideLayouts/slideLayout2.xml" Id="Raa17784ae00e4bab" /><Relationship Type="http://schemas.openxmlformats.org/officeDocument/2006/relationships/slideLayout" Target="/ppt/slideLayouts/slideLayout3.xml" Id="Rc74576cbcbc245cc" /><Relationship Type="http://schemas.openxmlformats.org/officeDocument/2006/relationships/slideLayout" Target="/ppt/slideLayouts/slideLayout4.xml" Id="Rc973b3910ab44cde" /><Relationship Type="http://schemas.openxmlformats.org/officeDocument/2006/relationships/slideLayout" Target="/ppt/slideLayouts/slideLayout5.xml" Id="Rf07b7c71b27c4350" /><Relationship Type="http://schemas.openxmlformats.org/officeDocument/2006/relationships/slideLayout" Target="/ppt/slideLayouts/slideLayout6.xml" Id="R79eab65767eb41c9" /><Relationship Type="http://schemas.openxmlformats.org/officeDocument/2006/relationships/slideLayout" Target="/ppt/slideLayouts/slideLayout7.xml" Id="R012c9ebe9b57414e" /><Relationship Type="http://schemas.openxmlformats.org/officeDocument/2006/relationships/slideLayout" Target="/ppt/slideLayouts/slideLayout8.xml" Id="Rddd2a749942f49cc" /><Relationship Type="http://schemas.openxmlformats.org/officeDocument/2006/relationships/slideLayout" Target="/ppt/slideLayouts/slideLayout9.xml" Id="Raff8121193eb430f" /><Relationship Type="http://schemas.openxmlformats.org/officeDocument/2006/relationships/slideLayout" Target="/ppt/slideLayouts/slideLayout10.xml" Id="R1c427f35f5a7432d" /><Relationship Type="http://schemas.openxmlformats.org/officeDocument/2006/relationships/slideLayout" Target="/ppt/slideLayouts/slideLayout11.xml" Id="R9ef71f2d458e45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36dea7668d4ae1"/>
    <p:sldLayoutId xmlns:r="http://schemas.openxmlformats.org/officeDocument/2006/relationships" id="2147483650" r:id="Raa17784ae00e4bab"/>
    <p:sldLayoutId xmlns:r="http://schemas.openxmlformats.org/officeDocument/2006/relationships" id="2147483651" r:id="Rc74576cbcbc245cc"/>
    <p:sldLayoutId xmlns:r="http://schemas.openxmlformats.org/officeDocument/2006/relationships" id="2147483652" r:id="Rc973b3910ab44cde"/>
    <p:sldLayoutId xmlns:r="http://schemas.openxmlformats.org/officeDocument/2006/relationships" id="2147483653" r:id="Rf07b7c71b27c4350"/>
    <p:sldLayoutId xmlns:r="http://schemas.openxmlformats.org/officeDocument/2006/relationships" id="2147483654" r:id="R79eab65767eb41c9"/>
    <p:sldLayoutId xmlns:r="http://schemas.openxmlformats.org/officeDocument/2006/relationships" id="2147483655" r:id="R012c9ebe9b57414e"/>
    <p:sldLayoutId xmlns:r="http://schemas.openxmlformats.org/officeDocument/2006/relationships" id="2147483656" r:id="Rddd2a749942f49cc"/>
    <p:sldLayoutId xmlns:r="http://schemas.openxmlformats.org/officeDocument/2006/relationships" id="2147483657" r:id="Raff8121193eb430f"/>
    <p:sldLayoutId xmlns:r="http://schemas.openxmlformats.org/officeDocument/2006/relationships" id="2147483658" r:id="R1c427f35f5a7432d"/>
    <p:sldLayoutId xmlns:r="http://schemas.openxmlformats.org/officeDocument/2006/relationships" id="2147483659" r:id="R9ef71f2d458e45c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610ffd804491" /><Relationship Type="http://schemas.openxmlformats.org/officeDocument/2006/relationships/notesSlide" Target="/ppt/notesSlides/notesSlide1.xml" Id="R84d72adb4ec545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8fa4b08ae14a94" /><Relationship Type="http://schemas.openxmlformats.org/officeDocument/2006/relationships/notesSlide" Target="/ppt/notesSlides/notesSlide2.xml" Id="R49ec6854dd9b4b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61c2dd816046c2" /><Relationship Type="http://schemas.openxmlformats.org/officeDocument/2006/relationships/notesSlide" Target="/ppt/notesSlides/notesSlide3.xml" Id="R936791a7d4db49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286017a1314584" /><Relationship Type="http://schemas.openxmlformats.org/officeDocument/2006/relationships/notesSlide" Target="/ppt/notesSlides/notesSlide4.xml" Id="Rb4895ecbd5ab41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59881d3cf94c50" /><Relationship Type="http://schemas.openxmlformats.org/officeDocument/2006/relationships/notesSlide" Target="/ppt/notesSlides/notesSlide5.xml" Id="Rc0be6c01706f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93d15ab33f49fd" /><Relationship Type="http://schemas.openxmlformats.org/officeDocument/2006/relationships/notesSlide" Target="/ppt/notesSlides/notesSlide6.xml" Id="R88e395df8a3046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edd45e2b234e7f" /><Relationship Type="http://schemas.openxmlformats.org/officeDocument/2006/relationships/notesSlide" Target="/ppt/notesSlides/notesSlide7.xml" Id="Ra305c4f175b840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2209ac37b24b23" /><Relationship Type="http://schemas.openxmlformats.org/officeDocument/2006/relationships/notesSlide" Target="/ppt/notesSlides/notesSlide8.xml" Id="Re4387f847f1743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f9b178adb4316" /><Relationship Type="http://schemas.openxmlformats.org/officeDocument/2006/relationships/notesSlide" Target="/ppt/notesSlides/notesSlide9.xml" Id="Rfcc2a661f8464d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bf4a2b89244efc" /><Relationship Type="http://schemas.openxmlformats.org/officeDocument/2006/relationships/notesSlide" Target="/ppt/notesSlides/notesSlide10.xml" Id="Rd0f657f2ab5744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9a7a7791fc4920" /><Relationship Type="http://schemas.openxmlformats.org/officeDocument/2006/relationships/notesSlide" Target="/ppt/notesSlides/notesSlide11.xml" Id="R5fa29cb2ca6f40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00eb4262b74683" /><Relationship Type="http://schemas.openxmlformats.org/officeDocument/2006/relationships/notesSlide" Target="/ppt/notesSlides/notesSlide12.xml" Id="Rd5552dba53bd4e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ad33167bf647d5" /><Relationship Type="http://schemas.openxmlformats.org/officeDocument/2006/relationships/notesSlide" Target="/ppt/notesSlides/notesSlide13.xml" Id="R229f203878194a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Joining Text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must a separator such as a full stop be added explicitly when two strings are joined?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entering digits for a name still concatenate text instead of performing addition?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For inputs Ava and Li, what username would appear if both lower() calls were removed?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Use an underscore instead of a full stop. Asha and Khan should produce asha_khan.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"_"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department input. Build account_label from lower-case last name, a hyphen and upper-case department. Khan and art should display khan-ART.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department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"Department code: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account_label = last_name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"-"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department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"Account label:"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account_label)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an event tag from a venue, an activity and a two-letter group. The visible tag must use the structure venue/activity-GROUP with the venue and activity in lower case.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venue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"Venue: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activity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"Activity: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group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"Group: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tag = venue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"/"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activity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"-"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group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"Event tag:"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tag)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. + last_name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user_name)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last_name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"Last name: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username = first_name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+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last_name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"Username:"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username)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2026-08-05T12:35:06.4070000Z</dcterms:created>
  <dcterms:modified xsi:type="dcterms:W3CDTF">2026-08-05T12:35:06.4070000Z</dcterms:modified>
</coreProperties>
</file>