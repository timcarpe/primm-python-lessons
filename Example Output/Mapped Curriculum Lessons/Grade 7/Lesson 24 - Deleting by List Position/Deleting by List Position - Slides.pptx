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215f1128324c4b" /><Relationship Type="http://schemas.openxmlformats.org/officeDocument/2006/relationships/extended-properties" Target="/docProps/app.xml" Id="R7a0cb324ecb946a3" /><Relationship Type="http://schemas.openxmlformats.org/officeDocument/2006/relationships/officeDocument" Target="/ppt/presentation.xml" Id="R475f743078aa485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ef9f32ce7084248"/>
  </p:sldMasterIdLst>
  <p:notesMasterIdLst>
    <p:notesMasterId xmlns:r="http://schemas.openxmlformats.org/officeDocument/2006/relationships" r:id="Re48721f99a414738"/>
  </p:notesMasterIdLst>
  <p:sldIdLst>
    <p:sldId xmlns:r="http://schemas.openxmlformats.org/officeDocument/2006/relationships" id="256" r:id="R390cb970a9ac4d57"/>
    <p:sldId xmlns:r="http://schemas.openxmlformats.org/officeDocument/2006/relationships" id="257" r:id="R1ef9de79b9dd4c1c"/>
    <p:sldId xmlns:r="http://schemas.openxmlformats.org/officeDocument/2006/relationships" id="258" r:id="R306d1d4a42db4573"/>
    <p:sldId xmlns:r="http://schemas.openxmlformats.org/officeDocument/2006/relationships" id="259" r:id="Rc21771bbb2504361"/>
    <p:sldId xmlns:r="http://schemas.openxmlformats.org/officeDocument/2006/relationships" id="260" r:id="R9f001e1e642e4d20"/>
    <p:sldId xmlns:r="http://schemas.openxmlformats.org/officeDocument/2006/relationships" id="261" r:id="R13b0c05052fa497b"/>
    <p:sldId xmlns:r="http://schemas.openxmlformats.org/officeDocument/2006/relationships" id="262" r:id="Rced43e5d1a5e4c70"/>
    <p:sldId xmlns:r="http://schemas.openxmlformats.org/officeDocument/2006/relationships" id="263" r:id="Re571b309e3a044d2"/>
    <p:sldId xmlns:r="http://schemas.openxmlformats.org/officeDocument/2006/relationships" id="264" r:id="R8b60e42195514e42"/>
    <p:sldId xmlns:r="http://schemas.openxmlformats.org/officeDocument/2006/relationships" id="265" r:id="R753deb01af2b4cbc"/>
    <p:sldId xmlns:r="http://schemas.openxmlformats.org/officeDocument/2006/relationships" id="266" r:id="R72edf38b8be2459c"/>
    <p:sldId xmlns:r="http://schemas.openxmlformats.org/officeDocument/2006/relationships" id="267" r:id="R50c2b16c1eb346d7"/>
    <p:sldId xmlns:r="http://schemas.openxmlformats.org/officeDocument/2006/relationships" id="268" r:id="R386aba8671ff4657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4edfcbcd70314f4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ff56a59f4432e" /><Relationship Type="http://schemas.openxmlformats.org/officeDocument/2006/relationships/slideMaster" Target="/ppt/slideMasters/slideMaster1.xml" Id="R1ef9f32ce7084248" /><Relationship Type="http://schemas.openxmlformats.org/officeDocument/2006/relationships/notesMaster" Target="/ppt/notesMasters/notesMaster1.xml" Id="Re48721f99a414738" /><Relationship Type="http://schemas.openxmlformats.org/officeDocument/2006/relationships/presProps" Target="/ppt/presProps.xml" Id="Rf3e4b9cb3a694a31" /><Relationship Type="http://schemas.openxmlformats.org/officeDocument/2006/relationships/viewProps" Target="/ppt/viewProps.xml" Id="Rfcf043814a564f34" /><Relationship Type="http://schemas.openxmlformats.org/officeDocument/2006/relationships/tableStyles" Target="/ppt/tableStyles.xml" Id="R395657bd229e4de3" /><Relationship Type="http://schemas.openxmlformats.org/officeDocument/2006/relationships/font" Target="/ppt/fonts/font.dat" Id="R4edfcbcd70314f42" /><Relationship Type="http://schemas.openxmlformats.org/officeDocument/2006/relationships/slide" Target="/ppt/slides/slide1.xml" Id="R390cb970a9ac4d57" /><Relationship Type="http://schemas.openxmlformats.org/officeDocument/2006/relationships/slide" Target="/ppt/slides/slide2.xml" Id="R1ef9de79b9dd4c1c" /><Relationship Type="http://schemas.openxmlformats.org/officeDocument/2006/relationships/slide" Target="/ppt/slides/slide3.xml" Id="R306d1d4a42db4573" /><Relationship Type="http://schemas.openxmlformats.org/officeDocument/2006/relationships/slide" Target="/ppt/slides/slide4.xml" Id="Rc21771bbb2504361" /><Relationship Type="http://schemas.openxmlformats.org/officeDocument/2006/relationships/slide" Target="/ppt/slides/slide5.xml" Id="R9f001e1e642e4d20" /><Relationship Type="http://schemas.openxmlformats.org/officeDocument/2006/relationships/slide" Target="/ppt/slides/slide6.xml" Id="R13b0c05052fa497b" /><Relationship Type="http://schemas.openxmlformats.org/officeDocument/2006/relationships/slide" Target="/ppt/slides/slide7.xml" Id="Rced43e5d1a5e4c70" /><Relationship Type="http://schemas.openxmlformats.org/officeDocument/2006/relationships/slide" Target="/ppt/slides/slide8.xml" Id="Re571b309e3a044d2" /><Relationship Type="http://schemas.openxmlformats.org/officeDocument/2006/relationships/slide" Target="/ppt/slides/slide9.xml" Id="R8b60e42195514e42" /><Relationship Type="http://schemas.openxmlformats.org/officeDocument/2006/relationships/slide" Target="/ppt/slides/slide10.xml" Id="R753deb01af2b4cbc" /><Relationship Type="http://schemas.openxmlformats.org/officeDocument/2006/relationships/slide" Target="/ppt/slides/slide11.xml" Id="R72edf38b8be2459c" /><Relationship Type="http://schemas.openxmlformats.org/officeDocument/2006/relationships/slide" Target="/ppt/slides/slide12.xml" Id="R50c2b16c1eb346d7" /><Relationship Type="http://schemas.openxmlformats.org/officeDocument/2006/relationships/slide" Target="/ppt/slides/slide13.xml" Id="R386aba8671ff46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d088a2141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7873b4662e4e84" /><Relationship Type="http://schemas.openxmlformats.org/officeDocument/2006/relationships/notesMaster" Target="/ppt/notesMasters/notesMaster1.xml" Id="R0cc39648659446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31c9efe57d4161" /><Relationship Type="http://schemas.openxmlformats.org/officeDocument/2006/relationships/notesMaster" Target="/ppt/notesMasters/notesMaster1.xml" Id="R5e19a63070a349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b70d0836845f0" /><Relationship Type="http://schemas.openxmlformats.org/officeDocument/2006/relationships/notesMaster" Target="/ppt/notesMasters/notesMaster1.xml" Id="R25248928b4454a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b64c3a29f48c6" /><Relationship Type="http://schemas.openxmlformats.org/officeDocument/2006/relationships/notesMaster" Target="/ppt/notesMasters/notesMaster1.xml" Id="R00e5820bc00d4e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ed949fd6aa4eb6" /><Relationship Type="http://schemas.openxmlformats.org/officeDocument/2006/relationships/notesMaster" Target="/ppt/notesMasters/notesMaster1.xml" Id="R8138a0d2eca04b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f90ec61f5e4e70" /><Relationship Type="http://schemas.openxmlformats.org/officeDocument/2006/relationships/notesMaster" Target="/ppt/notesMasters/notesMaster1.xml" Id="R42e6ea29f7af43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0171a5662d4e23" /><Relationship Type="http://schemas.openxmlformats.org/officeDocument/2006/relationships/notesMaster" Target="/ppt/notesMasters/notesMaster1.xml" Id="Rf72464587ff249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a9d853c39343ca" /><Relationship Type="http://schemas.openxmlformats.org/officeDocument/2006/relationships/notesMaster" Target="/ppt/notesMasters/notesMaster1.xml" Id="R22249a259269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0828e39c8d45a4" /><Relationship Type="http://schemas.openxmlformats.org/officeDocument/2006/relationships/notesMaster" Target="/ppt/notesMasters/notesMaster1.xml" Id="R1348931dc98845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93138e25cf4865" /><Relationship Type="http://schemas.openxmlformats.org/officeDocument/2006/relationships/notesMaster" Target="/ppt/notesMasters/notesMaster1.xml" Id="R5bf31d65068342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7480f519dd426b" /><Relationship Type="http://schemas.openxmlformats.org/officeDocument/2006/relationships/notesMaster" Target="/ppt/notesMasters/notesMaster1.xml" Id="R90e0e60f9ea44c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c4d4157d9e4630" /><Relationship Type="http://schemas.openxmlformats.org/officeDocument/2006/relationships/notesMaster" Target="/ppt/notesMasters/notesMaster1.xml" Id="Rcb05ac69b7334c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f127895b634ab7" /><Relationship Type="http://schemas.openxmlformats.org/officeDocument/2006/relationships/notesMaster" Target="/ppt/notesMasters/notesMaster1.xml" Id="Ra8b94aeac491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8dff29ab641c7" /><Relationship Type="http://schemas.openxmlformats.org/officeDocument/2006/relationships/image" Target="/ppt/media/image.png" Id="R7c0be594a24e48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6b8f1da354e04" /><Relationship Type="http://schemas.openxmlformats.org/officeDocument/2006/relationships/image" Target="/ppt/media/image.png" Id="Rba5f586935314e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aeba1d931457a" /><Relationship Type="http://schemas.openxmlformats.org/officeDocument/2006/relationships/image" Target="/ppt/media/image.png" Id="Rc16806f348b646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a174ca79546c4" /><Relationship Type="http://schemas.openxmlformats.org/officeDocument/2006/relationships/image" Target="/ppt/media/image.png" Id="R2847ecf355d74b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987d05abf41e8" /><Relationship Type="http://schemas.openxmlformats.org/officeDocument/2006/relationships/image" Target="/ppt/media/image.png" Id="R0b0362e9e1f741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4614d22ab43af" /><Relationship Type="http://schemas.openxmlformats.org/officeDocument/2006/relationships/image" Target="/ppt/media/image.png" Id="R8aef75e92c114ac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a6deb18084492" /><Relationship Type="http://schemas.openxmlformats.org/officeDocument/2006/relationships/image" Target="/ppt/media/image.png" Id="Raa70df8708474fb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fbfb7e1394918" /><Relationship Type="http://schemas.openxmlformats.org/officeDocument/2006/relationships/image" Target="/ppt/media/image.png" Id="Rb67821fb421e4a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60a7b867c4e98" /><Relationship Type="http://schemas.openxmlformats.org/officeDocument/2006/relationships/image" Target="/ppt/media/image.png" Id="R4d1e1e363a5443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46659cf1d4760" /><Relationship Type="http://schemas.openxmlformats.org/officeDocument/2006/relationships/image" Target="/ppt/media/image.png" Id="R2acd1994311640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2f904b7614e92" /><Relationship Type="http://schemas.openxmlformats.org/officeDocument/2006/relationships/image" Target="/ppt/media/image.png" Id="R28bee5c7b7db490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0be594a24e48e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5f586935314ed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6806f348b6467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47ecf355d74bd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0362e9e1f741d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ef75e92c114ac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70df8708474fb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7821fb421e4aa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1e1e363a5443b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cd1994311640d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bee5c7b7db490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b51c68e224302" /><Relationship Type="http://schemas.openxmlformats.org/officeDocument/2006/relationships/slideLayout" Target="/ppt/slideLayouts/slideLayout1.xml" Id="Redea1318b9f446ac" /><Relationship Type="http://schemas.openxmlformats.org/officeDocument/2006/relationships/slideLayout" Target="/ppt/slideLayouts/slideLayout2.xml" Id="R859c8099c86e4087" /><Relationship Type="http://schemas.openxmlformats.org/officeDocument/2006/relationships/slideLayout" Target="/ppt/slideLayouts/slideLayout3.xml" Id="R9eb0226f9cb343c5" /><Relationship Type="http://schemas.openxmlformats.org/officeDocument/2006/relationships/slideLayout" Target="/ppt/slideLayouts/slideLayout4.xml" Id="Rea1f2e19407646d4" /><Relationship Type="http://schemas.openxmlformats.org/officeDocument/2006/relationships/slideLayout" Target="/ppt/slideLayouts/slideLayout5.xml" Id="R7f069555007442d7" /><Relationship Type="http://schemas.openxmlformats.org/officeDocument/2006/relationships/slideLayout" Target="/ppt/slideLayouts/slideLayout6.xml" Id="R53e3d428f7b948aa" /><Relationship Type="http://schemas.openxmlformats.org/officeDocument/2006/relationships/slideLayout" Target="/ppt/slideLayouts/slideLayout7.xml" Id="Rca89ecaf486a49fc" /><Relationship Type="http://schemas.openxmlformats.org/officeDocument/2006/relationships/slideLayout" Target="/ppt/slideLayouts/slideLayout8.xml" Id="Rbd303f99a8794c3f" /><Relationship Type="http://schemas.openxmlformats.org/officeDocument/2006/relationships/slideLayout" Target="/ppt/slideLayouts/slideLayout9.xml" Id="R743bfd656f1d46e4" /><Relationship Type="http://schemas.openxmlformats.org/officeDocument/2006/relationships/slideLayout" Target="/ppt/slideLayouts/slideLayout10.xml" Id="Rdb43cd74f512479d" /><Relationship Type="http://schemas.openxmlformats.org/officeDocument/2006/relationships/slideLayout" Target="/ppt/slideLayouts/slideLayout11.xml" Id="R71a2173f25d4484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ea1318b9f446ac"/>
    <p:sldLayoutId xmlns:r="http://schemas.openxmlformats.org/officeDocument/2006/relationships" id="2147483650" r:id="R859c8099c86e4087"/>
    <p:sldLayoutId xmlns:r="http://schemas.openxmlformats.org/officeDocument/2006/relationships" id="2147483651" r:id="R9eb0226f9cb343c5"/>
    <p:sldLayoutId xmlns:r="http://schemas.openxmlformats.org/officeDocument/2006/relationships" id="2147483652" r:id="Rea1f2e19407646d4"/>
    <p:sldLayoutId xmlns:r="http://schemas.openxmlformats.org/officeDocument/2006/relationships" id="2147483653" r:id="R7f069555007442d7"/>
    <p:sldLayoutId xmlns:r="http://schemas.openxmlformats.org/officeDocument/2006/relationships" id="2147483654" r:id="R53e3d428f7b948aa"/>
    <p:sldLayoutId xmlns:r="http://schemas.openxmlformats.org/officeDocument/2006/relationships" id="2147483655" r:id="Rca89ecaf486a49fc"/>
    <p:sldLayoutId xmlns:r="http://schemas.openxmlformats.org/officeDocument/2006/relationships" id="2147483656" r:id="Rbd303f99a8794c3f"/>
    <p:sldLayoutId xmlns:r="http://schemas.openxmlformats.org/officeDocument/2006/relationships" id="2147483657" r:id="R743bfd656f1d46e4"/>
    <p:sldLayoutId xmlns:r="http://schemas.openxmlformats.org/officeDocument/2006/relationships" id="2147483658" r:id="Rdb43cd74f512479d"/>
    <p:sldLayoutId xmlns:r="http://schemas.openxmlformats.org/officeDocument/2006/relationships" id="2147483659" r:id="R71a2173f25d4484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6cb1a4f4345fb" /><Relationship Type="http://schemas.openxmlformats.org/officeDocument/2006/relationships/notesSlide" Target="/ppt/notesSlides/notesSlide1.xml" Id="R421161237a22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435a314c964d46" /><Relationship Type="http://schemas.openxmlformats.org/officeDocument/2006/relationships/notesSlide" Target="/ppt/notesSlides/notesSlide2.xml" Id="R46ae1bba2236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8fedc11c44564" /><Relationship Type="http://schemas.openxmlformats.org/officeDocument/2006/relationships/notesSlide" Target="/ppt/notesSlides/notesSlide3.xml" Id="Rfbbf763d43b642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5ce7107df406f" /><Relationship Type="http://schemas.openxmlformats.org/officeDocument/2006/relationships/notesSlide" Target="/ppt/notesSlides/notesSlide4.xml" Id="R054b007690b24d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d65ea73de14a34" /><Relationship Type="http://schemas.openxmlformats.org/officeDocument/2006/relationships/notesSlide" Target="/ppt/notesSlides/notesSlide5.xml" Id="Rd4d4694f409742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eaf638e034e7f" /><Relationship Type="http://schemas.openxmlformats.org/officeDocument/2006/relationships/notesSlide" Target="/ppt/notesSlides/notesSlide6.xml" Id="R91d3b831d14d45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2a39420bd64f6d" /><Relationship Type="http://schemas.openxmlformats.org/officeDocument/2006/relationships/notesSlide" Target="/ppt/notesSlides/notesSlide7.xml" Id="Ra9b343a1b16b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195aa0f54445d" /><Relationship Type="http://schemas.openxmlformats.org/officeDocument/2006/relationships/notesSlide" Target="/ppt/notesSlides/notesSlide8.xml" Id="Rd75eb6bb0b5c44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0dcc8f8db4dcc" /><Relationship Type="http://schemas.openxmlformats.org/officeDocument/2006/relationships/notesSlide" Target="/ppt/notesSlides/notesSlide9.xml" Id="R3c676ef2049a41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ae0676a0e490c" /><Relationship Type="http://schemas.openxmlformats.org/officeDocument/2006/relationships/notesSlide" Target="/ppt/notesSlides/notesSlide10.xml" Id="R5fe4443b77e943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78e28f4969456a" /><Relationship Type="http://schemas.openxmlformats.org/officeDocument/2006/relationships/notesSlide" Target="/ppt/notesSlides/notesSlide11.xml" Id="Ra4770803e4f74a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d8cc6464b24878" /><Relationship Type="http://schemas.openxmlformats.org/officeDocument/2006/relationships/notesSlide" Target="/ppt/notesSlides/notesSlide12.xml" Id="R8aaeb43488cc46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cfb2c077a54781" /><Relationship Type="http://schemas.openxmlformats.org/officeDocument/2006/relationships/notesSlide" Target="/ppt/notesSlides/notesSlide13.xml" Id="Rf9749118a2ae4a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Deleting by List Position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24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the item stored before del removes it?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del uses a position that does not exist?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How do later positions change after an item is deleted?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you enter position 1, what are the exact Completed and Remaining lines?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Use position 0 as the completed task. The output must label email as completed and show the other three tasks in order.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After the first deletion, ask for a second valid position in the shortened list, label that item, delete it, and display what remains. Test first 1 then 1.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position 0 to 3: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first_completed = tasks[first_position]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tasks[first_position]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second_position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"Second position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second_completed = tasks[second_position]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tasks[second_position]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first_completed, second_completed)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queue editor with four names. Ask for one valid cancellation position, store and delete that name, then traverse the remaining queue with numbered positions using a counter.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 position 0 to 3: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"Completed:"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completed)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"Remaining:"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tasks)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queue =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"Ari"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"Bao"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"Cleo"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"Dara"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"Cancel position 0 to 3: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cancelled = queue[position]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queue[position]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"Cancelled:"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cancelled)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name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queue: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name)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number = number + 1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3395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tasks(position)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del(tasks[position])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(tasks)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73021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tasks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"email"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"design"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"test"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"publish"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position =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completed =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tasks[position]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(tasks)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2026-08-05T12:40:48.0870000Z</dcterms:created>
  <dcterms:modified xsi:type="dcterms:W3CDTF">2026-08-05T12:40:48.0870000Z</dcterms:modified>
</coreProperties>
</file>