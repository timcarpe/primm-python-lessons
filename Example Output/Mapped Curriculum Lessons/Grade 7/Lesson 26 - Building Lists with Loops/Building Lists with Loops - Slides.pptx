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d9ce67d5754825" /><Relationship Type="http://schemas.openxmlformats.org/officeDocument/2006/relationships/extended-properties" Target="/docProps/app.xml" Id="Rf761946d9d2049e5" /><Relationship Type="http://schemas.openxmlformats.org/officeDocument/2006/relationships/officeDocument" Target="/ppt/presentation.xml" Id="Rad8fe78a9d7c4d40"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8c1e72573f24297"/>
  </p:sldMasterIdLst>
  <p:notesMasterIdLst>
    <p:notesMasterId xmlns:r="http://schemas.openxmlformats.org/officeDocument/2006/relationships" r:id="R7824d7c5789f4468"/>
  </p:notesMasterIdLst>
  <p:sldIdLst>
    <p:sldId xmlns:r="http://schemas.openxmlformats.org/officeDocument/2006/relationships" id="256" r:id="Rd2c7eeb0da814cb6"/>
    <p:sldId xmlns:r="http://schemas.openxmlformats.org/officeDocument/2006/relationships" id="257" r:id="R74ad51295c4c4f93"/>
    <p:sldId xmlns:r="http://schemas.openxmlformats.org/officeDocument/2006/relationships" id="258" r:id="R7c124baefe9a460a"/>
    <p:sldId xmlns:r="http://schemas.openxmlformats.org/officeDocument/2006/relationships" id="259" r:id="Rc47427fc5e01478f"/>
    <p:sldId xmlns:r="http://schemas.openxmlformats.org/officeDocument/2006/relationships" id="260" r:id="Rf92729c5f3ce40cd"/>
    <p:sldId xmlns:r="http://schemas.openxmlformats.org/officeDocument/2006/relationships" id="261" r:id="Rf102f4c0d22c44a0"/>
    <p:sldId xmlns:r="http://schemas.openxmlformats.org/officeDocument/2006/relationships" id="262" r:id="R3806f0e83e294008"/>
    <p:sldId xmlns:r="http://schemas.openxmlformats.org/officeDocument/2006/relationships" id="263" r:id="R7aefc32cae564479"/>
    <p:sldId xmlns:r="http://schemas.openxmlformats.org/officeDocument/2006/relationships" id="264" r:id="Re75057005d9740fb"/>
    <p:sldId xmlns:r="http://schemas.openxmlformats.org/officeDocument/2006/relationships" id="265" r:id="Rbb5328d0bc994cc7"/>
    <p:sldId xmlns:r="http://schemas.openxmlformats.org/officeDocument/2006/relationships" id="266" r:id="Rf036d5c3b9bf4a9b"/>
    <p:sldId xmlns:r="http://schemas.openxmlformats.org/officeDocument/2006/relationships" id="267" r:id="R0fc467102e704634"/>
    <p:sldId xmlns:r="http://schemas.openxmlformats.org/officeDocument/2006/relationships" id="268" r:id="R8ab2ca725b0b4df7"/>
  </p:sldIdLst>
  <p:sldSz cx="12192000" cy="6858000"/>
  <p:notesSz cx="6858000" cy="9144000"/>
  <p:embeddedFontLst>
    <p:embeddedFont>
      <p:font typeface="JetBrains Mono"/>
      <p:regular xmlns:r="http://schemas.openxmlformats.org/officeDocument/2006/relationships" r:id="Ra36dce095e8f4af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37b40864bfa4dfa" /><Relationship Type="http://schemas.openxmlformats.org/officeDocument/2006/relationships/slideMaster" Target="/ppt/slideMasters/slideMaster1.xml" Id="Rc8c1e72573f24297" /><Relationship Type="http://schemas.openxmlformats.org/officeDocument/2006/relationships/notesMaster" Target="/ppt/notesMasters/notesMaster1.xml" Id="R7824d7c5789f4468" /><Relationship Type="http://schemas.openxmlformats.org/officeDocument/2006/relationships/presProps" Target="/ppt/presProps.xml" Id="Rafc7177c9c964a3a" /><Relationship Type="http://schemas.openxmlformats.org/officeDocument/2006/relationships/viewProps" Target="/ppt/viewProps.xml" Id="Rbf5d42b192794130" /><Relationship Type="http://schemas.openxmlformats.org/officeDocument/2006/relationships/tableStyles" Target="/ppt/tableStyles.xml" Id="R3457aac79acc4840" /><Relationship Type="http://schemas.openxmlformats.org/officeDocument/2006/relationships/font" Target="/ppt/fonts/font.dat" Id="Ra36dce095e8f4af1" /><Relationship Type="http://schemas.openxmlformats.org/officeDocument/2006/relationships/slide" Target="/ppt/slides/slide1.xml" Id="Rd2c7eeb0da814cb6" /><Relationship Type="http://schemas.openxmlformats.org/officeDocument/2006/relationships/slide" Target="/ppt/slides/slide2.xml" Id="R74ad51295c4c4f93" /><Relationship Type="http://schemas.openxmlformats.org/officeDocument/2006/relationships/slide" Target="/ppt/slides/slide3.xml" Id="R7c124baefe9a460a" /><Relationship Type="http://schemas.openxmlformats.org/officeDocument/2006/relationships/slide" Target="/ppt/slides/slide4.xml" Id="Rc47427fc5e01478f" /><Relationship Type="http://schemas.openxmlformats.org/officeDocument/2006/relationships/slide" Target="/ppt/slides/slide5.xml" Id="Rf92729c5f3ce40cd" /><Relationship Type="http://schemas.openxmlformats.org/officeDocument/2006/relationships/slide" Target="/ppt/slides/slide6.xml" Id="Rf102f4c0d22c44a0" /><Relationship Type="http://schemas.openxmlformats.org/officeDocument/2006/relationships/slide" Target="/ppt/slides/slide7.xml" Id="R3806f0e83e294008" /><Relationship Type="http://schemas.openxmlformats.org/officeDocument/2006/relationships/slide" Target="/ppt/slides/slide8.xml" Id="R7aefc32cae564479" /><Relationship Type="http://schemas.openxmlformats.org/officeDocument/2006/relationships/slide" Target="/ppt/slides/slide9.xml" Id="Re75057005d9740fb" /><Relationship Type="http://schemas.openxmlformats.org/officeDocument/2006/relationships/slide" Target="/ppt/slides/slide10.xml" Id="Rbb5328d0bc994cc7" /><Relationship Type="http://schemas.openxmlformats.org/officeDocument/2006/relationships/slide" Target="/ppt/slides/slide11.xml" Id="Rf036d5c3b9bf4a9b" /><Relationship Type="http://schemas.openxmlformats.org/officeDocument/2006/relationships/slide" Target="/ppt/slides/slide12.xml" Id="R0fc467102e704634" /><Relationship Type="http://schemas.openxmlformats.org/officeDocument/2006/relationships/slide" Target="/ppt/slides/slide13.xml" Id="R8ab2ca725b0b4df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2884ba2b2c4b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abc2d00512406a" /><Relationship Type="http://schemas.openxmlformats.org/officeDocument/2006/relationships/notesMaster" Target="/ppt/notesMasters/notesMaster1.xml" Id="R231a9ba8090c48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af4284245a47c2" /><Relationship Type="http://schemas.openxmlformats.org/officeDocument/2006/relationships/notesMaster" Target="/ppt/notesMasters/notesMaster1.xml" Id="R627010014f794e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ad00f61e0b4aa8" /><Relationship Type="http://schemas.openxmlformats.org/officeDocument/2006/relationships/notesMaster" Target="/ppt/notesMasters/notesMaster1.xml" Id="Rda429c9489d741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8619cef7024ee9" /><Relationship Type="http://schemas.openxmlformats.org/officeDocument/2006/relationships/notesMaster" Target="/ppt/notesMasters/notesMaster1.xml" Id="R373c2e7bce084f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ba6a36218b4239" /><Relationship Type="http://schemas.openxmlformats.org/officeDocument/2006/relationships/notesMaster" Target="/ppt/notesMasters/notesMaster1.xml" Id="Rdccc7445c82649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367ba902f04fbd" /><Relationship Type="http://schemas.openxmlformats.org/officeDocument/2006/relationships/notesMaster" Target="/ppt/notesMasters/notesMaster1.xml" Id="R439640cbff5d4b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c17bf6c5f847e3" /><Relationship Type="http://schemas.openxmlformats.org/officeDocument/2006/relationships/notesMaster" Target="/ppt/notesMasters/notesMaster1.xml" Id="Rf32b8e16633841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32b81826ba40d5" /><Relationship Type="http://schemas.openxmlformats.org/officeDocument/2006/relationships/notesMaster" Target="/ppt/notesMasters/notesMaster1.xml" Id="R214b63e9181b4a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542cc994554d72" /><Relationship Type="http://schemas.openxmlformats.org/officeDocument/2006/relationships/notesMaster" Target="/ppt/notesMasters/notesMaster1.xml" Id="Rf03f4b88c7bd4d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c0f60a5d654c39" /><Relationship Type="http://schemas.openxmlformats.org/officeDocument/2006/relationships/notesMaster" Target="/ppt/notesMasters/notesMaster1.xml" Id="R3aa2666ade6845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35271f7a0e41ca" /><Relationship Type="http://schemas.openxmlformats.org/officeDocument/2006/relationships/notesMaster" Target="/ppt/notesMasters/notesMaster1.xml" Id="R07650f57d2fa46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c0c133ddc04f31" /><Relationship Type="http://schemas.openxmlformats.org/officeDocument/2006/relationships/notesMaster" Target="/ppt/notesMasters/notesMaster1.xml" Id="Re09f03e5b4bc4ae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9ef9843d864c80" /><Relationship Type="http://schemas.openxmlformats.org/officeDocument/2006/relationships/notesMaster" Target="/ppt/notesMasters/notesMaster1.xml" Id="R5017c48b029148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775c2e7ae84029" /><Relationship Type="http://schemas.openxmlformats.org/officeDocument/2006/relationships/image" Target="/ppt/media/image.png" Id="R831fc06cbb2c4b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11a61aa025b4bbd" /><Relationship Type="http://schemas.openxmlformats.org/officeDocument/2006/relationships/image" Target="/ppt/media/image.png" Id="R71e13f81ca274f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e1a5d3ce2bc4ae9" /><Relationship Type="http://schemas.openxmlformats.org/officeDocument/2006/relationships/image" Target="/ppt/media/image.png" Id="R161987a131cf49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dbbb98d41740d7" /><Relationship Type="http://schemas.openxmlformats.org/officeDocument/2006/relationships/image" Target="/ppt/media/image.png" Id="R9e85a92448d547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0385fe7c004fb3" /><Relationship Type="http://schemas.openxmlformats.org/officeDocument/2006/relationships/image" Target="/ppt/media/image.png" Id="R45ab6f38a3f045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80cb89fc4a494f" /><Relationship Type="http://schemas.openxmlformats.org/officeDocument/2006/relationships/image" Target="/ppt/media/image.png" Id="Rf25369566d8d4e1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75a75425bdb4474" /><Relationship Type="http://schemas.openxmlformats.org/officeDocument/2006/relationships/image" Target="/ppt/media/image.png" Id="R2524a1295eb4437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f02ffe5a672414a" /><Relationship Type="http://schemas.openxmlformats.org/officeDocument/2006/relationships/image" Target="/ppt/media/image.png" Id="R60f3d97bdbda4ed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8812ae8c707420f" /><Relationship Type="http://schemas.openxmlformats.org/officeDocument/2006/relationships/image" Target="/ppt/media/image.png" Id="R81557af915a44d3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0bad3e60cbd4dd0" /><Relationship Type="http://schemas.openxmlformats.org/officeDocument/2006/relationships/image" Target="/ppt/media/image.png" Id="Re9ed551d9ac2465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39b9a2983044712" /><Relationship Type="http://schemas.openxmlformats.org/officeDocument/2006/relationships/image" Target="/ppt/media/image.png" Id="Re935c72328b34b2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pic>
        <p:nvPicPr>
          <p:cNvPr id="11"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831fc06cbb2c4b72"/>
          <a:stretch xmlns:a="http://schemas.openxmlformats.org/drawingml/2006/main"/>
        </p:blipFill>
        <p:spPr>
          <a:xfrm xmlns:a="http://schemas.openxmlformats.org/drawingml/2006/main" flipH="1">
            <a:off x="9886209" y="4538703"/>
            <a:ext cx="2305791" cy="1808464"/>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7FDFF6CC-43FC-990C-9B6B-9217A2FD674A}"/>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8F1D1E5-61EC-84C2-68FB-37DA30B7C33E}"/>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6" name="Slide Number Placeholder 5">
            <a:extLst xmlns:a="http://schemas.openxmlformats.org/drawingml/2006/main">
              <a:ext uri="{FF2B5EF4-FFF2-40B4-BE49-F238E27FC236}">
                <a16:creationId xmlns:a16="http://schemas.microsoft.com/office/drawing/2014/main" id="{47481232-E342-60AC-0C19-E932E468DA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9" name="Footer Placeholder 4">
            <a:extLst xmlns:a="http://schemas.openxmlformats.org/drawingml/2006/main">
              <a:ext uri="{FF2B5EF4-FFF2-40B4-BE49-F238E27FC236}">
                <a16:creationId xmlns:a16="http://schemas.microsoft.com/office/drawing/2014/main" id="{D451A462-1188-9829-7D1E-417EB3274292}"/>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AED0F6-839A-B9DC-89D0-453455FF7C4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atin typeface="+mn-lt"/>
                <a:ea typeface="+mn-lt"/>
                <a:cs typeface="+mn-lt"/>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B58F53C-9EF7-92DC-D765-8C886206A74B}"/>
              </a:ext>
            </a:extLst>
          </p:cNvPr>
          <p:cNvSpPr>
            <a:spLocks xmlns:a="http://schemas.openxmlformats.org/drawingml/2006/main" noGrp="1"/>
          </p:cNvSpPr>
          <p:nvPr>
            <p:ph idx="1"/>
          </p:nvPr>
        </p:nvSpPr>
        <p:spPr/>
        <p:txBody>
          <a:bodyPr xmlns:a="http://schemas.openxmlformats.org/drawingml/2006/main">
            <a:normAutofit/>
          </a:bodyPr>
          <a:lstStyle xmlns:a="http://schemas.openxmlformats.org/drawingml/2006/main">
            <a:lvl1pPr>
              <a:buNone/>
              <a:defRPr sz="2000"/>
            </a:lvl1pPr>
            <a:lvl2pPr>
              <a:buNone/>
              <a:defRPr sz="1800"/>
            </a:lvl2pPr>
            <a:lvl3pPr>
              <a:buNone/>
              <a:defRPr sz="1600"/>
            </a:lvl3pPr>
            <a:lvl4pPr>
              <a:buNone/>
              <a:defRPr sz="1400"/>
            </a:lvl4pPr>
            <a:lvl5pPr>
              <a:buNone/>
              <a:defRPr sz="14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6CBFC8B0-5A0E-12F0-38B4-11A4F3EF9A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8" name="Footer Placeholder 4">
            <a:extLst xmlns:a="http://schemas.openxmlformats.org/drawingml/2006/main">
              <a:ext uri="{FF2B5EF4-FFF2-40B4-BE49-F238E27FC236}">
                <a16:creationId xmlns:a16="http://schemas.microsoft.com/office/drawing/2014/main" id="{206D73EA-21DB-DB97-4D76-9405B6C179F8}"/>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26"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71e13f81ca274fcd">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FC867F-56FF-F385-7E21-9E50A476D191}"/>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0BBECC5-631B-7421-97E1-98B9F359D5AC}"/>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6" name="Slide Number Placeholder 5">
            <a:extLst xmlns:a="http://schemas.openxmlformats.org/drawingml/2006/main">
              <a:ext uri="{FF2B5EF4-FFF2-40B4-BE49-F238E27FC236}">
                <a16:creationId xmlns:a16="http://schemas.microsoft.com/office/drawing/2014/main" id="{9E8F7E75-9E44-2A95-FBD3-0072178142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7" name="Footer Placeholder 4">
            <a:extLst xmlns:a="http://schemas.openxmlformats.org/drawingml/2006/main">
              <a:ext uri="{FF2B5EF4-FFF2-40B4-BE49-F238E27FC236}">
                <a16:creationId xmlns:a16="http://schemas.microsoft.com/office/drawing/2014/main" id="{3860958F-0114-E4CB-62D5-0B058DD7DCD9}"/>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26"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161987a131cf4919">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B01DDD-AD72-5492-F320-2E7CE01CE0B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909B796-7446-F558-30BA-08587FEC72F6}"/>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22B2085-44DC-514D-64F8-CF9AAAFC60B9}"/>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Slide Number Placeholder 6">
            <a:extLst xmlns:a="http://schemas.openxmlformats.org/drawingml/2006/main">
              <a:ext uri="{FF2B5EF4-FFF2-40B4-BE49-F238E27FC236}">
                <a16:creationId xmlns:a16="http://schemas.microsoft.com/office/drawing/2014/main" id="{E39ABB85-F6F1-0C19-E67F-0640F2AD98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8" name="Footer Placeholder 4">
            <a:extLst xmlns:a="http://schemas.openxmlformats.org/drawingml/2006/main">
              <a:ext uri="{FF2B5EF4-FFF2-40B4-BE49-F238E27FC236}">
                <a16:creationId xmlns:a16="http://schemas.microsoft.com/office/drawing/2014/main" id="{E1953A55-7744-6468-2338-E73DDA32AA89}"/>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27"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9e85a92448d5473b">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FB4B2B-EBD7-897A-C262-268EC4BE9658}"/>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51E813C-3E6C-AE68-B226-C6FD3EFE476D}"/>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166CD796-C40A-1020-B4D5-B344846D29D7}"/>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8914628-58A6-DA78-A619-B9BF81D2BCFD}"/>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4F7B6B7-25B8-12E8-AF86-BF2C33C07444}"/>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Slide Number Placeholder 8">
            <a:extLst xmlns:a="http://schemas.openxmlformats.org/drawingml/2006/main">
              <a:ext uri="{FF2B5EF4-FFF2-40B4-BE49-F238E27FC236}">
                <a16:creationId xmlns:a16="http://schemas.microsoft.com/office/drawing/2014/main" id="{7AD47AF6-33A9-6B39-7A72-07C6D36764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10" name="Footer Placeholder 4">
            <a:extLst xmlns:a="http://schemas.openxmlformats.org/drawingml/2006/main">
              <a:ext uri="{FF2B5EF4-FFF2-40B4-BE49-F238E27FC236}">
                <a16:creationId xmlns:a16="http://schemas.microsoft.com/office/drawing/2014/main" id="{F793A1B9-3B80-9879-3F5C-508512892F5F}"/>
              </a:ext>
            </a:extLst>
          </p:cNvPr>
          <p:cNvSpPr>
            <a:spLocks xmlns:a="http://schemas.openxmlformats.org/drawingml/2006/main" noGrp="1"/>
          </p:cNvSpPr>
          <p:nvPr>
            <p:ph type="ftr" idx="1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29"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45ab6f38a3f045c3">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CEB483-C8E4-1939-38E2-143E8C2C465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Slide Number Placeholder 4">
            <a:extLst xmlns:a="http://schemas.openxmlformats.org/drawingml/2006/main">
              <a:ext uri="{FF2B5EF4-FFF2-40B4-BE49-F238E27FC236}">
                <a16:creationId xmlns:a16="http://schemas.microsoft.com/office/drawing/2014/main" id="{146295CF-961A-17C4-4422-5FAAD161AA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6" name="Footer Placeholder 4">
            <a:extLst xmlns:a="http://schemas.openxmlformats.org/drawingml/2006/main">
              <a:ext uri="{FF2B5EF4-FFF2-40B4-BE49-F238E27FC236}">
                <a16:creationId xmlns:a16="http://schemas.microsoft.com/office/drawing/2014/main" id="{E198F76D-7C9E-684E-83A2-F78F7204BBEF}"/>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25"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f25369566d8d4e19">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7A2153FD-6EE3-927D-E92C-AD8A725CBE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5" name="Footer Placeholder 4">
            <a:extLst xmlns:a="http://schemas.openxmlformats.org/drawingml/2006/main">
              <a:ext uri="{FF2B5EF4-FFF2-40B4-BE49-F238E27FC236}">
                <a16:creationId xmlns:a16="http://schemas.microsoft.com/office/drawing/2014/main" id="{E817CC06-6DDB-43E3-DC6C-5B8757B339EF}"/>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24"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2524a1295eb44373">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9BE86E-8041-6262-7462-5F74302C6B38}"/>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028E74F-C33A-2B50-1388-4D9B8C90B9A4}"/>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83BB12FA-7CBC-383A-FB9A-76C44F3BFEDE}"/>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7" name="Slide Number Placeholder 6">
            <a:extLst xmlns:a="http://schemas.openxmlformats.org/drawingml/2006/main">
              <a:ext uri="{FF2B5EF4-FFF2-40B4-BE49-F238E27FC236}">
                <a16:creationId xmlns:a16="http://schemas.microsoft.com/office/drawing/2014/main" id="{541DD9D1-AA59-4234-5101-B7789D2F77C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8" name="Footer Placeholder 4">
            <a:extLst xmlns:a="http://schemas.openxmlformats.org/drawingml/2006/main">
              <a:ext uri="{FF2B5EF4-FFF2-40B4-BE49-F238E27FC236}">
                <a16:creationId xmlns:a16="http://schemas.microsoft.com/office/drawing/2014/main" id="{37516DE9-6B09-3815-23C9-1128F36E2F0F}"/>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27"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60f3d97bdbda4ed8">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CFA6B7-9D69-735A-E926-4416D17716D2}"/>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C86DB7F7-4E31-55AE-507B-BF19F2D4F50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0910AB72-D347-A0D1-09AD-464CA22BA74E}"/>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7" name="Slide Number Placeholder 6">
            <a:extLst xmlns:a="http://schemas.openxmlformats.org/drawingml/2006/main">
              <a:ext uri="{FF2B5EF4-FFF2-40B4-BE49-F238E27FC236}">
                <a16:creationId xmlns:a16="http://schemas.microsoft.com/office/drawing/2014/main" id="{FCAC0EC3-9A02-6817-1AD1-E884E7BA54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8" name="Footer Placeholder 4">
            <a:extLst xmlns:a="http://schemas.openxmlformats.org/drawingml/2006/main">
              <a:ext uri="{FF2B5EF4-FFF2-40B4-BE49-F238E27FC236}">
                <a16:creationId xmlns:a16="http://schemas.microsoft.com/office/drawing/2014/main" id="{3CC35688-CEE5-57AE-D35E-231B71BD0ACF}"/>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27"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81557af915a44d3b">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D1B9AF-39AC-B0C4-144B-75DC396DA23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7274C17-AC95-6D65-E5F5-345957FDC05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E48C1558-F77E-F6C8-CF31-C04964B8E4C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7" name="Footer Placeholder 4">
            <a:extLst xmlns:a="http://schemas.openxmlformats.org/drawingml/2006/main">
              <a:ext uri="{FF2B5EF4-FFF2-40B4-BE49-F238E27FC236}">
                <a16:creationId xmlns:a16="http://schemas.microsoft.com/office/drawing/2014/main" id="{176EA422-06F7-D957-5CC8-8F1F313EC979}"/>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26"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e9ed551d9ac24657">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B701E9E-F58B-AB7A-4F4A-7CF22B8DF100}"/>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08B1211-BEE6-97FE-18F8-0091FB8F7791}"/>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82643978-8BED-40E0-988F-1E41DB3473E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7" name="Footer Placeholder 4">
            <a:extLst xmlns:a="http://schemas.openxmlformats.org/drawingml/2006/main">
              <a:ext uri="{FF2B5EF4-FFF2-40B4-BE49-F238E27FC236}">
                <a16:creationId xmlns:a16="http://schemas.microsoft.com/office/drawing/2014/main" id="{23512B7D-FB40-4AD4-49F8-ABCCF2DAB553}"/>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26"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e935c72328b34b2a">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4e59d948e24fbc" /><Relationship Type="http://schemas.openxmlformats.org/officeDocument/2006/relationships/slideLayout" Target="/ppt/slideLayouts/slideLayout1.xml" Id="R8c88b3a2211d45e6" /><Relationship Type="http://schemas.openxmlformats.org/officeDocument/2006/relationships/slideLayout" Target="/ppt/slideLayouts/slideLayout2.xml" Id="Rf9e9b389977f47ef" /><Relationship Type="http://schemas.openxmlformats.org/officeDocument/2006/relationships/slideLayout" Target="/ppt/slideLayouts/slideLayout3.xml" Id="R0cfa71c475a54628" /><Relationship Type="http://schemas.openxmlformats.org/officeDocument/2006/relationships/slideLayout" Target="/ppt/slideLayouts/slideLayout4.xml" Id="R9aa09601d2cb48a1" /><Relationship Type="http://schemas.openxmlformats.org/officeDocument/2006/relationships/slideLayout" Target="/ppt/slideLayouts/slideLayout5.xml" Id="R4bde9961fd154506" /><Relationship Type="http://schemas.openxmlformats.org/officeDocument/2006/relationships/slideLayout" Target="/ppt/slideLayouts/slideLayout6.xml" Id="Re7f7976280764e43" /><Relationship Type="http://schemas.openxmlformats.org/officeDocument/2006/relationships/slideLayout" Target="/ppt/slideLayouts/slideLayout7.xml" Id="R7bfef4762f0a445c" /><Relationship Type="http://schemas.openxmlformats.org/officeDocument/2006/relationships/slideLayout" Target="/ppt/slideLayouts/slideLayout8.xml" Id="Rbe9bded8e7e4452c" /><Relationship Type="http://schemas.openxmlformats.org/officeDocument/2006/relationships/slideLayout" Target="/ppt/slideLayouts/slideLayout9.xml" Id="R682c79560aff45fb" /><Relationship Type="http://schemas.openxmlformats.org/officeDocument/2006/relationships/slideLayout" Target="/ppt/slideLayouts/slideLayout10.xml" Id="R9e83d0c887ef4349" /><Relationship Type="http://schemas.openxmlformats.org/officeDocument/2006/relationships/slideLayout" Target="/ppt/slideLayouts/slideLayout11.xml" Id="Rb056d3421955457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F1E21F5-9F35-B093-A31C-887A66DCF43B}"/>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132DE42-434F-8FAC-25DC-394A4A94E5F2}"/>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F68EFC8B-5FB5-A137-F95A-878BCA4FEDCF}"/>
              </a:ext>
            </a:extLst>
          </p:cNvPr>
          <p:cNvSpPr>
            <a:spLocks xmlns:a="http://schemas.openxmlformats.org/drawingml/2006/main" noGrp="1"/>
          </p:cNvSpPr>
          <p:nvPr>
            <p:ph type="sldNum" idx="4"/>
          </p:nvPr>
        </p:nvSpPr>
        <p:spPr>
          <a:xfrm xmlns:a="http://schemas.openxmlformats.org/drawingml/2006/main">
            <a:off x="11825222" y="6510367"/>
            <a:ext cx="374325"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solidFill>
              </a:defRPr>
            </a:lvl1pPr>
          </a:lstStyle>
          <a:p xmlns:a="http://schemas.openxmlformats.org/drawingml/2006/main">
            <a:fld id="{61038E6D-FA33-47E9-9599-ABA915C5198A}" type="slidenum">
              <a:t>‹#›</a:t>
            </a:fld>
          </a:p>
        </p:txBody>
      </p:sp>
      <p:sp>
        <p:nvSpPr>
          <p:cNvPr id="15" name="TextBox 14">
            <a:extLst xmlns:a="http://schemas.openxmlformats.org/drawingml/2006/main">
              <a:ext uri="{FF2B5EF4-FFF2-40B4-BE49-F238E27FC236}">
                <a16:creationId xmlns:a16="http://schemas.microsoft.com/office/drawing/2014/main" id="{BE2C9504-6A79-6DD8-74E5-098CA9D6E447}"/>
              </a:ext>
            </a:extLst>
          </p:cNvPr>
          <p:cNvSpPr>
            <a:spLocks xmlns:a="http://schemas.openxmlformats.org/drawingml/2006/main" noGrp="1"/>
          </p:cNvSpPr>
          <p:nvPr/>
        </p:nvSpPr>
        <p:spPr>
          <a:xfrm xmlns:a="http://schemas.openxmlformats.org/drawingml/2006/main">
            <a:off x="179615" y="6492875"/>
            <a:ext cx="6095010"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bg2">
                    <a:lumMod val="90000"/>
                  </a:schemeClr>
                </a:solidFill>
              </a:rPr>
              <a:t>© Tim Carpenter 2024</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88b3a2211d45e6"/>
    <p:sldLayoutId xmlns:r="http://schemas.openxmlformats.org/officeDocument/2006/relationships" id="2147483650" r:id="Rf9e9b389977f47ef"/>
    <p:sldLayoutId xmlns:r="http://schemas.openxmlformats.org/officeDocument/2006/relationships" id="2147483651" r:id="R0cfa71c475a54628"/>
    <p:sldLayoutId xmlns:r="http://schemas.openxmlformats.org/officeDocument/2006/relationships" id="2147483652" r:id="R9aa09601d2cb48a1"/>
    <p:sldLayoutId xmlns:r="http://schemas.openxmlformats.org/officeDocument/2006/relationships" id="2147483653" r:id="R4bde9961fd154506"/>
    <p:sldLayoutId xmlns:r="http://schemas.openxmlformats.org/officeDocument/2006/relationships" id="2147483654" r:id="Re7f7976280764e43"/>
    <p:sldLayoutId xmlns:r="http://schemas.openxmlformats.org/officeDocument/2006/relationships" id="2147483655" r:id="R7bfef4762f0a445c"/>
    <p:sldLayoutId xmlns:r="http://schemas.openxmlformats.org/officeDocument/2006/relationships" id="2147483656" r:id="Rbe9bded8e7e4452c"/>
    <p:sldLayoutId xmlns:r="http://schemas.openxmlformats.org/officeDocument/2006/relationships" id="2147483657" r:id="R682c79560aff45fb"/>
    <p:sldLayoutId xmlns:r="http://schemas.openxmlformats.org/officeDocument/2006/relationships" id="2147483658" r:id="R9e83d0c887ef4349"/>
    <p:sldLayoutId xmlns:r="http://schemas.openxmlformats.org/officeDocument/2006/relationships" id="2147483659" r:id="Rb056d34219554573"/>
  </p:sldLayoutIdLst>
  <p:hf hdr="0" ftr="0" dt="0"/>
  <p:txStyles>
    <p:titleStyle>
      <a:lvl1pPr xmlns:a="http://schemas.openxmlformats.org/drawingml/2006/main" algn="l" defTabSz="914400">
        <a:lnSpc>
          <a:spcPct val="90000"/>
        </a:lnSpc>
        <a:spcBef>
          <a:spcPct val="0"/>
        </a:spcBef>
        <a:buNone/>
        <a:defRPr sz="4400" b="1" kern="1200">
          <a:solidFill>
            <a:schemeClr val="tx1"/>
          </a:solidFill>
          <a:latin typeface="+mn-lt"/>
          <a:ea typeface="+mn-lt"/>
          <a:cs typeface="+mn-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6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6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41a87e2e43461c" /><Relationship Type="http://schemas.openxmlformats.org/officeDocument/2006/relationships/notesSlide" Target="/ppt/notesSlides/notesSlide1.xml" Id="R477641b659604b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c7aedf11955647a6" /><Relationship Type="http://schemas.openxmlformats.org/officeDocument/2006/relationships/notesSlide" Target="/ppt/notesSlides/notesSlide2.xml" Id="R26bf76c3352c47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97da38558964a79" /><Relationship Type="http://schemas.openxmlformats.org/officeDocument/2006/relationships/notesSlide" Target="/ppt/notesSlides/notesSlide3.xml" Id="R9912638c884342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fd1f4aca67842a5" /><Relationship Type="http://schemas.openxmlformats.org/officeDocument/2006/relationships/notesSlide" Target="/ppt/notesSlides/notesSlide4.xml" Id="R5f0a914973c848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c9cc237a4154e92" /><Relationship Type="http://schemas.openxmlformats.org/officeDocument/2006/relationships/notesSlide" Target="/ppt/notesSlides/notesSlide5.xml" Id="R49d098d674ac42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fe20a3a8e724895" /><Relationship Type="http://schemas.openxmlformats.org/officeDocument/2006/relationships/notesSlide" Target="/ppt/notesSlides/notesSlide6.xml" Id="Rcc8ff506f6ba45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e3977480b284273" /><Relationship Type="http://schemas.openxmlformats.org/officeDocument/2006/relationships/notesSlide" Target="/ppt/notesSlides/notesSlide7.xml" Id="R9c465cdeea7747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d613cb346bf4ccd" /><Relationship Type="http://schemas.openxmlformats.org/officeDocument/2006/relationships/notesSlide" Target="/ppt/notesSlides/notesSlide8.xml" Id="R6c3cf80b23484e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c491af9c7d5489d" /><Relationship Type="http://schemas.openxmlformats.org/officeDocument/2006/relationships/notesSlide" Target="/ppt/notesSlides/notesSlide9.xml" Id="R175f16613c0d4a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9ceb11878414c48" /><Relationship Type="http://schemas.openxmlformats.org/officeDocument/2006/relationships/notesSlide" Target="/ppt/notesSlides/notesSlide10.xml" Id="R784a58c03d39491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7138e14d6bc44c8" /><Relationship Type="http://schemas.openxmlformats.org/officeDocument/2006/relationships/notesSlide" Target="/ppt/notesSlides/notesSlide11.xml" Id="R5f357afe629747d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868d0b64438441e2" /><Relationship Type="http://schemas.openxmlformats.org/officeDocument/2006/relationships/notesSlide" Target="/ppt/notesSlides/notesSlide12.xml" Id="R959b7ad8c71947b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4b770c511d04943" /><Relationship Type="http://schemas.openxmlformats.org/officeDocument/2006/relationships/notesSlide" Target="/ppt/notesSlides/notesSlide13.xml" Id="Raf070f9754b846c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9DEFA5-464B-5CD3-16E7-8CA8E9D38CFA}"/>
              </a:ext>
            </a:extLst>
          </p:cNvPr>
          <p:cNvSpPr>
            <a:spLocks xmlns:a="http://schemas.openxmlformats.org/drawingml/2006/main" noGrp="1"/>
          </p:cNvSpPr>
          <p:nvPr>
            <p:ph type="ctrTitle" idx="0"/>
          </p:nvPr>
        </p:nvSpPr>
        <p:spPr/>
        <p:txBody>
          <a:bodyPr xmlns:a="http://schemas.openxmlformats.org/drawingml/2006/main" wrap="none" anchor="ctr">
            <a:normAutofit fontScale="98152"/>
          </a:bodyPr>
          <a:lstStyle xmlns:a="http://schemas.openxmlformats.org/drawingml/2006/main"/>
          <a:p xmlns:a="http://schemas.openxmlformats.org/drawingml/2006/main">
            <a:r>
              <a:rPr>
                <a:latin typeface="+mn-lt"/>
                <a:ea typeface="+mn-lt"/>
                <a:cs typeface="+mn-lt"/>
              </a:rPr>
              <a:t>Building Lists with Loops</a:t>
            </a:r>
          </a:p>
        </p:txBody>
      </p:sp>
      <p:sp>
        <p:nvSpPr>
          <p:cNvPr id="3" name="Subtitle 2">
            <a:extLst xmlns:a="http://schemas.openxmlformats.org/drawingml/2006/main">
              <a:ext uri="{FF2B5EF4-FFF2-40B4-BE49-F238E27FC236}">
                <a16:creationId xmlns:a16="http://schemas.microsoft.com/office/drawing/2014/main" id="{6EB4471D-A6DC-90AA-7CE6-A3673F8BDA83}"/>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r>
              <a:t>Lesson 26</a:t>
            </a:r>
          </a:p>
        </p:txBody>
      </p:sp>
      <p:sp>
        <p:nvSpPr>
          <p:cNvPr id="6" name="Slide Number Placeholder 5">
            <a:extLst xmlns:a="http://schemas.openxmlformats.org/drawingml/2006/main">
              <a:ext uri="{FF2B5EF4-FFF2-40B4-BE49-F238E27FC236}">
                <a16:creationId xmlns:a16="http://schemas.microsoft.com/office/drawing/2014/main" id="{3BE4468F-4F18-FF8F-2544-E216C0ACCBB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1</a:t>
            </a:fld>
          </a:p>
        </p:txBody>
      </p:sp>
    </p:spTree>
    <p:extLst>
      <p:ext uri="{BB962C8B-B14F-4D97-AF65-F5344CB8AC3E}">
        <p14:creationId xmlns:p14="http://schemas.microsoft.com/office/powerpoint/2010/main" val="3800850190"/>
      </p:ext>
    </p:extLst>
  </p:cSld>
</p:sld>
</file>

<file path=ppt/slides/slide2.xml><?xml version="1.0" encoding="utf-8"?>
<p:sld xmlns:p="http://schemas.openxmlformats.org/presentationml/2006/main" show="0">
  <p:cSld>
    <p:spTree>
      <p:nvGrpSpPr>
        <p:cNvPr id="1" name=""/>
        <p:cNvGrpSpPr/>
        <p:nvPr/>
      </p:nvGrpSpPr>
      <p:grpSpPr>
        <a:xfrm xmlns:a="http://schemas.openxmlformats.org/drawingml/2006/main"/>
      </p:grpSpPr>
      <p:sp>
        <p:nvSpPr>
          <p:cNvPr id="3" name="Rectangle 1">
            <a:extLst xmlns:a="http://schemas.openxmlformats.org/drawingml/2006/main">
              <a:ext uri="{FF2B5EF4-FFF2-40B4-BE49-F238E27FC236}">
                <a16:creationId xmlns:a16="http://schemas.microsoft.com/office/drawing/2014/main" id="{14E72FCF-5E06-85EB-F7FD-E1261A305B3C}"/>
              </a:ext>
            </a:extLst>
          </p:cNvPr>
          <p:cNvSpPr>
            <a:spLocks xmlns:a="http://schemas.openxmlformats.org/drawingml/2006/main" noGrp="1"/>
          </p:cNvSpPr>
          <p:nvPr/>
        </p:nvSpPr>
        <p:spPr>
          <a:xfrm xmlns:a="http://schemas.openxmlformats.org/drawingml/2006/main">
            <a:off x="617577" y="1749737"/>
            <a:ext cx="10956846" cy="193899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vert="horz" wrap="none" lIns="91440" tIns="45720" rIns="91440" bIns="45720" anchor="t">
            <a:normAutofit fontScale="100000"/>
          </a:bodyPr>
          <a:lstStyle xmlns:a="http://schemas.openxmlformats.org/drawingml/2006/main">
            <a:lvl1pPr marL="228600" indent="-228600" algn="l" defTabSz="914400">
              <a:lnSpc>
                <a:spcPct val="90000"/>
              </a:lnSpc>
              <a:spcBef>
                <a:spcPts val="1000"/>
              </a:spcBef>
              <a:buFont typeface="Arial"/>
              <a:buChar char="•"/>
              <a:defRPr sz="20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18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6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4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4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spcAft>
                <a:spcPts val="0"/>
              </a:spcAft>
              <a:buNone/>
            </a:pPr>
            <a:r>
              <a:rPr sz="2400">
                <a:solidFill>
                  <a:srgbClr val="080808"/>
                </a:solidFill>
                <a:latin typeface="JetBrains Mono"/>
                <a:ea typeface="JetBrains Mono"/>
                <a:cs typeface="JetBrains Mono"/>
              </a:rPr>
              <a:t>notes = []</a:t>
            </a:r>
          </a:p>
          <a:p xmlns:a="http://schemas.openxmlformats.org/drawingml/2006/main">
            <a:pPr marL="0" indent="0">
              <a:spcAft>
                <a:spcPts val="0"/>
              </a:spcAft>
              <a:buNone/>
            </a:pPr>
            <a:r>
              <a:rPr sz="2400">
                <a:solidFill>
                  <a:srgbClr val="1750EB"/>
                </a:solidFill>
                <a:latin typeface="JetBrains Mono"/>
                <a:ea typeface="JetBrains Mono"/>
                <a:cs typeface="JetBrains Mono"/>
              </a:rPr>
              <a:t>for</a:t>
            </a:r>
            <a:r>
              <a:rPr sz="2400">
                <a:solidFill>
                  <a:srgbClr val="080808"/>
                </a:solidFill>
                <a:latin typeface="JetBrains Mono"/>
                <a:ea typeface="JetBrains Mono"/>
                <a:cs typeface="JetBrains Mono"/>
              </a:rPr>
              <a:t> count </a:t>
            </a:r>
            <a:r>
              <a:rPr sz="2400">
                <a:solidFill>
                  <a:srgbClr val="1750EB"/>
                </a:solidFill>
                <a:latin typeface="JetBrains Mono"/>
                <a:ea typeface="JetBrains Mono"/>
                <a:cs typeface="JetBrains Mono"/>
              </a:rPr>
              <a:t>in</a:t>
            </a:r>
            <a:r>
              <a:rPr sz="2400">
                <a:solidFill>
                  <a:srgbClr val="080808"/>
                </a:solidFill>
                <a:latin typeface="JetBrains Mono"/>
                <a:ea typeface="JetBrains Mono"/>
                <a:cs typeface="JetBrains Mono"/>
              </a:rPr>
              <a:t> </a:t>
            </a:r>
            <a:r>
              <a:rPr sz="2400">
                <a:solidFill>
                  <a:srgbClr val="1750EB"/>
                </a:solidFill>
                <a:latin typeface="JetBrains Mono"/>
                <a:ea typeface="JetBrains Mono"/>
                <a:cs typeface="JetBrains Mono"/>
              </a:rPr>
              <a:t>range</a:t>
            </a:r>
            <a:r>
              <a:rPr sz="2400">
                <a:solidFill>
                  <a:srgbClr val="080808"/>
                </a:solidFill>
                <a:latin typeface="JetBrains Mono"/>
                <a:ea typeface="JetBrains Mono"/>
                <a:cs typeface="JetBrains Mono"/>
              </a:rPr>
              <a:t>(3):</a:t>
            </a:r>
          </a:p>
          <a:p xmlns:a="http://schemas.openxmlformats.org/drawingml/2006/main">
            <a:pPr marL="0" indent="0">
              <a:spcAft>
                <a:spcPts val="0"/>
              </a:spcAft>
              <a:buNone/>
            </a:pPr>
            <a:r>
              <a:rPr sz="2400">
                <a:solidFill>
                  <a:srgbClr val="080808"/>
                </a:solidFill>
                <a:latin typeface="JetBrains Mono"/>
                <a:ea typeface="JetBrains Mono"/>
                <a:cs typeface="JetBrains Mono"/>
              </a:rPr>
              <a:t>    note = </a:t>
            </a:r>
            <a:r>
              <a:rPr sz="2400">
                <a:solidFill>
                  <a:srgbClr val="1750EB"/>
                </a:solidFill>
                <a:latin typeface="JetBrains Mono"/>
                <a:ea typeface="JetBrains Mono"/>
                <a:cs typeface="JetBrains Mono"/>
              </a:rPr>
              <a:t>input</a:t>
            </a:r>
            <a:r>
              <a:rPr sz="2400">
                <a:solidFill>
                  <a:srgbClr val="080808"/>
                </a:solidFill>
                <a:latin typeface="JetBrains Mono"/>
                <a:ea typeface="JetBrains Mono"/>
                <a:cs typeface="JetBrains Mono"/>
              </a:rPr>
              <a:t>(</a:t>
            </a:r>
            <a:r>
              <a:rPr sz="2400">
                <a:solidFill>
                  <a:srgbClr val="067D17"/>
                </a:solidFill>
                <a:latin typeface="JetBrains Mono"/>
                <a:ea typeface="JetBrains Mono"/>
                <a:cs typeface="JetBrains Mono"/>
              </a:rPr>
              <a:t>"Enter a note: "</a:t>
            </a:r>
            <a:r>
              <a:rPr sz="2400">
                <a:solidFill>
                  <a:srgbClr val="080808"/>
                </a:solidFill>
                <a:latin typeface="JetBrains Mono"/>
                <a:ea typeface="JetBrains Mono"/>
                <a:cs typeface="JetBrains Mono"/>
              </a:rPr>
              <a:t>)</a:t>
            </a:r>
          </a:p>
          <a:p xmlns:a="http://schemas.openxmlformats.org/drawingml/2006/main">
            <a:pPr marL="0" indent="0">
              <a:spcAft>
                <a:spcPts val="0"/>
              </a:spcAft>
              <a:buNone/>
            </a:pPr>
            <a:r>
              <a:rPr sz="2400">
                <a:solidFill>
                  <a:srgbClr val="080808"/>
                </a:solidFill>
                <a:latin typeface="JetBrains Mono"/>
                <a:ea typeface="JetBrains Mono"/>
                <a:cs typeface="JetBrains Mono"/>
              </a:rPr>
              <a:t>    notes</a:t>
            </a:r>
            <a:r>
              <a:rPr sz="2400">
                <a:solidFill>
                  <a:srgbClr val="1750EB"/>
                </a:solidFill>
                <a:latin typeface="JetBrains Mono"/>
                <a:ea typeface="JetBrains Mono"/>
                <a:cs typeface="JetBrains Mono"/>
              </a:rPr>
              <a:t>.append</a:t>
            </a:r>
            <a:r>
              <a:rPr sz="2400">
                <a:solidFill>
                  <a:srgbClr val="080808"/>
                </a:solidFill>
                <a:latin typeface="JetBrains Mono"/>
                <a:ea typeface="JetBrains Mono"/>
                <a:cs typeface="JetBrains Mono"/>
              </a:rPr>
              <a:t>(note)</a:t>
            </a:r>
          </a:p>
          <a:p xmlns:a="http://schemas.openxmlformats.org/drawingml/2006/main">
            <a:pPr marL="0" indent="0">
              <a:spcAft>
                <a:spcPts val="0"/>
              </a:spcAft>
              <a:buNone/>
            </a:pPr>
            <a:r>
              <a:rPr sz="2400">
                <a:solidFill>
                  <a:srgbClr val="1750EB"/>
                </a:solidFill>
                <a:latin typeface="JetBrains Mono"/>
                <a:ea typeface="JetBrains Mono"/>
                <a:cs typeface="JetBrains Mono"/>
              </a:rPr>
              <a:t>print</a:t>
            </a:r>
            <a:r>
              <a:rPr sz="2400">
                <a:solidFill>
                  <a:srgbClr val="080808"/>
                </a:solidFill>
                <a:latin typeface="JetBrains Mono"/>
                <a:ea typeface="JetBrains Mono"/>
                <a:cs typeface="JetBrains Mono"/>
              </a:rPr>
              <a:t>(</a:t>
            </a:r>
            <a:r>
              <a:rPr sz="2400">
                <a:solidFill>
                  <a:srgbClr val="067D17"/>
                </a:solidFill>
                <a:latin typeface="JetBrains Mono"/>
                <a:ea typeface="JetBrains Mono"/>
                <a:cs typeface="JetBrains Mono"/>
              </a:rPr>
              <a:t>"Saved notes:"</a:t>
            </a:r>
            <a:r>
              <a:rPr sz="2400">
                <a:solidFill>
                  <a:srgbClr val="080808"/>
                </a:solidFill>
                <a:latin typeface="JetBrains Mono"/>
                <a:ea typeface="JetBrains Mono"/>
                <a:cs typeface="JetBrains Mono"/>
              </a:rPr>
              <a:t>)</a:t>
            </a:r>
          </a:p>
          <a:p xmlns:a="http://schemas.openxmlformats.org/drawingml/2006/main">
            <a:pPr marL="0" indent="0">
              <a:spcAft>
                <a:spcPts val="0"/>
              </a:spcAft>
              <a:buNone/>
            </a:pPr>
            <a:r>
              <a:rPr sz="2400">
                <a:solidFill>
                  <a:srgbClr val="1750EB"/>
                </a:solidFill>
                <a:latin typeface="JetBrains Mono"/>
                <a:ea typeface="JetBrains Mono"/>
                <a:cs typeface="JetBrains Mono"/>
              </a:rPr>
              <a:t>for</a:t>
            </a:r>
            <a:r>
              <a:rPr sz="2400">
                <a:solidFill>
                  <a:srgbClr val="080808"/>
                </a:solidFill>
                <a:latin typeface="JetBrains Mono"/>
                <a:ea typeface="JetBrains Mono"/>
                <a:cs typeface="JetBrains Mono"/>
              </a:rPr>
              <a:t> note </a:t>
            </a:r>
            <a:r>
              <a:rPr sz="2400">
                <a:solidFill>
                  <a:srgbClr val="1750EB"/>
                </a:solidFill>
                <a:latin typeface="JetBrains Mono"/>
                <a:ea typeface="JetBrains Mono"/>
                <a:cs typeface="JetBrains Mono"/>
              </a:rPr>
              <a:t>in</a:t>
            </a:r>
            <a:r>
              <a:rPr sz="2400">
                <a:solidFill>
                  <a:srgbClr val="080808"/>
                </a:solidFill>
                <a:latin typeface="JetBrains Mono"/>
                <a:ea typeface="JetBrains Mono"/>
                <a:cs typeface="JetBrains Mono"/>
              </a:rPr>
              <a:t> notes:</a:t>
            </a:r>
          </a:p>
          <a:p xmlns:a="http://schemas.openxmlformats.org/drawingml/2006/main">
            <a:pPr marL="0" indent="0">
              <a:spcAft>
                <a:spcPts val="0"/>
              </a:spcAft>
              <a:buNone/>
            </a:pPr>
            <a:r>
              <a:rPr sz="2400">
                <a:solidFill>
                  <a:srgbClr val="080808"/>
                </a:solidFill>
                <a:latin typeface="JetBrains Mono"/>
                <a:ea typeface="JetBrains Mono"/>
                <a:cs typeface="JetBrains Mono"/>
              </a:rPr>
              <a:t>    </a:t>
            </a:r>
            <a:r>
              <a:rPr sz="2400">
                <a:solidFill>
                  <a:srgbClr val="1750EB"/>
                </a:solidFill>
                <a:latin typeface="JetBrains Mono"/>
                <a:ea typeface="JetBrains Mono"/>
                <a:cs typeface="JetBrains Mono"/>
              </a:rPr>
              <a:t>print</a:t>
            </a:r>
            <a:r>
              <a:rPr sz="2400">
                <a:solidFill>
                  <a:srgbClr val="080808"/>
                </a:solidFill>
                <a:latin typeface="JetBrains Mono"/>
                <a:ea typeface="JetBrains Mono"/>
                <a:cs typeface="JetBrains Mono"/>
              </a:rPr>
              <a:t>(note)</a:t>
            </a:r>
          </a:p>
        </p:txBody>
      </p:sp>
      <p:sp>
        <p:nvSpPr>
          <p:cNvPr id="6" name="Slide Number Placeholder 5">
            <a:extLst xmlns:a="http://schemas.openxmlformats.org/drawingml/2006/main">
              <a:ext uri="{FF2B5EF4-FFF2-40B4-BE49-F238E27FC236}">
                <a16:creationId xmlns:a16="http://schemas.microsoft.com/office/drawing/2014/main" id="{820BA63F-E9FE-C334-C48D-C94A3747F5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2</a:t>
            </a:fld>
          </a:p>
        </p:txBody>
      </p:sp>
    </p:spTree>
    <p:extLst>
      <p:ext uri="{BB962C8B-B14F-4D97-AF65-F5344CB8AC3E}">
        <p14:creationId xmlns:p14="http://schemas.microsoft.com/office/powerpoint/2010/main" val="191766019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2E218C-699D-6EC5-2CB5-B8B2CF083A91}"/>
              </a:ext>
            </a:extLst>
          </p:cNvPr>
          <p:cNvSpPr>
            <a:spLocks xmlns:a="http://schemas.openxmlformats.org/drawingml/2006/main" noGrp="1"/>
          </p:cNvSpPr>
          <p:nvPr>
            <p:ph type="title" idx="0"/>
          </p:nvPr>
        </p:nvSpPr>
        <p:spPr/>
        <p:txBody>
          <a:bodyPr xmlns:a="http://schemas.openxmlformats.org/drawingml/2006/main" wrap="none" anchor="ctr">
            <a:normAutofit fontScale="100000"/>
          </a:bodyPr>
          <a:lstStyle xmlns:a="http://schemas.openxmlformats.org/drawingml/2006/main"/>
          <a:p xmlns:a="http://schemas.openxmlformats.org/drawingml/2006/main">
            <a:r>
              <a:t>Look at this code:</a:t>
            </a:r>
          </a:p>
        </p:txBody>
      </p:sp>
      <p:sp>
        <p:nvSpPr>
          <p:cNvPr id="9" name="Rectangle 1">
            <a:extLst xmlns:a="http://schemas.openxmlformats.org/drawingml/2006/main">
              <a:ext uri="{FF2B5EF4-FFF2-40B4-BE49-F238E27FC236}">
                <a16:creationId xmlns:a16="http://schemas.microsoft.com/office/drawing/2014/main" id="{426873F0-29A2-F81A-C501-1BA80955C3F5}"/>
              </a:ext>
            </a:extLst>
          </p:cNvPr>
          <p:cNvSpPr>
            <a:spLocks xmlns:a="http://schemas.openxmlformats.org/drawingml/2006/main" noGrp="1"/>
          </p:cNvSpPr>
          <p:nvPr/>
        </p:nvSpPr>
        <p:spPr>
          <a:xfrm xmlns:a="http://schemas.openxmlformats.org/drawingml/2006/main">
            <a:off x="1288576" y="1859340"/>
            <a:ext cx="8824852" cy="156966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vert="horz" wrap="none" lIns="91440" tIns="45720" rIns="91440" bIns="45720" anchor="t">
            <a:normAutofit fontScale="100000"/>
          </a:bodyPr>
          <a:lstStyle xmlns:a="http://schemas.openxmlformats.org/drawingml/2006/main">
            <a:lvl1pPr marL="228600" indent="-228600" algn="l" defTabSz="914400">
              <a:lnSpc>
                <a:spcPct val="90000"/>
              </a:lnSpc>
              <a:spcBef>
                <a:spcPts val="1000"/>
              </a:spcBef>
              <a:buFont typeface="Arial"/>
              <a:buChar char="•"/>
              <a:defRPr sz="20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18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6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4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4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spcAft>
                <a:spcPts val="0"/>
              </a:spcAft>
              <a:buNone/>
            </a:pPr>
            <a:r>
              <a:rPr sz="2400">
                <a:solidFill>
                  <a:srgbClr val="080808"/>
                </a:solidFill>
                <a:latin typeface="JetBrains Mono"/>
                <a:ea typeface="JetBrains Mono"/>
                <a:cs typeface="JetBrains Mono"/>
              </a:rPr>
              <a:t>notes = []</a:t>
            </a:r>
          </a:p>
          <a:p xmlns:a="http://schemas.openxmlformats.org/drawingml/2006/main">
            <a:pPr marL="0" indent="0">
              <a:spcAft>
                <a:spcPts val="0"/>
              </a:spcAft>
              <a:buNone/>
            </a:pPr>
            <a:r>
              <a:rPr sz="2400">
                <a:solidFill>
                  <a:srgbClr val="1750EB"/>
                </a:solidFill>
                <a:latin typeface="JetBrains Mono"/>
                <a:ea typeface="JetBrains Mono"/>
                <a:cs typeface="JetBrains Mono"/>
              </a:rPr>
              <a:t>for</a:t>
            </a:r>
            <a:r>
              <a:rPr sz="2400">
                <a:solidFill>
                  <a:srgbClr val="080808"/>
                </a:solidFill>
                <a:latin typeface="JetBrains Mono"/>
                <a:ea typeface="JetBrains Mono"/>
                <a:cs typeface="JetBrains Mono"/>
              </a:rPr>
              <a:t> count </a:t>
            </a:r>
            <a:r>
              <a:rPr sz="2400">
                <a:solidFill>
                  <a:srgbClr val="1750EB"/>
                </a:solidFill>
                <a:latin typeface="JetBrains Mono"/>
                <a:ea typeface="JetBrains Mono"/>
                <a:cs typeface="JetBrains Mono"/>
              </a:rPr>
              <a:t>in</a:t>
            </a:r>
            <a:r>
              <a:rPr sz="2400">
                <a:solidFill>
                  <a:srgbClr val="080808"/>
                </a:solidFill>
                <a:latin typeface="JetBrains Mono"/>
                <a:ea typeface="JetBrains Mono"/>
                <a:cs typeface="JetBrains Mono"/>
              </a:rPr>
              <a:t> </a:t>
            </a:r>
            <a:r>
              <a:rPr sz="2400">
                <a:solidFill>
                  <a:srgbClr val="1750EB"/>
                </a:solidFill>
                <a:latin typeface="JetBrains Mono"/>
                <a:ea typeface="JetBrains Mono"/>
                <a:cs typeface="JetBrains Mono"/>
              </a:rPr>
              <a:t>range</a:t>
            </a:r>
            <a:r>
              <a:rPr sz="2400">
                <a:solidFill>
                  <a:srgbClr val="080808"/>
                </a:solidFill>
                <a:latin typeface="JetBrains Mono"/>
                <a:ea typeface="JetBrains Mono"/>
                <a:cs typeface="JetBrains Mono"/>
              </a:rPr>
              <a:t>(3):</a:t>
            </a:r>
          </a:p>
          <a:p xmlns:a="http://schemas.openxmlformats.org/drawingml/2006/main">
            <a:pPr marL="0" indent="0">
              <a:spcAft>
                <a:spcPts val="0"/>
              </a:spcAft>
              <a:buNone/>
            </a:pPr>
            <a:r>
              <a:rPr sz="2400">
                <a:solidFill>
                  <a:srgbClr val="080808"/>
                </a:solidFill>
                <a:latin typeface="JetBrains Mono"/>
                <a:ea typeface="JetBrains Mono"/>
                <a:cs typeface="JetBrains Mono"/>
              </a:rPr>
              <a:t>    note = </a:t>
            </a:r>
            <a:r>
              <a:rPr sz="2400">
                <a:solidFill>
                  <a:srgbClr val="1750EB"/>
                </a:solidFill>
                <a:latin typeface="JetBrains Mono"/>
                <a:ea typeface="JetBrains Mono"/>
                <a:cs typeface="JetBrains Mono"/>
              </a:rPr>
              <a:t>input</a:t>
            </a:r>
            <a:r>
              <a:rPr sz="2400">
                <a:solidFill>
                  <a:srgbClr val="080808"/>
                </a:solidFill>
                <a:latin typeface="JetBrains Mono"/>
                <a:ea typeface="JetBrains Mono"/>
                <a:cs typeface="JetBrains Mono"/>
              </a:rPr>
              <a:t>(</a:t>
            </a:r>
            <a:r>
              <a:rPr sz="2400">
                <a:solidFill>
                  <a:srgbClr val="067D17"/>
                </a:solidFill>
                <a:latin typeface="JetBrains Mono"/>
                <a:ea typeface="JetBrains Mono"/>
                <a:cs typeface="JetBrains Mono"/>
              </a:rPr>
              <a:t>"Enter a note: "</a:t>
            </a:r>
            <a:r>
              <a:rPr sz="2400">
                <a:solidFill>
                  <a:srgbClr val="080808"/>
                </a:solidFill>
                <a:latin typeface="JetBrains Mono"/>
                <a:ea typeface="JetBrains Mono"/>
                <a:cs typeface="JetBrains Mono"/>
              </a:rPr>
              <a:t>)</a:t>
            </a:r>
          </a:p>
          <a:p xmlns:a="http://schemas.openxmlformats.org/drawingml/2006/main">
            <a:pPr marL="0" indent="0">
              <a:spcAft>
                <a:spcPts val="0"/>
              </a:spcAft>
              <a:buNone/>
            </a:pPr>
            <a:r>
              <a:rPr sz="2400">
                <a:solidFill>
                  <a:srgbClr val="080808"/>
                </a:solidFill>
                <a:latin typeface="JetBrains Mono"/>
                <a:ea typeface="JetBrains Mono"/>
                <a:cs typeface="JetBrains Mono"/>
              </a:rPr>
              <a:t>    notes</a:t>
            </a:r>
            <a:r>
              <a:rPr sz="2400">
                <a:solidFill>
                  <a:srgbClr val="1750EB"/>
                </a:solidFill>
                <a:latin typeface="JetBrains Mono"/>
                <a:ea typeface="JetBrains Mono"/>
                <a:cs typeface="JetBrains Mono"/>
              </a:rPr>
              <a:t>.append</a:t>
            </a:r>
            <a:r>
              <a:rPr sz="2400">
                <a:solidFill>
                  <a:srgbClr val="080808"/>
                </a:solidFill>
                <a:latin typeface="JetBrains Mono"/>
                <a:ea typeface="JetBrains Mono"/>
                <a:cs typeface="JetBrains Mono"/>
              </a:rPr>
              <a:t>(note)</a:t>
            </a:r>
          </a:p>
          <a:p xmlns:a="http://schemas.openxmlformats.org/drawingml/2006/main">
            <a:pPr marL="0" indent="0">
              <a:spcAft>
                <a:spcPts val="0"/>
              </a:spcAft>
              <a:buNone/>
            </a:pPr>
            <a:r>
              <a:rPr sz="2400">
                <a:solidFill>
                  <a:srgbClr val="1750EB"/>
                </a:solidFill>
                <a:latin typeface="JetBrains Mono"/>
                <a:ea typeface="JetBrains Mono"/>
                <a:cs typeface="JetBrains Mono"/>
              </a:rPr>
              <a:t>print</a:t>
            </a:r>
            <a:r>
              <a:rPr sz="2400">
                <a:solidFill>
                  <a:srgbClr val="080808"/>
                </a:solidFill>
                <a:latin typeface="JetBrains Mono"/>
                <a:ea typeface="JetBrains Mono"/>
                <a:cs typeface="JetBrains Mono"/>
              </a:rPr>
              <a:t>(</a:t>
            </a:r>
            <a:r>
              <a:rPr sz="2400">
                <a:solidFill>
                  <a:srgbClr val="067D17"/>
                </a:solidFill>
                <a:latin typeface="JetBrains Mono"/>
                <a:ea typeface="JetBrains Mono"/>
                <a:cs typeface="JetBrains Mono"/>
              </a:rPr>
              <a:t>"Saved notes:"</a:t>
            </a:r>
            <a:r>
              <a:rPr sz="2400">
                <a:solidFill>
                  <a:srgbClr val="080808"/>
                </a:solidFill>
                <a:latin typeface="JetBrains Mono"/>
                <a:ea typeface="JetBrains Mono"/>
                <a:cs typeface="JetBrains Mono"/>
              </a:rPr>
              <a:t>)</a:t>
            </a:r>
          </a:p>
          <a:p xmlns:a="http://schemas.openxmlformats.org/drawingml/2006/main">
            <a:pPr marL="0" indent="0">
              <a:spcAft>
                <a:spcPts val="0"/>
              </a:spcAft>
              <a:buNone/>
            </a:pPr>
            <a:r>
              <a:rPr sz="2400">
                <a:solidFill>
                  <a:srgbClr val="1750EB"/>
                </a:solidFill>
                <a:latin typeface="JetBrains Mono"/>
                <a:ea typeface="JetBrains Mono"/>
                <a:cs typeface="JetBrains Mono"/>
              </a:rPr>
              <a:t>for</a:t>
            </a:r>
            <a:r>
              <a:rPr sz="2400">
                <a:solidFill>
                  <a:srgbClr val="080808"/>
                </a:solidFill>
                <a:latin typeface="JetBrains Mono"/>
                <a:ea typeface="JetBrains Mono"/>
                <a:cs typeface="JetBrains Mono"/>
              </a:rPr>
              <a:t> note </a:t>
            </a:r>
            <a:r>
              <a:rPr sz="2400">
                <a:solidFill>
                  <a:srgbClr val="1750EB"/>
                </a:solidFill>
                <a:latin typeface="JetBrains Mono"/>
                <a:ea typeface="JetBrains Mono"/>
                <a:cs typeface="JetBrains Mono"/>
              </a:rPr>
              <a:t>in</a:t>
            </a:r>
            <a:r>
              <a:rPr sz="2400">
                <a:solidFill>
                  <a:srgbClr val="080808"/>
                </a:solidFill>
                <a:latin typeface="JetBrains Mono"/>
                <a:ea typeface="JetBrains Mono"/>
                <a:cs typeface="JetBrains Mono"/>
              </a:rPr>
              <a:t> notes:</a:t>
            </a:r>
          </a:p>
          <a:p xmlns:a="http://schemas.openxmlformats.org/drawingml/2006/main">
            <a:pPr marL="0" indent="0">
              <a:spcAft>
                <a:spcPts val="0"/>
              </a:spcAft>
              <a:buNone/>
            </a:pPr>
            <a:r>
              <a:rPr sz="2400">
                <a:solidFill>
                  <a:srgbClr val="080808"/>
                </a:solidFill>
                <a:latin typeface="JetBrains Mono"/>
                <a:ea typeface="JetBrains Mono"/>
                <a:cs typeface="JetBrains Mono"/>
              </a:rPr>
              <a:t>    </a:t>
            </a:r>
            <a:r>
              <a:rPr sz="2400">
                <a:solidFill>
                  <a:srgbClr val="1750EB"/>
                </a:solidFill>
                <a:latin typeface="JetBrains Mono"/>
                <a:ea typeface="JetBrains Mono"/>
                <a:cs typeface="JetBrains Mono"/>
              </a:rPr>
              <a:t>print</a:t>
            </a:r>
            <a:r>
              <a:rPr sz="2400">
                <a:solidFill>
                  <a:srgbClr val="080808"/>
                </a:solidFill>
                <a:latin typeface="JetBrains Mono"/>
                <a:ea typeface="JetBrains Mono"/>
                <a:cs typeface="JetBrains Mono"/>
              </a:rPr>
              <a:t>(note)</a:t>
            </a:r>
          </a:p>
        </p:txBody>
      </p:sp>
      <p:sp>
        <p:nvSpPr>
          <p:cNvPr id="13" name="Slide Number Placeholder 12">
            <a:extLst xmlns:a="http://schemas.openxmlformats.org/drawingml/2006/main">
              <a:ext uri="{FF2B5EF4-FFF2-40B4-BE49-F238E27FC236}">
                <a16:creationId xmlns:a16="http://schemas.microsoft.com/office/drawing/2014/main" id="{D887D507-89E7-7D8D-8C34-78ACD3DB74E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3</a:t>
            </a:fld>
          </a:p>
        </p:txBody>
      </p:sp>
    </p:spTree>
    <p:extLst>
      <p:ext uri="{BB962C8B-B14F-4D97-AF65-F5344CB8AC3E}">
        <p14:creationId xmlns:p14="http://schemas.microsoft.com/office/powerpoint/2010/main" val="72665308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E5F9C57-C2E5-F6D8-D85A-2011D9F51DBA}"/>
              </a:ext>
            </a:extLst>
          </p:cNvPr>
          <p:cNvSpPr>
            <a:spLocks xmlns:a="http://schemas.openxmlformats.org/drawingml/2006/main" noGrp="1"/>
          </p:cNvSpPr>
          <p:nvPr>
            <p:ph type="title" idx="0"/>
          </p:nvPr>
        </p:nvSpPr>
        <p:spPr/>
        <p:txBody>
          <a:bodyPr xmlns:a="http://schemas.openxmlformats.org/drawingml/2006/main" wrap="none" anchor="ctr">
            <a:normAutofit fontScale="100000"/>
          </a:bodyPr>
          <a:lstStyle xmlns:a="http://schemas.openxmlformats.org/drawingml/2006/main"/>
          <a:p xmlns:a="http://schemas.openxmlformats.org/drawingml/2006/main">
            <a:r>
              <a:t>What do you think this code will do?</a:t>
            </a:r>
          </a:p>
        </p:txBody>
      </p:sp>
      <p:sp>
        <p:nvSpPr>
          <p:cNvPr id="6" name="Rectangle 1">
            <a:extLst xmlns:a="http://schemas.openxmlformats.org/drawingml/2006/main">
              <a:ext uri="{FF2B5EF4-FFF2-40B4-BE49-F238E27FC236}">
                <a16:creationId xmlns:a16="http://schemas.microsoft.com/office/drawing/2014/main" id="{94A964A3-7CB4-7BBD-D3F2-79A86FCF2E14}"/>
              </a:ext>
            </a:extLst>
          </p:cNvPr>
          <p:cNvSpPr>
            <a:spLocks xmlns:a="http://schemas.openxmlformats.org/drawingml/2006/main" noGrp="1"/>
          </p:cNvSpPr>
          <p:nvPr/>
        </p:nvSpPr>
        <p:spPr>
          <a:xfrm xmlns:a="http://schemas.openxmlformats.org/drawingml/2006/main">
            <a:off x="1288576" y="1859340"/>
            <a:ext cx="8824852" cy="156966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vert="horz" wrap="none" lIns="91440" tIns="45720" rIns="91440" bIns="45720" anchor="t">
            <a:normAutofit fontScale="100000"/>
          </a:bodyPr>
          <a:lstStyle xmlns:a="http://schemas.openxmlformats.org/drawingml/2006/main">
            <a:lvl1pPr marL="228600" indent="-228600" algn="l" defTabSz="914400">
              <a:lnSpc>
                <a:spcPct val="90000"/>
              </a:lnSpc>
              <a:spcBef>
                <a:spcPts val="1000"/>
              </a:spcBef>
              <a:buFont typeface="Arial"/>
              <a:buChar char="•"/>
              <a:defRPr sz="20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18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6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4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4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spcAft>
                <a:spcPts val="0"/>
              </a:spcAft>
              <a:buNone/>
            </a:pPr>
            <a:r>
              <a:rPr sz="2400">
                <a:solidFill>
                  <a:srgbClr val="080808"/>
                </a:solidFill>
                <a:latin typeface="JetBrains Mono"/>
                <a:ea typeface="JetBrains Mono"/>
                <a:cs typeface="JetBrains Mono"/>
              </a:rPr>
              <a:t>notes = []</a:t>
            </a:r>
          </a:p>
          <a:p xmlns:a="http://schemas.openxmlformats.org/drawingml/2006/main">
            <a:pPr marL="0" indent="0">
              <a:spcAft>
                <a:spcPts val="0"/>
              </a:spcAft>
              <a:buNone/>
            </a:pPr>
            <a:r>
              <a:rPr sz="2400">
                <a:solidFill>
                  <a:srgbClr val="1750EB"/>
                </a:solidFill>
                <a:latin typeface="JetBrains Mono"/>
                <a:ea typeface="JetBrains Mono"/>
                <a:cs typeface="JetBrains Mono"/>
              </a:rPr>
              <a:t>for</a:t>
            </a:r>
            <a:r>
              <a:rPr sz="2400">
                <a:solidFill>
                  <a:srgbClr val="080808"/>
                </a:solidFill>
                <a:latin typeface="JetBrains Mono"/>
                <a:ea typeface="JetBrains Mono"/>
                <a:cs typeface="JetBrains Mono"/>
              </a:rPr>
              <a:t> count </a:t>
            </a:r>
            <a:r>
              <a:rPr sz="2400">
                <a:solidFill>
                  <a:srgbClr val="1750EB"/>
                </a:solidFill>
                <a:latin typeface="JetBrains Mono"/>
                <a:ea typeface="JetBrains Mono"/>
                <a:cs typeface="JetBrains Mono"/>
              </a:rPr>
              <a:t>in</a:t>
            </a:r>
            <a:r>
              <a:rPr sz="2400">
                <a:solidFill>
                  <a:srgbClr val="080808"/>
                </a:solidFill>
                <a:latin typeface="JetBrains Mono"/>
                <a:ea typeface="JetBrains Mono"/>
                <a:cs typeface="JetBrains Mono"/>
              </a:rPr>
              <a:t> </a:t>
            </a:r>
            <a:r>
              <a:rPr sz="2400">
                <a:solidFill>
                  <a:srgbClr val="1750EB"/>
                </a:solidFill>
                <a:latin typeface="JetBrains Mono"/>
                <a:ea typeface="JetBrains Mono"/>
                <a:cs typeface="JetBrains Mono"/>
              </a:rPr>
              <a:t>range</a:t>
            </a:r>
            <a:r>
              <a:rPr sz="2400">
                <a:solidFill>
                  <a:srgbClr val="080808"/>
                </a:solidFill>
                <a:latin typeface="JetBrains Mono"/>
                <a:ea typeface="JetBrains Mono"/>
                <a:cs typeface="JetBrains Mono"/>
              </a:rPr>
              <a:t>(3):</a:t>
            </a:r>
          </a:p>
          <a:p xmlns:a="http://schemas.openxmlformats.org/drawingml/2006/main">
            <a:pPr marL="0" indent="0">
              <a:spcAft>
                <a:spcPts val="0"/>
              </a:spcAft>
              <a:buNone/>
            </a:pPr>
            <a:r>
              <a:rPr sz="2400">
                <a:solidFill>
                  <a:srgbClr val="080808"/>
                </a:solidFill>
                <a:latin typeface="JetBrains Mono"/>
                <a:ea typeface="JetBrains Mono"/>
                <a:cs typeface="JetBrains Mono"/>
              </a:rPr>
              <a:t>    note = </a:t>
            </a:r>
            <a:r>
              <a:rPr sz="2400">
                <a:solidFill>
                  <a:srgbClr val="1750EB"/>
                </a:solidFill>
                <a:latin typeface="JetBrains Mono"/>
                <a:ea typeface="JetBrains Mono"/>
                <a:cs typeface="JetBrains Mono"/>
              </a:rPr>
              <a:t>input</a:t>
            </a:r>
            <a:r>
              <a:rPr sz="2400">
                <a:solidFill>
                  <a:srgbClr val="080808"/>
                </a:solidFill>
                <a:latin typeface="JetBrains Mono"/>
                <a:ea typeface="JetBrains Mono"/>
                <a:cs typeface="JetBrains Mono"/>
              </a:rPr>
              <a:t>(</a:t>
            </a:r>
            <a:r>
              <a:rPr sz="2400">
                <a:solidFill>
                  <a:srgbClr val="067D17"/>
                </a:solidFill>
                <a:latin typeface="JetBrains Mono"/>
                <a:ea typeface="JetBrains Mono"/>
                <a:cs typeface="JetBrains Mono"/>
              </a:rPr>
              <a:t>"Enter a note: "</a:t>
            </a:r>
            <a:r>
              <a:rPr sz="2400">
                <a:solidFill>
                  <a:srgbClr val="080808"/>
                </a:solidFill>
                <a:latin typeface="JetBrains Mono"/>
                <a:ea typeface="JetBrains Mono"/>
                <a:cs typeface="JetBrains Mono"/>
              </a:rPr>
              <a:t>)</a:t>
            </a:r>
          </a:p>
          <a:p xmlns:a="http://schemas.openxmlformats.org/drawingml/2006/main">
            <a:pPr marL="0" indent="0">
              <a:spcAft>
                <a:spcPts val="0"/>
              </a:spcAft>
              <a:buNone/>
            </a:pPr>
            <a:r>
              <a:rPr sz="2400">
                <a:solidFill>
                  <a:srgbClr val="080808"/>
                </a:solidFill>
                <a:latin typeface="JetBrains Mono"/>
                <a:ea typeface="JetBrains Mono"/>
                <a:cs typeface="JetBrains Mono"/>
              </a:rPr>
              <a:t>    notes</a:t>
            </a:r>
            <a:r>
              <a:rPr sz="2400">
                <a:solidFill>
                  <a:srgbClr val="1750EB"/>
                </a:solidFill>
                <a:latin typeface="JetBrains Mono"/>
                <a:ea typeface="JetBrains Mono"/>
                <a:cs typeface="JetBrains Mono"/>
              </a:rPr>
              <a:t>.append</a:t>
            </a:r>
            <a:r>
              <a:rPr sz="2400">
                <a:solidFill>
                  <a:srgbClr val="080808"/>
                </a:solidFill>
                <a:latin typeface="JetBrains Mono"/>
                <a:ea typeface="JetBrains Mono"/>
                <a:cs typeface="JetBrains Mono"/>
              </a:rPr>
              <a:t>(note)</a:t>
            </a:r>
          </a:p>
          <a:p xmlns:a="http://schemas.openxmlformats.org/drawingml/2006/main">
            <a:pPr marL="0" indent="0">
              <a:spcAft>
                <a:spcPts val="0"/>
              </a:spcAft>
              <a:buNone/>
            </a:pPr>
            <a:r>
              <a:rPr sz="2400">
                <a:solidFill>
                  <a:srgbClr val="1750EB"/>
                </a:solidFill>
                <a:latin typeface="JetBrains Mono"/>
                <a:ea typeface="JetBrains Mono"/>
                <a:cs typeface="JetBrains Mono"/>
              </a:rPr>
              <a:t>print</a:t>
            </a:r>
            <a:r>
              <a:rPr sz="2400">
                <a:solidFill>
                  <a:srgbClr val="080808"/>
                </a:solidFill>
                <a:latin typeface="JetBrains Mono"/>
                <a:ea typeface="JetBrains Mono"/>
                <a:cs typeface="JetBrains Mono"/>
              </a:rPr>
              <a:t>(</a:t>
            </a:r>
            <a:r>
              <a:rPr sz="2400">
                <a:solidFill>
                  <a:srgbClr val="067D17"/>
                </a:solidFill>
                <a:latin typeface="JetBrains Mono"/>
                <a:ea typeface="JetBrains Mono"/>
                <a:cs typeface="JetBrains Mono"/>
              </a:rPr>
              <a:t>"Saved notes:"</a:t>
            </a:r>
            <a:r>
              <a:rPr sz="2400">
                <a:solidFill>
                  <a:srgbClr val="080808"/>
                </a:solidFill>
                <a:latin typeface="JetBrains Mono"/>
                <a:ea typeface="JetBrains Mono"/>
                <a:cs typeface="JetBrains Mono"/>
              </a:rPr>
              <a:t>)</a:t>
            </a:r>
          </a:p>
          <a:p xmlns:a="http://schemas.openxmlformats.org/drawingml/2006/main">
            <a:pPr marL="0" indent="0">
              <a:spcAft>
                <a:spcPts val="0"/>
              </a:spcAft>
              <a:buNone/>
            </a:pPr>
            <a:r>
              <a:rPr sz="2400">
                <a:solidFill>
                  <a:srgbClr val="1750EB"/>
                </a:solidFill>
                <a:latin typeface="JetBrains Mono"/>
                <a:ea typeface="JetBrains Mono"/>
                <a:cs typeface="JetBrains Mono"/>
              </a:rPr>
              <a:t>for</a:t>
            </a:r>
            <a:r>
              <a:rPr sz="2400">
                <a:solidFill>
                  <a:srgbClr val="080808"/>
                </a:solidFill>
                <a:latin typeface="JetBrains Mono"/>
                <a:ea typeface="JetBrains Mono"/>
                <a:cs typeface="JetBrains Mono"/>
              </a:rPr>
              <a:t> note </a:t>
            </a:r>
            <a:r>
              <a:rPr sz="2400">
                <a:solidFill>
                  <a:srgbClr val="1750EB"/>
                </a:solidFill>
                <a:latin typeface="JetBrains Mono"/>
                <a:ea typeface="JetBrains Mono"/>
                <a:cs typeface="JetBrains Mono"/>
              </a:rPr>
              <a:t>in</a:t>
            </a:r>
            <a:r>
              <a:rPr sz="2400">
                <a:solidFill>
                  <a:srgbClr val="080808"/>
                </a:solidFill>
                <a:latin typeface="JetBrains Mono"/>
                <a:ea typeface="JetBrains Mono"/>
                <a:cs typeface="JetBrains Mono"/>
              </a:rPr>
              <a:t> notes:</a:t>
            </a:r>
          </a:p>
          <a:p xmlns:a="http://schemas.openxmlformats.org/drawingml/2006/main">
            <a:pPr marL="0" indent="0">
              <a:spcAft>
                <a:spcPts val="0"/>
              </a:spcAft>
              <a:buNone/>
            </a:pPr>
            <a:r>
              <a:rPr sz="2400">
                <a:solidFill>
                  <a:srgbClr val="080808"/>
                </a:solidFill>
                <a:latin typeface="JetBrains Mono"/>
                <a:ea typeface="JetBrains Mono"/>
                <a:cs typeface="JetBrains Mono"/>
              </a:rPr>
              <a:t>    </a:t>
            </a:r>
            <a:r>
              <a:rPr sz="2400">
                <a:solidFill>
                  <a:srgbClr val="1750EB"/>
                </a:solidFill>
                <a:latin typeface="JetBrains Mono"/>
                <a:ea typeface="JetBrains Mono"/>
                <a:cs typeface="JetBrains Mono"/>
              </a:rPr>
              <a:t>print</a:t>
            </a:r>
            <a:r>
              <a:rPr sz="2400">
                <a:solidFill>
                  <a:srgbClr val="080808"/>
                </a:solidFill>
                <a:latin typeface="JetBrains Mono"/>
                <a:ea typeface="JetBrains Mono"/>
                <a:cs typeface="JetBrains Mono"/>
              </a:rPr>
              <a:t>(note)</a:t>
            </a:r>
          </a:p>
        </p:txBody>
      </p:sp>
      <p:sp>
        <p:nvSpPr>
          <p:cNvPr id="9" name="Slide Number Placeholder 8">
            <a:extLst xmlns:a="http://schemas.openxmlformats.org/drawingml/2006/main">
              <a:ext uri="{FF2B5EF4-FFF2-40B4-BE49-F238E27FC236}">
                <a16:creationId xmlns:a16="http://schemas.microsoft.com/office/drawing/2014/main" id="{DDDBE35E-DE92-4B4D-75A9-891D3E276B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4</a:t>
            </a:fld>
          </a:p>
        </p:txBody>
      </p:sp>
    </p:spTree>
    <p:extLst>
      <p:ext uri="{BB962C8B-B14F-4D97-AF65-F5344CB8AC3E}">
        <p14:creationId xmlns:p14="http://schemas.microsoft.com/office/powerpoint/2010/main" val="351797978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CB5EA7E-2DAD-0491-950A-43E595A22E46}"/>
              </a:ext>
            </a:extLst>
          </p:cNvPr>
          <p:cNvSpPr>
            <a:spLocks xmlns:a="http://schemas.openxmlformats.org/drawingml/2006/main" noGrp="1"/>
          </p:cNvSpPr>
          <p:nvPr>
            <p:ph type="title" idx="0"/>
          </p:nvPr>
        </p:nvSpPr>
        <p:spPr/>
        <p:txBody>
          <a:bodyPr xmlns:a="http://schemas.openxmlformats.org/drawingml/2006/main" wrap="none" anchor="ctr">
            <a:normAutofit fontScale="100000"/>
          </a:bodyPr>
          <a:lstStyle xmlns:a="http://schemas.openxmlformats.org/drawingml/2006/main"/>
          <a:p xmlns:a="http://schemas.openxmlformats.org/drawingml/2006/main">
            <a:r>
              <a:rPr b="1"/>
              <a:t>Let’s investigate.</a:t>
            </a:r>
          </a:p>
        </p:txBody>
      </p:sp>
      <p:sp>
        <p:nvSpPr>
          <p:cNvPr id="4" name="Rectangle 1">
            <a:extLst xmlns:a="http://schemas.openxmlformats.org/drawingml/2006/main">
              <a:ext uri="{FF2B5EF4-FFF2-40B4-BE49-F238E27FC236}">
                <a16:creationId xmlns:a16="http://schemas.microsoft.com/office/drawing/2014/main" id="{9998CA8A-BAE1-D919-AD2C-1043AF60E6D1}"/>
              </a:ext>
            </a:extLst>
          </p:cNvPr>
          <p:cNvSpPr>
            <a:spLocks xmlns:a="http://schemas.openxmlformats.org/drawingml/2006/main" noGrp="1"/>
          </p:cNvSpPr>
          <p:nvPr/>
        </p:nvSpPr>
        <p:spPr>
          <a:xfrm xmlns:a="http://schemas.openxmlformats.org/drawingml/2006/main">
            <a:off x="838200" y="3232794"/>
            <a:ext cx="10182101" cy="33855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square" lIns="91440" tIns="45720" rIns="91440" bIns="45720" anchor="ctr">
            <a:normAutofit fontScale="100000"/>
          </a:bodyPr>
          <a:lstStyle xmlns:a="http://schemas.openxmlformats.org/drawingml/2006/main">
            <a:lvl1pPr>
              <a:spcBef>
                <a:spcPct val="0"/>
              </a:spcBef>
              <a:spcAft>
                <a:spcPct val="0"/>
              </a:spcAft>
              <a:buNone/>
              <a:defRPr>
                <a:solidFill>
                  <a:schemeClr val="tx1"/>
                </a:solidFill>
                <a:latin typeface="Arial"/>
                <a:ea typeface="Arial"/>
                <a:cs typeface="Arial"/>
              </a:defRPr>
            </a:lvl1pPr>
            <a:lvl2pPr>
              <a:spcBef>
                <a:spcPct val="0"/>
              </a:spcBef>
              <a:spcAft>
                <a:spcPct val="0"/>
              </a:spcAft>
              <a:buNone/>
              <a:defRPr>
                <a:solidFill>
                  <a:schemeClr val="tx1"/>
                </a:solidFill>
                <a:latin typeface="Arial"/>
                <a:ea typeface="Arial"/>
                <a:cs typeface="Arial"/>
              </a:defRPr>
            </a:lvl2pPr>
            <a:lvl3pPr>
              <a:spcBef>
                <a:spcPct val="0"/>
              </a:spcBef>
              <a:spcAft>
                <a:spcPct val="0"/>
              </a:spcAft>
              <a:buNone/>
              <a:defRPr>
                <a:solidFill>
                  <a:schemeClr val="tx1"/>
                </a:solidFill>
                <a:latin typeface="Arial"/>
                <a:ea typeface="Arial"/>
                <a:cs typeface="Arial"/>
              </a:defRPr>
            </a:lvl3pPr>
            <a:lvl4pPr>
              <a:spcBef>
                <a:spcPct val="0"/>
              </a:spcBef>
              <a:spcAft>
                <a:spcPct val="0"/>
              </a:spcAft>
              <a:buNone/>
              <a:defRPr>
                <a:solidFill>
                  <a:schemeClr val="tx1"/>
                </a:solidFill>
                <a:latin typeface="Arial"/>
                <a:ea typeface="Arial"/>
                <a:cs typeface="Arial"/>
              </a:defRPr>
            </a:lvl4pPr>
            <a:lvl5pPr>
              <a:spcBef>
                <a:spcPct val="0"/>
              </a:spcBef>
              <a:spcAft>
                <a:spcPct val="0"/>
              </a:spcAft>
              <a:buNone/>
              <a:defRPr>
                <a:solidFill>
                  <a:schemeClr val="tx1"/>
                </a:solidFill>
                <a:latin typeface="Arial"/>
                <a:ea typeface="Arial"/>
                <a:cs typeface="Arial"/>
              </a:defRPr>
            </a:lvl5pPr>
            <a:lvl6pPr>
              <a:spcBef>
                <a:spcPct val="0"/>
              </a:spcBef>
              <a:spcAft>
                <a:spcPct val="0"/>
              </a:spcAft>
              <a:buNone/>
              <a:defRPr>
                <a:solidFill>
                  <a:schemeClr val="tx1"/>
                </a:solidFill>
                <a:latin typeface="Arial"/>
                <a:ea typeface="Arial"/>
                <a:cs typeface="Arial"/>
              </a:defRPr>
            </a:lvl6pPr>
            <a:lvl7pPr>
              <a:spcBef>
                <a:spcPct val="0"/>
              </a:spcBef>
              <a:spcAft>
                <a:spcPct val="0"/>
              </a:spcAft>
              <a:buNone/>
              <a:defRPr>
                <a:solidFill>
                  <a:schemeClr val="tx1"/>
                </a:solidFill>
                <a:latin typeface="Arial"/>
                <a:ea typeface="Arial"/>
                <a:cs typeface="Arial"/>
              </a:defRPr>
            </a:lvl7pPr>
            <a:lvl8pPr>
              <a:spcBef>
                <a:spcPct val="0"/>
              </a:spcBef>
              <a:spcAft>
                <a:spcPct val="0"/>
              </a:spcAft>
              <a:buNone/>
              <a:defRPr>
                <a:solidFill>
                  <a:schemeClr val="tx1"/>
                </a:solidFill>
                <a:latin typeface="Arial"/>
                <a:ea typeface="Arial"/>
                <a:cs typeface="Arial"/>
              </a:defRPr>
            </a:lvl8pPr>
            <a:lvl9pPr>
              <a:spcBef>
                <a:spcPct val="0"/>
              </a:spcBef>
              <a:spcAft>
                <a:spcPct val="0"/>
              </a:spcAft>
              <a:buNone/>
              <a:defRPr>
                <a:solidFill>
                  <a:schemeClr val="tx1"/>
                </a:solidFill>
                <a:latin typeface="Arial"/>
                <a:ea typeface="Arial"/>
                <a:cs typeface="Arial"/>
              </a:defRPr>
            </a:lvl9pPr>
          </a:lstStyle>
          <a:p xmlns:a="http://schemas.openxmlformats.org/drawingml/2006/main">
            <a:pPr marL="0" indent="0">
              <a:spcAft>
                <a:spcPts val="16"/>
              </a:spcAft>
              <a:buNone/>
            </a:pPr>
            <a:r>
              <a:rPr sz="2600" b="1"/>
              <a:t>Answer the questions:</a:t>
            </a:r>
          </a:p>
          <a:p xmlns:a="http://schemas.openxmlformats.org/drawingml/2006/main">
            <a:pPr marL="0" indent="0">
              <a:spcAft>
                <a:spcPts val="8"/>
              </a:spcAft>
              <a:buNone/>
            </a:pPr>
            <a:r>
              <a:rPr sz="2000"/>
              <a:t>1. Why must the empty list be created before the input loop begins?</a:t>
            </a:r>
          </a:p>
          <a:p xmlns:a="http://schemas.openxmlformats.org/drawingml/2006/main">
            <a:pPr marL="0" indent="0">
              <a:spcAft>
                <a:spcPts val="8"/>
              </a:spcAft>
              <a:buNone/>
            </a:pPr>
            <a:r>
              <a:rPr sz="2000"/>
              <a:t>2. What happens if append() is placed after the loop instead of inside it?</a:t>
            </a:r>
          </a:p>
          <a:p xmlns:a="http://schemas.openxmlformats.org/drawingml/2006/main">
            <a:pPr marL="0" indent="0">
              <a:spcAft>
                <a:spcPts val="8"/>
              </a:spcAft>
              <a:buNone/>
            </a:pPr>
            <a:r>
              <a:rPr sz="2000"/>
              <a:t>3. Why does range(3) make the program ask for exactly three notes?</a:t>
            </a:r>
          </a:p>
          <a:p xmlns:a="http://schemas.openxmlformats.org/drawingml/2006/main">
            <a:pPr marL="0" indent="0">
              <a:spcAft>
                <a:spcPts val="8"/>
              </a:spcAft>
              <a:buNone/>
            </a:pPr>
            <a:r>
              <a:rPr sz="2000"/>
              <a:t>4. Why does the second for loop use note to display each saved value rather than using count?</a:t>
            </a:r>
          </a:p>
        </p:txBody>
      </p:sp>
      <p:sp>
        <p:nvSpPr>
          <p:cNvPr id="7" name="Rectangle 1">
            <a:extLst xmlns:a="http://schemas.openxmlformats.org/drawingml/2006/main">
              <a:ext uri="{FF2B5EF4-FFF2-40B4-BE49-F238E27FC236}">
                <a16:creationId xmlns:a16="http://schemas.microsoft.com/office/drawing/2014/main" id="{A313224D-AAE9-19C6-3D76-BCDB1D377AEA}"/>
              </a:ext>
            </a:extLst>
          </p:cNvPr>
          <p:cNvSpPr>
            <a:spLocks xmlns:a="http://schemas.openxmlformats.org/drawingml/2006/main" noGrp="1"/>
          </p:cNvSpPr>
          <p:nvPr>
            <p:ph idx="1"/>
          </p:nvPr>
        </p:nvSpPr>
        <p:spPr>
          <a:xfrm xmlns:a="http://schemas.openxmlformats.org/drawingml/2006/main">
            <a:off x="954446" y="1758784"/>
            <a:ext cx="6474775" cy="830997"/>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vert="horz" wrap="square" lIns="91440" tIns="45720" rIns="91440" bIns="45720" anchor="t">
            <a:normAutofit fontScale="100000"/>
          </a:bodyPr>
          <a:lstStyle xmlns:a="http://schemas.openxmlformats.org/drawingml/2006/main">
            <a:lvl1pPr marL="228600" indent="-228600" algn="l" defTabSz="914400">
              <a:lnSpc>
                <a:spcPct val="90000"/>
              </a:lnSpc>
              <a:spcBef>
                <a:spcPts val="1000"/>
              </a:spcBef>
              <a:buFont typeface="Arial"/>
              <a:buChar char="•"/>
              <a:defRPr sz="20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18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6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4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4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spcAft>
                <a:spcPts val="0"/>
              </a:spcAft>
              <a:buNone/>
            </a:pPr>
            <a:r>
              <a:rPr sz="1400">
                <a:solidFill>
                  <a:srgbClr val="080808"/>
                </a:solidFill>
                <a:latin typeface="JetBrains Mono"/>
                <a:ea typeface="JetBrains Mono"/>
                <a:cs typeface="JetBrains Mono"/>
              </a:rPr>
              <a:t>notes = []</a:t>
            </a:r>
          </a:p>
          <a:p xmlns:a="http://schemas.openxmlformats.org/drawingml/2006/main">
            <a:pPr marL="0" indent="0">
              <a:spcAft>
                <a:spcPts val="0"/>
              </a:spcAft>
              <a:buNone/>
            </a:pPr>
            <a:r>
              <a:rPr sz="1400">
                <a:solidFill>
                  <a:srgbClr val="1750EB"/>
                </a:solidFill>
                <a:latin typeface="JetBrains Mono"/>
                <a:ea typeface="JetBrains Mono"/>
                <a:cs typeface="JetBrains Mono"/>
              </a:rPr>
              <a:t>for</a:t>
            </a:r>
            <a:r>
              <a:rPr sz="1400">
                <a:solidFill>
                  <a:srgbClr val="080808"/>
                </a:solidFill>
                <a:latin typeface="JetBrains Mono"/>
                <a:ea typeface="JetBrains Mono"/>
                <a:cs typeface="JetBrains Mono"/>
              </a:rPr>
              <a:t> count </a:t>
            </a:r>
            <a:r>
              <a:rPr sz="1400">
                <a:solidFill>
                  <a:srgbClr val="1750EB"/>
                </a:solidFill>
                <a:latin typeface="JetBrains Mono"/>
                <a:ea typeface="JetBrains Mono"/>
                <a:cs typeface="JetBrains Mono"/>
              </a:rPr>
              <a:t>in</a:t>
            </a:r>
            <a:r>
              <a:rPr sz="1400">
                <a:solidFill>
                  <a:srgbClr val="080808"/>
                </a:solidFill>
                <a:latin typeface="JetBrains Mono"/>
                <a:ea typeface="JetBrains Mono"/>
                <a:cs typeface="JetBrains Mono"/>
              </a:rPr>
              <a:t> </a:t>
            </a:r>
            <a:r>
              <a:rPr sz="1400">
                <a:solidFill>
                  <a:srgbClr val="1750EB"/>
                </a:solidFill>
                <a:latin typeface="JetBrains Mono"/>
                <a:ea typeface="JetBrains Mono"/>
                <a:cs typeface="JetBrains Mono"/>
              </a:rPr>
              <a:t>range</a:t>
            </a:r>
            <a:r>
              <a:rPr sz="1400">
                <a:solidFill>
                  <a:srgbClr val="080808"/>
                </a:solidFill>
                <a:latin typeface="JetBrains Mono"/>
                <a:ea typeface="JetBrains Mono"/>
                <a:cs typeface="JetBrains Mono"/>
              </a:rPr>
              <a:t>(3):</a:t>
            </a:r>
          </a:p>
          <a:p xmlns:a="http://schemas.openxmlformats.org/drawingml/2006/main">
            <a:pPr marL="0" indent="0">
              <a:spcAft>
                <a:spcPts val="0"/>
              </a:spcAft>
              <a:buNone/>
            </a:pPr>
            <a:r>
              <a:rPr sz="1400">
                <a:solidFill>
                  <a:srgbClr val="080808"/>
                </a:solidFill>
                <a:latin typeface="JetBrains Mono"/>
                <a:ea typeface="JetBrains Mono"/>
                <a:cs typeface="JetBrains Mono"/>
              </a:rPr>
              <a:t>    note = </a:t>
            </a:r>
            <a:r>
              <a:rPr sz="1400">
                <a:solidFill>
                  <a:srgbClr val="1750EB"/>
                </a:solidFill>
                <a:latin typeface="JetBrains Mono"/>
                <a:ea typeface="JetBrains Mono"/>
                <a:cs typeface="JetBrains Mono"/>
              </a:rPr>
              <a:t>input</a:t>
            </a:r>
            <a:r>
              <a:rPr sz="1400">
                <a:solidFill>
                  <a:srgbClr val="080808"/>
                </a:solidFill>
                <a:latin typeface="JetBrains Mono"/>
                <a:ea typeface="JetBrains Mono"/>
                <a:cs typeface="JetBrains Mono"/>
              </a:rPr>
              <a:t>(</a:t>
            </a:r>
            <a:r>
              <a:rPr sz="1400">
                <a:solidFill>
                  <a:srgbClr val="067D17"/>
                </a:solidFill>
                <a:latin typeface="JetBrains Mono"/>
                <a:ea typeface="JetBrains Mono"/>
                <a:cs typeface="JetBrains Mono"/>
              </a:rPr>
              <a:t>"Enter a note: "</a:t>
            </a:r>
            <a:r>
              <a:rPr sz="1400">
                <a:solidFill>
                  <a:srgbClr val="080808"/>
                </a:solidFill>
                <a:latin typeface="JetBrains Mono"/>
                <a:ea typeface="JetBrains Mono"/>
                <a:cs typeface="JetBrains Mono"/>
              </a:rPr>
              <a:t>)</a:t>
            </a:r>
          </a:p>
          <a:p xmlns:a="http://schemas.openxmlformats.org/drawingml/2006/main">
            <a:pPr marL="0" indent="0">
              <a:spcAft>
                <a:spcPts val="0"/>
              </a:spcAft>
              <a:buNone/>
            </a:pPr>
            <a:r>
              <a:rPr sz="1400">
                <a:solidFill>
                  <a:srgbClr val="080808"/>
                </a:solidFill>
                <a:latin typeface="JetBrains Mono"/>
                <a:ea typeface="JetBrains Mono"/>
                <a:cs typeface="JetBrains Mono"/>
              </a:rPr>
              <a:t>    notes</a:t>
            </a:r>
            <a:r>
              <a:rPr sz="1400">
                <a:solidFill>
                  <a:srgbClr val="1750EB"/>
                </a:solidFill>
                <a:latin typeface="JetBrains Mono"/>
                <a:ea typeface="JetBrains Mono"/>
                <a:cs typeface="JetBrains Mono"/>
              </a:rPr>
              <a:t>.append</a:t>
            </a:r>
            <a:r>
              <a:rPr sz="1400">
                <a:solidFill>
                  <a:srgbClr val="080808"/>
                </a:solidFill>
                <a:latin typeface="JetBrains Mono"/>
                <a:ea typeface="JetBrains Mono"/>
                <a:cs typeface="JetBrains Mono"/>
              </a:rPr>
              <a:t>(note)</a:t>
            </a:r>
          </a:p>
          <a:p xmlns:a="http://schemas.openxmlformats.org/drawingml/2006/main">
            <a:pPr marL="0" indent="0">
              <a:spcAft>
                <a:spcPts val="0"/>
              </a:spcAft>
              <a:buNone/>
            </a:pPr>
            <a:r>
              <a:rPr sz="1400">
                <a:solidFill>
                  <a:srgbClr val="1750EB"/>
                </a:solidFill>
                <a:latin typeface="JetBrains Mono"/>
                <a:ea typeface="JetBrains Mono"/>
                <a:cs typeface="JetBrains Mono"/>
              </a:rPr>
              <a:t>print</a:t>
            </a:r>
            <a:r>
              <a:rPr sz="1400">
                <a:solidFill>
                  <a:srgbClr val="080808"/>
                </a:solidFill>
                <a:latin typeface="JetBrains Mono"/>
                <a:ea typeface="JetBrains Mono"/>
                <a:cs typeface="JetBrains Mono"/>
              </a:rPr>
              <a:t>(</a:t>
            </a:r>
            <a:r>
              <a:rPr sz="1400">
                <a:solidFill>
                  <a:srgbClr val="067D17"/>
                </a:solidFill>
                <a:latin typeface="JetBrains Mono"/>
                <a:ea typeface="JetBrains Mono"/>
                <a:cs typeface="JetBrains Mono"/>
              </a:rPr>
              <a:t>"Saved notes:"</a:t>
            </a:r>
            <a:r>
              <a:rPr sz="1400">
                <a:solidFill>
                  <a:srgbClr val="080808"/>
                </a:solidFill>
                <a:latin typeface="JetBrains Mono"/>
                <a:ea typeface="JetBrains Mono"/>
                <a:cs typeface="JetBrains Mono"/>
              </a:rPr>
              <a:t>)</a:t>
            </a:r>
          </a:p>
          <a:p xmlns:a="http://schemas.openxmlformats.org/drawingml/2006/main">
            <a:pPr marL="0" indent="0">
              <a:spcAft>
                <a:spcPts val="0"/>
              </a:spcAft>
              <a:buNone/>
            </a:pPr>
            <a:r>
              <a:rPr sz="1400">
                <a:solidFill>
                  <a:srgbClr val="1750EB"/>
                </a:solidFill>
                <a:latin typeface="JetBrains Mono"/>
                <a:ea typeface="JetBrains Mono"/>
                <a:cs typeface="JetBrains Mono"/>
              </a:rPr>
              <a:t>for</a:t>
            </a:r>
            <a:r>
              <a:rPr sz="1400">
                <a:solidFill>
                  <a:srgbClr val="080808"/>
                </a:solidFill>
                <a:latin typeface="JetBrains Mono"/>
                <a:ea typeface="JetBrains Mono"/>
                <a:cs typeface="JetBrains Mono"/>
              </a:rPr>
              <a:t> note </a:t>
            </a:r>
            <a:r>
              <a:rPr sz="1400">
                <a:solidFill>
                  <a:srgbClr val="1750EB"/>
                </a:solidFill>
                <a:latin typeface="JetBrains Mono"/>
                <a:ea typeface="JetBrains Mono"/>
                <a:cs typeface="JetBrains Mono"/>
              </a:rPr>
              <a:t>in</a:t>
            </a:r>
            <a:r>
              <a:rPr sz="1400">
                <a:solidFill>
                  <a:srgbClr val="080808"/>
                </a:solidFill>
                <a:latin typeface="JetBrains Mono"/>
                <a:ea typeface="JetBrains Mono"/>
                <a:cs typeface="JetBrains Mono"/>
              </a:rPr>
              <a:t> notes:</a:t>
            </a:r>
          </a:p>
          <a:p xmlns:a="http://schemas.openxmlformats.org/drawingml/2006/main">
            <a:pPr marL="0" indent="0">
              <a:spcAft>
                <a:spcPts val="0"/>
              </a:spcAft>
              <a:buNone/>
            </a:pPr>
            <a:r>
              <a:rPr sz="1400">
                <a:solidFill>
                  <a:srgbClr val="080808"/>
                </a:solidFill>
                <a:latin typeface="JetBrains Mono"/>
                <a:ea typeface="JetBrains Mono"/>
                <a:cs typeface="JetBrains Mono"/>
              </a:rPr>
              <a:t>    </a:t>
            </a:r>
            <a:r>
              <a:rPr sz="1400">
                <a:solidFill>
                  <a:srgbClr val="1750EB"/>
                </a:solidFill>
                <a:latin typeface="JetBrains Mono"/>
                <a:ea typeface="JetBrains Mono"/>
                <a:cs typeface="JetBrains Mono"/>
              </a:rPr>
              <a:t>print</a:t>
            </a:r>
            <a:r>
              <a:rPr sz="1400">
                <a:solidFill>
                  <a:srgbClr val="080808"/>
                </a:solidFill>
                <a:latin typeface="JetBrains Mono"/>
                <a:ea typeface="JetBrains Mono"/>
                <a:cs typeface="JetBrains Mono"/>
              </a:rPr>
              <a:t>(note)</a:t>
            </a:r>
          </a:p>
        </p:txBody>
      </p:sp>
    </p:spTree>
    <p:extLst>
      <p:ext uri="{BB962C8B-B14F-4D97-AF65-F5344CB8AC3E}">
        <p14:creationId xmlns:p14="http://schemas.microsoft.com/office/powerpoint/2010/main" val="394132350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CFD3ACF-F271-8980-D873-F9D6FB9FB085}"/>
              </a:ext>
            </a:extLst>
          </p:cNvPr>
          <p:cNvSpPr>
            <a:spLocks xmlns:a="http://schemas.openxmlformats.org/drawingml/2006/main" noGrp="1"/>
          </p:cNvSpPr>
          <p:nvPr>
            <p:ph type="title" idx="0"/>
          </p:nvPr>
        </p:nvSpPr>
        <p:spPr>
          <a:xfrm xmlns:a="http://schemas.openxmlformats.org/drawingml/2006/main">
            <a:off x="637569" y="2124718"/>
            <a:ext cx="3832073" cy="1325563"/>
          </a:xfrm>
        </p:spPr>
        <p:txBody>
          <a:bodyPr xmlns:a="http://schemas.openxmlformats.org/drawingml/2006/main" wrap="none" anchor="ctr">
            <a:normAutofit fontScale="100000"/>
          </a:bodyPr>
          <a:lstStyle xmlns:a="http://schemas.openxmlformats.org/drawingml/2006/main"/>
          <a:p xmlns:a="http://schemas.openxmlformats.org/drawingml/2006/main">
            <a:r>
              <a:t>Challenge 1</a:t>
            </a:r>
          </a:p>
        </p:txBody>
      </p:sp>
      <p:sp>
        <p:nvSpPr>
          <p:cNvPr id="3" name="Content Placeholder 2">
            <a:extLst xmlns:a="http://schemas.openxmlformats.org/drawingml/2006/main">
              <a:ext uri="{FF2B5EF4-FFF2-40B4-BE49-F238E27FC236}">
                <a16:creationId xmlns:a16="http://schemas.microsoft.com/office/drawing/2014/main" id="{FE010D74-B7EC-9185-C8DF-767A2EA671F6}"/>
              </a:ext>
            </a:extLst>
          </p:cNvPr>
          <p:cNvSpPr>
            <a:spLocks xmlns:a="http://schemas.openxmlformats.org/drawingml/2006/main" noGrp="1"/>
          </p:cNvSpPr>
          <p:nvPr>
            <p:ph idx="1"/>
          </p:nvPr>
        </p:nvSpPr>
        <p:spPr>
          <a:xfrm xmlns:a="http://schemas.openxmlformats.org/drawingml/2006/main">
            <a:off x="1294599" y="3405120"/>
            <a:ext cx="7425519" cy="2115403"/>
          </a:xfrm>
        </p:spPr>
        <p:txBody>
          <a:bodyPr xmlns:a="http://schemas.openxmlformats.org/drawingml/2006/main">
            <a:normAutofit fontScale="100000"/>
          </a:bodyPr>
          <a:lstStyle xmlns:a="http://schemas.openxmlformats.org/drawingml/2006/main"/>
          <a:p xmlns:a="http://schemas.openxmlformats.org/drawingml/2006/main">
            <a:pPr marL="0" marR="0" indent="0">
              <a:lnSpc>
                <a:spcPct val="115000"/>
              </a:lnSpc>
              <a:spcBef>
                <a:spcPts val="0"/>
              </a:spcBef>
              <a:spcAft>
                <a:spcPts val="800"/>
              </a:spcAft>
              <a:buNone/>
            </a:pPr>
            <a:r>
              <a:rPr sz="1800">
                <a:solidFill>
                  <a:srgbClr val="080808"/>
                </a:solidFill>
                <a:latin typeface="Calibri"/>
                <a:ea typeface="Calibri"/>
                <a:cs typeface="Calibri"/>
              </a:rPr>
              <a:t>Collect exactly five notes instead of three. The program must display all five in their original input order.</a:t>
            </a:r>
          </a:p>
        </p:txBody>
      </p:sp>
      <p:sp>
        <p:nvSpPr>
          <p:cNvPr id="7" name="Slide Number Placeholder 6">
            <a:extLst xmlns:a="http://schemas.openxmlformats.org/drawingml/2006/main">
              <a:ext uri="{FF2B5EF4-FFF2-40B4-BE49-F238E27FC236}">
                <a16:creationId xmlns:a16="http://schemas.microsoft.com/office/drawing/2014/main" id="{90156456-F916-2DFA-3233-CF36D6126AC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6</a:t>
            </a:fld>
          </a:p>
        </p:txBody>
      </p:sp>
      <p:sp>
        <p:nvSpPr>
          <p:cNvPr id="8" name="TextBox 7">
            <a:extLst xmlns:a="http://schemas.openxmlformats.org/drawingml/2006/main">
              <a:ext uri="{FF2B5EF4-FFF2-40B4-BE49-F238E27FC236}">
                <a16:creationId xmlns:a16="http://schemas.microsoft.com/office/drawing/2014/main" id="{1C8A6263-CC79-FF3D-FD4C-FA1A647B7E06}"/>
              </a:ext>
            </a:extLst>
          </p:cNvPr>
          <p:cNvSpPr>
            <a:spLocks xmlns:a="http://schemas.openxmlformats.org/drawingml/2006/main" noGrp="1"/>
          </p:cNvSpPr>
          <p:nvPr/>
        </p:nvSpPr>
        <p:spPr>
          <a:xfrm xmlns:a="http://schemas.openxmlformats.org/drawingml/2006/main">
            <a:off x="7224964" y="46401"/>
            <a:ext cx="1431757"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t>Starter Code:</a:t>
            </a:r>
          </a:p>
        </p:txBody>
      </p:sp>
      <p:sp>
        <p:nvSpPr>
          <p:cNvPr id="9" name="Rectangle 1">
            <a:extLst xmlns:a="http://schemas.openxmlformats.org/drawingml/2006/main">
              <a:ext uri="{FF2B5EF4-FFF2-40B4-BE49-F238E27FC236}">
                <a16:creationId xmlns:a16="http://schemas.microsoft.com/office/drawing/2014/main" id="{C222A94C-9EF0-110A-E446-C6FE28AB0820}"/>
              </a:ext>
            </a:extLst>
          </p:cNvPr>
          <p:cNvSpPr>
            <a:spLocks xmlns:a="http://schemas.openxmlformats.org/drawingml/2006/main" noGrp="1"/>
          </p:cNvSpPr>
          <p:nvPr/>
        </p:nvSpPr>
        <p:spPr>
          <a:xfrm xmlns:a="http://schemas.openxmlformats.org/drawingml/2006/main">
            <a:off x="7527429" y="354178"/>
            <a:ext cx="4672118" cy="830997"/>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vert="horz" wrap="square" lIns="91440" tIns="45720" rIns="91440" bIns="45720" anchor="t">
            <a:normAutofit fontScale="100000"/>
          </a:bodyPr>
          <a:lstStyle xmlns:a="http://schemas.openxmlformats.org/drawingml/2006/main">
            <a:lvl1pPr marL="228600" indent="-228600" algn="l" defTabSz="914400">
              <a:lnSpc>
                <a:spcPct val="90000"/>
              </a:lnSpc>
              <a:spcBef>
                <a:spcPts val="1000"/>
              </a:spcBef>
              <a:buFont typeface="Arial"/>
              <a:buChar char="•"/>
              <a:defRPr sz="20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18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6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4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4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spcAft>
                <a:spcPts val="0"/>
              </a:spcAft>
              <a:buNone/>
            </a:pPr>
            <a:r>
              <a:rPr sz="1600">
                <a:solidFill>
                  <a:srgbClr val="080808"/>
                </a:solidFill>
                <a:latin typeface="JetBrains Mono"/>
                <a:ea typeface="JetBrains Mono"/>
                <a:cs typeface="JetBrains Mono"/>
              </a:rPr>
              <a:t>notes = []</a:t>
            </a:r>
          </a:p>
          <a:p xmlns:a="http://schemas.openxmlformats.org/drawingml/2006/main">
            <a:pPr marL="0" indent="0">
              <a:spcAft>
                <a:spcPts val="0"/>
              </a:spcAft>
              <a:buNone/>
            </a:pPr>
            <a:r>
              <a:rPr sz="1600">
                <a:solidFill>
                  <a:srgbClr val="1750EB"/>
                </a:solidFill>
                <a:latin typeface="JetBrains Mono"/>
                <a:ea typeface="JetBrains Mono"/>
                <a:cs typeface="JetBrains Mono"/>
              </a:rPr>
              <a:t>for</a:t>
            </a:r>
            <a:r>
              <a:rPr sz="1600">
                <a:solidFill>
                  <a:srgbClr val="080808"/>
                </a:solidFill>
                <a:latin typeface="JetBrains Mono"/>
                <a:ea typeface="JetBrains Mono"/>
                <a:cs typeface="JetBrains Mono"/>
              </a:rPr>
              <a:t> count </a:t>
            </a:r>
            <a:r>
              <a:rPr sz="1600">
                <a:solidFill>
                  <a:srgbClr val="1750EB"/>
                </a:solidFill>
                <a:latin typeface="JetBrains Mono"/>
                <a:ea typeface="JetBrains Mono"/>
                <a:cs typeface="JetBrains Mono"/>
              </a:rPr>
              <a:t>in</a:t>
            </a:r>
            <a:r>
              <a:rPr sz="1600">
                <a:solidFill>
                  <a:srgbClr val="080808"/>
                </a:solidFill>
                <a:latin typeface="JetBrains Mono"/>
                <a:ea typeface="JetBrains Mono"/>
                <a:cs typeface="JetBrains Mono"/>
              </a:rPr>
              <a:t> </a:t>
            </a:r>
            <a:r>
              <a:rPr sz="1600">
                <a:solidFill>
                  <a:srgbClr val="1750EB"/>
                </a:solidFill>
                <a:latin typeface="JetBrains Mono"/>
                <a:ea typeface="JetBrains Mono"/>
                <a:cs typeface="JetBrains Mono"/>
              </a:rPr>
              <a:t>range</a:t>
            </a:r>
            <a:r>
              <a:rPr sz="1600">
                <a:solidFill>
                  <a:srgbClr val="080808"/>
                </a:solidFill>
                <a:latin typeface="JetBrains Mono"/>
                <a:ea typeface="JetBrains Mono"/>
                <a:cs typeface="JetBrains Mono"/>
              </a:rPr>
              <a:t>(3):</a:t>
            </a:r>
          </a:p>
          <a:p xmlns:a="http://schemas.openxmlformats.org/drawingml/2006/main">
            <a:pPr marL="0" indent="0">
              <a:spcAft>
                <a:spcPts val="0"/>
              </a:spcAft>
              <a:buNone/>
            </a:pPr>
            <a:r>
              <a:rPr sz="1600">
                <a:solidFill>
                  <a:srgbClr val="080808"/>
                </a:solidFill>
                <a:latin typeface="JetBrains Mono"/>
                <a:ea typeface="JetBrains Mono"/>
                <a:cs typeface="JetBrains Mono"/>
              </a:rPr>
              <a:t>    note = </a:t>
            </a:r>
            <a:r>
              <a:rPr sz="1600">
                <a:solidFill>
                  <a:srgbClr val="1750EB"/>
                </a:solidFill>
                <a:latin typeface="JetBrains Mono"/>
                <a:ea typeface="JetBrains Mono"/>
                <a:cs typeface="JetBrains Mono"/>
              </a:rPr>
              <a:t>input</a:t>
            </a:r>
            <a:r>
              <a:rPr sz="1600">
                <a:solidFill>
                  <a:srgbClr val="080808"/>
                </a:solidFill>
                <a:latin typeface="JetBrains Mono"/>
                <a:ea typeface="JetBrains Mono"/>
                <a:cs typeface="JetBrains Mono"/>
              </a:rPr>
              <a:t>(</a:t>
            </a:r>
            <a:r>
              <a:rPr sz="1600">
                <a:solidFill>
                  <a:srgbClr val="067D17"/>
                </a:solidFill>
                <a:latin typeface="JetBrains Mono"/>
                <a:ea typeface="JetBrains Mono"/>
                <a:cs typeface="JetBrains Mono"/>
              </a:rPr>
              <a:t>"Enter a note: "</a:t>
            </a:r>
            <a:r>
              <a:rPr sz="1600">
                <a:solidFill>
                  <a:srgbClr val="080808"/>
                </a:solidFill>
                <a:latin typeface="JetBrains Mono"/>
                <a:ea typeface="JetBrains Mono"/>
                <a:cs typeface="JetBrains Mono"/>
              </a:rPr>
              <a:t>)</a:t>
            </a:r>
          </a:p>
          <a:p xmlns:a="http://schemas.openxmlformats.org/drawingml/2006/main">
            <a:pPr marL="0" indent="0">
              <a:spcAft>
                <a:spcPts val="0"/>
              </a:spcAft>
              <a:buNone/>
            </a:pPr>
            <a:r>
              <a:rPr sz="1600">
                <a:solidFill>
                  <a:srgbClr val="080808"/>
                </a:solidFill>
                <a:latin typeface="JetBrains Mono"/>
                <a:ea typeface="JetBrains Mono"/>
                <a:cs typeface="JetBrains Mono"/>
              </a:rPr>
              <a:t>    notes</a:t>
            </a:r>
            <a:r>
              <a:rPr sz="1600">
                <a:solidFill>
                  <a:srgbClr val="1750EB"/>
                </a:solidFill>
                <a:latin typeface="JetBrains Mono"/>
                <a:ea typeface="JetBrains Mono"/>
                <a:cs typeface="JetBrains Mono"/>
              </a:rPr>
              <a:t>.append</a:t>
            </a:r>
            <a:r>
              <a:rPr sz="1600">
                <a:solidFill>
                  <a:srgbClr val="080808"/>
                </a:solidFill>
                <a:latin typeface="JetBrains Mono"/>
                <a:ea typeface="JetBrains Mono"/>
                <a:cs typeface="JetBrains Mono"/>
              </a:rPr>
              <a:t>(note)</a:t>
            </a:r>
          </a:p>
          <a:p xmlns:a="http://schemas.openxmlformats.org/drawingml/2006/main">
            <a:pPr marL="0" indent="0">
              <a:spcAft>
                <a:spcPts val="0"/>
              </a:spcAft>
              <a:buNone/>
            </a:pPr>
            <a:r>
              <a:rPr sz="1600">
                <a:solidFill>
                  <a:srgbClr val="1750EB"/>
                </a:solidFill>
                <a:latin typeface="JetBrains Mono"/>
                <a:ea typeface="JetBrains Mono"/>
                <a:cs typeface="JetBrains Mono"/>
              </a:rPr>
              <a:t>print</a:t>
            </a:r>
            <a:r>
              <a:rPr sz="1600">
                <a:solidFill>
                  <a:srgbClr val="080808"/>
                </a:solidFill>
                <a:latin typeface="JetBrains Mono"/>
                <a:ea typeface="JetBrains Mono"/>
                <a:cs typeface="JetBrains Mono"/>
              </a:rPr>
              <a:t>(</a:t>
            </a:r>
            <a:r>
              <a:rPr sz="1600">
                <a:solidFill>
                  <a:srgbClr val="067D17"/>
                </a:solidFill>
                <a:latin typeface="JetBrains Mono"/>
                <a:ea typeface="JetBrains Mono"/>
                <a:cs typeface="JetBrains Mono"/>
              </a:rPr>
              <a:t>"Saved notes:"</a:t>
            </a:r>
            <a:r>
              <a:rPr sz="1600">
                <a:solidFill>
                  <a:srgbClr val="080808"/>
                </a:solidFill>
                <a:latin typeface="JetBrains Mono"/>
                <a:ea typeface="JetBrains Mono"/>
                <a:cs typeface="JetBrains Mono"/>
              </a:rPr>
              <a:t>)</a:t>
            </a:r>
          </a:p>
          <a:p xmlns:a="http://schemas.openxmlformats.org/drawingml/2006/main">
            <a:pPr marL="0" indent="0">
              <a:spcAft>
                <a:spcPts val="0"/>
              </a:spcAft>
              <a:buNone/>
            </a:pPr>
            <a:r>
              <a:rPr sz="1600">
                <a:solidFill>
                  <a:srgbClr val="1750EB"/>
                </a:solidFill>
                <a:latin typeface="JetBrains Mono"/>
                <a:ea typeface="JetBrains Mono"/>
                <a:cs typeface="JetBrains Mono"/>
              </a:rPr>
              <a:t>for</a:t>
            </a:r>
            <a:r>
              <a:rPr sz="1600">
                <a:solidFill>
                  <a:srgbClr val="080808"/>
                </a:solidFill>
                <a:latin typeface="JetBrains Mono"/>
                <a:ea typeface="JetBrains Mono"/>
                <a:cs typeface="JetBrains Mono"/>
              </a:rPr>
              <a:t> note </a:t>
            </a:r>
            <a:r>
              <a:rPr sz="1600">
                <a:solidFill>
                  <a:srgbClr val="1750EB"/>
                </a:solidFill>
                <a:latin typeface="JetBrains Mono"/>
                <a:ea typeface="JetBrains Mono"/>
                <a:cs typeface="JetBrains Mono"/>
              </a:rPr>
              <a:t>in</a:t>
            </a:r>
            <a:r>
              <a:rPr sz="1600">
                <a:solidFill>
                  <a:srgbClr val="080808"/>
                </a:solidFill>
                <a:latin typeface="JetBrains Mono"/>
                <a:ea typeface="JetBrains Mono"/>
                <a:cs typeface="JetBrains Mono"/>
              </a:rPr>
              <a:t> notes:</a:t>
            </a:r>
          </a:p>
          <a:p xmlns:a="http://schemas.openxmlformats.org/drawingml/2006/main">
            <a:pPr marL="0" indent="0">
              <a:spcAft>
                <a:spcPts val="0"/>
              </a:spcAft>
              <a:buNone/>
            </a:pPr>
            <a:r>
              <a:rPr sz="1600">
                <a:solidFill>
                  <a:srgbClr val="080808"/>
                </a:solidFill>
                <a:latin typeface="JetBrains Mono"/>
                <a:ea typeface="JetBrains Mono"/>
                <a:cs typeface="JetBrains Mono"/>
              </a:rPr>
              <a:t>    </a:t>
            </a:r>
            <a:r>
              <a:rPr sz="1600">
                <a:solidFill>
                  <a:srgbClr val="1750EB"/>
                </a:solidFill>
                <a:latin typeface="JetBrains Mono"/>
                <a:ea typeface="JetBrains Mono"/>
                <a:cs typeface="JetBrains Mono"/>
              </a:rPr>
              <a:t>print</a:t>
            </a:r>
            <a:r>
              <a:rPr sz="1600">
                <a:solidFill>
                  <a:srgbClr val="080808"/>
                </a:solidFill>
                <a:latin typeface="JetBrains Mono"/>
                <a:ea typeface="JetBrains Mono"/>
                <a:cs typeface="JetBrains Mono"/>
              </a:rPr>
              <a:t>(note)</a:t>
            </a:r>
          </a:p>
        </p:txBody>
      </p:sp>
    </p:spTree>
    <p:extLst>
      <p:ext uri="{BB962C8B-B14F-4D97-AF65-F5344CB8AC3E}">
        <p14:creationId xmlns:p14="http://schemas.microsoft.com/office/powerpoint/2010/main" val="2523084536"/>
      </p:ext>
    </p:extLst>
  </p:cSld>
</p:sld>
</file>

<file path=ppt/slides/slide7.xml><?xml version="1.0" encoding="utf-8"?>
<p:sld xmlns:p="http://schemas.openxmlformats.org/presentationml/2006/main" show="0">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F7738C1-B9DE-1B24-6779-A74C663FB634}"/>
              </a:ext>
            </a:extLst>
          </p:cNvPr>
          <p:cNvSpPr>
            <a:spLocks xmlns:a="http://schemas.openxmlformats.org/drawingml/2006/main" noGrp="1"/>
          </p:cNvSpPr>
          <p:nvPr>
            <p:ph type="title" idx="0"/>
          </p:nvPr>
        </p:nvSpPr>
        <p:spPr>
          <a:xfrm xmlns:a="http://schemas.openxmlformats.org/drawingml/2006/main">
            <a:off x="637569" y="2124718"/>
            <a:ext cx="8158413" cy="1325563"/>
          </a:xfrm>
        </p:spPr>
        <p:txBody>
          <a:bodyPr xmlns:a="http://schemas.openxmlformats.org/drawingml/2006/main" wrap="none" anchor="ctr">
            <a:normAutofit fontScale="89350"/>
          </a:bodyPr>
          <a:lstStyle xmlns:a="http://schemas.openxmlformats.org/drawingml/2006/main"/>
          <a:p xmlns:a="http://schemas.openxmlformats.org/drawingml/2006/main">
            <a:r>
              <a:t>Challenge 1 – Suggested Solution</a:t>
            </a:r>
          </a:p>
        </p:txBody>
      </p:sp>
      <p:sp>
        <p:nvSpPr>
          <p:cNvPr id="3" name="Content Placeholder 2">
            <a:extLst xmlns:a="http://schemas.openxmlformats.org/drawingml/2006/main">
              <a:ext uri="{FF2B5EF4-FFF2-40B4-BE49-F238E27FC236}">
                <a16:creationId xmlns:a16="http://schemas.microsoft.com/office/drawing/2014/main" id="{2515C49B-A1AC-6748-BFEA-B8D33A33DBEF}"/>
              </a:ext>
            </a:extLst>
          </p:cNvPr>
          <p:cNvSpPr>
            <a:spLocks xmlns:a="http://schemas.openxmlformats.org/drawingml/2006/main" noGrp="1"/>
          </p:cNvSpPr>
          <p:nvPr>
            <p:ph idx="1"/>
          </p:nvPr>
        </p:nvSpPr>
        <p:spPr>
          <a:xfrm xmlns:a="http://schemas.openxmlformats.org/drawingml/2006/main">
            <a:off x="1294599" y="3405120"/>
            <a:ext cx="10149049" cy="2115403"/>
          </a:xfrm>
        </p:spPr>
        <p:txBody>
          <a:bodyPr xmlns:a="http://schemas.openxmlformats.org/drawingml/2006/main"/>
          <a:lstStyle xmlns:a="http://schemas.openxmlformats.org/drawingml/2006/main"/>
          <a:p xmlns:a="http://schemas.openxmlformats.org/drawingml/2006/main">
            <a:pPr marL="0" indent="0">
              <a:spcAft>
                <a:spcPts val="0"/>
              </a:spcAft>
              <a:buNone/>
            </a:pPr>
            <a:r>
              <a:rPr sz="2000">
                <a:solidFill>
                  <a:srgbClr val="080808"/>
                </a:solidFill>
                <a:latin typeface="JetBrains Mono"/>
                <a:ea typeface="JetBrains Mono"/>
                <a:cs typeface="JetBrains Mono"/>
              </a:rPr>
              <a:t>notes = []</a:t>
            </a:r>
          </a:p>
          <a:p xmlns:a="http://schemas.openxmlformats.org/drawingml/2006/main">
            <a:pPr marL="0" indent="0">
              <a:spcAft>
                <a:spcPts val="0"/>
              </a:spcAft>
              <a:buNone/>
            </a:pPr>
            <a:r>
              <a:rPr sz="2000">
                <a:solidFill>
                  <a:srgbClr val="1750EB"/>
                </a:solidFill>
                <a:latin typeface="JetBrains Mono"/>
                <a:ea typeface="JetBrains Mono"/>
                <a:cs typeface="JetBrains Mono"/>
              </a:rPr>
              <a:t>for</a:t>
            </a:r>
            <a:r>
              <a:rPr sz="2000">
                <a:solidFill>
                  <a:srgbClr val="080808"/>
                </a:solidFill>
                <a:latin typeface="JetBrains Mono"/>
                <a:ea typeface="JetBrains Mono"/>
                <a:cs typeface="JetBrains Mono"/>
              </a:rPr>
              <a:t> count </a:t>
            </a:r>
            <a:r>
              <a:rPr sz="2000">
                <a:solidFill>
                  <a:srgbClr val="1750EB"/>
                </a:solidFill>
                <a:latin typeface="JetBrains Mono"/>
                <a:ea typeface="JetBrains Mono"/>
                <a:cs typeface="JetBrains Mono"/>
              </a:rPr>
              <a:t>in</a:t>
            </a:r>
            <a:r>
              <a:rPr sz="2000">
                <a:solidFill>
                  <a:srgbClr val="080808"/>
                </a:solidFill>
                <a:latin typeface="JetBrains Mono"/>
                <a:ea typeface="JetBrains Mono"/>
                <a:cs typeface="JetBrains Mono"/>
              </a:rPr>
              <a:t> </a:t>
            </a:r>
            <a:r>
              <a:rPr sz="2000">
                <a:solidFill>
                  <a:srgbClr val="1750EB"/>
                </a:solidFill>
                <a:latin typeface="JetBrains Mono"/>
                <a:ea typeface="JetBrains Mono"/>
                <a:cs typeface="JetBrains Mono"/>
              </a:rPr>
              <a:t>range</a:t>
            </a:r>
            <a:r>
              <a:rPr sz="2000">
                <a:solidFill>
                  <a:srgbClr val="080808"/>
                </a:solidFill>
                <a:latin typeface="JetBrains Mono"/>
                <a:ea typeface="JetBrains Mono"/>
                <a:cs typeface="JetBrains Mono"/>
              </a:rPr>
              <a:t>(5):</a:t>
            </a:r>
          </a:p>
          <a:p xmlns:a="http://schemas.openxmlformats.org/drawingml/2006/main">
            <a:pPr marL="0" indent="0">
              <a:spcAft>
                <a:spcPts val="0"/>
              </a:spcAft>
              <a:buNone/>
            </a:pPr>
            <a:r>
              <a:rPr sz="2000">
                <a:solidFill>
                  <a:srgbClr val="080808"/>
                </a:solidFill>
                <a:latin typeface="JetBrains Mono"/>
                <a:ea typeface="JetBrains Mono"/>
                <a:cs typeface="JetBrains Mono"/>
              </a:rPr>
              <a:t>    note = </a:t>
            </a:r>
            <a:r>
              <a:rPr sz="2000">
                <a:solidFill>
                  <a:srgbClr val="1750EB"/>
                </a:solidFill>
                <a:latin typeface="JetBrains Mono"/>
                <a:ea typeface="JetBrains Mono"/>
                <a:cs typeface="JetBrains Mono"/>
              </a:rPr>
              <a:t>input</a:t>
            </a:r>
            <a:r>
              <a:rPr sz="2000">
                <a:solidFill>
                  <a:srgbClr val="080808"/>
                </a:solidFill>
                <a:latin typeface="JetBrains Mono"/>
                <a:ea typeface="JetBrains Mono"/>
                <a:cs typeface="JetBrains Mono"/>
              </a:rPr>
              <a:t>(</a:t>
            </a:r>
            <a:r>
              <a:rPr sz="2000">
                <a:solidFill>
                  <a:srgbClr val="067D17"/>
                </a:solidFill>
                <a:latin typeface="JetBrains Mono"/>
                <a:ea typeface="JetBrains Mono"/>
                <a:cs typeface="JetBrains Mono"/>
              </a:rPr>
              <a:t>"Enter a note: "</a:t>
            </a:r>
            <a:r>
              <a:rPr sz="2000">
                <a:solidFill>
                  <a:srgbClr val="080808"/>
                </a:solidFill>
                <a:latin typeface="JetBrains Mono"/>
                <a:ea typeface="JetBrains Mono"/>
                <a:cs typeface="JetBrains Mono"/>
              </a:rPr>
              <a:t>)</a:t>
            </a:r>
          </a:p>
          <a:p xmlns:a="http://schemas.openxmlformats.org/drawingml/2006/main">
            <a:pPr marL="0" indent="0">
              <a:spcAft>
                <a:spcPts val="0"/>
              </a:spcAft>
              <a:buNone/>
            </a:pPr>
            <a:r>
              <a:rPr sz="2000">
                <a:solidFill>
                  <a:srgbClr val="080808"/>
                </a:solidFill>
                <a:latin typeface="JetBrains Mono"/>
                <a:ea typeface="JetBrains Mono"/>
                <a:cs typeface="JetBrains Mono"/>
              </a:rPr>
              <a:t>    notes</a:t>
            </a:r>
            <a:r>
              <a:rPr sz="2000">
                <a:solidFill>
                  <a:srgbClr val="1750EB"/>
                </a:solidFill>
                <a:latin typeface="JetBrains Mono"/>
                <a:ea typeface="JetBrains Mono"/>
                <a:cs typeface="JetBrains Mono"/>
              </a:rPr>
              <a:t>.append</a:t>
            </a:r>
            <a:r>
              <a:rPr sz="2000">
                <a:solidFill>
                  <a:srgbClr val="080808"/>
                </a:solidFill>
                <a:latin typeface="JetBrains Mono"/>
                <a:ea typeface="JetBrains Mono"/>
                <a:cs typeface="JetBrains Mono"/>
              </a:rPr>
              <a:t>(note)</a:t>
            </a:r>
          </a:p>
          <a:p xmlns:a="http://schemas.openxmlformats.org/drawingml/2006/main">
            <a:pPr marL="0" indent="0">
              <a:spcAft>
                <a:spcPts val="0"/>
              </a:spcAft>
              <a:buNone/>
            </a:pPr>
            <a:r>
              <a:rPr sz="2000">
                <a:solidFill>
                  <a:srgbClr val="1750EB"/>
                </a:solidFill>
                <a:latin typeface="JetBrains Mono"/>
                <a:ea typeface="JetBrains Mono"/>
                <a:cs typeface="JetBrains Mono"/>
              </a:rPr>
              <a:t>print</a:t>
            </a:r>
            <a:r>
              <a:rPr sz="2000">
                <a:solidFill>
                  <a:srgbClr val="080808"/>
                </a:solidFill>
                <a:latin typeface="JetBrains Mono"/>
                <a:ea typeface="JetBrains Mono"/>
                <a:cs typeface="JetBrains Mono"/>
              </a:rPr>
              <a:t>(</a:t>
            </a:r>
            <a:r>
              <a:rPr sz="2000">
                <a:solidFill>
                  <a:srgbClr val="067D17"/>
                </a:solidFill>
                <a:latin typeface="JetBrains Mono"/>
                <a:ea typeface="JetBrains Mono"/>
                <a:cs typeface="JetBrains Mono"/>
              </a:rPr>
              <a:t>"Saved notes:"</a:t>
            </a:r>
            <a:r>
              <a:rPr sz="2000">
                <a:solidFill>
                  <a:srgbClr val="080808"/>
                </a:solidFill>
                <a:latin typeface="JetBrains Mono"/>
                <a:ea typeface="JetBrains Mono"/>
                <a:cs typeface="JetBrains Mono"/>
              </a:rPr>
              <a:t>)</a:t>
            </a:r>
          </a:p>
          <a:p xmlns:a="http://schemas.openxmlformats.org/drawingml/2006/main">
            <a:pPr marL="0" indent="0">
              <a:spcAft>
                <a:spcPts val="0"/>
              </a:spcAft>
              <a:buNone/>
            </a:pPr>
            <a:r>
              <a:rPr sz="2000">
                <a:solidFill>
                  <a:srgbClr val="1750EB"/>
                </a:solidFill>
                <a:latin typeface="JetBrains Mono"/>
                <a:ea typeface="JetBrains Mono"/>
                <a:cs typeface="JetBrains Mono"/>
              </a:rPr>
              <a:t>for</a:t>
            </a:r>
            <a:r>
              <a:rPr sz="2000">
                <a:solidFill>
                  <a:srgbClr val="080808"/>
                </a:solidFill>
                <a:latin typeface="JetBrains Mono"/>
                <a:ea typeface="JetBrains Mono"/>
                <a:cs typeface="JetBrains Mono"/>
              </a:rPr>
              <a:t> note </a:t>
            </a:r>
            <a:r>
              <a:rPr sz="2000">
                <a:solidFill>
                  <a:srgbClr val="1750EB"/>
                </a:solidFill>
                <a:latin typeface="JetBrains Mono"/>
                <a:ea typeface="JetBrains Mono"/>
                <a:cs typeface="JetBrains Mono"/>
              </a:rPr>
              <a:t>in</a:t>
            </a:r>
            <a:r>
              <a:rPr sz="2000">
                <a:solidFill>
                  <a:srgbClr val="080808"/>
                </a:solidFill>
                <a:latin typeface="JetBrains Mono"/>
                <a:ea typeface="JetBrains Mono"/>
                <a:cs typeface="JetBrains Mono"/>
              </a:rPr>
              <a:t> notes:</a:t>
            </a:r>
          </a:p>
          <a:p xmlns:a="http://schemas.openxmlformats.org/drawingml/2006/main">
            <a:pPr marL="0" indent="0">
              <a:spcAft>
                <a:spcPts val="0"/>
              </a:spcAft>
              <a:buNone/>
            </a:pPr>
            <a:r>
              <a:rPr sz="2000">
                <a:solidFill>
                  <a:srgbClr val="080808"/>
                </a:solidFill>
                <a:latin typeface="JetBrains Mono"/>
                <a:ea typeface="JetBrains Mono"/>
                <a:cs typeface="JetBrains Mono"/>
              </a:rPr>
              <a:t>    </a:t>
            </a:r>
            <a:r>
              <a:rPr sz="2000">
                <a:solidFill>
                  <a:srgbClr val="1750EB"/>
                </a:solidFill>
                <a:latin typeface="JetBrains Mono"/>
                <a:ea typeface="JetBrains Mono"/>
                <a:cs typeface="JetBrains Mono"/>
              </a:rPr>
              <a:t>print</a:t>
            </a:r>
            <a:r>
              <a:rPr sz="2000">
                <a:solidFill>
                  <a:srgbClr val="080808"/>
                </a:solidFill>
                <a:latin typeface="JetBrains Mono"/>
                <a:ea typeface="JetBrains Mono"/>
                <a:cs typeface="JetBrains Mono"/>
              </a:rPr>
              <a:t>(note)</a:t>
            </a:r>
          </a:p>
        </p:txBody>
      </p:sp>
      <p:sp>
        <p:nvSpPr>
          <p:cNvPr id="6" name="Rectangle 2">
            <a:extLst xmlns:a="http://schemas.openxmlformats.org/drawingml/2006/main">
              <a:ext uri="{FF2B5EF4-FFF2-40B4-BE49-F238E27FC236}">
                <a16:creationId xmlns:a16="http://schemas.microsoft.com/office/drawing/2014/main" id="{50DFEB36-D146-DE32-24CF-38059F53237E}"/>
              </a:ext>
            </a:extLst>
          </p:cNvPr>
          <p:cNvSpPr>
            <a:spLocks xmlns:a="http://schemas.openxmlformats.org/drawingml/2006/main" noGrp="1"/>
          </p:cNvSpPr>
          <p:nvPr/>
        </p:nvSpPr>
        <p:spPr>
          <a:xfrm xmlns:a="http://schemas.openxmlformats.org/drawingml/2006/main">
            <a:off x="0" y="43934"/>
            <a:ext cx="184731" cy="36933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pPr marL="0" marR="0" lvl="0" indent="0" algn="l" defTabSz="914400">
              <a:lnSpc>
                <a:spcPct val="100000"/>
              </a:lnSpc>
              <a:spcBef>
                <a:spcPct val="0"/>
              </a:spcBef>
              <a:spcAft>
                <a:spcPct val="0"/>
              </a:spcAft>
              <a:buClrTx/>
              <a:buSzTx/>
              <a:buFontTx/>
              <a:buNone/>
            </a:pPr>
          </a:p>
        </p:txBody>
      </p:sp>
      <p:sp>
        <p:nvSpPr>
          <p:cNvPr id="9" name="Slide Number Placeholder 8">
            <a:extLst xmlns:a="http://schemas.openxmlformats.org/drawingml/2006/main">
              <a:ext uri="{FF2B5EF4-FFF2-40B4-BE49-F238E27FC236}">
                <a16:creationId xmlns:a16="http://schemas.microsoft.com/office/drawing/2014/main" id="{57F051EF-1637-1DC1-48B2-1E7AD7EB8B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7</a:t>
            </a:fld>
          </a:p>
        </p:txBody>
      </p:sp>
    </p:spTree>
    <p:extLst>
      <p:ext uri="{BB962C8B-B14F-4D97-AF65-F5344CB8AC3E}">
        <p14:creationId xmlns:p14="http://schemas.microsoft.com/office/powerpoint/2010/main" val="218502657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6F32E09-610F-3EC3-B786-50BDF0372E6B}"/>
              </a:ext>
            </a:extLst>
          </p:cNvPr>
          <p:cNvSpPr>
            <a:spLocks xmlns:a="http://schemas.openxmlformats.org/drawingml/2006/main" noGrp="1"/>
          </p:cNvSpPr>
          <p:nvPr>
            <p:ph type="title" idx="0"/>
          </p:nvPr>
        </p:nvSpPr>
        <p:spPr>
          <a:xfrm xmlns:a="http://schemas.openxmlformats.org/drawingml/2006/main">
            <a:off x="637569" y="2124718"/>
            <a:ext cx="3832073" cy="1325563"/>
          </a:xfrm>
        </p:spPr>
        <p:txBody>
          <a:bodyPr xmlns:a="http://schemas.openxmlformats.org/drawingml/2006/main" wrap="none" anchor="ctr">
            <a:normAutofit fontScale="100000"/>
          </a:bodyPr>
          <a:lstStyle xmlns:a="http://schemas.openxmlformats.org/drawingml/2006/main"/>
          <a:p xmlns:a="http://schemas.openxmlformats.org/drawingml/2006/main">
            <a:r>
              <a:t>Challenge 2</a:t>
            </a:r>
          </a:p>
        </p:txBody>
      </p:sp>
      <p:sp>
        <p:nvSpPr>
          <p:cNvPr id="3" name="Content Placeholder 2">
            <a:extLst xmlns:a="http://schemas.openxmlformats.org/drawingml/2006/main">
              <a:ext uri="{FF2B5EF4-FFF2-40B4-BE49-F238E27FC236}">
                <a16:creationId xmlns:a16="http://schemas.microsoft.com/office/drawing/2014/main" id="{59C6027A-1FB5-B72A-C3EC-60CC3C954B38}"/>
              </a:ext>
            </a:extLst>
          </p:cNvPr>
          <p:cNvSpPr>
            <a:spLocks xmlns:a="http://schemas.openxmlformats.org/drawingml/2006/main" noGrp="1"/>
          </p:cNvSpPr>
          <p:nvPr>
            <p:ph idx="1"/>
          </p:nvPr>
        </p:nvSpPr>
        <p:spPr>
          <a:xfrm xmlns:a="http://schemas.openxmlformats.org/drawingml/2006/main">
            <a:off x="1294599" y="3405120"/>
            <a:ext cx="7425519" cy="2115403"/>
          </a:xfrm>
        </p:spPr>
        <p:txBody>
          <a:bodyPr xmlns:a="http://schemas.openxmlformats.org/drawingml/2006/main">
            <a:normAutofit fontScale="100000"/>
          </a:bodyPr>
          <a:lstStyle xmlns:a="http://schemas.openxmlformats.org/drawingml/2006/main"/>
          <a:p xmlns:a="http://schemas.openxmlformats.org/drawingml/2006/main">
            <a:pPr marL="0" marR="0" indent="0">
              <a:lnSpc>
                <a:spcPct val="115000"/>
              </a:lnSpc>
              <a:spcBef>
                <a:spcPts val="0"/>
              </a:spcBef>
              <a:spcAft>
                <a:spcPts val="800"/>
              </a:spcAft>
              <a:buNone/>
            </a:pPr>
            <a:r>
              <a:rPr sz="1800">
                <a:solidFill>
                  <a:srgbClr val="080808"/>
                </a:solidFill>
                <a:latin typeface="Calibri"/>
                <a:ea typeface="Calibri"/>
                <a:cs typeface="Calibri"/>
              </a:rPr>
              <a:t>Replace the fixed input loop with a condition-controlled loop. Keep asking for a note until stop is entered; do not append or display the sentinel stop.</a:t>
            </a:r>
          </a:p>
        </p:txBody>
      </p:sp>
      <p:sp>
        <p:nvSpPr>
          <p:cNvPr id="7" name="Slide Number Placeholder 6">
            <a:extLst xmlns:a="http://schemas.openxmlformats.org/drawingml/2006/main">
              <a:ext uri="{FF2B5EF4-FFF2-40B4-BE49-F238E27FC236}">
                <a16:creationId xmlns:a16="http://schemas.microsoft.com/office/drawing/2014/main" id="{70D6E3A5-7CB1-FEBE-DD06-6569C8628B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8</a:t>
            </a:fld>
          </a:p>
        </p:txBody>
      </p:sp>
      <p:sp>
        <p:nvSpPr>
          <p:cNvPr id="8" name="TextBox 7">
            <a:extLst xmlns:a="http://schemas.openxmlformats.org/drawingml/2006/main">
              <a:ext uri="{FF2B5EF4-FFF2-40B4-BE49-F238E27FC236}">
                <a16:creationId xmlns:a16="http://schemas.microsoft.com/office/drawing/2014/main" id="{A196B955-0246-808C-A71A-D2BB9AF5434B}"/>
              </a:ext>
            </a:extLst>
          </p:cNvPr>
          <p:cNvSpPr>
            <a:spLocks xmlns:a="http://schemas.openxmlformats.org/drawingml/2006/main" noGrp="1"/>
          </p:cNvSpPr>
          <p:nvPr/>
        </p:nvSpPr>
        <p:spPr>
          <a:xfrm xmlns:a="http://schemas.openxmlformats.org/drawingml/2006/main">
            <a:off x="7224964" y="46401"/>
            <a:ext cx="1431757"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t>Starter Code:</a:t>
            </a:r>
          </a:p>
        </p:txBody>
      </p:sp>
      <p:sp>
        <p:nvSpPr>
          <p:cNvPr id="9" name="Rectangle 1">
            <a:extLst xmlns:a="http://schemas.openxmlformats.org/drawingml/2006/main">
              <a:ext uri="{FF2B5EF4-FFF2-40B4-BE49-F238E27FC236}">
                <a16:creationId xmlns:a16="http://schemas.microsoft.com/office/drawing/2014/main" id="{5EBE2FD6-88DA-C59D-A3CB-7D8ADC682B22}"/>
              </a:ext>
            </a:extLst>
          </p:cNvPr>
          <p:cNvSpPr>
            <a:spLocks xmlns:a="http://schemas.openxmlformats.org/drawingml/2006/main" noGrp="1"/>
          </p:cNvSpPr>
          <p:nvPr/>
        </p:nvSpPr>
        <p:spPr>
          <a:xfrm xmlns:a="http://schemas.openxmlformats.org/drawingml/2006/main">
            <a:off x="7527429" y="354178"/>
            <a:ext cx="4672118" cy="830997"/>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vert="horz" wrap="square" lIns="91440" tIns="45720" rIns="91440" bIns="45720" anchor="t">
            <a:normAutofit fontScale="100000"/>
          </a:bodyPr>
          <a:lstStyle xmlns:a="http://schemas.openxmlformats.org/drawingml/2006/main">
            <a:lvl1pPr marL="228600" indent="-228600" algn="l" defTabSz="914400">
              <a:lnSpc>
                <a:spcPct val="90000"/>
              </a:lnSpc>
              <a:spcBef>
                <a:spcPts val="1000"/>
              </a:spcBef>
              <a:buFont typeface="Arial"/>
              <a:buChar char="•"/>
              <a:defRPr sz="20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18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6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4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4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spcAft>
                <a:spcPts val="0"/>
              </a:spcAft>
              <a:buNone/>
            </a:pPr>
            <a:r>
              <a:rPr sz="1600">
                <a:solidFill>
                  <a:srgbClr val="080808"/>
                </a:solidFill>
                <a:latin typeface="JetBrains Mono"/>
                <a:ea typeface="JetBrains Mono"/>
                <a:cs typeface="JetBrains Mono"/>
              </a:rPr>
              <a:t>notes = []</a:t>
            </a:r>
          </a:p>
          <a:p xmlns:a="http://schemas.openxmlformats.org/drawingml/2006/main">
            <a:pPr marL="0" indent="0">
              <a:spcAft>
                <a:spcPts val="0"/>
              </a:spcAft>
              <a:buNone/>
            </a:pPr>
            <a:r>
              <a:rPr sz="1600">
                <a:solidFill>
                  <a:srgbClr val="1750EB"/>
                </a:solidFill>
                <a:latin typeface="JetBrains Mono"/>
                <a:ea typeface="JetBrains Mono"/>
                <a:cs typeface="JetBrains Mono"/>
              </a:rPr>
              <a:t>for</a:t>
            </a:r>
            <a:r>
              <a:rPr sz="1600">
                <a:solidFill>
                  <a:srgbClr val="080808"/>
                </a:solidFill>
                <a:latin typeface="JetBrains Mono"/>
                <a:ea typeface="JetBrains Mono"/>
                <a:cs typeface="JetBrains Mono"/>
              </a:rPr>
              <a:t> count </a:t>
            </a:r>
            <a:r>
              <a:rPr sz="1600">
                <a:solidFill>
                  <a:srgbClr val="1750EB"/>
                </a:solidFill>
                <a:latin typeface="JetBrains Mono"/>
                <a:ea typeface="JetBrains Mono"/>
                <a:cs typeface="JetBrains Mono"/>
              </a:rPr>
              <a:t>in</a:t>
            </a:r>
            <a:r>
              <a:rPr sz="1600">
                <a:solidFill>
                  <a:srgbClr val="080808"/>
                </a:solidFill>
                <a:latin typeface="JetBrains Mono"/>
                <a:ea typeface="JetBrains Mono"/>
                <a:cs typeface="JetBrains Mono"/>
              </a:rPr>
              <a:t> </a:t>
            </a:r>
            <a:r>
              <a:rPr sz="1600">
                <a:solidFill>
                  <a:srgbClr val="1750EB"/>
                </a:solidFill>
                <a:latin typeface="JetBrains Mono"/>
                <a:ea typeface="JetBrains Mono"/>
                <a:cs typeface="JetBrains Mono"/>
              </a:rPr>
              <a:t>range</a:t>
            </a:r>
            <a:r>
              <a:rPr sz="1600">
                <a:solidFill>
                  <a:srgbClr val="080808"/>
                </a:solidFill>
                <a:latin typeface="JetBrains Mono"/>
                <a:ea typeface="JetBrains Mono"/>
                <a:cs typeface="JetBrains Mono"/>
              </a:rPr>
              <a:t>(3):</a:t>
            </a:r>
          </a:p>
          <a:p xmlns:a="http://schemas.openxmlformats.org/drawingml/2006/main">
            <a:pPr marL="0" indent="0">
              <a:spcAft>
                <a:spcPts val="0"/>
              </a:spcAft>
              <a:buNone/>
            </a:pPr>
            <a:r>
              <a:rPr sz="1600">
                <a:solidFill>
                  <a:srgbClr val="080808"/>
                </a:solidFill>
                <a:latin typeface="JetBrains Mono"/>
                <a:ea typeface="JetBrains Mono"/>
                <a:cs typeface="JetBrains Mono"/>
              </a:rPr>
              <a:t>    note = </a:t>
            </a:r>
            <a:r>
              <a:rPr sz="1600">
                <a:solidFill>
                  <a:srgbClr val="1750EB"/>
                </a:solidFill>
                <a:latin typeface="JetBrains Mono"/>
                <a:ea typeface="JetBrains Mono"/>
                <a:cs typeface="JetBrains Mono"/>
              </a:rPr>
              <a:t>input</a:t>
            </a:r>
            <a:r>
              <a:rPr sz="1600">
                <a:solidFill>
                  <a:srgbClr val="080808"/>
                </a:solidFill>
                <a:latin typeface="JetBrains Mono"/>
                <a:ea typeface="JetBrains Mono"/>
                <a:cs typeface="JetBrains Mono"/>
              </a:rPr>
              <a:t>(</a:t>
            </a:r>
            <a:r>
              <a:rPr sz="1600">
                <a:solidFill>
                  <a:srgbClr val="067D17"/>
                </a:solidFill>
                <a:latin typeface="JetBrains Mono"/>
                <a:ea typeface="JetBrains Mono"/>
                <a:cs typeface="JetBrains Mono"/>
              </a:rPr>
              <a:t>"Enter a note: "</a:t>
            </a:r>
            <a:r>
              <a:rPr sz="1600">
                <a:solidFill>
                  <a:srgbClr val="080808"/>
                </a:solidFill>
                <a:latin typeface="JetBrains Mono"/>
                <a:ea typeface="JetBrains Mono"/>
                <a:cs typeface="JetBrains Mono"/>
              </a:rPr>
              <a:t>)</a:t>
            </a:r>
          </a:p>
          <a:p xmlns:a="http://schemas.openxmlformats.org/drawingml/2006/main">
            <a:pPr marL="0" indent="0">
              <a:spcAft>
                <a:spcPts val="0"/>
              </a:spcAft>
              <a:buNone/>
            </a:pPr>
            <a:r>
              <a:rPr sz="1600">
                <a:solidFill>
                  <a:srgbClr val="080808"/>
                </a:solidFill>
                <a:latin typeface="JetBrains Mono"/>
                <a:ea typeface="JetBrains Mono"/>
                <a:cs typeface="JetBrains Mono"/>
              </a:rPr>
              <a:t>    notes</a:t>
            </a:r>
            <a:r>
              <a:rPr sz="1600">
                <a:solidFill>
                  <a:srgbClr val="1750EB"/>
                </a:solidFill>
                <a:latin typeface="JetBrains Mono"/>
                <a:ea typeface="JetBrains Mono"/>
                <a:cs typeface="JetBrains Mono"/>
              </a:rPr>
              <a:t>.append</a:t>
            </a:r>
            <a:r>
              <a:rPr sz="1600">
                <a:solidFill>
                  <a:srgbClr val="080808"/>
                </a:solidFill>
                <a:latin typeface="JetBrains Mono"/>
                <a:ea typeface="JetBrains Mono"/>
                <a:cs typeface="JetBrains Mono"/>
              </a:rPr>
              <a:t>(note)</a:t>
            </a:r>
          </a:p>
          <a:p xmlns:a="http://schemas.openxmlformats.org/drawingml/2006/main">
            <a:pPr marL="0" indent="0">
              <a:spcAft>
                <a:spcPts val="0"/>
              </a:spcAft>
              <a:buNone/>
            </a:pPr>
            <a:r>
              <a:rPr sz="1600">
                <a:solidFill>
                  <a:srgbClr val="1750EB"/>
                </a:solidFill>
                <a:latin typeface="JetBrains Mono"/>
                <a:ea typeface="JetBrains Mono"/>
                <a:cs typeface="JetBrains Mono"/>
              </a:rPr>
              <a:t>print</a:t>
            </a:r>
            <a:r>
              <a:rPr sz="1600">
                <a:solidFill>
                  <a:srgbClr val="080808"/>
                </a:solidFill>
                <a:latin typeface="JetBrains Mono"/>
                <a:ea typeface="JetBrains Mono"/>
                <a:cs typeface="JetBrains Mono"/>
              </a:rPr>
              <a:t>(</a:t>
            </a:r>
            <a:r>
              <a:rPr sz="1600">
                <a:solidFill>
                  <a:srgbClr val="067D17"/>
                </a:solidFill>
                <a:latin typeface="JetBrains Mono"/>
                <a:ea typeface="JetBrains Mono"/>
                <a:cs typeface="JetBrains Mono"/>
              </a:rPr>
              <a:t>"Saved notes:"</a:t>
            </a:r>
            <a:r>
              <a:rPr sz="1600">
                <a:solidFill>
                  <a:srgbClr val="080808"/>
                </a:solidFill>
                <a:latin typeface="JetBrains Mono"/>
                <a:ea typeface="JetBrains Mono"/>
                <a:cs typeface="JetBrains Mono"/>
              </a:rPr>
              <a:t>)</a:t>
            </a:r>
          </a:p>
          <a:p xmlns:a="http://schemas.openxmlformats.org/drawingml/2006/main">
            <a:pPr marL="0" indent="0">
              <a:spcAft>
                <a:spcPts val="0"/>
              </a:spcAft>
              <a:buNone/>
            </a:pPr>
            <a:r>
              <a:rPr sz="1600">
                <a:solidFill>
                  <a:srgbClr val="1750EB"/>
                </a:solidFill>
                <a:latin typeface="JetBrains Mono"/>
                <a:ea typeface="JetBrains Mono"/>
                <a:cs typeface="JetBrains Mono"/>
              </a:rPr>
              <a:t>for</a:t>
            </a:r>
            <a:r>
              <a:rPr sz="1600">
                <a:solidFill>
                  <a:srgbClr val="080808"/>
                </a:solidFill>
                <a:latin typeface="JetBrains Mono"/>
                <a:ea typeface="JetBrains Mono"/>
                <a:cs typeface="JetBrains Mono"/>
              </a:rPr>
              <a:t> note </a:t>
            </a:r>
            <a:r>
              <a:rPr sz="1600">
                <a:solidFill>
                  <a:srgbClr val="1750EB"/>
                </a:solidFill>
                <a:latin typeface="JetBrains Mono"/>
                <a:ea typeface="JetBrains Mono"/>
                <a:cs typeface="JetBrains Mono"/>
              </a:rPr>
              <a:t>in</a:t>
            </a:r>
            <a:r>
              <a:rPr sz="1600">
                <a:solidFill>
                  <a:srgbClr val="080808"/>
                </a:solidFill>
                <a:latin typeface="JetBrains Mono"/>
                <a:ea typeface="JetBrains Mono"/>
                <a:cs typeface="JetBrains Mono"/>
              </a:rPr>
              <a:t> notes:</a:t>
            </a:r>
          </a:p>
          <a:p xmlns:a="http://schemas.openxmlformats.org/drawingml/2006/main">
            <a:pPr marL="0" indent="0">
              <a:spcAft>
                <a:spcPts val="0"/>
              </a:spcAft>
              <a:buNone/>
            </a:pPr>
            <a:r>
              <a:rPr sz="1600">
                <a:solidFill>
                  <a:srgbClr val="080808"/>
                </a:solidFill>
                <a:latin typeface="JetBrains Mono"/>
                <a:ea typeface="JetBrains Mono"/>
                <a:cs typeface="JetBrains Mono"/>
              </a:rPr>
              <a:t>    </a:t>
            </a:r>
            <a:r>
              <a:rPr sz="1600">
                <a:solidFill>
                  <a:srgbClr val="1750EB"/>
                </a:solidFill>
                <a:latin typeface="JetBrains Mono"/>
                <a:ea typeface="JetBrains Mono"/>
                <a:cs typeface="JetBrains Mono"/>
              </a:rPr>
              <a:t>print</a:t>
            </a:r>
            <a:r>
              <a:rPr sz="1600">
                <a:solidFill>
                  <a:srgbClr val="080808"/>
                </a:solidFill>
                <a:latin typeface="JetBrains Mono"/>
                <a:ea typeface="JetBrains Mono"/>
                <a:cs typeface="JetBrains Mono"/>
              </a:rPr>
              <a:t>(note)</a:t>
            </a:r>
          </a:p>
        </p:txBody>
      </p:sp>
    </p:spTree>
    <p:extLst>
      <p:ext uri="{BB962C8B-B14F-4D97-AF65-F5344CB8AC3E}">
        <p14:creationId xmlns:p14="http://schemas.microsoft.com/office/powerpoint/2010/main" val="1307315574"/>
      </p:ext>
    </p:extLst>
  </p:cSld>
</p:sld>
</file>

<file path=ppt/slides/slide9.xml><?xml version="1.0" encoding="utf-8"?>
<p:sld xmlns:p="http://schemas.openxmlformats.org/presentationml/2006/main" show="0">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B6D2072-280C-E38C-1B68-5A2159F9FBFB}"/>
              </a:ext>
            </a:extLst>
          </p:cNvPr>
          <p:cNvSpPr>
            <a:spLocks xmlns:a="http://schemas.openxmlformats.org/drawingml/2006/main" noGrp="1"/>
          </p:cNvSpPr>
          <p:nvPr>
            <p:ph type="title" idx="0"/>
          </p:nvPr>
        </p:nvSpPr>
        <p:spPr>
          <a:xfrm xmlns:a="http://schemas.openxmlformats.org/drawingml/2006/main">
            <a:off x="637569" y="2124718"/>
            <a:ext cx="10014509" cy="1325563"/>
          </a:xfrm>
        </p:spPr>
        <p:txBody>
          <a:bodyPr xmlns:a="http://schemas.openxmlformats.org/drawingml/2006/main" wrap="none" anchor="ctr">
            <a:normAutofit fontScale="100000"/>
          </a:bodyPr>
          <a:lstStyle xmlns:a="http://schemas.openxmlformats.org/drawingml/2006/main"/>
          <a:p xmlns:a="http://schemas.openxmlformats.org/drawingml/2006/main">
            <a:r>
              <a:t>Challenge 2 – Suggested Solution</a:t>
            </a:r>
          </a:p>
        </p:txBody>
      </p:sp>
      <p:sp>
        <p:nvSpPr>
          <p:cNvPr id="6" name="Rectangle 2">
            <a:extLst xmlns:a="http://schemas.openxmlformats.org/drawingml/2006/main">
              <a:ext uri="{FF2B5EF4-FFF2-40B4-BE49-F238E27FC236}">
                <a16:creationId xmlns:a16="http://schemas.microsoft.com/office/drawing/2014/main" id="{76A35D07-9BAE-C1B2-470D-4A56C88221A9}"/>
              </a:ext>
            </a:extLst>
          </p:cNvPr>
          <p:cNvSpPr>
            <a:spLocks xmlns:a="http://schemas.openxmlformats.org/drawingml/2006/main" noGrp="1"/>
          </p:cNvSpPr>
          <p:nvPr>
            <p:ph idx="1"/>
          </p:nvPr>
        </p:nvSpPr>
        <p:spPr>
          <a:xfrm xmlns:a="http://schemas.openxmlformats.org/drawingml/2006/main">
            <a:off x="1293813" y="3508493"/>
            <a:ext cx="8032968" cy="1631216"/>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pPr marL="0" indent="0">
              <a:spcAft>
                <a:spcPts val="0"/>
              </a:spcAft>
              <a:buNone/>
            </a:pPr>
            <a:r>
              <a:rPr sz="2000">
                <a:solidFill>
                  <a:srgbClr val="080808"/>
                </a:solidFill>
                <a:latin typeface="JetBrains Mono"/>
                <a:ea typeface="JetBrains Mono"/>
                <a:cs typeface="JetBrains Mono"/>
              </a:rPr>
              <a:t> </a:t>
            </a:r>
          </a:p>
          <a:p xmlns:a="http://schemas.openxmlformats.org/drawingml/2006/main">
            <a:pPr marL="0" indent="0">
              <a:spcAft>
                <a:spcPts val="0"/>
              </a:spcAft>
              <a:buNone/>
            </a:pPr>
            <a:r>
              <a:rPr sz="2000">
                <a:solidFill>
                  <a:srgbClr val="080808"/>
                </a:solidFill>
                <a:latin typeface="JetBrains Mono"/>
                <a:ea typeface="JetBrains Mono"/>
                <a:cs typeface="JetBrains Mono"/>
              </a:rPr>
              <a:t> </a:t>
            </a:r>
          </a:p>
          <a:p xmlns:a="http://schemas.openxmlformats.org/drawingml/2006/main">
            <a:pPr marL="0" indent="0">
              <a:spcAft>
                <a:spcPts val="0"/>
              </a:spcAft>
              <a:buNone/>
            </a:pPr>
            <a:r>
              <a:rPr sz="2000">
                <a:solidFill>
                  <a:srgbClr val="080808"/>
                </a:solidFill>
                <a:latin typeface="JetBrains Mono"/>
                <a:ea typeface="JetBrains Mono"/>
                <a:cs typeface="JetBrains Mono"/>
              </a:rPr>
              <a:t> </a:t>
            </a:r>
          </a:p>
          <a:p xmlns:a="http://schemas.openxmlformats.org/drawingml/2006/main">
            <a:pPr marL="0" indent="0">
              <a:spcAft>
                <a:spcPts val="0"/>
              </a:spcAft>
              <a:buNone/>
            </a:pPr>
            <a:r>
              <a:rPr sz="2000">
                <a:solidFill>
                  <a:srgbClr val="080808"/>
                </a:solidFill>
                <a:latin typeface="JetBrains Mono"/>
                <a:ea typeface="JetBrains Mono"/>
                <a:cs typeface="JetBrains Mono"/>
              </a:rPr>
              <a:t>notes = []</a:t>
            </a:r>
          </a:p>
          <a:p xmlns:a="http://schemas.openxmlformats.org/drawingml/2006/main">
            <a:pPr marL="0" indent="0">
              <a:spcAft>
                <a:spcPts val="0"/>
              </a:spcAft>
              <a:buNone/>
            </a:pPr>
            <a:r>
              <a:rPr sz="2000">
                <a:solidFill>
                  <a:srgbClr val="080808"/>
                </a:solidFill>
                <a:latin typeface="JetBrains Mono"/>
                <a:ea typeface="JetBrains Mono"/>
                <a:cs typeface="JetBrains Mono"/>
              </a:rPr>
              <a:t>note = </a:t>
            </a:r>
            <a:r>
              <a:rPr sz="2000">
                <a:solidFill>
                  <a:srgbClr val="1750EB"/>
                </a:solidFill>
                <a:latin typeface="JetBrains Mono"/>
                <a:ea typeface="JetBrains Mono"/>
                <a:cs typeface="JetBrains Mono"/>
              </a:rPr>
              <a:t>input</a:t>
            </a:r>
            <a:r>
              <a:rPr sz="2000">
                <a:solidFill>
                  <a:srgbClr val="080808"/>
                </a:solidFill>
                <a:latin typeface="JetBrains Mono"/>
                <a:ea typeface="JetBrains Mono"/>
                <a:cs typeface="JetBrains Mono"/>
              </a:rPr>
              <a:t>(</a:t>
            </a:r>
            <a:r>
              <a:rPr sz="2000">
                <a:solidFill>
                  <a:srgbClr val="067D17"/>
                </a:solidFill>
                <a:latin typeface="JetBrains Mono"/>
                <a:ea typeface="JetBrains Mono"/>
                <a:cs typeface="JetBrains Mono"/>
              </a:rPr>
              <a:t>"Enter a note, or stop: "</a:t>
            </a:r>
            <a:r>
              <a:rPr sz="2000">
                <a:solidFill>
                  <a:srgbClr val="080808"/>
                </a:solidFill>
                <a:latin typeface="JetBrains Mono"/>
                <a:ea typeface="JetBrains Mono"/>
                <a:cs typeface="JetBrains Mono"/>
              </a:rPr>
              <a:t>)</a:t>
            </a:r>
          </a:p>
          <a:p xmlns:a="http://schemas.openxmlformats.org/drawingml/2006/main">
            <a:pPr marL="0" indent="0">
              <a:spcAft>
                <a:spcPts val="0"/>
              </a:spcAft>
              <a:buNone/>
            </a:pPr>
            <a:r>
              <a:rPr sz="2000">
                <a:solidFill>
                  <a:srgbClr val="1750EB"/>
                </a:solidFill>
                <a:latin typeface="JetBrains Mono"/>
                <a:ea typeface="JetBrains Mono"/>
                <a:cs typeface="JetBrains Mono"/>
              </a:rPr>
              <a:t>while</a:t>
            </a:r>
            <a:r>
              <a:rPr sz="2000">
                <a:solidFill>
                  <a:srgbClr val="080808"/>
                </a:solidFill>
                <a:latin typeface="JetBrains Mono"/>
                <a:ea typeface="JetBrains Mono"/>
                <a:cs typeface="JetBrains Mono"/>
              </a:rPr>
              <a:t> note </a:t>
            </a:r>
            <a:r>
              <a:rPr sz="2000">
                <a:solidFill>
                  <a:srgbClr val="080808"/>
                </a:solidFill>
                <a:latin typeface="Consolas"/>
                <a:ea typeface="Consolas"/>
                <a:cs typeface="Consolas"/>
              </a:rPr>
              <a:t>!=</a:t>
            </a:r>
            <a:r>
              <a:rPr sz="2000">
                <a:solidFill>
                  <a:srgbClr val="080808"/>
                </a:solidFill>
                <a:latin typeface="JetBrains Mono"/>
                <a:ea typeface="JetBrains Mono"/>
                <a:cs typeface="JetBrains Mono"/>
              </a:rPr>
              <a:t> </a:t>
            </a:r>
            <a:r>
              <a:rPr sz="2000">
                <a:solidFill>
                  <a:srgbClr val="067D17"/>
                </a:solidFill>
                <a:latin typeface="JetBrains Mono"/>
                <a:ea typeface="JetBrains Mono"/>
                <a:cs typeface="JetBrains Mono"/>
              </a:rPr>
              <a:t>"stop"</a:t>
            </a:r>
            <a:r>
              <a:rPr sz="2000">
                <a:solidFill>
                  <a:srgbClr val="080808"/>
                </a:solidFill>
                <a:latin typeface="JetBrains Mono"/>
                <a:ea typeface="JetBrains Mono"/>
                <a:cs typeface="JetBrains Mono"/>
              </a:rPr>
              <a:t>:</a:t>
            </a:r>
          </a:p>
          <a:p xmlns:a="http://schemas.openxmlformats.org/drawingml/2006/main">
            <a:pPr marL="0" indent="0">
              <a:spcAft>
                <a:spcPts val="0"/>
              </a:spcAft>
              <a:buNone/>
            </a:pPr>
            <a:r>
              <a:rPr sz="2000">
                <a:solidFill>
                  <a:srgbClr val="080808"/>
                </a:solidFill>
                <a:latin typeface="JetBrains Mono"/>
                <a:ea typeface="JetBrains Mono"/>
                <a:cs typeface="JetBrains Mono"/>
              </a:rPr>
              <a:t>    notes</a:t>
            </a:r>
            <a:r>
              <a:rPr sz="2000">
                <a:solidFill>
                  <a:srgbClr val="1750EB"/>
                </a:solidFill>
                <a:latin typeface="JetBrains Mono"/>
                <a:ea typeface="JetBrains Mono"/>
                <a:cs typeface="JetBrains Mono"/>
              </a:rPr>
              <a:t>.append</a:t>
            </a:r>
            <a:r>
              <a:rPr sz="2000">
                <a:solidFill>
                  <a:srgbClr val="080808"/>
                </a:solidFill>
                <a:latin typeface="JetBrains Mono"/>
                <a:ea typeface="JetBrains Mono"/>
                <a:cs typeface="JetBrains Mono"/>
              </a:rPr>
              <a:t>(note)</a:t>
            </a:r>
          </a:p>
          <a:p xmlns:a="http://schemas.openxmlformats.org/drawingml/2006/main">
            <a:pPr marL="0" indent="0">
              <a:spcAft>
                <a:spcPts val="0"/>
              </a:spcAft>
              <a:buNone/>
            </a:pPr>
            <a:r>
              <a:rPr sz="2000">
                <a:solidFill>
                  <a:srgbClr val="080808"/>
                </a:solidFill>
                <a:latin typeface="JetBrains Mono"/>
                <a:ea typeface="JetBrains Mono"/>
                <a:cs typeface="JetBrains Mono"/>
              </a:rPr>
              <a:t>    note = </a:t>
            </a:r>
            <a:r>
              <a:rPr sz="2000">
                <a:solidFill>
                  <a:srgbClr val="1750EB"/>
                </a:solidFill>
                <a:latin typeface="JetBrains Mono"/>
                <a:ea typeface="JetBrains Mono"/>
                <a:cs typeface="JetBrains Mono"/>
              </a:rPr>
              <a:t>input</a:t>
            </a:r>
            <a:r>
              <a:rPr sz="2000">
                <a:solidFill>
                  <a:srgbClr val="080808"/>
                </a:solidFill>
                <a:latin typeface="JetBrains Mono"/>
                <a:ea typeface="JetBrains Mono"/>
                <a:cs typeface="JetBrains Mono"/>
              </a:rPr>
              <a:t>(</a:t>
            </a:r>
            <a:r>
              <a:rPr sz="2000">
                <a:solidFill>
                  <a:srgbClr val="067D17"/>
                </a:solidFill>
                <a:latin typeface="JetBrains Mono"/>
                <a:ea typeface="JetBrains Mono"/>
                <a:cs typeface="JetBrains Mono"/>
              </a:rPr>
              <a:t>"Enter a note, or stop: "</a:t>
            </a:r>
            <a:r>
              <a:rPr sz="2000">
                <a:solidFill>
                  <a:srgbClr val="080808"/>
                </a:solidFill>
                <a:latin typeface="JetBrains Mono"/>
                <a:ea typeface="JetBrains Mono"/>
                <a:cs typeface="JetBrains Mono"/>
              </a:rPr>
              <a:t>)</a:t>
            </a:r>
          </a:p>
          <a:p xmlns:a="http://schemas.openxmlformats.org/drawingml/2006/main">
            <a:pPr marL="0" indent="0">
              <a:spcAft>
                <a:spcPts val="0"/>
              </a:spcAft>
              <a:buNone/>
            </a:pPr>
            <a:r>
              <a:rPr sz="2000">
                <a:solidFill>
                  <a:srgbClr val="1750EB"/>
                </a:solidFill>
                <a:latin typeface="JetBrains Mono"/>
                <a:ea typeface="JetBrains Mono"/>
                <a:cs typeface="JetBrains Mono"/>
              </a:rPr>
              <a:t>print</a:t>
            </a:r>
            <a:r>
              <a:rPr sz="2000">
                <a:solidFill>
                  <a:srgbClr val="080808"/>
                </a:solidFill>
                <a:latin typeface="JetBrains Mono"/>
                <a:ea typeface="JetBrains Mono"/>
                <a:cs typeface="JetBrains Mono"/>
              </a:rPr>
              <a:t>(</a:t>
            </a:r>
            <a:r>
              <a:rPr sz="2000">
                <a:solidFill>
                  <a:srgbClr val="067D17"/>
                </a:solidFill>
                <a:latin typeface="JetBrains Mono"/>
                <a:ea typeface="JetBrains Mono"/>
                <a:cs typeface="JetBrains Mono"/>
              </a:rPr>
              <a:t>"Saved notes:"</a:t>
            </a:r>
            <a:r>
              <a:rPr sz="2000">
                <a:solidFill>
                  <a:srgbClr val="080808"/>
                </a:solidFill>
                <a:latin typeface="JetBrains Mono"/>
                <a:ea typeface="JetBrains Mono"/>
                <a:cs typeface="JetBrains Mono"/>
              </a:rPr>
              <a:t>)</a:t>
            </a:r>
          </a:p>
          <a:p xmlns:a="http://schemas.openxmlformats.org/drawingml/2006/main">
            <a:pPr marL="0" indent="0">
              <a:spcAft>
                <a:spcPts val="0"/>
              </a:spcAft>
              <a:buNone/>
            </a:pPr>
            <a:r>
              <a:rPr sz="2000">
                <a:solidFill>
                  <a:srgbClr val="1750EB"/>
                </a:solidFill>
                <a:latin typeface="JetBrains Mono"/>
                <a:ea typeface="JetBrains Mono"/>
                <a:cs typeface="JetBrains Mono"/>
              </a:rPr>
              <a:t>for</a:t>
            </a:r>
            <a:r>
              <a:rPr sz="2000">
                <a:solidFill>
                  <a:srgbClr val="080808"/>
                </a:solidFill>
                <a:latin typeface="JetBrains Mono"/>
                <a:ea typeface="JetBrains Mono"/>
                <a:cs typeface="JetBrains Mono"/>
              </a:rPr>
              <a:t> saved_note </a:t>
            </a:r>
            <a:r>
              <a:rPr sz="2000">
                <a:solidFill>
                  <a:srgbClr val="1750EB"/>
                </a:solidFill>
                <a:latin typeface="JetBrains Mono"/>
                <a:ea typeface="JetBrains Mono"/>
                <a:cs typeface="JetBrains Mono"/>
              </a:rPr>
              <a:t>in</a:t>
            </a:r>
            <a:r>
              <a:rPr sz="2000">
                <a:solidFill>
                  <a:srgbClr val="080808"/>
                </a:solidFill>
                <a:latin typeface="JetBrains Mono"/>
                <a:ea typeface="JetBrains Mono"/>
                <a:cs typeface="JetBrains Mono"/>
              </a:rPr>
              <a:t> notes:</a:t>
            </a:r>
          </a:p>
          <a:p xmlns:a="http://schemas.openxmlformats.org/drawingml/2006/main">
            <a:pPr marL="0" indent="0">
              <a:spcAft>
                <a:spcPts val="0"/>
              </a:spcAft>
              <a:buNone/>
            </a:pPr>
            <a:r>
              <a:rPr sz="2000">
                <a:solidFill>
                  <a:srgbClr val="080808"/>
                </a:solidFill>
                <a:latin typeface="JetBrains Mono"/>
                <a:ea typeface="JetBrains Mono"/>
                <a:cs typeface="JetBrains Mono"/>
              </a:rPr>
              <a:t>    </a:t>
            </a:r>
            <a:r>
              <a:rPr sz="2000">
                <a:solidFill>
                  <a:srgbClr val="1750EB"/>
                </a:solidFill>
                <a:latin typeface="JetBrains Mono"/>
                <a:ea typeface="JetBrains Mono"/>
                <a:cs typeface="JetBrains Mono"/>
              </a:rPr>
              <a:t>print</a:t>
            </a:r>
            <a:r>
              <a:rPr sz="2000">
                <a:solidFill>
                  <a:srgbClr val="080808"/>
                </a:solidFill>
                <a:latin typeface="JetBrains Mono"/>
                <a:ea typeface="JetBrains Mono"/>
                <a:cs typeface="JetBrains Mono"/>
              </a:rPr>
              <a:t>(saved_note)</a:t>
            </a:r>
          </a:p>
        </p:txBody>
      </p:sp>
      <p:sp>
        <p:nvSpPr>
          <p:cNvPr id="9" name="Slide Number Placeholder 8">
            <a:extLst xmlns:a="http://schemas.openxmlformats.org/drawingml/2006/main">
              <a:ext uri="{FF2B5EF4-FFF2-40B4-BE49-F238E27FC236}">
                <a16:creationId xmlns:a16="http://schemas.microsoft.com/office/drawing/2014/main" id="{1CD19A53-C5BF-BD7D-A6FF-7D627B8D0C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9</a:t>
            </a:fld>
          </a:p>
        </p:txBody>
      </p:sp>
    </p:spTree>
    <p:extLst>
      <p:ext uri="{BB962C8B-B14F-4D97-AF65-F5344CB8AC3E}">
        <p14:creationId xmlns:p14="http://schemas.microsoft.com/office/powerpoint/2010/main" val="413170180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4A55FF9-C519-C841-BC1B-5A0F8233806F}"/>
              </a:ext>
            </a:extLst>
          </p:cNvPr>
          <p:cNvSpPr>
            <a:spLocks xmlns:a="http://schemas.openxmlformats.org/drawingml/2006/main" noGrp="1"/>
          </p:cNvSpPr>
          <p:nvPr>
            <p:ph type="title" idx="0"/>
          </p:nvPr>
        </p:nvSpPr>
        <p:spPr>
          <a:xfrm xmlns:a="http://schemas.openxmlformats.org/drawingml/2006/main">
            <a:off x="637569" y="2124718"/>
            <a:ext cx="3832073" cy="1325563"/>
          </a:xfrm>
        </p:spPr>
        <p:txBody>
          <a:bodyPr xmlns:a="http://schemas.openxmlformats.org/drawingml/2006/main" wrap="none" anchor="ctr">
            <a:normAutofit fontScale="100000"/>
          </a:bodyPr>
          <a:lstStyle xmlns:a="http://schemas.openxmlformats.org/drawingml/2006/main"/>
          <a:p xmlns:a="http://schemas.openxmlformats.org/drawingml/2006/main">
            <a:r>
              <a:t>Challenge 3</a:t>
            </a:r>
          </a:p>
        </p:txBody>
      </p:sp>
      <p:sp>
        <p:nvSpPr>
          <p:cNvPr id="3" name="Content Placeholder 2">
            <a:extLst xmlns:a="http://schemas.openxmlformats.org/drawingml/2006/main">
              <a:ext uri="{FF2B5EF4-FFF2-40B4-BE49-F238E27FC236}">
                <a16:creationId xmlns:a16="http://schemas.microsoft.com/office/drawing/2014/main" id="{50A78088-1A9E-9140-1446-FCCFF01522D1}"/>
              </a:ext>
            </a:extLst>
          </p:cNvPr>
          <p:cNvSpPr>
            <a:spLocks xmlns:a="http://schemas.openxmlformats.org/drawingml/2006/main" noGrp="1"/>
          </p:cNvSpPr>
          <p:nvPr>
            <p:ph idx="1"/>
          </p:nvPr>
        </p:nvSpPr>
        <p:spPr>
          <a:xfrm xmlns:a="http://schemas.openxmlformats.org/drawingml/2006/main">
            <a:off x="1294599" y="3405120"/>
            <a:ext cx="7425519" cy="2115403"/>
          </a:xfrm>
        </p:spPr>
        <p:txBody>
          <a:bodyPr xmlns:a="http://schemas.openxmlformats.org/drawingml/2006/main">
            <a:normAutofit fontScale="100000"/>
          </a:bodyPr>
          <a:lstStyle xmlns:a="http://schemas.openxmlformats.org/drawingml/2006/main"/>
          <a:p xmlns:a="http://schemas.openxmlformats.org/drawingml/2006/main">
            <a:pPr marL="0" marR="0" indent="0">
              <a:lnSpc>
                <a:spcPct val="115000"/>
              </a:lnSpc>
              <a:spcBef>
                <a:spcPts val="0"/>
              </a:spcBef>
              <a:spcAft>
                <a:spcPts val="800"/>
              </a:spcAft>
              <a:buNone/>
            </a:pPr>
            <a:r>
              <a:rPr sz="1800">
                <a:solidFill>
                  <a:srgbClr val="080808"/>
                </a:solidFill>
                <a:latin typeface="Calibri"/>
                <a:ea typeface="Calibri"/>
                <a:cs typeface="Calibri"/>
              </a:rPr>
              <a:t>Create a team roster builder. Ask how many names will be entered, collect exactly that many names into an empty list, then ask for one valid replacement position and update that name before displaying the final roster one name per line.</a:t>
            </a:r>
          </a:p>
        </p:txBody>
      </p:sp>
      <p:sp>
        <p:nvSpPr>
          <p:cNvPr id="7" name="Slide Number Placeholder 6">
            <a:extLst xmlns:a="http://schemas.openxmlformats.org/drawingml/2006/main">
              <a:ext uri="{FF2B5EF4-FFF2-40B4-BE49-F238E27FC236}">
                <a16:creationId xmlns:a16="http://schemas.microsoft.com/office/drawing/2014/main" id="{F6969061-E293-66B3-2505-D44FC70B8E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10</a:t>
            </a:fld>
          </a:p>
        </p:txBody>
      </p:sp>
      <p:sp>
        <p:nvSpPr>
          <p:cNvPr id="5" name="TextBox 4">
            <a:extLst xmlns:a="http://schemas.openxmlformats.org/drawingml/2006/main">
              <a:ext uri="{FF2B5EF4-FFF2-40B4-BE49-F238E27FC236}">
                <a16:creationId xmlns:a16="http://schemas.microsoft.com/office/drawing/2014/main" id="{98315360-7E37-4E61-CFB3-15B4BF185B0D}"/>
              </a:ext>
            </a:extLst>
          </p:cNvPr>
          <p:cNvSpPr>
            <a:spLocks xmlns:a="http://schemas.openxmlformats.org/drawingml/2006/main" noGrp="1"/>
          </p:cNvSpPr>
          <p:nvPr/>
        </p:nvSpPr>
        <p:spPr>
          <a:xfrm xmlns:a="http://schemas.openxmlformats.org/drawingml/2006/main">
            <a:off x="7224964" y="46401"/>
            <a:ext cx="1431757"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t>Starter Code:</a:t>
            </a:r>
          </a:p>
        </p:txBody>
      </p:sp>
      <p:sp>
        <p:nvSpPr>
          <p:cNvPr id="6" name="Rectangle 1">
            <a:extLst xmlns:a="http://schemas.openxmlformats.org/drawingml/2006/main">
              <a:ext uri="{FF2B5EF4-FFF2-40B4-BE49-F238E27FC236}">
                <a16:creationId xmlns:a16="http://schemas.microsoft.com/office/drawing/2014/main" id="{0CFC9096-19D0-8DB5-A52D-780B3819F5FA}"/>
              </a:ext>
            </a:extLst>
          </p:cNvPr>
          <p:cNvSpPr>
            <a:spLocks xmlns:a="http://schemas.openxmlformats.org/drawingml/2006/main" noGrp="1"/>
          </p:cNvSpPr>
          <p:nvPr/>
        </p:nvSpPr>
        <p:spPr>
          <a:xfrm xmlns:a="http://schemas.openxmlformats.org/drawingml/2006/main">
            <a:off x="7527429" y="354178"/>
            <a:ext cx="4672118" cy="830997"/>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vert="horz" wrap="square" lIns="91440" tIns="45720" rIns="91440" bIns="45720" anchor="t">
            <a:normAutofit fontScale="100000"/>
          </a:bodyPr>
          <a:lstStyle xmlns:a="http://schemas.openxmlformats.org/drawingml/2006/main">
            <a:lvl1pPr marL="228600" indent="-228600" algn="l" defTabSz="914400">
              <a:lnSpc>
                <a:spcPct val="90000"/>
              </a:lnSpc>
              <a:spcBef>
                <a:spcPts val="1000"/>
              </a:spcBef>
              <a:buFont typeface="Arial"/>
              <a:buChar char="•"/>
              <a:defRPr sz="20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18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6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4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4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spcAft>
                <a:spcPts val="0"/>
              </a:spcAft>
              <a:buNone/>
            </a:pPr>
            <a:r>
              <a:rPr sz="1600">
                <a:solidFill>
                  <a:srgbClr val="080808"/>
                </a:solidFill>
                <a:latin typeface="JetBrains Mono"/>
                <a:ea typeface="JetBrains Mono"/>
                <a:cs typeface="JetBrains Mono"/>
              </a:rPr>
              <a:t>notes = []</a:t>
            </a:r>
          </a:p>
          <a:p xmlns:a="http://schemas.openxmlformats.org/drawingml/2006/main">
            <a:pPr marL="0" indent="0">
              <a:spcAft>
                <a:spcPts val="0"/>
              </a:spcAft>
              <a:buNone/>
            </a:pPr>
            <a:r>
              <a:rPr sz="1600">
                <a:solidFill>
                  <a:srgbClr val="1750EB"/>
                </a:solidFill>
                <a:latin typeface="JetBrains Mono"/>
                <a:ea typeface="JetBrains Mono"/>
                <a:cs typeface="JetBrains Mono"/>
              </a:rPr>
              <a:t>for</a:t>
            </a:r>
            <a:r>
              <a:rPr sz="1600">
                <a:solidFill>
                  <a:srgbClr val="080808"/>
                </a:solidFill>
                <a:latin typeface="JetBrains Mono"/>
                <a:ea typeface="JetBrains Mono"/>
                <a:cs typeface="JetBrains Mono"/>
              </a:rPr>
              <a:t> count </a:t>
            </a:r>
            <a:r>
              <a:rPr sz="1600">
                <a:solidFill>
                  <a:srgbClr val="1750EB"/>
                </a:solidFill>
                <a:latin typeface="JetBrains Mono"/>
                <a:ea typeface="JetBrains Mono"/>
                <a:cs typeface="JetBrains Mono"/>
              </a:rPr>
              <a:t>in</a:t>
            </a:r>
            <a:r>
              <a:rPr sz="1600">
                <a:solidFill>
                  <a:srgbClr val="080808"/>
                </a:solidFill>
                <a:latin typeface="JetBrains Mono"/>
                <a:ea typeface="JetBrains Mono"/>
                <a:cs typeface="JetBrains Mono"/>
              </a:rPr>
              <a:t> </a:t>
            </a:r>
            <a:r>
              <a:rPr sz="1600">
                <a:solidFill>
                  <a:srgbClr val="1750EB"/>
                </a:solidFill>
                <a:latin typeface="JetBrains Mono"/>
                <a:ea typeface="JetBrains Mono"/>
                <a:cs typeface="JetBrains Mono"/>
              </a:rPr>
              <a:t>range</a:t>
            </a:r>
            <a:r>
              <a:rPr sz="1600">
                <a:solidFill>
                  <a:srgbClr val="080808"/>
                </a:solidFill>
                <a:latin typeface="JetBrains Mono"/>
                <a:ea typeface="JetBrains Mono"/>
                <a:cs typeface="JetBrains Mono"/>
              </a:rPr>
              <a:t>(3):</a:t>
            </a:r>
          </a:p>
          <a:p xmlns:a="http://schemas.openxmlformats.org/drawingml/2006/main">
            <a:pPr marL="0" indent="0">
              <a:spcAft>
                <a:spcPts val="0"/>
              </a:spcAft>
              <a:buNone/>
            </a:pPr>
            <a:r>
              <a:rPr sz="1600">
                <a:solidFill>
                  <a:srgbClr val="080808"/>
                </a:solidFill>
                <a:latin typeface="JetBrains Mono"/>
                <a:ea typeface="JetBrains Mono"/>
                <a:cs typeface="JetBrains Mono"/>
              </a:rPr>
              <a:t>    note = </a:t>
            </a:r>
            <a:r>
              <a:rPr sz="1600">
                <a:solidFill>
                  <a:srgbClr val="1750EB"/>
                </a:solidFill>
                <a:latin typeface="JetBrains Mono"/>
                <a:ea typeface="JetBrains Mono"/>
                <a:cs typeface="JetBrains Mono"/>
              </a:rPr>
              <a:t>input</a:t>
            </a:r>
            <a:r>
              <a:rPr sz="1600">
                <a:solidFill>
                  <a:srgbClr val="080808"/>
                </a:solidFill>
                <a:latin typeface="JetBrains Mono"/>
                <a:ea typeface="JetBrains Mono"/>
                <a:cs typeface="JetBrains Mono"/>
              </a:rPr>
              <a:t>(</a:t>
            </a:r>
            <a:r>
              <a:rPr sz="1600">
                <a:solidFill>
                  <a:srgbClr val="067D17"/>
                </a:solidFill>
                <a:latin typeface="JetBrains Mono"/>
                <a:ea typeface="JetBrains Mono"/>
                <a:cs typeface="JetBrains Mono"/>
              </a:rPr>
              <a:t>"Enter a note: "</a:t>
            </a:r>
            <a:r>
              <a:rPr sz="1600">
                <a:solidFill>
                  <a:srgbClr val="080808"/>
                </a:solidFill>
                <a:latin typeface="JetBrains Mono"/>
                <a:ea typeface="JetBrains Mono"/>
                <a:cs typeface="JetBrains Mono"/>
              </a:rPr>
              <a:t>)</a:t>
            </a:r>
          </a:p>
          <a:p xmlns:a="http://schemas.openxmlformats.org/drawingml/2006/main">
            <a:pPr marL="0" indent="0">
              <a:spcAft>
                <a:spcPts val="0"/>
              </a:spcAft>
              <a:buNone/>
            </a:pPr>
            <a:r>
              <a:rPr sz="1600">
                <a:solidFill>
                  <a:srgbClr val="080808"/>
                </a:solidFill>
                <a:latin typeface="JetBrains Mono"/>
                <a:ea typeface="JetBrains Mono"/>
                <a:cs typeface="JetBrains Mono"/>
              </a:rPr>
              <a:t>    notes</a:t>
            </a:r>
            <a:r>
              <a:rPr sz="1600">
                <a:solidFill>
                  <a:srgbClr val="1750EB"/>
                </a:solidFill>
                <a:latin typeface="JetBrains Mono"/>
                <a:ea typeface="JetBrains Mono"/>
                <a:cs typeface="JetBrains Mono"/>
              </a:rPr>
              <a:t>.append</a:t>
            </a:r>
            <a:r>
              <a:rPr sz="1600">
                <a:solidFill>
                  <a:srgbClr val="080808"/>
                </a:solidFill>
                <a:latin typeface="JetBrains Mono"/>
                <a:ea typeface="JetBrains Mono"/>
                <a:cs typeface="JetBrains Mono"/>
              </a:rPr>
              <a:t>(note)</a:t>
            </a:r>
          </a:p>
          <a:p xmlns:a="http://schemas.openxmlformats.org/drawingml/2006/main">
            <a:pPr marL="0" indent="0">
              <a:spcAft>
                <a:spcPts val="0"/>
              </a:spcAft>
              <a:buNone/>
            </a:pPr>
            <a:r>
              <a:rPr sz="1600">
                <a:solidFill>
                  <a:srgbClr val="1750EB"/>
                </a:solidFill>
                <a:latin typeface="JetBrains Mono"/>
                <a:ea typeface="JetBrains Mono"/>
                <a:cs typeface="JetBrains Mono"/>
              </a:rPr>
              <a:t>print</a:t>
            </a:r>
            <a:r>
              <a:rPr sz="1600">
                <a:solidFill>
                  <a:srgbClr val="080808"/>
                </a:solidFill>
                <a:latin typeface="JetBrains Mono"/>
                <a:ea typeface="JetBrains Mono"/>
                <a:cs typeface="JetBrains Mono"/>
              </a:rPr>
              <a:t>(</a:t>
            </a:r>
            <a:r>
              <a:rPr sz="1600">
                <a:solidFill>
                  <a:srgbClr val="067D17"/>
                </a:solidFill>
                <a:latin typeface="JetBrains Mono"/>
                <a:ea typeface="JetBrains Mono"/>
                <a:cs typeface="JetBrains Mono"/>
              </a:rPr>
              <a:t>"Saved notes:"</a:t>
            </a:r>
            <a:r>
              <a:rPr sz="1600">
                <a:solidFill>
                  <a:srgbClr val="080808"/>
                </a:solidFill>
                <a:latin typeface="JetBrains Mono"/>
                <a:ea typeface="JetBrains Mono"/>
                <a:cs typeface="JetBrains Mono"/>
              </a:rPr>
              <a:t>)</a:t>
            </a:r>
          </a:p>
          <a:p xmlns:a="http://schemas.openxmlformats.org/drawingml/2006/main">
            <a:pPr marL="0" indent="0">
              <a:spcAft>
                <a:spcPts val="0"/>
              </a:spcAft>
              <a:buNone/>
            </a:pPr>
            <a:r>
              <a:rPr sz="1600">
                <a:solidFill>
                  <a:srgbClr val="1750EB"/>
                </a:solidFill>
                <a:latin typeface="JetBrains Mono"/>
                <a:ea typeface="JetBrains Mono"/>
                <a:cs typeface="JetBrains Mono"/>
              </a:rPr>
              <a:t>for</a:t>
            </a:r>
            <a:r>
              <a:rPr sz="1600">
                <a:solidFill>
                  <a:srgbClr val="080808"/>
                </a:solidFill>
                <a:latin typeface="JetBrains Mono"/>
                <a:ea typeface="JetBrains Mono"/>
                <a:cs typeface="JetBrains Mono"/>
              </a:rPr>
              <a:t> note </a:t>
            </a:r>
            <a:r>
              <a:rPr sz="1600">
                <a:solidFill>
                  <a:srgbClr val="1750EB"/>
                </a:solidFill>
                <a:latin typeface="JetBrains Mono"/>
                <a:ea typeface="JetBrains Mono"/>
                <a:cs typeface="JetBrains Mono"/>
              </a:rPr>
              <a:t>in</a:t>
            </a:r>
            <a:r>
              <a:rPr sz="1600">
                <a:solidFill>
                  <a:srgbClr val="080808"/>
                </a:solidFill>
                <a:latin typeface="JetBrains Mono"/>
                <a:ea typeface="JetBrains Mono"/>
                <a:cs typeface="JetBrains Mono"/>
              </a:rPr>
              <a:t> notes:</a:t>
            </a:r>
          </a:p>
          <a:p xmlns:a="http://schemas.openxmlformats.org/drawingml/2006/main">
            <a:pPr marL="0" indent="0">
              <a:spcAft>
                <a:spcPts val="0"/>
              </a:spcAft>
              <a:buNone/>
            </a:pPr>
            <a:r>
              <a:rPr sz="1600">
                <a:solidFill>
                  <a:srgbClr val="080808"/>
                </a:solidFill>
                <a:latin typeface="JetBrains Mono"/>
                <a:ea typeface="JetBrains Mono"/>
                <a:cs typeface="JetBrains Mono"/>
              </a:rPr>
              <a:t>    </a:t>
            </a:r>
            <a:r>
              <a:rPr sz="1600">
                <a:solidFill>
                  <a:srgbClr val="1750EB"/>
                </a:solidFill>
                <a:latin typeface="JetBrains Mono"/>
                <a:ea typeface="JetBrains Mono"/>
                <a:cs typeface="JetBrains Mono"/>
              </a:rPr>
              <a:t>print</a:t>
            </a:r>
            <a:r>
              <a:rPr sz="1600">
                <a:solidFill>
                  <a:srgbClr val="080808"/>
                </a:solidFill>
                <a:latin typeface="JetBrains Mono"/>
                <a:ea typeface="JetBrains Mono"/>
                <a:cs typeface="JetBrains Mono"/>
              </a:rPr>
              <a:t>(note)</a:t>
            </a:r>
          </a:p>
        </p:txBody>
      </p:sp>
    </p:spTree>
    <p:extLst>
      <p:ext uri="{BB962C8B-B14F-4D97-AF65-F5344CB8AC3E}">
        <p14:creationId xmlns:p14="http://schemas.microsoft.com/office/powerpoint/2010/main" val="3373945130"/>
      </p:ext>
    </p:extLst>
  </p:cSld>
</p:sld>
</file>

<file path=ppt/slides/slide11.xml><?xml version="1.0" encoding="utf-8"?>
<p:sld xmlns:p="http://schemas.openxmlformats.org/presentationml/2006/main" show="0">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9E16ED-BB98-70F0-3E97-BDA278755ECC}"/>
              </a:ext>
            </a:extLst>
          </p:cNvPr>
          <p:cNvSpPr>
            <a:spLocks xmlns:a="http://schemas.openxmlformats.org/drawingml/2006/main" noGrp="1"/>
          </p:cNvSpPr>
          <p:nvPr>
            <p:ph type="title" idx="0"/>
          </p:nvPr>
        </p:nvSpPr>
        <p:spPr>
          <a:xfrm xmlns:a="http://schemas.openxmlformats.org/drawingml/2006/main">
            <a:off x="637569" y="2124718"/>
            <a:ext cx="10014509" cy="1325563"/>
          </a:xfrm>
        </p:spPr>
        <p:txBody>
          <a:bodyPr xmlns:a="http://schemas.openxmlformats.org/drawingml/2006/main" wrap="none" anchor="t">
            <a:normAutofit fontScale="100000"/>
          </a:bodyPr>
          <a:lstStyle xmlns:a="http://schemas.openxmlformats.org/drawingml/2006/main"/>
          <a:p xmlns:a="http://schemas.openxmlformats.org/drawingml/2006/main">
            <a:r>
              <a:t>Challenge 3 – Suggested Solution</a:t>
            </a:r>
          </a:p>
        </p:txBody>
      </p:sp>
      <p:sp>
        <p:nvSpPr>
          <p:cNvPr id="9" name="Slide Number Placeholder 8">
            <a:extLst xmlns:a="http://schemas.openxmlformats.org/drawingml/2006/main">
              <a:ext uri="{FF2B5EF4-FFF2-40B4-BE49-F238E27FC236}">
                <a16:creationId xmlns:a16="http://schemas.microsoft.com/office/drawing/2014/main" id="{F3B33B00-AC9B-87BA-8441-599D05BCF5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11</a:t>
            </a:fld>
          </a:p>
        </p:txBody>
      </p:sp>
      <p:sp>
        <p:nvSpPr>
          <p:cNvPr id="4" name="Rectangle 2">
            <a:extLst xmlns:a="http://schemas.openxmlformats.org/drawingml/2006/main">
              <a:ext uri="{FF2B5EF4-FFF2-40B4-BE49-F238E27FC236}">
                <a16:creationId xmlns:a16="http://schemas.microsoft.com/office/drawing/2014/main" id="{6F88F7EF-0EBB-777A-CBBB-B5D7AAE4E99F}"/>
              </a:ext>
            </a:extLst>
          </p:cNvPr>
          <p:cNvSpPr>
            <a:spLocks xmlns:a="http://schemas.openxmlformats.org/drawingml/2006/main" noGrp="1"/>
          </p:cNvSpPr>
          <p:nvPr>
            <p:ph idx="1"/>
          </p:nvPr>
        </p:nvSpPr>
        <p:spPr>
          <a:xfrm xmlns:a="http://schemas.openxmlformats.org/drawingml/2006/main">
            <a:off x="1287798" y="3581011"/>
            <a:ext cx="10341293" cy="1323439"/>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pPr marL="0" indent="0">
              <a:spcAft>
                <a:spcPts val="0"/>
              </a:spcAft>
              <a:buNone/>
            </a:pPr>
            <a:r>
              <a:rPr sz="2000">
                <a:solidFill>
                  <a:srgbClr val="080808"/>
                </a:solidFill>
                <a:latin typeface="JetBrains Mono"/>
                <a:ea typeface="JetBrains Mono"/>
                <a:cs typeface="JetBrains Mono"/>
              </a:rPr>
              <a:t> </a:t>
            </a:r>
          </a:p>
          <a:p xmlns:a="http://schemas.openxmlformats.org/drawingml/2006/main">
            <a:pPr marL="0" indent="0">
              <a:spcAft>
                <a:spcPts val="0"/>
              </a:spcAft>
              <a:buNone/>
            </a:pPr>
            <a:r>
              <a:rPr sz="2000">
                <a:solidFill>
                  <a:srgbClr val="080808"/>
                </a:solidFill>
                <a:latin typeface="JetBrains Mono"/>
                <a:ea typeface="JetBrains Mono"/>
                <a:cs typeface="JetBrains Mono"/>
              </a:rPr>
              <a:t> </a:t>
            </a:r>
          </a:p>
          <a:p xmlns:a="http://schemas.openxmlformats.org/drawingml/2006/main">
            <a:pPr marL="0" indent="0">
              <a:spcAft>
                <a:spcPts val="0"/>
              </a:spcAft>
              <a:buNone/>
            </a:pPr>
            <a:r>
              <a:rPr sz="2000">
                <a:solidFill>
                  <a:srgbClr val="080808"/>
                </a:solidFill>
                <a:latin typeface="JetBrains Mono"/>
                <a:ea typeface="JetBrains Mono"/>
                <a:cs typeface="JetBrains Mono"/>
              </a:rPr>
              <a:t> </a:t>
            </a:r>
          </a:p>
          <a:p xmlns:a="http://schemas.openxmlformats.org/drawingml/2006/main">
            <a:pPr marL="0" indent="0">
              <a:spcAft>
                <a:spcPts val="0"/>
              </a:spcAft>
              <a:buNone/>
            </a:pPr>
            <a:r>
              <a:rPr sz="2000">
                <a:solidFill>
                  <a:srgbClr val="080808"/>
                </a:solidFill>
                <a:latin typeface="JetBrains Mono"/>
                <a:ea typeface="JetBrains Mono"/>
                <a:cs typeface="JetBrains Mono"/>
              </a:rPr>
              <a:t>roster = []</a:t>
            </a:r>
          </a:p>
          <a:p xmlns:a="http://schemas.openxmlformats.org/drawingml/2006/main">
            <a:pPr marL="0" indent="0">
              <a:spcAft>
                <a:spcPts val="0"/>
              </a:spcAft>
              <a:buNone/>
            </a:pPr>
            <a:r>
              <a:rPr sz="2000">
                <a:solidFill>
                  <a:srgbClr val="080808"/>
                </a:solidFill>
                <a:latin typeface="JetBrains Mono"/>
                <a:ea typeface="JetBrains Mono"/>
                <a:cs typeface="JetBrains Mono"/>
              </a:rPr>
              <a:t>team_size = </a:t>
            </a:r>
            <a:r>
              <a:rPr sz="2000">
                <a:solidFill>
                  <a:srgbClr val="1750EB"/>
                </a:solidFill>
                <a:latin typeface="JetBrains Mono"/>
                <a:ea typeface="JetBrains Mono"/>
                <a:cs typeface="JetBrains Mono"/>
              </a:rPr>
              <a:t>int</a:t>
            </a:r>
            <a:r>
              <a:rPr sz="2000">
                <a:solidFill>
                  <a:srgbClr val="080808"/>
                </a:solidFill>
                <a:latin typeface="JetBrains Mono"/>
                <a:ea typeface="JetBrains Mono"/>
                <a:cs typeface="JetBrains Mono"/>
              </a:rPr>
              <a:t>(</a:t>
            </a:r>
            <a:r>
              <a:rPr sz="2000">
                <a:solidFill>
                  <a:srgbClr val="1750EB"/>
                </a:solidFill>
                <a:latin typeface="JetBrains Mono"/>
                <a:ea typeface="JetBrains Mono"/>
                <a:cs typeface="JetBrains Mono"/>
              </a:rPr>
              <a:t>input</a:t>
            </a:r>
            <a:r>
              <a:rPr sz="2000">
                <a:solidFill>
                  <a:srgbClr val="080808"/>
                </a:solidFill>
                <a:latin typeface="JetBrains Mono"/>
                <a:ea typeface="JetBrains Mono"/>
                <a:cs typeface="JetBrains Mono"/>
              </a:rPr>
              <a:t>(</a:t>
            </a:r>
            <a:r>
              <a:rPr sz="2000">
                <a:solidFill>
                  <a:srgbClr val="067D17"/>
                </a:solidFill>
                <a:latin typeface="JetBrains Mono"/>
                <a:ea typeface="JetBrains Mono"/>
                <a:cs typeface="JetBrains Mono"/>
              </a:rPr>
              <a:t>"Number of names: "</a:t>
            </a:r>
            <a:r>
              <a:rPr sz="2000">
                <a:solidFill>
                  <a:srgbClr val="080808"/>
                </a:solidFill>
                <a:latin typeface="JetBrains Mono"/>
                <a:ea typeface="JetBrains Mono"/>
                <a:cs typeface="JetBrains Mono"/>
              </a:rPr>
              <a:t>))</a:t>
            </a:r>
          </a:p>
          <a:p xmlns:a="http://schemas.openxmlformats.org/drawingml/2006/main">
            <a:pPr marL="0" indent="0">
              <a:spcAft>
                <a:spcPts val="0"/>
              </a:spcAft>
              <a:buNone/>
            </a:pPr>
            <a:r>
              <a:rPr sz="2000">
                <a:solidFill>
                  <a:srgbClr val="1750EB"/>
                </a:solidFill>
                <a:latin typeface="JetBrains Mono"/>
                <a:ea typeface="JetBrains Mono"/>
                <a:cs typeface="JetBrains Mono"/>
              </a:rPr>
              <a:t>for</a:t>
            </a:r>
            <a:r>
              <a:rPr sz="2000">
                <a:solidFill>
                  <a:srgbClr val="080808"/>
                </a:solidFill>
                <a:latin typeface="JetBrains Mono"/>
                <a:ea typeface="JetBrains Mono"/>
                <a:cs typeface="JetBrains Mono"/>
              </a:rPr>
              <a:t> count </a:t>
            </a:r>
            <a:r>
              <a:rPr sz="2000">
                <a:solidFill>
                  <a:srgbClr val="1750EB"/>
                </a:solidFill>
                <a:latin typeface="JetBrains Mono"/>
                <a:ea typeface="JetBrains Mono"/>
                <a:cs typeface="JetBrains Mono"/>
              </a:rPr>
              <a:t>in</a:t>
            </a:r>
            <a:r>
              <a:rPr sz="2000">
                <a:solidFill>
                  <a:srgbClr val="080808"/>
                </a:solidFill>
                <a:latin typeface="JetBrains Mono"/>
                <a:ea typeface="JetBrains Mono"/>
                <a:cs typeface="JetBrains Mono"/>
              </a:rPr>
              <a:t> </a:t>
            </a:r>
            <a:r>
              <a:rPr sz="2000">
                <a:solidFill>
                  <a:srgbClr val="1750EB"/>
                </a:solidFill>
                <a:latin typeface="JetBrains Mono"/>
                <a:ea typeface="JetBrains Mono"/>
                <a:cs typeface="JetBrains Mono"/>
              </a:rPr>
              <a:t>range</a:t>
            </a:r>
            <a:r>
              <a:rPr sz="2000">
                <a:solidFill>
                  <a:srgbClr val="080808"/>
                </a:solidFill>
                <a:latin typeface="JetBrains Mono"/>
                <a:ea typeface="JetBrains Mono"/>
                <a:cs typeface="JetBrains Mono"/>
              </a:rPr>
              <a:t>(team_size):</a:t>
            </a:r>
          </a:p>
          <a:p xmlns:a="http://schemas.openxmlformats.org/drawingml/2006/main">
            <a:pPr marL="0" indent="0">
              <a:spcAft>
                <a:spcPts val="0"/>
              </a:spcAft>
              <a:buNone/>
            </a:pPr>
            <a:r>
              <a:rPr sz="2000">
                <a:solidFill>
                  <a:srgbClr val="080808"/>
                </a:solidFill>
                <a:latin typeface="JetBrains Mono"/>
                <a:ea typeface="JetBrains Mono"/>
                <a:cs typeface="JetBrains Mono"/>
              </a:rPr>
              <a:t>    name = </a:t>
            </a:r>
            <a:r>
              <a:rPr sz="2000">
                <a:solidFill>
                  <a:srgbClr val="1750EB"/>
                </a:solidFill>
                <a:latin typeface="JetBrains Mono"/>
                <a:ea typeface="JetBrains Mono"/>
                <a:cs typeface="JetBrains Mono"/>
              </a:rPr>
              <a:t>input</a:t>
            </a:r>
            <a:r>
              <a:rPr sz="2000">
                <a:solidFill>
                  <a:srgbClr val="080808"/>
                </a:solidFill>
                <a:latin typeface="JetBrains Mono"/>
                <a:ea typeface="JetBrains Mono"/>
                <a:cs typeface="JetBrains Mono"/>
              </a:rPr>
              <a:t>(</a:t>
            </a:r>
            <a:r>
              <a:rPr sz="2000">
                <a:solidFill>
                  <a:srgbClr val="067D17"/>
                </a:solidFill>
                <a:latin typeface="JetBrains Mono"/>
                <a:ea typeface="JetBrains Mono"/>
                <a:cs typeface="JetBrains Mono"/>
              </a:rPr>
              <a:t>"Name: "</a:t>
            </a:r>
            <a:r>
              <a:rPr sz="2000">
                <a:solidFill>
                  <a:srgbClr val="080808"/>
                </a:solidFill>
                <a:latin typeface="JetBrains Mono"/>
                <a:ea typeface="JetBrains Mono"/>
                <a:cs typeface="JetBrains Mono"/>
              </a:rPr>
              <a:t>)</a:t>
            </a:r>
          </a:p>
          <a:p xmlns:a="http://schemas.openxmlformats.org/drawingml/2006/main">
            <a:pPr marL="0" indent="0">
              <a:spcAft>
                <a:spcPts val="0"/>
              </a:spcAft>
              <a:buNone/>
            </a:pPr>
            <a:r>
              <a:rPr sz="2000">
                <a:solidFill>
                  <a:srgbClr val="080808"/>
                </a:solidFill>
                <a:latin typeface="JetBrains Mono"/>
                <a:ea typeface="JetBrains Mono"/>
                <a:cs typeface="JetBrains Mono"/>
              </a:rPr>
              <a:t>    roster</a:t>
            </a:r>
            <a:r>
              <a:rPr sz="2000">
                <a:solidFill>
                  <a:srgbClr val="1750EB"/>
                </a:solidFill>
                <a:latin typeface="JetBrains Mono"/>
                <a:ea typeface="JetBrains Mono"/>
                <a:cs typeface="JetBrains Mono"/>
              </a:rPr>
              <a:t>.append</a:t>
            </a:r>
            <a:r>
              <a:rPr sz="2000">
                <a:solidFill>
                  <a:srgbClr val="080808"/>
                </a:solidFill>
                <a:latin typeface="JetBrains Mono"/>
                <a:ea typeface="JetBrains Mono"/>
                <a:cs typeface="JetBrains Mono"/>
              </a:rPr>
              <a:t>(name)</a:t>
            </a:r>
          </a:p>
          <a:p xmlns:a="http://schemas.openxmlformats.org/drawingml/2006/main">
            <a:pPr marL="0" indent="0">
              <a:spcAft>
                <a:spcPts val="0"/>
              </a:spcAft>
              <a:buNone/>
            </a:pPr>
            <a:r>
              <a:rPr sz="2000">
                <a:solidFill>
                  <a:srgbClr val="080808"/>
                </a:solidFill>
                <a:latin typeface="JetBrains Mono"/>
                <a:ea typeface="JetBrains Mono"/>
                <a:cs typeface="JetBrains Mono"/>
              </a:rPr>
              <a:t>position = </a:t>
            </a:r>
            <a:r>
              <a:rPr sz="2000">
                <a:solidFill>
                  <a:srgbClr val="1750EB"/>
                </a:solidFill>
                <a:latin typeface="JetBrains Mono"/>
                <a:ea typeface="JetBrains Mono"/>
                <a:cs typeface="JetBrains Mono"/>
              </a:rPr>
              <a:t>int</a:t>
            </a:r>
            <a:r>
              <a:rPr sz="2000">
                <a:solidFill>
                  <a:srgbClr val="080808"/>
                </a:solidFill>
                <a:latin typeface="JetBrains Mono"/>
                <a:ea typeface="JetBrains Mono"/>
                <a:cs typeface="JetBrains Mono"/>
              </a:rPr>
              <a:t>(</a:t>
            </a:r>
            <a:r>
              <a:rPr sz="2000">
                <a:solidFill>
                  <a:srgbClr val="1750EB"/>
                </a:solidFill>
                <a:latin typeface="JetBrains Mono"/>
                <a:ea typeface="JetBrains Mono"/>
                <a:cs typeface="JetBrains Mono"/>
              </a:rPr>
              <a:t>input</a:t>
            </a:r>
            <a:r>
              <a:rPr sz="2000">
                <a:solidFill>
                  <a:srgbClr val="080808"/>
                </a:solidFill>
                <a:latin typeface="JetBrains Mono"/>
                <a:ea typeface="JetBrains Mono"/>
                <a:cs typeface="JetBrains Mono"/>
              </a:rPr>
              <a:t>(</a:t>
            </a:r>
            <a:r>
              <a:rPr sz="2000">
                <a:solidFill>
                  <a:srgbClr val="067D17"/>
                </a:solidFill>
                <a:latin typeface="JetBrains Mono"/>
                <a:ea typeface="JetBrains Mono"/>
                <a:cs typeface="JetBrains Mono"/>
              </a:rPr>
              <a:t>"Valid replacement position: "</a:t>
            </a:r>
            <a:r>
              <a:rPr sz="2000">
                <a:solidFill>
                  <a:srgbClr val="080808"/>
                </a:solidFill>
                <a:latin typeface="JetBrains Mono"/>
                <a:ea typeface="JetBrains Mono"/>
                <a:cs typeface="JetBrains Mono"/>
              </a:rPr>
              <a:t>))</a:t>
            </a:r>
          </a:p>
          <a:p xmlns:a="http://schemas.openxmlformats.org/drawingml/2006/main">
            <a:pPr marL="0" indent="0">
              <a:spcAft>
                <a:spcPts val="0"/>
              </a:spcAft>
              <a:buNone/>
            </a:pPr>
            <a:r>
              <a:rPr sz="2000">
                <a:solidFill>
                  <a:srgbClr val="080808"/>
                </a:solidFill>
                <a:latin typeface="JetBrains Mono"/>
                <a:ea typeface="JetBrains Mono"/>
                <a:cs typeface="JetBrains Mono"/>
              </a:rPr>
              <a:t>replacement = </a:t>
            </a:r>
            <a:r>
              <a:rPr sz="2000">
                <a:solidFill>
                  <a:srgbClr val="1750EB"/>
                </a:solidFill>
                <a:latin typeface="JetBrains Mono"/>
                <a:ea typeface="JetBrains Mono"/>
                <a:cs typeface="JetBrains Mono"/>
              </a:rPr>
              <a:t>input</a:t>
            </a:r>
            <a:r>
              <a:rPr sz="2000">
                <a:solidFill>
                  <a:srgbClr val="080808"/>
                </a:solidFill>
                <a:latin typeface="JetBrains Mono"/>
                <a:ea typeface="JetBrains Mono"/>
                <a:cs typeface="JetBrains Mono"/>
              </a:rPr>
              <a:t>(</a:t>
            </a:r>
            <a:r>
              <a:rPr sz="2000">
                <a:solidFill>
                  <a:srgbClr val="067D17"/>
                </a:solidFill>
                <a:latin typeface="JetBrains Mono"/>
                <a:ea typeface="JetBrains Mono"/>
                <a:cs typeface="JetBrains Mono"/>
              </a:rPr>
              <a:t>"Replacement name: "</a:t>
            </a:r>
            <a:r>
              <a:rPr sz="2000">
                <a:solidFill>
                  <a:srgbClr val="080808"/>
                </a:solidFill>
                <a:latin typeface="JetBrains Mono"/>
                <a:ea typeface="JetBrains Mono"/>
                <a:cs typeface="JetBrains Mono"/>
              </a:rPr>
              <a:t>)</a:t>
            </a:r>
          </a:p>
          <a:p xmlns:a="http://schemas.openxmlformats.org/drawingml/2006/main">
            <a:pPr marL="0" indent="0">
              <a:spcAft>
                <a:spcPts val="0"/>
              </a:spcAft>
              <a:buNone/>
            </a:pPr>
            <a:r>
              <a:rPr sz="2000">
                <a:solidFill>
                  <a:srgbClr val="080808"/>
                </a:solidFill>
                <a:latin typeface="JetBrains Mono"/>
                <a:ea typeface="JetBrains Mono"/>
                <a:cs typeface="JetBrains Mono"/>
              </a:rPr>
              <a:t>roster[position] = replacement</a:t>
            </a:r>
          </a:p>
          <a:p xmlns:a="http://schemas.openxmlformats.org/drawingml/2006/main">
            <a:pPr marL="0" indent="0">
              <a:spcAft>
                <a:spcPts val="0"/>
              </a:spcAft>
              <a:buNone/>
            </a:pPr>
            <a:r>
              <a:rPr sz="2000">
                <a:solidFill>
                  <a:srgbClr val="1750EB"/>
                </a:solidFill>
                <a:latin typeface="JetBrains Mono"/>
                <a:ea typeface="JetBrains Mono"/>
                <a:cs typeface="JetBrains Mono"/>
              </a:rPr>
              <a:t>print</a:t>
            </a:r>
            <a:r>
              <a:rPr sz="2000">
                <a:solidFill>
                  <a:srgbClr val="080808"/>
                </a:solidFill>
                <a:latin typeface="JetBrains Mono"/>
                <a:ea typeface="JetBrains Mono"/>
                <a:cs typeface="JetBrains Mono"/>
              </a:rPr>
              <a:t>(</a:t>
            </a:r>
            <a:r>
              <a:rPr sz="2000">
                <a:solidFill>
                  <a:srgbClr val="067D17"/>
                </a:solidFill>
                <a:latin typeface="JetBrains Mono"/>
                <a:ea typeface="JetBrains Mono"/>
                <a:cs typeface="JetBrains Mono"/>
              </a:rPr>
              <a:t>"Final roster:"</a:t>
            </a:r>
            <a:r>
              <a:rPr sz="2000">
                <a:solidFill>
                  <a:srgbClr val="080808"/>
                </a:solidFill>
                <a:latin typeface="JetBrains Mono"/>
                <a:ea typeface="JetBrains Mono"/>
                <a:cs typeface="JetBrains Mono"/>
              </a:rPr>
              <a:t>)</a:t>
            </a:r>
          </a:p>
          <a:p xmlns:a="http://schemas.openxmlformats.org/drawingml/2006/main">
            <a:pPr marL="0" indent="0">
              <a:spcAft>
                <a:spcPts val="0"/>
              </a:spcAft>
              <a:buNone/>
            </a:pPr>
            <a:r>
              <a:rPr sz="2000">
                <a:solidFill>
                  <a:srgbClr val="1750EB"/>
                </a:solidFill>
                <a:latin typeface="JetBrains Mono"/>
                <a:ea typeface="JetBrains Mono"/>
                <a:cs typeface="JetBrains Mono"/>
              </a:rPr>
              <a:t>for</a:t>
            </a:r>
            <a:r>
              <a:rPr sz="2000">
                <a:solidFill>
                  <a:srgbClr val="080808"/>
                </a:solidFill>
                <a:latin typeface="JetBrains Mono"/>
                <a:ea typeface="JetBrains Mono"/>
                <a:cs typeface="JetBrains Mono"/>
              </a:rPr>
              <a:t> name </a:t>
            </a:r>
            <a:r>
              <a:rPr sz="2000">
                <a:solidFill>
                  <a:srgbClr val="1750EB"/>
                </a:solidFill>
                <a:latin typeface="JetBrains Mono"/>
                <a:ea typeface="JetBrains Mono"/>
                <a:cs typeface="JetBrains Mono"/>
              </a:rPr>
              <a:t>in</a:t>
            </a:r>
            <a:r>
              <a:rPr sz="2000">
                <a:solidFill>
                  <a:srgbClr val="080808"/>
                </a:solidFill>
                <a:latin typeface="JetBrains Mono"/>
                <a:ea typeface="JetBrains Mono"/>
                <a:cs typeface="JetBrains Mono"/>
              </a:rPr>
              <a:t> roster:</a:t>
            </a:r>
          </a:p>
          <a:p xmlns:a="http://schemas.openxmlformats.org/drawingml/2006/main">
            <a:pPr marL="0" indent="0">
              <a:spcAft>
                <a:spcPts val="0"/>
              </a:spcAft>
              <a:buNone/>
            </a:pPr>
            <a:r>
              <a:rPr sz="2000">
                <a:solidFill>
                  <a:srgbClr val="080808"/>
                </a:solidFill>
                <a:latin typeface="JetBrains Mono"/>
                <a:ea typeface="JetBrains Mono"/>
                <a:cs typeface="JetBrains Mono"/>
              </a:rPr>
              <a:t>    </a:t>
            </a:r>
            <a:r>
              <a:rPr sz="2000">
                <a:solidFill>
                  <a:srgbClr val="1750EB"/>
                </a:solidFill>
                <a:latin typeface="JetBrains Mono"/>
                <a:ea typeface="JetBrains Mono"/>
                <a:cs typeface="JetBrains Mono"/>
              </a:rPr>
              <a:t>print</a:t>
            </a:r>
            <a:r>
              <a:rPr sz="2000">
                <a:solidFill>
                  <a:srgbClr val="080808"/>
                </a:solidFill>
                <a:latin typeface="JetBrains Mono"/>
                <a:ea typeface="JetBrains Mono"/>
                <a:cs typeface="JetBrains Mono"/>
              </a:rPr>
              <a:t>(name)</a:t>
            </a:r>
          </a:p>
        </p:txBody>
      </p:sp>
    </p:spTree>
    <p:extLst>
      <p:ext uri="{BB962C8B-B14F-4D97-AF65-F5344CB8AC3E}">
        <p14:creationId xmlns:p14="http://schemas.microsoft.com/office/powerpoint/2010/main" val="372294627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DFBD71-FEF6-6EBF-BF05-0ED86228F785}"/>
              </a:ext>
            </a:extLst>
          </p:cNvPr>
          <p:cNvSpPr>
            <a:spLocks xmlns:a="http://schemas.openxmlformats.org/drawingml/2006/main" noGrp="1"/>
          </p:cNvSpPr>
          <p:nvPr>
            <p:ph type="title" idx="0"/>
          </p:nvPr>
        </p:nvSpPr>
        <p:spPr>
          <a:xfrm xmlns:a="http://schemas.openxmlformats.org/drawingml/2006/main">
            <a:off x="637569" y="2124718"/>
            <a:ext cx="3832073" cy="1325563"/>
          </a:xfrm>
        </p:spPr>
        <p:txBody>
          <a:bodyPr xmlns:a="http://schemas.openxmlformats.org/drawingml/2006/main" wrap="none" anchor="ctr">
            <a:normAutofit fontScale="100000"/>
          </a:bodyPr>
          <a:lstStyle xmlns:a="http://schemas.openxmlformats.org/drawingml/2006/main"/>
          <a:p xmlns:a="http://schemas.openxmlformats.org/drawingml/2006/main">
            <a:r>
              <a:t>Fix the code!</a:t>
            </a:r>
          </a:p>
        </p:txBody>
      </p:sp>
      <p:sp>
        <p:nvSpPr>
          <p:cNvPr id="3" name="Content Placeholder 2">
            <a:extLst xmlns:a="http://schemas.openxmlformats.org/drawingml/2006/main">
              <a:ext uri="{FF2B5EF4-FFF2-40B4-BE49-F238E27FC236}">
                <a16:creationId xmlns:a16="http://schemas.microsoft.com/office/drawing/2014/main" id="{5DC8E91D-B482-1BE2-7466-89F6C23BCF11}"/>
              </a:ext>
            </a:extLst>
          </p:cNvPr>
          <p:cNvSpPr>
            <a:spLocks xmlns:a="http://schemas.openxmlformats.org/drawingml/2006/main" noGrp="1"/>
          </p:cNvSpPr>
          <p:nvPr>
            <p:ph idx="1"/>
          </p:nvPr>
        </p:nvSpPr>
        <p:spPr>
          <a:xfrm xmlns:a="http://schemas.openxmlformats.org/drawingml/2006/main">
            <a:off x="1294599" y="3405120"/>
            <a:ext cx="7425519" cy="2115403"/>
          </a:xfrm>
        </p:spPr>
        <p:txBody>
          <a:bodyPr xmlns:a="http://schemas.openxmlformats.org/drawingml/2006/main">
            <a:normAutofit fontScale="53732" lnSpcReduction="20000"/>
          </a:bodyPr>
          <a:lstStyle xmlns:a="http://schemas.openxmlformats.org/drawingml/2006/main"/>
          <a:p xmlns:a="http://schemas.openxmlformats.org/drawingml/2006/main">
            <a:pPr marL="0" indent="0">
              <a:spcAft>
                <a:spcPts val="0"/>
              </a:spcAft>
              <a:buNone/>
            </a:pPr>
            <a:r>
              <a:rPr sz="2800" b="1">
                <a:solidFill>
                  <a:srgbClr val="FF0000"/>
                </a:solidFill>
              </a:rPr>
              <a:t>This code has errors!</a:t>
            </a:r>
            <a:r>
              <a:rPr sz="2800" b="1">
                <a:solidFill>
                  <a:srgbClr val="080808"/>
                </a:solidFill>
              </a:rPr>
              <a:t> Look closely at the code to find the problems:</a:t>
            </a:r>
          </a:p>
          <a:p xmlns:a="http://schemas.openxmlformats.org/drawingml/2006/main">
            <a:pPr marL="0" indent="0">
              <a:spcAft>
                <a:spcPts val="0"/>
              </a:spcAft>
              <a:buNone/>
            </a:pPr>
            <a:r>
              <a:rPr sz="1800">
                <a:latin typeface="JetBrains Mono"/>
                <a:ea typeface="JetBrains Mono"/>
                <a:cs typeface="JetBrains Mono"/>
              </a:rPr>
              <a:t> </a:t>
            </a:r>
          </a:p>
          <a:p xmlns:a="http://schemas.openxmlformats.org/drawingml/2006/main">
            <a:pPr marL="0" indent="0">
              <a:spcAft>
                <a:spcPts val="0"/>
              </a:spcAft>
              <a:buNone/>
            </a:pPr>
            <a:r>
              <a:rPr sz="1800">
                <a:solidFill>
                  <a:srgbClr val="080808"/>
                </a:solidFill>
                <a:latin typeface="JetBrains Mono"/>
                <a:ea typeface="JetBrains Mono"/>
                <a:cs typeface="JetBrains Mono"/>
              </a:rPr>
              <a:t>notes = []</a:t>
            </a:r>
          </a:p>
          <a:p xmlns:a="http://schemas.openxmlformats.org/drawingml/2006/main">
            <a:pPr marL="0" indent="0">
              <a:spcAft>
                <a:spcPts val="0"/>
              </a:spcAft>
              <a:buNone/>
            </a:pPr>
            <a:r>
              <a:rPr sz="1800">
                <a:solidFill>
                  <a:srgbClr val="1750EB"/>
                </a:solidFill>
                <a:latin typeface="JetBrains Mono"/>
                <a:ea typeface="JetBrains Mono"/>
                <a:cs typeface="JetBrains Mono"/>
              </a:rPr>
              <a:t>for</a:t>
            </a:r>
            <a:r>
              <a:rPr sz="1800">
                <a:solidFill>
                  <a:srgbClr val="080808"/>
                </a:solidFill>
                <a:latin typeface="JetBrains Mono"/>
                <a:ea typeface="JetBrains Mono"/>
                <a:cs typeface="JetBrains Mono"/>
              </a:rPr>
              <a:t> count </a:t>
            </a:r>
            <a:r>
              <a:rPr sz="1800">
                <a:solidFill>
                  <a:srgbClr val="1750EB"/>
                </a:solidFill>
                <a:latin typeface="JetBrains Mono"/>
                <a:ea typeface="JetBrains Mono"/>
                <a:cs typeface="JetBrains Mono"/>
              </a:rPr>
              <a:t>in</a:t>
            </a:r>
            <a:r>
              <a:rPr sz="1800">
                <a:solidFill>
                  <a:srgbClr val="080808"/>
                </a:solidFill>
                <a:latin typeface="JetBrains Mono"/>
                <a:ea typeface="JetBrains Mono"/>
                <a:cs typeface="JetBrains Mono"/>
              </a:rPr>
              <a:t> </a:t>
            </a:r>
            <a:r>
              <a:rPr sz="1800">
                <a:solidFill>
                  <a:srgbClr val="1750EB"/>
                </a:solidFill>
                <a:latin typeface="JetBrains Mono"/>
                <a:ea typeface="JetBrains Mono"/>
                <a:cs typeface="JetBrains Mono"/>
              </a:rPr>
              <a:t>range</a:t>
            </a:r>
            <a:r>
              <a:rPr sz="1800">
                <a:solidFill>
                  <a:srgbClr val="080808"/>
                </a:solidFill>
                <a:latin typeface="JetBrains Mono"/>
                <a:ea typeface="JetBrains Mono"/>
                <a:cs typeface="JetBrains Mono"/>
              </a:rPr>
              <a:t>(3):</a:t>
            </a:r>
          </a:p>
          <a:p xmlns:a="http://schemas.openxmlformats.org/drawingml/2006/main">
            <a:pPr marL="0" indent="0">
              <a:spcAft>
                <a:spcPts val="0"/>
              </a:spcAft>
              <a:buNone/>
            </a:pPr>
            <a:r>
              <a:rPr sz="1800">
                <a:solidFill>
                  <a:srgbClr val="080808"/>
                </a:solidFill>
                <a:latin typeface="JetBrains Mono"/>
                <a:ea typeface="JetBrains Mono"/>
                <a:cs typeface="JetBrains Mono"/>
              </a:rPr>
              <a:t>    note = </a:t>
            </a:r>
            <a:r>
              <a:rPr sz="1800">
                <a:solidFill>
                  <a:srgbClr val="1750EB"/>
                </a:solidFill>
                <a:latin typeface="JetBrains Mono"/>
                <a:ea typeface="JetBrains Mono"/>
                <a:cs typeface="JetBrains Mono"/>
              </a:rPr>
              <a:t>input</a:t>
            </a:r>
            <a:r>
              <a:rPr sz="1800">
                <a:solidFill>
                  <a:srgbClr val="080808"/>
                </a:solidFill>
                <a:latin typeface="JetBrains Mono"/>
                <a:ea typeface="JetBrains Mono"/>
                <a:cs typeface="JetBrains Mono"/>
              </a:rPr>
              <a:t>(</a:t>
            </a:r>
            <a:r>
              <a:rPr sz="1800">
                <a:solidFill>
                  <a:srgbClr val="067D17"/>
                </a:solidFill>
                <a:latin typeface="JetBrains Mono"/>
                <a:ea typeface="JetBrains Mono"/>
                <a:cs typeface="JetBrains Mono"/>
              </a:rPr>
              <a:t>"Enter a note: "</a:t>
            </a:r>
            <a:r>
              <a:rPr sz="1800">
                <a:solidFill>
                  <a:srgbClr val="080808"/>
                </a:solidFill>
                <a:latin typeface="JetBrains Mono"/>
                <a:ea typeface="JetBrains Mono"/>
                <a:cs typeface="JetBrains Mono"/>
              </a:rPr>
              <a:t>)</a:t>
            </a:r>
          </a:p>
          <a:p xmlns:a="http://schemas.openxmlformats.org/drawingml/2006/main">
            <a:pPr marL="0" indent="0">
              <a:spcAft>
                <a:spcPts val="0"/>
              </a:spcAft>
              <a:buNone/>
            </a:pPr>
            <a:r>
              <a:rPr sz="1800">
                <a:solidFill>
                  <a:srgbClr val="080808"/>
                </a:solidFill>
                <a:latin typeface="JetBrains Mono"/>
                <a:ea typeface="JetBrains Mono"/>
                <a:cs typeface="JetBrains Mono"/>
              </a:rPr>
              <a:t>notes</a:t>
            </a:r>
            <a:r>
              <a:rPr sz="1800">
                <a:solidFill>
                  <a:srgbClr val="1750EB"/>
                </a:solidFill>
                <a:latin typeface="JetBrains Mono"/>
                <a:ea typeface="JetBrains Mono"/>
                <a:cs typeface="JetBrains Mono"/>
              </a:rPr>
              <a:t>.append</a:t>
            </a:r>
            <a:r>
              <a:rPr sz="1800">
                <a:solidFill>
                  <a:srgbClr val="080808"/>
                </a:solidFill>
                <a:latin typeface="JetBrains Mono"/>
                <a:ea typeface="JetBrains Mono"/>
                <a:cs typeface="JetBrains Mono"/>
              </a:rPr>
              <a:t>(note)</a:t>
            </a:r>
          </a:p>
          <a:p xmlns:a="http://schemas.openxmlformats.org/drawingml/2006/main">
            <a:pPr marL="0" indent="0">
              <a:spcAft>
                <a:spcPts val="0"/>
              </a:spcAft>
              <a:buNone/>
            </a:pPr>
            <a:r>
              <a:rPr sz="1800">
                <a:solidFill>
                  <a:srgbClr val="1750EB"/>
                </a:solidFill>
                <a:latin typeface="JetBrains Mono"/>
                <a:ea typeface="JetBrains Mono"/>
                <a:cs typeface="JetBrains Mono"/>
              </a:rPr>
              <a:t>for</a:t>
            </a:r>
            <a:r>
              <a:rPr sz="1800">
                <a:solidFill>
                  <a:srgbClr val="080808"/>
                </a:solidFill>
                <a:latin typeface="JetBrains Mono"/>
                <a:ea typeface="JetBrains Mono"/>
                <a:cs typeface="JetBrains Mono"/>
              </a:rPr>
              <a:t> note </a:t>
            </a:r>
            <a:r>
              <a:rPr sz="1800">
                <a:solidFill>
                  <a:srgbClr val="1750EB"/>
                </a:solidFill>
                <a:latin typeface="JetBrains Mono"/>
                <a:ea typeface="JetBrains Mono"/>
                <a:cs typeface="JetBrains Mono"/>
              </a:rPr>
              <a:t>in</a:t>
            </a:r>
            <a:r>
              <a:rPr sz="1800">
                <a:solidFill>
                  <a:srgbClr val="080808"/>
                </a:solidFill>
                <a:latin typeface="JetBrains Mono"/>
                <a:ea typeface="JetBrains Mono"/>
                <a:cs typeface="JetBrains Mono"/>
              </a:rPr>
              <a:t> notes</a:t>
            </a:r>
          </a:p>
          <a:p xmlns:a="http://schemas.openxmlformats.org/drawingml/2006/main">
            <a:pPr marL="0" indent="0">
              <a:spcAft>
                <a:spcPts val="0"/>
              </a:spcAft>
              <a:buNone/>
            </a:pPr>
            <a:r>
              <a:rPr sz="1800">
                <a:solidFill>
                  <a:srgbClr val="080808"/>
                </a:solidFill>
                <a:latin typeface="JetBrains Mono"/>
                <a:ea typeface="JetBrains Mono"/>
                <a:cs typeface="JetBrains Mono"/>
              </a:rPr>
              <a:t>    </a:t>
            </a:r>
            <a:r>
              <a:rPr sz="1800">
                <a:solidFill>
                  <a:srgbClr val="1750EB"/>
                </a:solidFill>
                <a:latin typeface="JetBrains Mono"/>
                <a:ea typeface="JetBrains Mono"/>
                <a:cs typeface="JetBrains Mono"/>
              </a:rPr>
              <a:t>print</a:t>
            </a:r>
            <a:r>
              <a:rPr sz="1800">
                <a:solidFill>
                  <a:srgbClr val="080808"/>
                </a:solidFill>
                <a:latin typeface="JetBrains Mono"/>
                <a:ea typeface="JetBrains Mono"/>
                <a:cs typeface="JetBrains Mono"/>
              </a:rPr>
              <a:t>(note)</a:t>
            </a:r>
          </a:p>
        </p:txBody>
      </p:sp>
      <p:sp>
        <p:nvSpPr>
          <p:cNvPr id="7" name="Slide Number Placeholder 6">
            <a:extLst xmlns:a="http://schemas.openxmlformats.org/drawingml/2006/main">
              <a:ext uri="{FF2B5EF4-FFF2-40B4-BE49-F238E27FC236}">
                <a16:creationId xmlns:a16="http://schemas.microsoft.com/office/drawing/2014/main" id="{C4F0ADF4-CBA1-F217-15B9-2DF889C076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12</a:t>
            </a:fld>
          </a:p>
        </p:txBody>
      </p:sp>
    </p:spTree>
    <p:extLst>
      <p:ext uri="{BB962C8B-B14F-4D97-AF65-F5344CB8AC3E}">
        <p14:creationId xmlns:p14="http://schemas.microsoft.com/office/powerpoint/2010/main" val="336215718"/>
      </p:ext>
    </p:extLst>
  </p:cSld>
</p:sld>
</file>

<file path=ppt/slides/slide13.xml><?xml version="1.0" encoding="utf-8"?>
<p:sld xmlns:p="http://schemas.openxmlformats.org/presentationml/2006/main" show="0">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3F61F52-D17D-670C-50AC-7255F18B4B82}"/>
              </a:ext>
            </a:extLst>
          </p:cNvPr>
          <p:cNvSpPr>
            <a:spLocks xmlns:a="http://schemas.openxmlformats.org/drawingml/2006/main" noGrp="1"/>
          </p:cNvSpPr>
          <p:nvPr>
            <p:ph type="title" idx="0"/>
          </p:nvPr>
        </p:nvSpPr>
        <p:spPr>
          <a:xfrm xmlns:a="http://schemas.openxmlformats.org/drawingml/2006/main">
            <a:off x="637569" y="2124718"/>
            <a:ext cx="9189603" cy="1325563"/>
          </a:xfrm>
        </p:spPr>
        <p:txBody>
          <a:bodyPr xmlns:a="http://schemas.openxmlformats.org/drawingml/2006/main" wrap="none" anchor="ctr">
            <a:normAutofit fontScale="97748"/>
          </a:bodyPr>
          <a:lstStyle xmlns:a="http://schemas.openxmlformats.org/drawingml/2006/main"/>
          <a:p xmlns:a="http://schemas.openxmlformats.org/drawingml/2006/main">
            <a:r>
              <a:t>Fix the code! – Suggested Solution</a:t>
            </a:r>
          </a:p>
        </p:txBody>
      </p:sp>
      <p:sp>
        <p:nvSpPr>
          <p:cNvPr id="3" name="Content Placeholder 2">
            <a:extLst xmlns:a="http://schemas.openxmlformats.org/drawingml/2006/main">
              <a:ext uri="{FF2B5EF4-FFF2-40B4-BE49-F238E27FC236}">
                <a16:creationId xmlns:a16="http://schemas.microsoft.com/office/drawing/2014/main" id="{93946801-3D05-3C3E-1626-DBB288975FB3}"/>
              </a:ext>
            </a:extLst>
          </p:cNvPr>
          <p:cNvSpPr>
            <a:spLocks xmlns:a="http://schemas.openxmlformats.org/drawingml/2006/main" noGrp="1"/>
          </p:cNvSpPr>
          <p:nvPr>
            <p:ph idx="1"/>
          </p:nvPr>
        </p:nvSpPr>
        <p:spPr>
          <a:xfrm xmlns:a="http://schemas.openxmlformats.org/drawingml/2006/main">
            <a:off x="1294599" y="3405120"/>
            <a:ext cx="10371884" cy="2115403"/>
          </a:xfrm>
        </p:spPr>
        <p:txBody>
          <a:bodyPr xmlns:a="http://schemas.openxmlformats.org/drawingml/2006/main">
            <a:normAutofit fontScale="57463"/>
          </a:bodyPr>
          <a:lstStyle xmlns:a="http://schemas.openxmlformats.org/drawingml/2006/main"/>
          <a:p xmlns:a="http://schemas.openxmlformats.org/drawingml/2006/main">
            <a:pPr marL="0" indent="0">
              <a:spcAft>
                <a:spcPts val="0"/>
              </a:spcAft>
              <a:buNone/>
            </a:pPr>
            <a:r>
              <a:rPr sz="1800">
                <a:solidFill>
                  <a:srgbClr val="080808"/>
                </a:solidFill>
                <a:latin typeface="JetBrains Mono"/>
                <a:ea typeface="JetBrains Mono"/>
                <a:cs typeface="JetBrains Mono"/>
              </a:rPr>
              <a:t> </a:t>
            </a:r>
          </a:p>
          <a:p xmlns:a="http://schemas.openxmlformats.org/drawingml/2006/main">
            <a:pPr marL="0" indent="0">
              <a:spcAft>
                <a:spcPts val="0"/>
              </a:spcAft>
              <a:buNone/>
            </a:pPr>
            <a:r>
              <a:rPr sz="1800">
                <a:solidFill>
                  <a:srgbClr val="080808"/>
                </a:solidFill>
                <a:latin typeface="JetBrains Mono"/>
                <a:ea typeface="JetBrains Mono"/>
                <a:cs typeface="JetBrains Mono"/>
              </a:rPr>
              <a:t> </a:t>
            </a:r>
          </a:p>
          <a:p xmlns:a="http://schemas.openxmlformats.org/drawingml/2006/main">
            <a:pPr marL="0" indent="0">
              <a:spcAft>
                <a:spcPts val="0"/>
              </a:spcAft>
              <a:buNone/>
            </a:pPr>
            <a:r>
              <a:rPr sz="1800">
                <a:solidFill>
                  <a:srgbClr val="080808"/>
                </a:solidFill>
                <a:latin typeface="JetBrains Mono"/>
                <a:ea typeface="JetBrains Mono"/>
                <a:cs typeface="JetBrains Mono"/>
              </a:rPr>
              <a:t>notes = []</a:t>
            </a:r>
          </a:p>
          <a:p xmlns:a="http://schemas.openxmlformats.org/drawingml/2006/main">
            <a:pPr marL="0" indent="0">
              <a:spcAft>
                <a:spcPts val="0"/>
              </a:spcAft>
              <a:buNone/>
            </a:pPr>
            <a:r>
              <a:rPr sz="1800">
                <a:solidFill>
                  <a:srgbClr val="1750EB"/>
                </a:solidFill>
                <a:latin typeface="JetBrains Mono"/>
                <a:ea typeface="JetBrains Mono"/>
                <a:cs typeface="JetBrains Mono"/>
              </a:rPr>
              <a:t>for</a:t>
            </a:r>
            <a:r>
              <a:rPr sz="1800">
                <a:solidFill>
                  <a:srgbClr val="080808"/>
                </a:solidFill>
                <a:latin typeface="JetBrains Mono"/>
                <a:ea typeface="JetBrains Mono"/>
                <a:cs typeface="JetBrains Mono"/>
              </a:rPr>
              <a:t> count </a:t>
            </a:r>
            <a:r>
              <a:rPr sz="1800">
                <a:solidFill>
                  <a:srgbClr val="1750EB"/>
                </a:solidFill>
                <a:latin typeface="JetBrains Mono"/>
                <a:ea typeface="JetBrains Mono"/>
                <a:cs typeface="JetBrains Mono"/>
              </a:rPr>
              <a:t>in</a:t>
            </a:r>
            <a:r>
              <a:rPr sz="1800">
                <a:solidFill>
                  <a:srgbClr val="080808"/>
                </a:solidFill>
                <a:latin typeface="JetBrains Mono"/>
                <a:ea typeface="JetBrains Mono"/>
                <a:cs typeface="JetBrains Mono"/>
              </a:rPr>
              <a:t> </a:t>
            </a:r>
            <a:r>
              <a:rPr sz="1800">
                <a:solidFill>
                  <a:srgbClr val="1750EB"/>
                </a:solidFill>
                <a:latin typeface="JetBrains Mono"/>
                <a:ea typeface="JetBrains Mono"/>
                <a:cs typeface="JetBrains Mono"/>
              </a:rPr>
              <a:t>range</a:t>
            </a:r>
            <a:r>
              <a:rPr sz="1800">
                <a:solidFill>
                  <a:srgbClr val="080808"/>
                </a:solidFill>
                <a:latin typeface="JetBrains Mono"/>
                <a:ea typeface="JetBrains Mono"/>
                <a:cs typeface="JetBrains Mono"/>
              </a:rPr>
              <a:t>(3):</a:t>
            </a:r>
          </a:p>
          <a:p xmlns:a="http://schemas.openxmlformats.org/drawingml/2006/main">
            <a:pPr marL="0" indent="0">
              <a:spcAft>
                <a:spcPts val="0"/>
              </a:spcAft>
              <a:buNone/>
            </a:pPr>
            <a:r>
              <a:rPr sz="1800">
                <a:solidFill>
                  <a:srgbClr val="080808"/>
                </a:solidFill>
                <a:latin typeface="JetBrains Mono"/>
                <a:ea typeface="JetBrains Mono"/>
                <a:cs typeface="JetBrains Mono"/>
              </a:rPr>
              <a:t>    note = </a:t>
            </a:r>
            <a:r>
              <a:rPr sz="1800">
                <a:solidFill>
                  <a:srgbClr val="1750EB"/>
                </a:solidFill>
                <a:latin typeface="JetBrains Mono"/>
                <a:ea typeface="JetBrains Mono"/>
                <a:cs typeface="JetBrains Mono"/>
              </a:rPr>
              <a:t>input</a:t>
            </a:r>
            <a:r>
              <a:rPr sz="1800">
                <a:solidFill>
                  <a:srgbClr val="080808"/>
                </a:solidFill>
                <a:latin typeface="JetBrains Mono"/>
                <a:ea typeface="JetBrains Mono"/>
                <a:cs typeface="JetBrains Mono"/>
              </a:rPr>
              <a:t>(</a:t>
            </a:r>
            <a:r>
              <a:rPr sz="1800">
                <a:solidFill>
                  <a:srgbClr val="067D17"/>
                </a:solidFill>
                <a:latin typeface="JetBrains Mono"/>
                <a:ea typeface="JetBrains Mono"/>
                <a:cs typeface="JetBrains Mono"/>
              </a:rPr>
              <a:t>"Enter a note: "</a:t>
            </a:r>
            <a:r>
              <a:rPr sz="1800">
                <a:solidFill>
                  <a:srgbClr val="080808"/>
                </a:solidFill>
                <a:latin typeface="JetBrains Mono"/>
                <a:ea typeface="JetBrains Mono"/>
                <a:cs typeface="JetBrains Mono"/>
              </a:rPr>
              <a:t>)</a:t>
            </a:r>
          </a:p>
          <a:p xmlns:a="http://schemas.openxmlformats.org/drawingml/2006/main">
            <a:pPr marL="0" indent="0">
              <a:spcAft>
                <a:spcPts val="0"/>
              </a:spcAft>
              <a:buNone/>
            </a:pPr>
            <a:r>
              <a:rPr sz="1800">
                <a:solidFill>
                  <a:srgbClr val="080808"/>
                </a:solidFill>
                <a:latin typeface="JetBrains Mono"/>
                <a:ea typeface="JetBrains Mono"/>
                <a:cs typeface="JetBrains Mono"/>
              </a:rPr>
              <a:t>    notes</a:t>
            </a:r>
            <a:r>
              <a:rPr sz="1800">
                <a:solidFill>
                  <a:srgbClr val="1750EB"/>
                </a:solidFill>
                <a:latin typeface="JetBrains Mono"/>
                <a:ea typeface="JetBrains Mono"/>
                <a:cs typeface="JetBrains Mono"/>
              </a:rPr>
              <a:t>.append</a:t>
            </a:r>
            <a:r>
              <a:rPr sz="1800">
                <a:solidFill>
                  <a:srgbClr val="080808"/>
                </a:solidFill>
                <a:latin typeface="JetBrains Mono"/>
                <a:ea typeface="JetBrains Mono"/>
                <a:cs typeface="JetBrains Mono"/>
              </a:rPr>
              <a:t>(note)</a:t>
            </a:r>
          </a:p>
          <a:p xmlns:a="http://schemas.openxmlformats.org/drawingml/2006/main">
            <a:pPr marL="0" indent="0">
              <a:spcAft>
                <a:spcPts val="0"/>
              </a:spcAft>
              <a:buNone/>
            </a:pPr>
            <a:r>
              <a:rPr sz="1800">
                <a:solidFill>
                  <a:srgbClr val="1750EB"/>
                </a:solidFill>
                <a:latin typeface="JetBrains Mono"/>
                <a:ea typeface="JetBrains Mono"/>
                <a:cs typeface="JetBrains Mono"/>
              </a:rPr>
              <a:t>for</a:t>
            </a:r>
            <a:r>
              <a:rPr sz="1800">
                <a:solidFill>
                  <a:srgbClr val="080808"/>
                </a:solidFill>
                <a:latin typeface="JetBrains Mono"/>
                <a:ea typeface="JetBrains Mono"/>
                <a:cs typeface="JetBrains Mono"/>
              </a:rPr>
              <a:t> note </a:t>
            </a:r>
            <a:r>
              <a:rPr sz="1800">
                <a:solidFill>
                  <a:srgbClr val="1750EB"/>
                </a:solidFill>
                <a:latin typeface="JetBrains Mono"/>
                <a:ea typeface="JetBrains Mono"/>
                <a:cs typeface="JetBrains Mono"/>
              </a:rPr>
              <a:t>in</a:t>
            </a:r>
            <a:r>
              <a:rPr sz="1800">
                <a:solidFill>
                  <a:srgbClr val="080808"/>
                </a:solidFill>
                <a:latin typeface="JetBrains Mono"/>
                <a:ea typeface="JetBrains Mono"/>
                <a:cs typeface="JetBrains Mono"/>
              </a:rPr>
              <a:t> notes:</a:t>
            </a:r>
          </a:p>
          <a:p xmlns:a="http://schemas.openxmlformats.org/drawingml/2006/main">
            <a:pPr marL="0" indent="0">
              <a:spcAft>
                <a:spcPts val="0"/>
              </a:spcAft>
              <a:buNone/>
            </a:pPr>
            <a:r>
              <a:rPr sz="1800">
                <a:solidFill>
                  <a:srgbClr val="080808"/>
                </a:solidFill>
                <a:latin typeface="JetBrains Mono"/>
                <a:ea typeface="JetBrains Mono"/>
                <a:cs typeface="JetBrains Mono"/>
              </a:rPr>
              <a:t>    </a:t>
            </a:r>
            <a:r>
              <a:rPr sz="1800">
                <a:solidFill>
                  <a:srgbClr val="1750EB"/>
                </a:solidFill>
                <a:latin typeface="JetBrains Mono"/>
                <a:ea typeface="JetBrains Mono"/>
                <a:cs typeface="JetBrains Mono"/>
              </a:rPr>
              <a:t>print</a:t>
            </a:r>
            <a:r>
              <a:rPr sz="1800">
                <a:solidFill>
                  <a:srgbClr val="080808"/>
                </a:solidFill>
                <a:latin typeface="JetBrains Mono"/>
                <a:ea typeface="JetBrains Mono"/>
                <a:cs typeface="JetBrains Mono"/>
              </a:rPr>
              <a:t>(note)</a:t>
            </a:r>
          </a:p>
        </p:txBody>
      </p:sp>
      <p:sp>
        <p:nvSpPr>
          <p:cNvPr id="7" name="Slide Number Placeholder 6">
            <a:extLst xmlns:a="http://schemas.openxmlformats.org/drawingml/2006/main">
              <a:ext uri="{FF2B5EF4-FFF2-40B4-BE49-F238E27FC236}">
                <a16:creationId xmlns:a16="http://schemas.microsoft.com/office/drawing/2014/main" id="{A72CEF87-628B-C07C-A561-B4B38856AB0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13</a:t>
            </a:fld>
          </a:p>
        </p:txBody>
      </p:sp>
      <p:sp>
        <p:nvSpPr>
          <p:cNvPr id="4" name="Rectangle 1">
            <a:extLst xmlns:a="http://schemas.openxmlformats.org/drawingml/2006/main">
              <a:ext uri="{FF2B5EF4-FFF2-40B4-BE49-F238E27FC236}">
                <a16:creationId xmlns:a16="http://schemas.microsoft.com/office/drawing/2014/main" id="{84B9FE81-71E8-D844-4F36-3BE0908EA75A}"/>
              </a:ext>
            </a:extLst>
          </p:cNvPr>
          <p:cNvSpPr>
            <a:spLocks xmlns:a="http://schemas.openxmlformats.org/drawingml/2006/main" noGrp="1"/>
          </p:cNvSpPr>
          <p:nvPr/>
        </p:nvSpPr>
        <p:spPr>
          <a:xfrm xmlns:a="http://schemas.openxmlformats.org/drawingml/2006/main">
            <a:off x="0" y="43934"/>
            <a:ext cx="184731" cy="36933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pPr marL="0" marR="0" lvl="0" indent="0" algn="l" defTabSz="914400">
              <a:lnSpc>
                <a:spcPct val="100000"/>
              </a:lnSpc>
              <a:spcBef>
                <a:spcPct val="0"/>
              </a:spcBef>
              <a:spcAft>
                <a:spcPct val="0"/>
              </a:spcAft>
              <a:buClrTx/>
              <a:buSzTx/>
              <a:buFontTx/>
              <a:buNone/>
            </a:pPr>
          </a:p>
        </p:txBody>
      </p:sp>
    </p:spTree>
    <p:extLst>
      <p:ext uri="{BB962C8B-B14F-4D97-AF65-F5344CB8AC3E}">
        <p14:creationId xmlns:p14="http://schemas.microsoft.com/office/powerpoint/2010/main" val="2189401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2026-08-05T12:42:11.0530000Z</dcterms:created>
  <dcterms:modified xsi:type="dcterms:W3CDTF">2026-08-05T12:42:11.0530000Z</dcterms:modified>
</coreProperties>
</file>