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9174f9d4584f40" /><Relationship Type="http://schemas.openxmlformats.org/officeDocument/2006/relationships/extended-properties" Target="/docProps/app.xml" Id="R388c789906ef4bd0" /><Relationship Type="http://schemas.openxmlformats.org/officeDocument/2006/relationships/officeDocument" Target="/ppt/presentation.xml" Id="R338fc856c93848e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f40da82ffc614cc8"/>
  </p:sldMasterIdLst>
  <p:notesMasterIdLst>
    <p:notesMasterId xmlns:r="http://schemas.openxmlformats.org/officeDocument/2006/relationships" r:id="R648cff7436934850"/>
  </p:notesMasterIdLst>
  <p:sldIdLst>
    <p:sldId xmlns:r="http://schemas.openxmlformats.org/officeDocument/2006/relationships" id="256" r:id="Reb74f864470a4928"/>
    <p:sldId xmlns:r="http://schemas.openxmlformats.org/officeDocument/2006/relationships" id="257" r:id="Rd77a535766264c75"/>
    <p:sldId xmlns:r="http://schemas.openxmlformats.org/officeDocument/2006/relationships" id="258" r:id="Rde75aac176a94dc6"/>
    <p:sldId xmlns:r="http://schemas.openxmlformats.org/officeDocument/2006/relationships" id="259" r:id="Rf4adba413bd141a1"/>
    <p:sldId xmlns:r="http://schemas.openxmlformats.org/officeDocument/2006/relationships" id="260" r:id="R782e111a77954d78"/>
    <p:sldId xmlns:r="http://schemas.openxmlformats.org/officeDocument/2006/relationships" id="261" r:id="Rf74636fa611a46a9"/>
    <p:sldId xmlns:r="http://schemas.openxmlformats.org/officeDocument/2006/relationships" id="262" r:id="Rcb660cd4d0cf46e3"/>
    <p:sldId xmlns:r="http://schemas.openxmlformats.org/officeDocument/2006/relationships" id="263" r:id="Rc72d0b12f44c44b1"/>
    <p:sldId xmlns:r="http://schemas.openxmlformats.org/officeDocument/2006/relationships" id="264" r:id="Rbb529be62c7d4693"/>
    <p:sldId xmlns:r="http://schemas.openxmlformats.org/officeDocument/2006/relationships" id="265" r:id="R5c171fd6ea2e40c0"/>
    <p:sldId xmlns:r="http://schemas.openxmlformats.org/officeDocument/2006/relationships" id="266" r:id="R95d81faa0a394abc"/>
    <p:sldId xmlns:r="http://schemas.openxmlformats.org/officeDocument/2006/relationships" id="267" r:id="Rf1195f392a7d4dec"/>
    <p:sldId xmlns:r="http://schemas.openxmlformats.org/officeDocument/2006/relationships" id="268" r:id="Rfc56b131988f4b34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f286e9ecdde742b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d06837f8404370" /><Relationship Type="http://schemas.openxmlformats.org/officeDocument/2006/relationships/slideMaster" Target="/ppt/slideMasters/slideMaster1.xml" Id="Rf40da82ffc614cc8" /><Relationship Type="http://schemas.openxmlformats.org/officeDocument/2006/relationships/notesMaster" Target="/ppt/notesMasters/notesMaster1.xml" Id="R648cff7436934850" /><Relationship Type="http://schemas.openxmlformats.org/officeDocument/2006/relationships/presProps" Target="/ppt/presProps.xml" Id="R154496b6e99c4afe" /><Relationship Type="http://schemas.openxmlformats.org/officeDocument/2006/relationships/viewProps" Target="/ppt/viewProps.xml" Id="Rc191843bfb224c6d" /><Relationship Type="http://schemas.openxmlformats.org/officeDocument/2006/relationships/tableStyles" Target="/ppt/tableStyles.xml" Id="R514ab6555ea044f1" /><Relationship Type="http://schemas.openxmlformats.org/officeDocument/2006/relationships/font" Target="/ppt/fonts/font.dat" Id="Rf286e9ecdde742bc" /><Relationship Type="http://schemas.openxmlformats.org/officeDocument/2006/relationships/slide" Target="/ppt/slides/slide1.xml" Id="Reb74f864470a4928" /><Relationship Type="http://schemas.openxmlformats.org/officeDocument/2006/relationships/slide" Target="/ppt/slides/slide2.xml" Id="Rd77a535766264c75" /><Relationship Type="http://schemas.openxmlformats.org/officeDocument/2006/relationships/slide" Target="/ppt/slides/slide3.xml" Id="Rde75aac176a94dc6" /><Relationship Type="http://schemas.openxmlformats.org/officeDocument/2006/relationships/slide" Target="/ppt/slides/slide4.xml" Id="Rf4adba413bd141a1" /><Relationship Type="http://schemas.openxmlformats.org/officeDocument/2006/relationships/slide" Target="/ppt/slides/slide5.xml" Id="R782e111a77954d78" /><Relationship Type="http://schemas.openxmlformats.org/officeDocument/2006/relationships/slide" Target="/ppt/slides/slide6.xml" Id="Rf74636fa611a46a9" /><Relationship Type="http://schemas.openxmlformats.org/officeDocument/2006/relationships/slide" Target="/ppt/slides/slide7.xml" Id="Rcb660cd4d0cf46e3" /><Relationship Type="http://schemas.openxmlformats.org/officeDocument/2006/relationships/slide" Target="/ppt/slides/slide8.xml" Id="Rc72d0b12f44c44b1" /><Relationship Type="http://schemas.openxmlformats.org/officeDocument/2006/relationships/slide" Target="/ppt/slides/slide9.xml" Id="Rbb529be62c7d4693" /><Relationship Type="http://schemas.openxmlformats.org/officeDocument/2006/relationships/slide" Target="/ppt/slides/slide10.xml" Id="R5c171fd6ea2e40c0" /><Relationship Type="http://schemas.openxmlformats.org/officeDocument/2006/relationships/slide" Target="/ppt/slides/slide11.xml" Id="R95d81faa0a394abc" /><Relationship Type="http://schemas.openxmlformats.org/officeDocument/2006/relationships/slide" Target="/ppt/slides/slide12.xml" Id="Rf1195f392a7d4dec" /><Relationship Type="http://schemas.openxmlformats.org/officeDocument/2006/relationships/slide" Target="/ppt/slides/slide13.xml" Id="Rfc56b131988f4b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7cc9586e7149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2e8990a2394064" /><Relationship Type="http://schemas.openxmlformats.org/officeDocument/2006/relationships/notesMaster" Target="/ppt/notesMasters/notesMaster1.xml" Id="Rbe7088903efd41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2b14c2dbcb4df0" /><Relationship Type="http://schemas.openxmlformats.org/officeDocument/2006/relationships/notesMaster" Target="/ppt/notesMasters/notesMaster1.xml" Id="R504eea7e07d94a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69c7e642984312" /><Relationship Type="http://schemas.openxmlformats.org/officeDocument/2006/relationships/notesMaster" Target="/ppt/notesMasters/notesMaster1.xml" Id="R37b9faaab6894d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5a6248e5cf4b8f" /><Relationship Type="http://schemas.openxmlformats.org/officeDocument/2006/relationships/notesMaster" Target="/ppt/notesMasters/notesMaster1.xml" Id="R7d0cae5475f343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bbb8871d574d08" /><Relationship Type="http://schemas.openxmlformats.org/officeDocument/2006/relationships/notesMaster" Target="/ppt/notesMasters/notesMaster1.xml" Id="R6f5de3cdb59a4e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6779205fa046f9" /><Relationship Type="http://schemas.openxmlformats.org/officeDocument/2006/relationships/notesMaster" Target="/ppt/notesMasters/notesMaster1.xml" Id="R002a2350b4a04c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b29bb4b43d4566" /><Relationship Type="http://schemas.openxmlformats.org/officeDocument/2006/relationships/notesMaster" Target="/ppt/notesMasters/notesMaster1.xml" Id="Rb7ff7592144042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ea36b987b44508" /><Relationship Type="http://schemas.openxmlformats.org/officeDocument/2006/relationships/notesMaster" Target="/ppt/notesMasters/notesMaster1.xml" Id="Rdb0c0df8f97c46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00abe08d544a4d" /><Relationship Type="http://schemas.openxmlformats.org/officeDocument/2006/relationships/notesMaster" Target="/ppt/notesMasters/notesMaster1.xml" Id="Rfb372220f9c14d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c770fb828c4741" /><Relationship Type="http://schemas.openxmlformats.org/officeDocument/2006/relationships/notesMaster" Target="/ppt/notesMasters/notesMaster1.xml" Id="R7afea346f64640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6de2b6cc62478a" /><Relationship Type="http://schemas.openxmlformats.org/officeDocument/2006/relationships/notesMaster" Target="/ppt/notesMasters/notesMaster1.xml" Id="R4e0069c6326e49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9a2af65aed416b" /><Relationship Type="http://schemas.openxmlformats.org/officeDocument/2006/relationships/notesMaster" Target="/ppt/notesMasters/notesMaster1.xml" Id="Reef17855606d45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4e24cb7dbf4a30" /><Relationship Type="http://schemas.openxmlformats.org/officeDocument/2006/relationships/notesMaster" Target="/ppt/notesMasters/notesMaster1.xml" Id="R3f699f28b5b940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0e19b0f47440b0" /><Relationship Type="http://schemas.openxmlformats.org/officeDocument/2006/relationships/image" Target="/ppt/media/image.png" Id="Rdbc92e8649fa485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c07f6668354ee4" /><Relationship Type="http://schemas.openxmlformats.org/officeDocument/2006/relationships/image" Target="/ppt/media/image.png" Id="R9b695b5dca834a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c1df727ba449cd" /><Relationship Type="http://schemas.openxmlformats.org/officeDocument/2006/relationships/image" Target="/ppt/media/image.png" Id="Rb550af4533b542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35af6cde8d4b31" /><Relationship Type="http://schemas.openxmlformats.org/officeDocument/2006/relationships/image" Target="/ppt/media/image.png" Id="R48fddcb0e93e41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0e03cedc1e493c" /><Relationship Type="http://schemas.openxmlformats.org/officeDocument/2006/relationships/image" Target="/ppt/media/image.png" Id="R4b48609207d94d3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2e23bb400f4763" /><Relationship Type="http://schemas.openxmlformats.org/officeDocument/2006/relationships/image" Target="/ppt/media/image.png" Id="Rc4c8baefe0f94e5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78069e848940b2" /><Relationship Type="http://schemas.openxmlformats.org/officeDocument/2006/relationships/image" Target="/ppt/media/image.png" Id="Rd9e75b595f314f2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25f902074740dc" /><Relationship Type="http://schemas.openxmlformats.org/officeDocument/2006/relationships/image" Target="/ppt/media/image.png" Id="Ra8ea5e10cbfb46c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8200d7fd3344a9" /><Relationship Type="http://schemas.openxmlformats.org/officeDocument/2006/relationships/image" Target="/ppt/media/image.png" Id="R525772cf2f3c41e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e48c26b72e4af6" /><Relationship Type="http://schemas.openxmlformats.org/officeDocument/2006/relationships/image" Target="/ppt/media/image.png" Id="Rbbfc37de8e7d4f7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954b49b7b24a24" /><Relationship Type="http://schemas.openxmlformats.org/officeDocument/2006/relationships/image" Target="/ppt/media/image.png" Id="R7aaae6247df54d2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bc92e8649fa4856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b695b5dca834ab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550af4533b542f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8fddcb0e93e41d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b48609207d94d3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4c8baefe0f94e5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9e75b595f314f2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8ea5e10cbfb46c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25772cf2f3c41e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bfc37de8e7d4f7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aae6247df54d2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05819510af4755" /><Relationship Type="http://schemas.openxmlformats.org/officeDocument/2006/relationships/slideLayout" Target="/ppt/slideLayouts/slideLayout1.xml" Id="R102d17c7d2464d6d" /><Relationship Type="http://schemas.openxmlformats.org/officeDocument/2006/relationships/slideLayout" Target="/ppt/slideLayouts/slideLayout2.xml" Id="R769dbb67646c40f9" /><Relationship Type="http://schemas.openxmlformats.org/officeDocument/2006/relationships/slideLayout" Target="/ppt/slideLayouts/slideLayout3.xml" Id="R5d116de7c1ed4d65" /><Relationship Type="http://schemas.openxmlformats.org/officeDocument/2006/relationships/slideLayout" Target="/ppt/slideLayouts/slideLayout4.xml" Id="R5cff4d2cf7044170" /><Relationship Type="http://schemas.openxmlformats.org/officeDocument/2006/relationships/slideLayout" Target="/ppt/slideLayouts/slideLayout5.xml" Id="R1a26f4ab6bdf4ca6" /><Relationship Type="http://schemas.openxmlformats.org/officeDocument/2006/relationships/slideLayout" Target="/ppt/slideLayouts/slideLayout6.xml" Id="R8c34b1ac62a444f0" /><Relationship Type="http://schemas.openxmlformats.org/officeDocument/2006/relationships/slideLayout" Target="/ppt/slideLayouts/slideLayout7.xml" Id="R8dbaa45a363a4651" /><Relationship Type="http://schemas.openxmlformats.org/officeDocument/2006/relationships/slideLayout" Target="/ppt/slideLayouts/slideLayout8.xml" Id="Rd478729b24cd4ce7" /><Relationship Type="http://schemas.openxmlformats.org/officeDocument/2006/relationships/slideLayout" Target="/ppt/slideLayouts/slideLayout9.xml" Id="Re8598785740240b3" /><Relationship Type="http://schemas.openxmlformats.org/officeDocument/2006/relationships/slideLayout" Target="/ppt/slideLayouts/slideLayout10.xml" Id="R84695e38cbd84d29" /><Relationship Type="http://schemas.openxmlformats.org/officeDocument/2006/relationships/slideLayout" Target="/ppt/slideLayouts/slideLayout11.xml" Id="Rd9fa55b0535e46c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2d17c7d2464d6d"/>
    <p:sldLayoutId xmlns:r="http://schemas.openxmlformats.org/officeDocument/2006/relationships" id="2147483650" r:id="R769dbb67646c40f9"/>
    <p:sldLayoutId xmlns:r="http://schemas.openxmlformats.org/officeDocument/2006/relationships" id="2147483651" r:id="R5d116de7c1ed4d65"/>
    <p:sldLayoutId xmlns:r="http://schemas.openxmlformats.org/officeDocument/2006/relationships" id="2147483652" r:id="R5cff4d2cf7044170"/>
    <p:sldLayoutId xmlns:r="http://schemas.openxmlformats.org/officeDocument/2006/relationships" id="2147483653" r:id="R1a26f4ab6bdf4ca6"/>
    <p:sldLayoutId xmlns:r="http://schemas.openxmlformats.org/officeDocument/2006/relationships" id="2147483654" r:id="R8c34b1ac62a444f0"/>
    <p:sldLayoutId xmlns:r="http://schemas.openxmlformats.org/officeDocument/2006/relationships" id="2147483655" r:id="R8dbaa45a363a4651"/>
    <p:sldLayoutId xmlns:r="http://schemas.openxmlformats.org/officeDocument/2006/relationships" id="2147483656" r:id="Rd478729b24cd4ce7"/>
    <p:sldLayoutId xmlns:r="http://schemas.openxmlformats.org/officeDocument/2006/relationships" id="2147483657" r:id="Re8598785740240b3"/>
    <p:sldLayoutId xmlns:r="http://schemas.openxmlformats.org/officeDocument/2006/relationships" id="2147483658" r:id="R84695e38cbd84d29"/>
    <p:sldLayoutId xmlns:r="http://schemas.openxmlformats.org/officeDocument/2006/relationships" id="2147483659" r:id="Rd9fa55b0535e46cd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537c0e27048cc" /><Relationship Type="http://schemas.openxmlformats.org/officeDocument/2006/relationships/notesSlide" Target="/ppt/notesSlides/notesSlide1.xml" Id="R67b3adbe5d1f48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1c773420554eb3" /><Relationship Type="http://schemas.openxmlformats.org/officeDocument/2006/relationships/notesSlide" Target="/ppt/notesSlides/notesSlide2.xml" Id="R8aa20217f28b4b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ddf76de8c54df8" /><Relationship Type="http://schemas.openxmlformats.org/officeDocument/2006/relationships/notesSlide" Target="/ppt/notesSlides/notesSlide3.xml" Id="R9ca4e8ba73b548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0f367241a14319" /><Relationship Type="http://schemas.openxmlformats.org/officeDocument/2006/relationships/notesSlide" Target="/ppt/notesSlides/notesSlide4.xml" Id="R108bced6e4ae4b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141beff3574107" /><Relationship Type="http://schemas.openxmlformats.org/officeDocument/2006/relationships/notesSlide" Target="/ppt/notesSlides/notesSlide5.xml" Id="R33c90777ee2a41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f04f9522914a43" /><Relationship Type="http://schemas.openxmlformats.org/officeDocument/2006/relationships/notesSlide" Target="/ppt/notesSlides/notesSlide6.xml" Id="R8f7787142f4e40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72712a90814d87" /><Relationship Type="http://schemas.openxmlformats.org/officeDocument/2006/relationships/notesSlide" Target="/ppt/notesSlides/notesSlide7.xml" Id="Ra3f98e740cc643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2f5f88092945c7" /><Relationship Type="http://schemas.openxmlformats.org/officeDocument/2006/relationships/notesSlide" Target="/ppt/notesSlides/notesSlide8.xml" Id="R0ff06c24dbdf4c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07ea9933204a0d" /><Relationship Type="http://schemas.openxmlformats.org/officeDocument/2006/relationships/notesSlide" Target="/ppt/notesSlides/notesSlide9.xml" Id="Re552ccef9aed49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b687bf34764cd6" /><Relationship Type="http://schemas.openxmlformats.org/officeDocument/2006/relationships/notesSlide" Target="/ppt/notesSlides/notesSlide10.xml" Id="Raa8461b8192943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b5c153e1d1466e" /><Relationship Type="http://schemas.openxmlformats.org/officeDocument/2006/relationships/notesSlide" Target="/ppt/notesSlides/notesSlide11.xml" Id="Rb6bca6cac9ba41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cfc28e8161409c" /><Relationship Type="http://schemas.openxmlformats.org/officeDocument/2006/relationships/notesSlide" Target="/ppt/notesSlides/notesSlide12.xml" Id="R52cb7507f43f4f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18a595da294cfa" /><Relationship Type="http://schemas.openxmlformats.org/officeDocument/2006/relationships/notesSlide" Target="/ppt/notesSlides/notesSlide13.xml" Id="R6f1189af32ca492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Character Codes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21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letter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"One lower-case letter a-y: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ord(letter)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next_letter = chr(code + 1)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 code:"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"Next letter:"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next_letter)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letter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"One lower-case letter a-y: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ord(letter)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next_letter = chr(code + 1)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 code:"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"Next letter:"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next_letter)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letter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"One lower-case letter a-y: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ord(letter)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next_letter = chr(code + 1)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 code:"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"Next letter:"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next_letter)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does ord() require exactly one character rather than a whole word?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If you enter c, which number is stored in code?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If you enter c, what does code + 1 do before chr() creates the next letter?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What would be displayed if code + 1 were printed without passing it to chr()?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758784"/>
            <a:ext cx="6474775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letter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"One lower-case letter a-y: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ord(letter)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next_letter = chr(code + 1)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 code:"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"Next letter:"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next_letter)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Display the previous letter by subtracting 1 from the character code. Input d must display c.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letter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"One lower-case letter a-y: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ord(letter)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next_letter = chr(code + 1)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 code:"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"Next letter:"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next_letter)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 wrap="none" anchor="ctr">
            <a:normAutofit fontScale="89350"/>
          </a:bodyPr>
          <a:lstStyle xmlns:a="http://schemas.openxmlformats.org/drawingml/2006/main"/>
          <a:p xmlns:a="http://schemas.openxmlformats.org/drawingml/2006/main">
            <a:r>
              <a:t>Challenge 1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letter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"One lower-case letter b-z: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ord(letter)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previous_letter = chr(code - 1)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 code:"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"Previous letter:"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previous_letter)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Ask for one lower-case letter a-w and a shift from 1 to 3. Add the shift to the character code and display the encoded letter. For c and 2, display e.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letter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"One lower-case letter a-y: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ord(letter)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next_letter = chr(code + 1)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 code:"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"Next letter:"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next_letter)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 –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508493"/>
            <a:ext cx="8032968" cy="1631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letter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"One lower-case letter a-w: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shift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"Shift 1 to 3: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ord(letter)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encoded = chr(code + shift)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"Encoded letter:"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encoded)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three-character encoder without a loop. Ask for three lower-case letters a-y, move each code forward by 1, concatenate the three encoded characters, and display the encoded text.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letter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"One lower-case letter a-y: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ord(letter)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next_letter = chr(code + 1)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 code:"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"Next letter:"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next_letter)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 wrap="none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 –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581011"/>
            <a:ext cx="10341293" cy="1323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"First letter a-y: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second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"Second letter a-y: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third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"Third letter a-y: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encoded_first = chr(ord(first) + 1)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encoded_second = chr(ord(second) + 1)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encoded_third = chr(ord(third) + 1)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encoded_text = encoded_first + encoded_second + encoded_third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"Encoded text:"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encoded_text)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69360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letter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"One lower-case letter a-y: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ord()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next_letter = chr(letter + 1)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"Next letter:"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next_letter)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 wrap="none" anchor="ctr">
            <a:normAutofit fontScale="97748"/>
          </a:bodyPr>
          <a:lstStyle xmlns:a="http://schemas.openxmlformats.org/drawingml/2006/main"/>
          <a:p xmlns:a="http://schemas.openxmlformats.org/drawingml/2006/main">
            <a:r>
              <a:t>Fix the code!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371884" cy="2115403"/>
          </a:xfrm>
        </p:spPr>
        <p:txBody>
          <a:bodyPr xmlns:a="http://schemas.openxmlformats.org/drawingml/2006/main">
            <a:normAutofit fontScale="93765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letter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"One lower-case letter a-y: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ord(letter)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next_letter = chr(code + 1)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"Next letter:"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next_letter)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2026-08-05T12:38:42.3700000Z</dcterms:created>
  <dcterms:modified xsi:type="dcterms:W3CDTF">2026-08-05T12:38:42.3700000Z</dcterms:modified>
</coreProperties>
</file>