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c216e53dcb42ec" /><Relationship Type="http://schemas.openxmlformats.org/officeDocument/2006/relationships/extended-properties" Target="/docProps/app.xml" Id="Rb62e101c90074050" /><Relationship Type="http://schemas.openxmlformats.org/officeDocument/2006/relationships/officeDocument" Target="/ppt/presentation.xml" Id="R5a23cab2cb624dc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9857f48d0144065"/>
  </p:sldMasterIdLst>
  <p:notesMasterIdLst>
    <p:notesMasterId xmlns:r="http://schemas.openxmlformats.org/officeDocument/2006/relationships" r:id="R55397cff62f14c6e"/>
  </p:notesMasterIdLst>
  <p:sldIdLst>
    <p:sldId xmlns:r="http://schemas.openxmlformats.org/officeDocument/2006/relationships" id="256" r:id="R05512ab68db94a0a"/>
    <p:sldId xmlns:r="http://schemas.openxmlformats.org/officeDocument/2006/relationships" id="257" r:id="R4fa6fdfdff514970"/>
    <p:sldId xmlns:r="http://schemas.openxmlformats.org/officeDocument/2006/relationships" id="258" r:id="R0edbb12ad9c64ae7"/>
    <p:sldId xmlns:r="http://schemas.openxmlformats.org/officeDocument/2006/relationships" id="259" r:id="R77dd8a63bf3546d3"/>
    <p:sldId xmlns:r="http://schemas.openxmlformats.org/officeDocument/2006/relationships" id="260" r:id="R5cb0206fe71943e7"/>
    <p:sldId xmlns:r="http://schemas.openxmlformats.org/officeDocument/2006/relationships" id="261" r:id="Rac600d78e9eb4361"/>
    <p:sldId xmlns:r="http://schemas.openxmlformats.org/officeDocument/2006/relationships" id="262" r:id="R71ef7d9440aa4d16"/>
    <p:sldId xmlns:r="http://schemas.openxmlformats.org/officeDocument/2006/relationships" id="263" r:id="Rf1be2667d3fe4eee"/>
    <p:sldId xmlns:r="http://schemas.openxmlformats.org/officeDocument/2006/relationships" id="264" r:id="R0c1be134a0c84d75"/>
    <p:sldId xmlns:r="http://schemas.openxmlformats.org/officeDocument/2006/relationships" id="265" r:id="R5d5c5ed1b8994a98"/>
    <p:sldId xmlns:r="http://schemas.openxmlformats.org/officeDocument/2006/relationships" id="266" r:id="R46d9c03183544227"/>
    <p:sldId xmlns:r="http://schemas.openxmlformats.org/officeDocument/2006/relationships" id="267" r:id="R91ec2505586a4875"/>
    <p:sldId xmlns:r="http://schemas.openxmlformats.org/officeDocument/2006/relationships" id="268" r:id="R75725852688f4b1b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38366c8cbf64436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896fac82654f16" /><Relationship Type="http://schemas.openxmlformats.org/officeDocument/2006/relationships/slideMaster" Target="/ppt/slideMasters/slideMaster1.xml" Id="R19857f48d0144065" /><Relationship Type="http://schemas.openxmlformats.org/officeDocument/2006/relationships/notesMaster" Target="/ppt/notesMasters/notesMaster1.xml" Id="R55397cff62f14c6e" /><Relationship Type="http://schemas.openxmlformats.org/officeDocument/2006/relationships/presProps" Target="/ppt/presProps.xml" Id="Ra29ef085554d4a93" /><Relationship Type="http://schemas.openxmlformats.org/officeDocument/2006/relationships/viewProps" Target="/ppt/viewProps.xml" Id="R2e784b80c04c48b4" /><Relationship Type="http://schemas.openxmlformats.org/officeDocument/2006/relationships/tableStyles" Target="/ppt/tableStyles.xml" Id="Rdd40320843aa4b53" /><Relationship Type="http://schemas.openxmlformats.org/officeDocument/2006/relationships/font" Target="/ppt/fonts/font.dat" Id="R38366c8cbf644366" /><Relationship Type="http://schemas.openxmlformats.org/officeDocument/2006/relationships/slide" Target="/ppt/slides/slide1.xml" Id="R05512ab68db94a0a" /><Relationship Type="http://schemas.openxmlformats.org/officeDocument/2006/relationships/slide" Target="/ppt/slides/slide2.xml" Id="R4fa6fdfdff514970" /><Relationship Type="http://schemas.openxmlformats.org/officeDocument/2006/relationships/slide" Target="/ppt/slides/slide3.xml" Id="R0edbb12ad9c64ae7" /><Relationship Type="http://schemas.openxmlformats.org/officeDocument/2006/relationships/slide" Target="/ppt/slides/slide4.xml" Id="R77dd8a63bf3546d3" /><Relationship Type="http://schemas.openxmlformats.org/officeDocument/2006/relationships/slide" Target="/ppt/slides/slide5.xml" Id="R5cb0206fe71943e7" /><Relationship Type="http://schemas.openxmlformats.org/officeDocument/2006/relationships/slide" Target="/ppt/slides/slide6.xml" Id="Rac600d78e9eb4361" /><Relationship Type="http://schemas.openxmlformats.org/officeDocument/2006/relationships/slide" Target="/ppt/slides/slide7.xml" Id="R71ef7d9440aa4d16" /><Relationship Type="http://schemas.openxmlformats.org/officeDocument/2006/relationships/slide" Target="/ppt/slides/slide8.xml" Id="Rf1be2667d3fe4eee" /><Relationship Type="http://schemas.openxmlformats.org/officeDocument/2006/relationships/slide" Target="/ppt/slides/slide9.xml" Id="R0c1be134a0c84d75" /><Relationship Type="http://schemas.openxmlformats.org/officeDocument/2006/relationships/slide" Target="/ppt/slides/slide10.xml" Id="R5d5c5ed1b8994a98" /><Relationship Type="http://schemas.openxmlformats.org/officeDocument/2006/relationships/slide" Target="/ppt/slides/slide11.xml" Id="R46d9c03183544227" /><Relationship Type="http://schemas.openxmlformats.org/officeDocument/2006/relationships/slide" Target="/ppt/slides/slide12.xml" Id="R91ec2505586a4875" /><Relationship Type="http://schemas.openxmlformats.org/officeDocument/2006/relationships/slide" Target="/ppt/slides/slide13.xml" Id="R75725852688f4b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da9eb890d49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5f6094c68e4015" /><Relationship Type="http://schemas.openxmlformats.org/officeDocument/2006/relationships/notesMaster" Target="/ppt/notesMasters/notesMaster1.xml" Id="R8cbfe767a49d40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74040aa4a54a9f" /><Relationship Type="http://schemas.openxmlformats.org/officeDocument/2006/relationships/notesMaster" Target="/ppt/notesMasters/notesMaster1.xml" Id="Rf1634cf1689b4f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7a172f12c54165" /><Relationship Type="http://schemas.openxmlformats.org/officeDocument/2006/relationships/notesMaster" Target="/ppt/notesMasters/notesMaster1.xml" Id="R94e56be0dd9c4c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ce4de06b414d1f" /><Relationship Type="http://schemas.openxmlformats.org/officeDocument/2006/relationships/notesMaster" Target="/ppt/notesMasters/notesMaster1.xml" Id="R9a623c37f4ec44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7aebf8f4724694" /><Relationship Type="http://schemas.openxmlformats.org/officeDocument/2006/relationships/notesMaster" Target="/ppt/notesMasters/notesMaster1.xml" Id="Rfd36a140aca942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ac37a32376485d" /><Relationship Type="http://schemas.openxmlformats.org/officeDocument/2006/relationships/notesMaster" Target="/ppt/notesMasters/notesMaster1.xml" Id="R78780aa07c3f43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c7735b67314fba" /><Relationship Type="http://schemas.openxmlformats.org/officeDocument/2006/relationships/notesMaster" Target="/ppt/notesMasters/notesMaster1.xml" Id="R53506c5fa6ea41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b27a6465d4476a" /><Relationship Type="http://schemas.openxmlformats.org/officeDocument/2006/relationships/notesMaster" Target="/ppt/notesMasters/notesMaster1.xml" Id="R944c812903bb44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1945fc46584340" /><Relationship Type="http://schemas.openxmlformats.org/officeDocument/2006/relationships/notesMaster" Target="/ppt/notesMasters/notesMaster1.xml" Id="R0644e571798b43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c658e53f124bef" /><Relationship Type="http://schemas.openxmlformats.org/officeDocument/2006/relationships/notesMaster" Target="/ppt/notesMasters/notesMaster1.xml" Id="Rc9e8fc56027d43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4b585a40b94fc5" /><Relationship Type="http://schemas.openxmlformats.org/officeDocument/2006/relationships/notesMaster" Target="/ppt/notesMasters/notesMaster1.xml" Id="R7c550f97b2cc41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211de478584490" /><Relationship Type="http://schemas.openxmlformats.org/officeDocument/2006/relationships/notesMaster" Target="/ppt/notesMasters/notesMaster1.xml" Id="Rfaf573da66fd4a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1efc8889db40c6" /><Relationship Type="http://schemas.openxmlformats.org/officeDocument/2006/relationships/notesMaster" Target="/ppt/notesMasters/notesMaster1.xml" Id="R761ca06e03b449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a05858aac4b9a" /><Relationship Type="http://schemas.openxmlformats.org/officeDocument/2006/relationships/image" Target="/ppt/media/image.png" Id="R93c5ab79b22942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56c4296554268" /><Relationship Type="http://schemas.openxmlformats.org/officeDocument/2006/relationships/image" Target="/ppt/media/image.png" Id="Rc99d3236d9a841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794a4b8024bd2" /><Relationship Type="http://schemas.openxmlformats.org/officeDocument/2006/relationships/image" Target="/ppt/media/image.png" Id="Re650cfe635bf43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ebc81ecc74ace" /><Relationship Type="http://schemas.openxmlformats.org/officeDocument/2006/relationships/image" Target="/ppt/media/image.png" Id="R20181c59bbc54c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b739d33824808" /><Relationship Type="http://schemas.openxmlformats.org/officeDocument/2006/relationships/image" Target="/ppt/media/image.png" Id="Rbe6c82762dcd48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71569bece4256" /><Relationship Type="http://schemas.openxmlformats.org/officeDocument/2006/relationships/image" Target="/ppt/media/image.png" Id="R810452e592ab47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8b6a602a2422f" /><Relationship Type="http://schemas.openxmlformats.org/officeDocument/2006/relationships/image" Target="/ppt/media/image.png" Id="Rbf70fc2962b048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a363f914049c0" /><Relationship Type="http://schemas.openxmlformats.org/officeDocument/2006/relationships/image" Target="/ppt/media/image.png" Id="R32b82bd08025497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99ec7b6294863" /><Relationship Type="http://schemas.openxmlformats.org/officeDocument/2006/relationships/image" Target="/ppt/media/image.png" Id="R1a15a4faf4f74eb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b0026d2dc4d7a" /><Relationship Type="http://schemas.openxmlformats.org/officeDocument/2006/relationships/image" Target="/ppt/media/image.png" Id="Ra2213c02a27b49a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73654ef1847dd" /><Relationship Type="http://schemas.openxmlformats.org/officeDocument/2006/relationships/image" Target="/ppt/media/image.png" Id="R7345bc95a4e049b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c5ab79b229428e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9d3236d9a8417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50cfe635bf439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181c59bbc54c8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6c82762dcd48f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0452e592ab475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70fc2962b0481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b82bd08025497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15a4faf4f74eb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213c02a27b49a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45bc95a4e049b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64cdfb8b664568" /><Relationship Type="http://schemas.openxmlformats.org/officeDocument/2006/relationships/slideLayout" Target="/ppt/slideLayouts/slideLayout1.xml" Id="Rb13291404a8c45f6" /><Relationship Type="http://schemas.openxmlformats.org/officeDocument/2006/relationships/slideLayout" Target="/ppt/slideLayouts/slideLayout2.xml" Id="R0b210e0ca8e342b4" /><Relationship Type="http://schemas.openxmlformats.org/officeDocument/2006/relationships/slideLayout" Target="/ppt/slideLayouts/slideLayout3.xml" Id="Raf53e286c1b047ea" /><Relationship Type="http://schemas.openxmlformats.org/officeDocument/2006/relationships/slideLayout" Target="/ppt/slideLayouts/slideLayout4.xml" Id="R9ec84403b0124210" /><Relationship Type="http://schemas.openxmlformats.org/officeDocument/2006/relationships/slideLayout" Target="/ppt/slideLayouts/slideLayout5.xml" Id="R44fe8707a833431b" /><Relationship Type="http://schemas.openxmlformats.org/officeDocument/2006/relationships/slideLayout" Target="/ppt/slideLayouts/slideLayout6.xml" Id="Rc6e9792a6d3f4233" /><Relationship Type="http://schemas.openxmlformats.org/officeDocument/2006/relationships/slideLayout" Target="/ppt/slideLayouts/slideLayout7.xml" Id="R49d08bb2713048f7" /><Relationship Type="http://schemas.openxmlformats.org/officeDocument/2006/relationships/slideLayout" Target="/ppt/slideLayouts/slideLayout8.xml" Id="Re5b62550f65a458e" /><Relationship Type="http://schemas.openxmlformats.org/officeDocument/2006/relationships/slideLayout" Target="/ppt/slideLayouts/slideLayout9.xml" Id="R2c4ff6c48aee4a56" /><Relationship Type="http://schemas.openxmlformats.org/officeDocument/2006/relationships/slideLayout" Target="/ppt/slideLayouts/slideLayout10.xml" Id="R3602681a624245bd" /><Relationship Type="http://schemas.openxmlformats.org/officeDocument/2006/relationships/slideLayout" Target="/ppt/slideLayouts/slideLayout11.xml" Id="Rf56092975ce2411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3291404a8c45f6"/>
    <p:sldLayoutId xmlns:r="http://schemas.openxmlformats.org/officeDocument/2006/relationships" id="2147483650" r:id="R0b210e0ca8e342b4"/>
    <p:sldLayoutId xmlns:r="http://schemas.openxmlformats.org/officeDocument/2006/relationships" id="2147483651" r:id="Raf53e286c1b047ea"/>
    <p:sldLayoutId xmlns:r="http://schemas.openxmlformats.org/officeDocument/2006/relationships" id="2147483652" r:id="R9ec84403b0124210"/>
    <p:sldLayoutId xmlns:r="http://schemas.openxmlformats.org/officeDocument/2006/relationships" id="2147483653" r:id="R44fe8707a833431b"/>
    <p:sldLayoutId xmlns:r="http://schemas.openxmlformats.org/officeDocument/2006/relationships" id="2147483654" r:id="Rc6e9792a6d3f4233"/>
    <p:sldLayoutId xmlns:r="http://schemas.openxmlformats.org/officeDocument/2006/relationships" id="2147483655" r:id="R49d08bb2713048f7"/>
    <p:sldLayoutId xmlns:r="http://schemas.openxmlformats.org/officeDocument/2006/relationships" id="2147483656" r:id="Re5b62550f65a458e"/>
    <p:sldLayoutId xmlns:r="http://schemas.openxmlformats.org/officeDocument/2006/relationships" id="2147483657" r:id="R2c4ff6c48aee4a56"/>
    <p:sldLayoutId xmlns:r="http://schemas.openxmlformats.org/officeDocument/2006/relationships" id="2147483658" r:id="R3602681a624245bd"/>
    <p:sldLayoutId xmlns:r="http://schemas.openxmlformats.org/officeDocument/2006/relationships" id="2147483659" r:id="Rf56092975ce2411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a1063f3aa4f42" /><Relationship Type="http://schemas.openxmlformats.org/officeDocument/2006/relationships/notesSlide" Target="/ppt/notesSlides/notesSlide1.xml" Id="R163ea22edf3244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d34fbf7ad046f6" /><Relationship Type="http://schemas.openxmlformats.org/officeDocument/2006/relationships/notesSlide" Target="/ppt/notesSlides/notesSlide2.xml" Id="R9bab40ca0b18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4ce8d695f0402f" /><Relationship Type="http://schemas.openxmlformats.org/officeDocument/2006/relationships/notesSlide" Target="/ppt/notesSlides/notesSlide3.xml" Id="R1ebc21a473804e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86f06d7e54990" /><Relationship Type="http://schemas.openxmlformats.org/officeDocument/2006/relationships/notesSlide" Target="/ppt/notesSlides/notesSlide4.xml" Id="R02ca8697758546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cc43d290dd4d01" /><Relationship Type="http://schemas.openxmlformats.org/officeDocument/2006/relationships/notesSlide" Target="/ppt/notesSlides/notesSlide5.xml" Id="R1b47c455007246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8f7f344bfc425c" /><Relationship Type="http://schemas.openxmlformats.org/officeDocument/2006/relationships/notesSlide" Target="/ppt/notesSlides/notesSlide6.xml" Id="Rc275a001be154d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89c78cba16481c" /><Relationship Type="http://schemas.openxmlformats.org/officeDocument/2006/relationships/notesSlide" Target="/ppt/notesSlides/notesSlide7.xml" Id="R4abbd32ac89d4f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1161bed3b043bc" /><Relationship Type="http://schemas.openxmlformats.org/officeDocument/2006/relationships/notesSlide" Target="/ppt/notesSlides/notesSlide8.xml" Id="R2612e7cd80dc4b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92ee0277e345f3" /><Relationship Type="http://schemas.openxmlformats.org/officeDocument/2006/relationships/notesSlide" Target="/ppt/notesSlides/notesSlide9.xml" Id="Rc9c279f26f6b46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808e3af6594f4d" /><Relationship Type="http://schemas.openxmlformats.org/officeDocument/2006/relationships/notesSlide" Target="/ppt/notesSlides/notesSlide10.xml" Id="R27f7114c76bc40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40fecc77b34e86" /><Relationship Type="http://schemas.openxmlformats.org/officeDocument/2006/relationships/notesSlide" Target="/ppt/notesSlides/notesSlide11.xml" Id="Re697d8eb05fa41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e13edbffa44e87" /><Relationship Type="http://schemas.openxmlformats.org/officeDocument/2006/relationships/notesSlide" Target="/ppt/notesSlides/notesSlide12.xml" Id="R3e043b225f4f4d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ea7df9710045a6" /><Relationship Type="http://schemas.openxmlformats.org/officeDocument/2006/relationships/notesSlide" Target="/ppt/notesSlides/notesSlide13.xml" Id="Re3a1afbb3fd741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92019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List Positions and Updates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22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is the first list position 0 rather than 1?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the user enters position 3 for a list containing three items?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the position input be converted with int() before it is used inside square brackets?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How does index assignment change one item without changing the length of the list?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Replace the item at position 2 with scissors. The final list must display pencil, book and scissors in that order.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supplies[2] =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"scissors"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After the replacement, ask for a second valid position and display the item currently stored there. For 1/folder then 1, the selected item must be folder.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to replace 0 to 2: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check_position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to check 0 to 2: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"Selected item:"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supplies[check_position])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three-stop route editor. Start with three place names, ask which valid position to change and the new place, then display the first stop and the complete updated route.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route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"Park"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"Museum"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"Station"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"Stop position 0 to 2: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new_place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place: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route[position] = new_place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stop:"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route[0])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route:"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route)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supplies(3))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supplies(1)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"folder"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(supplies)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supplies[1]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"folder"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(supplies)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2026-08-05T12:39:24.6000000Z</dcterms:created>
  <dcterms:modified xsi:type="dcterms:W3CDTF">2026-08-05T12:39:24.6000000Z</dcterms:modified>
</coreProperties>
</file>