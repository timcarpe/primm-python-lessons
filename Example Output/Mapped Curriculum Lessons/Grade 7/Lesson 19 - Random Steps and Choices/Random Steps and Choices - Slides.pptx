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c63bfa3c1248e6" /><Relationship Type="http://schemas.openxmlformats.org/officeDocument/2006/relationships/extended-properties" Target="/docProps/app.xml" Id="Re64f69197d064375" /><Relationship Type="http://schemas.openxmlformats.org/officeDocument/2006/relationships/officeDocument" Target="/ppt/presentation.xml" Id="Re462b420a69146d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7b2156517f247be"/>
  </p:sldMasterIdLst>
  <p:notesMasterIdLst>
    <p:notesMasterId xmlns:r="http://schemas.openxmlformats.org/officeDocument/2006/relationships" r:id="R9c5b6621f7e94d51"/>
  </p:notesMasterIdLst>
  <p:sldIdLst>
    <p:sldId xmlns:r="http://schemas.openxmlformats.org/officeDocument/2006/relationships" id="256" r:id="Rfc7dfab130be44e3"/>
    <p:sldId xmlns:r="http://schemas.openxmlformats.org/officeDocument/2006/relationships" id="257" r:id="R62345e054e054010"/>
    <p:sldId xmlns:r="http://schemas.openxmlformats.org/officeDocument/2006/relationships" id="258" r:id="R11262e7d6971451b"/>
    <p:sldId xmlns:r="http://schemas.openxmlformats.org/officeDocument/2006/relationships" id="259" r:id="Rf3e40736d5684ec3"/>
    <p:sldId xmlns:r="http://schemas.openxmlformats.org/officeDocument/2006/relationships" id="260" r:id="R1b2fd35755b64473"/>
    <p:sldId xmlns:r="http://schemas.openxmlformats.org/officeDocument/2006/relationships" id="261" r:id="R14bb8292f2b547de"/>
    <p:sldId xmlns:r="http://schemas.openxmlformats.org/officeDocument/2006/relationships" id="262" r:id="Rc136f6ee9f9a4140"/>
    <p:sldId xmlns:r="http://schemas.openxmlformats.org/officeDocument/2006/relationships" id="263" r:id="R1cdde6d991a94475"/>
    <p:sldId xmlns:r="http://schemas.openxmlformats.org/officeDocument/2006/relationships" id="264" r:id="Rc2474cc453ab4d06"/>
    <p:sldId xmlns:r="http://schemas.openxmlformats.org/officeDocument/2006/relationships" id="265" r:id="Rb416e5b9f1c8433d"/>
    <p:sldId xmlns:r="http://schemas.openxmlformats.org/officeDocument/2006/relationships" id="266" r:id="R9268a3e16c844096"/>
    <p:sldId xmlns:r="http://schemas.openxmlformats.org/officeDocument/2006/relationships" id="267" r:id="R803975aa91344b21"/>
    <p:sldId xmlns:r="http://schemas.openxmlformats.org/officeDocument/2006/relationships" id="268" r:id="R6f243f0700944d72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6af5c26fd48948f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3d2b1b13374d6b" /><Relationship Type="http://schemas.openxmlformats.org/officeDocument/2006/relationships/slideMaster" Target="/ppt/slideMasters/slideMaster1.xml" Id="R47b2156517f247be" /><Relationship Type="http://schemas.openxmlformats.org/officeDocument/2006/relationships/notesMaster" Target="/ppt/notesMasters/notesMaster1.xml" Id="R9c5b6621f7e94d51" /><Relationship Type="http://schemas.openxmlformats.org/officeDocument/2006/relationships/presProps" Target="/ppt/presProps.xml" Id="R9e20242f836147cc" /><Relationship Type="http://schemas.openxmlformats.org/officeDocument/2006/relationships/viewProps" Target="/ppt/viewProps.xml" Id="R40708b87322e4937" /><Relationship Type="http://schemas.openxmlformats.org/officeDocument/2006/relationships/tableStyles" Target="/ppt/tableStyles.xml" Id="Ra7cd0ae90b3348fe" /><Relationship Type="http://schemas.openxmlformats.org/officeDocument/2006/relationships/font" Target="/ppt/fonts/font.dat" Id="R6af5c26fd48948fb" /><Relationship Type="http://schemas.openxmlformats.org/officeDocument/2006/relationships/slide" Target="/ppt/slides/slide1.xml" Id="Rfc7dfab130be44e3" /><Relationship Type="http://schemas.openxmlformats.org/officeDocument/2006/relationships/slide" Target="/ppt/slides/slide2.xml" Id="R62345e054e054010" /><Relationship Type="http://schemas.openxmlformats.org/officeDocument/2006/relationships/slide" Target="/ppt/slides/slide3.xml" Id="R11262e7d6971451b" /><Relationship Type="http://schemas.openxmlformats.org/officeDocument/2006/relationships/slide" Target="/ppt/slides/slide4.xml" Id="Rf3e40736d5684ec3" /><Relationship Type="http://schemas.openxmlformats.org/officeDocument/2006/relationships/slide" Target="/ppt/slides/slide5.xml" Id="R1b2fd35755b64473" /><Relationship Type="http://schemas.openxmlformats.org/officeDocument/2006/relationships/slide" Target="/ppt/slides/slide6.xml" Id="R14bb8292f2b547de" /><Relationship Type="http://schemas.openxmlformats.org/officeDocument/2006/relationships/slide" Target="/ppt/slides/slide7.xml" Id="Rc136f6ee9f9a4140" /><Relationship Type="http://schemas.openxmlformats.org/officeDocument/2006/relationships/slide" Target="/ppt/slides/slide8.xml" Id="R1cdde6d991a94475" /><Relationship Type="http://schemas.openxmlformats.org/officeDocument/2006/relationships/slide" Target="/ppt/slides/slide9.xml" Id="Rc2474cc453ab4d06" /><Relationship Type="http://schemas.openxmlformats.org/officeDocument/2006/relationships/slide" Target="/ppt/slides/slide10.xml" Id="Rb416e5b9f1c8433d" /><Relationship Type="http://schemas.openxmlformats.org/officeDocument/2006/relationships/slide" Target="/ppt/slides/slide11.xml" Id="R9268a3e16c844096" /><Relationship Type="http://schemas.openxmlformats.org/officeDocument/2006/relationships/slide" Target="/ppt/slides/slide12.xml" Id="R803975aa91344b21" /><Relationship Type="http://schemas.openxmlformats.org/officeDocument/2006/relationships/slide" Target="/ppt/slides/slide13.xml" Id="R6f243f0700944d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36b26f8a20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68d0570caf43ba" /><Relationship Type="http://schemas.openxmlformats.org/officeDocument/2006/relationships/notesMaster" Target="/ppt/notesMasters/notesMaster1.xml" Id="R4927631f9edc4c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a1a2bc8d004999" /><Relationship Type="http://schemas.openxmlformats.org/officeDocument/2006/relationships/notesMaster" Target="/ppt/notesMasters/notesMaster1.xml" Id="R6596093aebd34e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528958cae7473c" /><Relationship Type="http://schemas.openxmlformats.org/officeDocument/2006/relationships/notesMaster" Target="/ppt/notesMasters/notesMaster1.xml" Id="R50a1dae3e47145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e00c8478d2458e" /><Relationship Type="http://schemas.openxmlformats.org/officeDocument/2006/relationships/notesMaster" Target="/ppt/notesMasters/notesMaster1.xml" Id="R99c6650bea0d41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17a57c7fdc499e" /><Relationship Type="http://schemas.openxmlformats.org/officeDocument/2006/relationships/notesMaster" Target="/ppt/notesMasters/notesMaster1.xml" Id="Rf270c728431e49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350449a4144921" /><Relationship Type="http://schemas.openxmlformats.org/officeDocument/2006/relationships/notesMaster" Target="/ppt/notesMasters/notesMaster1.xml" Id="R21c7cf03eb7a49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3e85b5e68e4ab8" /><Relationship Type="http://schemas.openxmlformats.org/officeDocument/2006/relationships/notesMaster" Target="/ppt/notesMasters/notesMaster1.xml" Id="Rd515b32d2baa4c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7c6c2ead4e46b8" /><Relationship Type="http://schemas.openxmlformats.org/officeDocument/2006/relationships/notesMaster" Target="/ppt/notesMasters/notesMaster1.xml" Id="Ra7b619033e5645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9a464f8e0640ac" /><Relationship Type="http://schemas.openxmlformats.org/officeDocument/2006/relationships/notesMaster" Target="/ppt/notesMasters/notesMaster1.xml" Id="Rc5ec67ed137c4f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ed4505906b40b0" /><Relationship Type="http://schemas.openxmlformats.org/officeDocument/2006/relationships/notesMaster" Target="/ppt/notesMasters/notesMaster1.xml" Id="R92eb0007e2e842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6999be13674776" /><Relationship Type="http://schemas.openxmlformats.org/officeDocument/2006/relationships/notesMaster" Target="/ppt/notesMasters/notesMaster1.xml" Id="R99d4c062036245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6003d403c44884" /><Relationship Type="http://schemas.openxmlformats.org/officeDocument/2006/relationships/notesMaster" Target="/ppt/notesMasters/notesMaster1.xml" Id="R1ab5f2c43c9741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d60c6ca00e4a1d" /><Relationship Type="http://schemas.openxmlformats.org/officeDocument/2006/relationships/notesMaster" Target="/ppt/notesMasters/notesMaster1.xml" Id="R25ee8476dd6c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f8318059a4f6c" /><Relationship Type="http://schemas.openxmlformats.org/officeDocument/2006/relationships/image" Target="/ppt/media/image.png" Id="R9d4d047771ed42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7fa7da3854219" /><Relationship Type="http://schemas.openxmlformats.org/officeDocument/2006/relationships/image" Target="/ppt/media/image.png" Id="R20b6e82725354d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9f19125b54cf6" /><Relationship Type="http://schemas.openxmlformats.org/officeDocument/2006/relationships/image" Target="/ppt/media/image.png" Id="Rfe2fccab988247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13eb973994c46" /><Relationship Type="http://schemas.openxmlformats.org/officeDocument/2006/relationships/image" Target="/ppt/media/image.png" Id="R34dca47ff0c442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31a35f19d4a88" /><Relationship Type="http://schemas.openxmlformats.org/officeDocument/2006/relationships/image" Target="/ppt/media/image.png" Id="Rd780a046c04a4c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ce193d3134dda" /><Relationship Type="http://schemas.openxmlformats.org/officeDocument/2006/relationships/image" Target="/ppt/media/image.png" Id="R9ae3f35c91c940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67b53c78d4006" /><Relationship Type="http://schemas.openxmlformats.org/officeDocument/2006/relationships/image" Target="/ppt/media/image.png" Id="Re364e31e251b4b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9226899b54207" /><Relationship Type="http://schemas.openxmlformats.org/officeDocument/2006/relationships/image" Target="/ppt/media/image.png" Id="R2eb377848acc40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65b7686534b15" /><Relationship Type="http://schemas.openxmlformats.org/officeDocument/2006/relationships/image" Target="/ppt/media/image.png" Id="R4381d9d6a798470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e2102667f4536" /><Relationship Type="http://schemas.openxmlformats.org/officeDocument/2006/relationships/image" Target="/ppt/media/image.png" Id="R0f8c6b0a438841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398657f1040f6" /><Relationship Type="http://schemas.openxmlformats.org/officeDocument/2006/relationships/image" Target="/ppt/media/image.png" Id="R8058ae5862a845d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4d047771ed427a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b6e82725354d4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2fccab9882477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dca47ff0c4423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80a046c04a4ce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e3f35c91c9403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64e31e251b4b2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b377848acc408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81d9d6a798470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8c6b0a438841f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58ae5862a845d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f9d740a0394ee4" /><Relationship Type="http://schemas.openxmlformats.org/officeDocument/2006/relationships/slideLayout" Target="/ppt/slideLayouts/slideLayout1.xml" Id="Rbf0376b37f6c432f" /><Relationship Type="http://schemas.openxmlformats.org/officeDocument/2006/relationships/slideLayout" Target="/ppt/slideLayouts/slideLayout2.xml" Id="Rfad33998de954b44" /><Relationship Type="http://schemas.openxmlformats.org/officeDocument/2006/relationships/slideLayout" Target="/ppt/slideLayouts/slideLayout3.xml" Id="R8a75183759ab4f05" /><Relationship Type="http://schemas.openxmlformats.org/officeDocument/2006/relationships/slideLayout" Target="/ppt/slideLayouts/slideLayout4.xml" Id="R4310f4933102426d" /><Relationship Type="http://schemas.openxmlformats.org/officeDocument/2006/relationships/slideLayout" Target="/ppt/slideLayouts/slideLayout5.xml" Id="Re79b08322cc94f4e" /><Relationship Type="http://schemas.openxmlformats.org/officeDocument/2006/relationships/slideLayout" Target="/ppt/slideLayouts/slideLayout6.xml" Id="R7851da16cd374166" /><Relationship Type="http://schemas.openxmlformats.org/officeDocument/2006/relationships/slideLayout" Target="/ppt/slideLayouts/slideLayout7.xml" Id="R6e6b5ac444194ea4" /><Relationship Type="http://schemas.openxmlformats.org/officeDocument/2006/relationships/slideLayout" Target="/ppt/slideLayouts/slideLayout8.xml" Id="Rd7f6ca0564184604" /><Relationship Type="http://schemas.openxmlformats.org/officeDocument/2006/relationships/slideLayout" Target="/ppt/slideLayouts/slideLayout9.xml" Id="Rbeba9869909c410e" /><Relationship Type="http://schemas.openxmlformats.org/officeDocument/2006/relationships/slideLayout" Target="/ppt/slideLayouts/slideLayout10.xml" Id="R800af14287494369" /><Relationship Type="http://schemas.openxmlformats.org/officeDocument/2006/relationships/slideLayout" Target="/ppt/slideLayouts/slideLayout11.xml" Id="R1904190d59884a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376b37f6c432f"/>
    <p:sldLayoutId xmlns:r="http://schemas.openxmlformats.org/officeDocument/2006/relationships" id="2147483650" r:id="Rfad33998de954b44"/>
    <p:sldLayoutId xmlns:r="http://schemas.openxmlformats.org/officeDocument/2006/relationships" id="2147483651" r:id="R8a75183759ab4f05"/>
    <p:sldLayoutId xmlns:r="http://schemas.openxmlformats.org/officeDocument/2006/relationships" id="2147483652" r:id="R4310f4933102426d"/>
    <p:sldLayoutId xmlns:r="http://schemas.openxmlformats.org/officeDocument/2006/relationships" id="2147483653" r:id="Re79b08322cc94f4e"/>
    <p:sldLayoutId xmlns:r="http://schemas.openxmlformats.org/officeDocument/2006/relationships" id="2147483654" r:id="R7851da16cd374166"/>
    <p:sldLayoutId xmlns:r="http://schemas.openxmlformats.org/officeDocument/2006/relationships" id="2147483655" r:id="R6e6b5ac444194ea4"/>
    <p:sldLayoutId xmlns:r="http://schemas.openxmlformats.org/officeDocument/2006/relationships" id="2147483656" r:id="Rd7f6ca0564184604"/>
    <p:sldLayoutId xmlns:r="http://schemas.openxmlformats.org/officeDocument/2006/relationships" id="2147483657" r:id="Rbeba9869909c410e"/>
    <p:sldLayoutId xmlns:r="http://schemas.openxmlformats.org/officeDocument/2006/relationships" id="2147483658" r:id="R800af14287494369"/>
    <p:sldLayoutId xmlns:r="http://schemas.openxmlformats.org/officeDocument/2006/relationships" id="2147483659" r:id="R1904190d59884a3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5ffe79ee44fa3" /><Relationship Type="http://schemas.openxmlformats.org/officeDocument/2006/relationships/notesSlide" Target="/ppt/notesSlides/notesSlide1.xml" Id="R50bf76a5f9e94d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10e6fb03b8464a" /><Relationship Type="http://schemas.openxmlformats.org/officeDocument/2006/relationships/notesSlide" Target="/ppt/notesSlides/notesSlide2.xml" Id="Rc861e39e2bd54d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e43241aacf432f" /><Relationship Type="http://schemas.openxmlformats.org/officeDocument/2006/relationships/notesSlide" Target="/ppt/notesSlides/notesSlide3.xml" Id="R906186743416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05ba7a1154e94" /><Relationship Type="http://schemas.openxmlformats.org/officeDocument/2006/relationships/notesSlide" Target="/ppt/notesSlides/notesSlide4.xml" Id="R7974d745d7e848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c394a4cbca45db" /><Relationship Type="http://schemas.openxmlformats.org/officeDocument/2006/relationships/notesSlide" Target="/ppt/notesSlides/notesSlide5.xml" Id="Rdfce49e94cbb4d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beb6dcde564e9b" /><Relationship Type="http://schemas.openxmlformats.org/officeDocument/2006/relationships/notesSlide" Target="/ppt/notesSlides/notesSlide6.xml" Id="R4a57e98ceac5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8ef01d7f994aef" /><Relationship Type="http://schemas.openxmlformats.org/officeDocument/2006/relationships/notesSlide" Target="/ppt/notesSlides/notesSlide7.xml" Id="Rdb17a70de8d542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89dc728a24392" /><Relationship Type="http://schemas.openxmlformats.org/officeDocument/2006/relationships/notesSlide" Target="/ppt/notesSlides/notesSlide8.xml" Id="Rb46c47bd1b9d43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37f3f2977d415c" /><Relationship Type="http://schemas.openxmlformats.org/officeDocument/2006/relationships/notesSlide" Target="/ppt/notesSlides/notesSlide9.xml" Id="Rc3ca12a37b8b42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17d5fc4c6f4020" /><Relationship Type="http://schemas.openxmlformats.org/officeDocument/2006/relationships/notesSlide" Target="/ppt/notesSlides/notesSlide10.xml" Id="Rd94639982b1641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850cb811e34313" /><Relationship Type="http://schemas.openxmlformats.org/officeDocument/2006/relationships/notesSlide" Target="/ppt/notesSlides/notesSlide11.xml" Id="Rf681a86c1b9448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01995c3a3442f3" /><Relationship Type="http://schemas.openxmlformats.org/officeDocument/2006/relationships/notesSlide" Target="/ppt/notesSlides/notesSlide12.xml" Id="R9ca3b30fb67b42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5fbfa675164d2b" /><Relationship Type="http://schemas.openxmlformats.org/officeDocument/2006/relationships/notesSlide" Target="/ppt/notesSlides/notesSlide13.xml" Id="R872f20463a1c4c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88781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Random Steps and Choices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19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can random.randrange(2, 13, 2) produce 12 but not 13?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can random.choice() return only an item already present in its collection?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does using the same seed produce the same two results when the starter program is run again?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With seed 4, what two output lines appear?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Generate a multiple of 5 from 5 through 30. Keep seed 4 and display the result as Move.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move = random.randrange(5, 31, 5)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move)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"green" to the colour choices and generate two independently stored colour selections. Display both selections on labelled lines.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colours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"green"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first_colour = random.choice(colours)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second_colour = random.choice(colours)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colour:"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first_colour)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"Second colour:"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second_colour)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random training prompt. Choose an even repetition count from 2 through 12 and one activity from a three-item list you design. Display one instruction such as 8 jumps.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activities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"jumps"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"turns"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"steps"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count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activity = random.choice(activities)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"Training prompt:"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activity)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42726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12,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4536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random.choice(colours)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2026-08-05T12:37:20.3000000Z</dcterms:created>
  <dcterms:modified xsi:type="dcterms:W3CDTF">2026-08-05T12:37:20.3000000Z</dcterms:modified>
</coreProperties>
</file>