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8db5429d164d2c" /><Relationship Type="http://schemas.openxmlformats.org/officeDocument/2006/relationships/extended-properties" Target="/docProps/app.xml" Id="R2e1b69a4c81d4cfb" /><Relationship Type="http://schemas.openxmlformats.org/officeDocument/2006/relationships/officeDocument" Target="/ppt/presentation.xml" Id="R7c604794c9034828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5e80c3a28bd04f0b"/>
  </p:sldMasterIdLst>
  <p:notesMasterIdLst>
    <p:notesMasterId xmlns:r="http://schemas.openxmlformats.org/officeDocument/2006/relationships" r:id="R6fffd82c7cfe4c0a"/>
  </p:notesMasterIdLst>
  <p:sldIdLst>
    <p:sldId xmlns:r="http://schemas.openxmlformats.org/officeDocument/2006/relationships" id="256" r:id="Re2e82d83adc14e44"/>
    <p:sldId xmlns:r="http://schemas.openxmlformats.org/officeDocument/2006/relationships" id="257" r:id="R823045ec169b4f65"/>
    <p:sldId xmlns:r="http://schemas.openxmlformats.org/officeDocument/2006/relationships" id="258" r:id="Rea002dbe31eb448c"/>
    <p:sldId xmlns:r="http://schemas.openxmlformats.org/officeDocument/2006/relationships" id="259" r:id="Rd104b7090d94432f"/>
    <p:sldId xmlns:r="http://schemas.openxmlformats.org/officeDocument/2006/relationships" id="260" r:id="R9a85334703dc43cc"/>
    <p:sldId xmlns:r="http://schemas.openxmlformats.org/officeDocument/2006/relationships" id="261" r:id="R554166bfad004e87"/>
    <p:sldId xmlns:r="http://schemas.openxmlformats.org/officeDocument/2006/relationships" id="262" r:id="R14b6d1e08ce54ce9"/>
    <p:sldId xmlns:r="http://schemas.openxmlformats.org/officeDocument/2006/relationships" id="263" r:id="R1573112867934533"/>
    <p:sldId xmlns:r="http://schemas.openxmlformats.org/officeDocument/2006/relationships" id="264" r:id="R116c54ba34494441"/>
    <p:sldId xmlns:r="http://schemas.openxmlformats.org/officeDocument/2006/relationships" id="265" r:id="R29d7b0202d984c35"/>
    <p:sldId xmlns:r="http://schemas.openxmlformats.org/officeDocument/2006/relationships" id="266" r:id="Rd06eecfaafd843c1"/>
    <p:sldId xmlns:r="http://schemas.openxmlformats.org/officeDocument/2006/relationships" id="267" r:id="Ra13aeb97e6264ab3"/>
    <p:sldId xmlns:r="http://schemas.openxmlformats.org/officeDocument/2006/relationships" id="268" r:id="R2e5f12c479de41dc"/>
  </p:sldIdLst>
  <p:sldSz cx="12192000" cy="6858000"/>
  <p:notesSz cx="6858000" cy="9144000"/>
  <p:embeddedFontLst>
    <p:embeddedFont>
      <p:font typeface="JetBrains Mono"/>
      <p:regular xmlns:r="http://schemas.openxmlformats.org/officeDocument/2006/relationships" r:id="R32c715005ddf4274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93c59c802c46fb" /><Relationship Type="http://schemas.openxmlformats.org/officeDocument/2006/relationships/slideMaster" Target="/ppt/slideMasters/slideMaster1.xml" Id="R5e80c3a28bd04f0b" /><Relationship Type="http://schemas.openxmlformats.org/officeDocument/2006/relationships/notesMaster" Target="/ppt/notesMasters/notesMaster1.xml" Id="R6fffd82c7cfe4c0a" /><Relationship Type="http://schemas.openxmlformats.org/officeDocument/2006/relationships/presProps" Target="/ppt/presProps.xml" Id="R5e16474e60a14593" /><Relationship Type="http://schemas.openxmlformats.org/officeDocument/2006/relationships/viewProps" Target="/ppt/viewProps.xml" Id="Rb2f9b08b073c47bb" /><Relationship Type="http://schemas.openxmlformats.org/officeDocument/2006/relationships/tableStyles" Target="/ppt/tableStyles.xml" Id="Ree0b1cd1354544d3" /><Relationship Type="http://schemas.openxmlformats.org/officeDocument/2006/relationships/font" Target="/ppt/fonts/font.dat" Id="R32c715005ddf4274" /><Relationship Type="http://schemas.openxmlformats.org/officeDocument/2006/relationships/slide" Target="/ppt/slides/slide1.xml" Id="Re2e82d83adc14e44" /><Relationship Type="http://schemas.openxmlformats.org/officeDocument/2006/relationships/slide" Target="/ppt/slides/slide2.xml" Id="R823045ec169b4f65" /><Relationship Type="http://schemas.openxmlformats.org/officeDocument/2006/relationships/slide" Target="/ppt/slides/slide3.xml" Id="Rea002dbe31eb448c" /><Relationship Type="http://schemas.openxmlformats.org/officeDocument/2006/relationships/slide" Target="/ppt/slides/slide4.xml" Id="Rd104b7090d94432f" /><Relationship Type="http://schemas.openxmlformats.org/officeDocument/2006/relationships/slide" Target="/ppt/slides/slide5.xml" Id="R9a85334703dc43cc" /><Relationship Type="http://schemas.openxmlformats.org/officeDocument/2006/relationships/slide" Target="/ppt/slides/slide6.xml" Id="R554166bfad004e87" /><Relationship Type="http://schemas.openxmlformats.org/officeDocument/2006/relationships/slide" Target="/ppt/slides/slide7.xml" Id="R14b6d1e08ce54ce9" /><Relationship Type="http://schemas.openxmlformats.org/officeDocument/2006/relationships/slide" Target="/ppt/slides/slide8.xml" Id="R1573112867934533" /><Relationship Type="http://schemas.openxmlformats.org/officeDocument/2006/relationships/slide" Target="/ppt/slides/slide9.xml" Id="R116c54ba34494441" /><Relationship Type="http://schemas.openxmlformats.org/officeDocument/2006/relationships/slide" Target="/ppt/slides/slide10.xml" Id="R29d7b0202d984c35" /><Relationship Type="http://schemas.openxmlformats.org/officeDocument/2006/relationships/slide" Target="/ppt/slides/slide11.xml" Id="Rd06eecfaafd843c1" /><Relationship Type="http://schemas.openxmlformats.org/officeDocument/2006/relationships/slide" Target="/ppt/slides/slide12.xml" Id="Ra13aeb97e6264ab3" /><Relationship Type="http://schemas.openxmlformats.org/officeDocument/2006/relationships/slide" Target="/ppt/slides/slide13.xml" Id="R2e5f12c479de41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67d9383ad343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7156b7a6574d36" /><Relationship Type="http://schemas.openxmlformats.org/officeDocument/2006/relationships/notesMaster" Target="/ppt/notesMasters/notesMaster1.xml" Id="Rcc42a3297d7a42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83606dbaf34f6b" /><Relationship Type="http://schemas.openxmlformats.org/officeDocument/2006/relationships/notesMaster" Target="/ppt/notesMasters/notesMaster1.xml" Id="R96887559976248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ac76eed83d4606" /><Relationship Type="http://schemas.openxmlformats.org/officeDocument/2006/relationships/notesMaster" Target="/ppt/notesMasters/notesMaster1.xml" Id="R3aaea93653464f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177e95a0c7d4604" /><Relationship Type="http://schemas.openxmlformats.org/officeDocument/2006/relationships/notesMaster" Target="/ppt/notesMasters/notesMaster1.xml" Id="R1aec7eb8409047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9210bc898b430e" /><Relationship Type="http://schemas.openxmlformats.org/officeDocument/2006/relationships/notesMaster" Target="/ppt/notesMasters/notesMaster1.xml" Id="Rde010568e7e947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900d7fa1b3c4e4d" /><Relationship Type="http://schemas.openxmlformats.org/officeDocument/2006/relationships/notesMaster" Target="/ppt/notesMasters/notesMaster1.xml" Id="R3919f2a0aac34f2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64d431c31e47b0" /><Relationship Type="http://schemas.openxmlformats.org/officeDocument/2006/relationships/notesMaster" Target="/ppt/notesMasters/notesMaster1.xml" Id="R58bcfa2c7c7149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e362966f86430f" /><Relationship Type="http://schemas.openxmlformats.org/officeDocument/2006/relationships/notesMaster" Target="/ppt/notesMasters/notesMaster1.xml" Id="R738835110d0e4d1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35329c66394d90" /><Relationship Type="http://schemas.openxmlformats.org/officeDocument/2006/relationships/notesMaster" Target="/ppt/notesMasters/notesMaster1.xml" Id="R995fb659b2e7433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5652bbbb674137" /><Relationship Type="http://schemas.openxmlformats.org/officeDocument/2006/relationships/notesMaster" Target="/ppt/notesMasters/notesMaster1.xml" Id="Rb3b80c004bbf4b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9c9e38b63541fe" /><Relationship Type="http://schemas.openxmlformats.org/officeDocument/2006/relationships/notesMaster" Target="/ppt/notesMasters/notesMaster1.xml" Id="R473c71e5d4e342b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477ccb247a433f" /><Relationship Type="http://schemas.openxmlformats.org/officeDocument/2006/relationships/notesMaster" Target="/ppt/notesMasters/notesMaster1.xml" Id="R0d70ff44345149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cb2e5ed6d7c4369" /><Relationship Type="http://schemas.openxmlformats.org/officeDocument/2006/relationships/notesMaster" Target="/ppt/notesMasters/notesMaster1.xml" Id="R0b6e7b1f6d4b48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26660736c84ffe" /><Relationship Type="http://schemas.openxmlformats.org/officeDocument/2006/relationships/image" Target="/ppt/media/image.png" Id="R6e72fb16b181423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42f6dcca98425a" /><Relationship Type="http://schemas.openxmlformats.org/officeDocument/2006/relationships/image" Target="/ppt/media/image.png" Id="Rd4a372a174ec431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3765fa21fe4f55" /><Relationship Type="http://schemas.openxmlformats.org/officeDocument/2006/relationships/image" Target="/ppt/media/image.png" Id="Rf7831e3318954c0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ea9dde896f4c34" /><Relationship Type="http://schemas.openxmlformats.org/officeDocument/2006/relationships/image" Target="/ppt/media/image.png" Id="R8180812c6b3e48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e29085298b4525" /><Relationship Type="http://schemas.openxmlformats.org/officeDocument/2006/relationships/image" Target="/ppt/media/image.png" Id="Rd981cfb9f49b4d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8aa9c78d1443fe" /><Relationship Type="http://schemas.openxmlformats.org/officeDocument/2006/relationships/image" Target="/ppt/media/image.png" Id="R528ca0ab255a4b4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abffbae3f44f47" /><Relationship Type="http://schemas.openxmlformats.org/officeDocument/2006/relationships/image" Target="/ppt/media/image.png" Id="R487e63811c344c6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5c11a5161b43ae" /><Relationship Type="http://schemas.openxmlformats.org/officeDocument/2006/relationships/image" Target="/ppt/media/image.png" Id="R4ada11c64cf14df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c25ab8e60f417a" /><Relationship Type="http://schemas.openxmlformats.org/officeDocument/2006/relationships/image" Target="/ppt/media/image.png" Id="R7c6f8f1946034bc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5464f7c1d44376" /><Relationship Type="http://schemas.openxmlformats.org/officeDocument/2006/relationships/image" Target="/ppt/media/image.png" Id="R2dc88726fc00443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d5f770f146475b" /><Relationship Type="http://schemas.openxmlformats.org/officeDocument/2006/relationships/image" Target="/ppt/media/image.png" Id="R96bbb96b111247e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DFF6CC-43FC-990C-9B6B-9217A2FD674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8F1D1E5-61EC-84C2-68FB-37DA30B7C33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481232-E342-60AC-0C19-E932E468DAF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1A462-1188-9829-7D1E-417EB32742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1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e72fb16b181423f"/>
          <a:stretch xmlns:a="http://schemas.openxmlformats.org/drawingml/2006/main"/>
        </p:blipFill>
        <p:spPr>
          <a:xfrm xmlns:a="http://schemas.openxmlformats.org/drawingml/2006/main" flipH="1">
            <a:off x="9886209" y="4538703"/>
            <a:ext cx="2305791" cy="1808464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8AED0F6-839A-B9DC-89D0-453455FF7C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B58F53C-9EF7-92DC-D765-8C886206A74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CBFC8B0-5A0E-12F0-38B4-11A4F3EF9A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06D73EA-21DB-DB97-4D76-9405B6C179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4a372a174ec431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FC867F-56FF-F385-7E21-9E50A476D1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0BBECC5-631B-7421-97E1-98B9F359D5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8F7E75-9E44-2A95-FBD3-0072178142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860958F-0114-E4CB-62D5-0B058DD7DCD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7831e3318954c0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3B01DDD-AD72-5492-F320-2E7CE01CE0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09B796-7446-F558-30BA-08587FEC72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22B2085-44DC-514D-64F8-CF9AAAFC60B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9ABB85-F6F1-0C19-E67F-0640F2AD98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53A55-7744-6468-2338-E73DDA32AA8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180812c6b3e483c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FB4B2B-EBD7-897A-C262-268EC4BE96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51E813C-3E6C-AE68-B226-C6FD3EFE47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66CD796-C40A-1020-B4D5-B344846D29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914628-58A6-DA78-A619-B9BF81D2BCF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4F7B6B7-25B8-12E8-AF86-BF2C33C0744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AD47AF6-33A9-6B39-7A72-07C6D36764E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93A1B9-3B80-9879-3F5C-508512892F5F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9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81cfb9f49b4d5d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CEB483-C8E4-1939-38E2-143E8C2C46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46295CF-961A-17C4-4422-5FAAD161AA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98F76D-7C9E-684E-83A2-F78F7204BB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5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28ca0ab255a4b4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A2153FD-6EE3-927D-E92C-AD8A725CBE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17CC06-6DDB-43E3-DC6C-5B8757B339E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87e63811c344c63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09BE86E-8041-6262-7462-5F74302C6B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8E74F-C33A-2B50-1388-4D9B8C90B9A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BB12FA-7CBC-383A-FB9A-76C44F3BFED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1DD9D1-AA59-4234-5101-B7789D2F77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7516DE9-6B09-3815-23C9-1128F36E2F0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da11c64cf14df5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CFA6B7-9D69-735A-E926-4416D17716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86DB7F7-4E31-55AE-507B-BF19F2D4F50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910AB72-D347-A0D1-09AD-464CA22BA74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CAC0EC3-9A02-6817-1AD1-E884E7BA54C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C35688-CEE5-57AE-D35E-231B71BD0A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7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c6f8f1946034bc1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D1B9AF-39AC-B0C4-144B-75DC396DA2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F7274C17-AC95-6D65-E5F5-345957FD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8C1558-F77E-F6C8-CF31-C04964B8E4C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76EA422-06F7-D957-5CC8-8F1F313EC97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dc88726fc004437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DB701E9E-F58B-AB7A-4F4A-7CF22B8DF1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08B1211-BEE6-97FE-18F8-0091FB8F779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643978-8BED-40E0-988F-1E41DB3473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3512B7D-FB40-4AD4-49F8-ABCCF2DAB55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37556" y="6358621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r>
              <a:t>© Tim Carpenter 2024</a:t>
            </a:r>
          </a:p>
        </p:txBody>
      </p:sp>
      <p:pic>
        <p:nvPicPr>
          <p:cNvPr id="26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6bbb96b111247e4">
            <a:alphaModFix amt="28000"/>
          </a:blip>
          <a:stretch xmlns:a="http://schemas.openxmlformats.org/drawingml/2006/main"/>
        </p:blipFill>
        <p:spPr>
          <a:xfrm xmlns:a="http://schemas.openxmlformats.org/drawingml/2006/main">
            <a:off x="10590687" y="5492510"/>
            <a:ext cx="1526225" cy="1197039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244ce3e7f0466d" /><Relationship Type="http://schemas.openxmlformats.org/officeDocument/2006/relationships/slideLayout" Target="/ppt/slideLayouts/slideLayout1.xml" Id="R20a3b1da5efe4317" /><Relationship Type="http://schemas.openxmlformats.org/officeDocument/2006/relationships/slideLayout" Target="/ppt/slideLayouts/slideLayout2.xml" Id="R4dba07c291c443db" /><Relationship Type="http://schemas.openxmlformats.org/officeDocument/2006/relationships/slideLayout" Target="/ppt/slideLayouts/slideLayout3.xml" Id="Rc9090c48ae61409f" /><Relationship Type="http://schemas.openxmlformats.org/officeDocument/2006/relationships/slideLayout" Target="/ppt/slideLayouts/slideLayout4.xml" Id="Re0bd6712c5744407" /><Relationship Type="http://schemas.openxmlformats.org/officeDocument/2006/relationships/slideLayout" Target="/ppt/slideLayouts/slideLayout5.xml" Id="Rc760e30484834c2b" /><Relationship Type="http://schemas.openxmlformats.org/officeDocument/2006/relationships/slideLayout" Target="/ppt/slideLayouts/slideLayout6.xml" Id="R2fdfa581fb7d47a2" /><Relationship Type="http://schemas.openxmlformats.org/officeDocument/2006/relationships/slideLayout" Target="/ppt/slideLayouts/slideLayout7.xml" Id="R4351ca5820d14922" /><Relationship Type="http://schemas.openxmlformats.org/officeDocument/2006/relationships/slideLayout" Target="/ppt/slideLayouts/slideLayout8.xml" Id="R3325f8f450e44aee" /><Relationship Type="http://schemas.openxmlformats.org/officeDocument/2006/relationships/slideLayout" Target="/ppt/slideLayouts/slideLayout9.xml" Id="Rdcb4ff4e23664bf6" /><Relationship Type="http://schemas.openxmlformats.org/officeDocument/2006/relationships/slideLayout" Target="/ppt/slideLayouts/slideLayout10.xml" Id="Rf649e3d0664a4665" /><Relationship Type="http://schemas.openxmlformats.org/officeDocument/2006/relationships/slideLayout" Target="/ppt/slideLayouts/slideLayout11.xml" Id="R2bbd389523ae437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F1E21F5-9F35-B093-A31C-887A66DCF4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132DE42-434F-8FAC-25DC-394A4A94E5F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68EFC8B-5FB5-A137-F95A-878BCA4FED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825222" y="6510367"/>
            <a:ext cx="374325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61038E6D-FA33-47E9-9599-ABA915C5198A}" type="slidenum">
              <a:t>‹#›</a:t>
            </a:fld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E2C9504-6A79-6DD8-74E5-098CA9D6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615" y="6492875"/>
            <a:ext cx="6095010" cy="2000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700">
                <a:solidFill>
                  <a:schemeClr val="bg2">
                    <a:lumMod val="90000"/>
                  </a:schemeClr>
                </a:solidFill>
              </a:rPr>
              <a:t>© Tim Carpenter 2024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a3b1da5efe4317"/>
    <p:sldLayoutId xmlns:r="http://schemas.openxmlformats.org/officeDocument/2006/relationships" id="2147483650" r:id="R4dba07c291c443db"/>
    <p:sldLayoutId xmlns:r="http://schemas.openxmlformats.org/officeDocument/2006/relationships" id="2147483651" r:id="Rc9090c48ae61409f"/>
    <p:sldLayoutId xmlns:r="http://schemas.openxmlformats.org/officeDocument/2006/relationships" id="2147483652" r:id="Re0bd6712c5744407"/>
    <p:sldLayoutId xmlns:r="http://schemas.openxmlformats.org/officeDocument/2006/relationships" id="2147483653" r:id="Rc760e30484834c2b"/>
    <p:sldLayoutId xmlns:r="http://schemas.openxmlformats.org/officeDocument/2006/relationships" id="2147483654" r:id="R2fdfa581fb7d47a2"/>
    <p:sldLayoutId xmlns:r="http://schemas.openxmlformats.org/officeDocument/2006/relationships" id="2147483655" r:id="R4351ca5820d14922"/>
    <p:sldLayoutId xmlns:r="http://schemas.openxmlformats.org/officeDocument/2006/relationships" id="2147483656" r:id="R3325f8f450e44aee"/>
    <p:sldLayoutId xmlns:r="http://schemas.openxmlformats.org/officeDocument/2006/relationships" id="2147483657" r:id="Rdcb4ff4e23664bf6"/>
    <p:sldLayoutId xmlns:r="http://schemas.openxmlformats.org/officeDocument/2006/relationships" id="2147483658" r:id="Rf649e3d0664a4665"/>
    <p:sldLayoutId xmlns:r="http://schemas.openxmlformats.org/officeDocument/2006/relationships" id="2147483659" r:id="R2bbd389523ae4370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7e94af73c4cd2" /><Relationship Type="http://schemas.openxmlformats.org/officeDocument/2006/relationships/notesSlide" Target="/ppt/notesSlides/notesSlide1.xml" Id="R9b1d327662cd46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9a7f6caf8354ffe" /><Relationship Type="http://schemas.openxmlformats.org/officeDocument/2006/relationships/notesSlide" Target="/ppt/notesSlides/notesSlide2.xml" Id="Rc7ec87ebef8344b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cf512e36e14bc5" /><Relationship Type="http://schemas.openxmlformats.org/officeDocument/2006/relationships/notesSlide" Target="/ppt/notesSlides/notesSlide3.xml" Id="R5aa675177bbe497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78398144b0340f7" /><Relationship Type="http://schemas.openxmlformats.org/officeDocument/2006/relationships/notesSlide" Target="/ppt/notesSlides/notesSlide4.xml" Id="Rdba96ae6e8244e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f63c4c9ba94eec" /><Relationship Type="http://schemas.openxmlformats.org/officeDocument/2006/relationships/notesSlide" Target="/ppt/notesSlides/notesSlide5.xml" Id="R8b0feafe453e48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5a056baa3ce4bce" /><Relationship Type="http://schemas.openxmlformats.org/officeDocument/2006/relationships/notesSlide" Target="/ppt/notesSlides/notesSlide6.xml" Id="R2962a271daf0444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a78185a29e45bc" /><Relationship Type="http://schemas.openxmlformats.org/officeDocument/2006/relationships/notesSlide" Target="/ppt/notesSlides/notesSlide7.xml" Id="Rb2fd81508ba94a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c20c36923240ad" /><Relationship Type="http://schemas.openxmlformats.org/officeDocument/2006/relationships/notesSlide" Target="/ppt/notesSlides/notesSlide8.xml" Id="Rfa35462155f646d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d2a6db9cbd4e67" /><Relationship Type="http://schemas.openxmlformats.org/officeDocument/2006/relationships/notesSlide" Target="/ppt/notesSlides/notesSlide9.xml" Id="R619b6838221741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de996204844e43" /><Relationship Type="http://schemas.openxmlformats.org/officeDocument/2006/relationships/notesSlide" Target="/ppt/notesSlides/notesSlide10.xml" Id="Rc82ee69f2fc042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6abbc184f68482d" /><Relationship Type="http://schemas.openxmlformats.org/officeDocument/2006/relationships/notesSlide" Target="/ppt/notesSlides/notesSlide11.xml" Id="R6718c29a485d498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7227ecc2d6c4eac" /><Relationship Type="http://schemas.openxmlformats.org/officeDocument/2006/relationships/notesSlide" Target="/ppt/notesSlides/notesSlide12.xml" Id="R6f30e6bb4b0f48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37d28c5f304459" /><Relationship Type="http://schemas.openxmlformats.org/officeDocument/2006/relationships/notesSlide" Target="/ppt/notesSlides/notesSlide13.xml" Id="Rb0a35e460b5b4c9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89DEFA5-464B-5CD3-16E7-8CA8E9D38CF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+mn-lt"/>
                <a:ea typeface="+mn-lt"/>
                <a:cs typeface="+mn-lt"/>
              </a:rPr>
              <a:t>Text Length and Lines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EB4471D-A6DC-90AA-7CE6-A3673F8BDA8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Lesson 16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4468F-4F18-FF8F-2544-E216C0ACCBB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</a:t>
            </a:fld>
          </a:p>
        </p:txBody>
      </p:sp>
    </p:spTree>
    <p:extLst>
      <p:ext uri="{BB962C8B-B14F-4D97-AF65-F5344CB8AC3E}">
        <p14:creationId xmlns:p14="http://schemas.microsoft.com/office/powerpoint/2010/main" val="3800850190"/>
      </p:ext>
    </p:extLst>
  </p:cSld>
</p:sld>
</file>

<file path=ppt/slides/slide2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E72FCF-5E06-85EB-F7FD-E1261A30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577" y="1749737"/>
            <a:ext cx="10956846" cy="19389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message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"Short message: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character_count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"Message:\n"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character_count)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20BA63F-E9FE-C334-C48D-C94A3747F5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2</a:t>
            </a:fld>
          </a:p>
        </p:txBody>
      </p:sp>
    </p:spTree>
    <p:extLst>
      <p:ext uri="{BB962C8B-B14F-4D97-AF65-F5344CB8AC3E}">
        <p14:creationId xmlns:p14="http://schemas.microsoft.com/office/powerpoint/2010/main" val="1917660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42E218C-699D-6EC5-2CB5-B8B2CF083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Look at this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26873F0-29A2-F81A-C501-1BA80955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message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"Short message: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character_count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"Message:\n"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character_count)</a:t>
            </a:r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D887D507-89E7-7D8D-8C34-78ACD3DB74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3</a:t>
            </a:fld>
          </a:p>
        </p:txBody>
      </p:sp>
    </p:spTree>
    <p:extLst>
      <p:ext uri="{BB962C8B-B14F-4D97-AF65-F5344CB8AC3E}">
        <p14:creationId xmlns:p14="http://schemas.microsoft.com/office/powerpoint/2010/main" val="7266530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E5F9C57-C2E5-F6D8-D85A-2011D9F51D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What do you think this code will do?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A964A3-7CB4-7BBD-D3F2-79A86FCF2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8576" y="1859340"/>
            <a:ext cx="8824852" cy="15696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message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"Short message: 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character_count = </a:t>
            </a: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"Message:\n"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"Characters:"</a:t>
            </a:r>
            <a:r>
              <a:rPr sz="2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character_count)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DBE35E-DE92-4B4D-75A9-891D3E276B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4</a:t>
            </a:fld>
          </a:p>
        </p:txBody>
      </p:sp>
    </p:spTree>
    <p:extLst>
      <p:ext uri="{BB962C8B-B14F-4D97-AF65-F5344CB8AC3E}">
        <p14:creationId xmlns:p14="http://schemas.microsoft.com/office/powerpoint/2010/main" val="35179797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B5EA7E-2DAD-0491-950A-43E595A22E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Let’s investigate.</a:t>
            </a:r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98CA8A-BAE1-D919-AD2C-1043AF60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2794"/>
            <a:ext cx="10182101" cy="33855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normAutofit fontScale="100000"/>
          </a:bodyPr>
          <a:lstStyle xmlns:a="http://schemas.openxmlformats.org/drawingml/2006/main">
            <a:lvl1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>
              <a:spcBef>
                <a:spcPct val="0"/>
              </a:spcBef>
              <a:spcAft>
                <a:spcPct val="0"/>
              </a:spcAft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indent="0">
              <a:spcAft>
                <a:spcPts val="16"/>
              </a:spcAft>
              <a:buNone/>
            </a:pPr>
            <a:r>
              <a:rPr sz="2600" b="1"/>
              <a:t>Answer the questions: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1. For the input Code now!, what number is stored in character_count, and which space or punctuation marks are included?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2. Why does the two-character sequence \n create a new line inside a string instead of appearing as two printed characters?</a:t>
            </a:r>
          </a:p>
          <a:p xmlns:a="http://schemas.openxmlformats.org/drawingml/2006/main">
            <a:pPr marL="0" indent="0">
              <a:spcAft>
                <a:spcPts val="8"/>
              </a:spcAft>
              <a:buNone/>
            </a:pPr>
            <a:r>
              <a:rPr sz="2000"/>
              <a:t>3. For the input Code now!, what appears on the line after Message:?</a:t>
            </a:r>
          </a:p>
        </p:txBody>
      </p:sp>
      <p:sp>
        <p:nvSpPr>
          <p:cNvPr id="7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13224D-AAE9-19C6-3D76-BCDB1D377AE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954446" y="1758784"/>
            <a:ext cx="6474775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>
            <a:sp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message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"Short message: 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character_count = </a:t>
            </a: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"Message:\n"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4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4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"Characters:"</a:t>
            </a:r>
            <a:r>
              <a:rPr sz="14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character_count)</a:t>
            </a:r>
          </a:p>
        </p:txBody>
      </p:sp>
    </p:spTree>
    <p:extLst>
      <p:ext uri="{BB962C8B-B14F-4D97-AF65-F5344CB8AC3E}">
        <p14:creationId xmlns:p14="http://schemas.microsoft.com/office/powerpoint/2010/main" val="394132350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FD3ACF-F271-8980-D873-F9D6FB9FB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1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E010D74-B7EC-9185-C8DF-767A2EA671F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Change the heading to "Notice:" while keeping the message on the following line. Code now must still report 8 characters.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0156456-F916-2DFA-3233-CF36D6126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6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C8A6263-CC79-FF3D-FD4C-FA1A647B7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2A94C-9EF0-110A-E446-C6FE28AB0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message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"Short message: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character_count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"Message:\n"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character_count)</a:t>
            </a:r>
          </a:p>
        </p:txBody>
      </p:sp>
    </p:spTree>
    <p:extLst>
      <p:ext uri="{BB962C8B-B14F-4D97-AF65-F5344CB8AC3E}">
        <p14:creationId xmlns:p14="http://schemas.microsoft.com/office/powerpoint/2010/main" val="2523084536"/>
      </p:ext>
    </p:extLst>
  </p:cSld>
</p:sld>
</file>

<file path=ppt/slides/slide7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F7738C1-B9DE-1B24-6779-A74C663FB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815841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Challenge 1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515C49B-A1AC-6748-BFEA-B8D33A33DBE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149049" cy="211540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message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"Short message: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character_count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"Notice:\n"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"Characters:"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character_count)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0DFEB36-D146-DE32-24CF-38059F53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57F051EF-1637-1DC1-48B2-1E7AD7EB8B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7</a:t>
            </a:fld>
          </a:p>
        </p:txBody>
      </p:sp>
    </p:spTree>
    <p:extLst>
      <p:ext uri="{BB962C8B-B14F-4D97-AF65-F5344CB8AC3E}">
        <p14:creationId xmlns:p14="http://schemas.microsoft.com/office/powerpoint/2010/main" val="218502657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F32E09-610F-3EC3-B786-50BDF0372E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9C6027A-1FB5-B72A-C3EC-60CC3C954B3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Collect a title and a subtitle. Display both on separate lines, then display a labelled character count for each one.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0D6E3A5-7CB1-FEBE-DD06-6569C8628B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8</a:t>
            </a:fld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196B955-0246-808C-A71A-D2BB9AF5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9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BE2FD6-88DA-C59D-A3CB-7D8ADC68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message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"Short message: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character_count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"Message:\n"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character_count)</a:t>
            </a:r>
          </a:p>
        </p:txBody>
      </p:sp>
    </p:spTree>
    <p:extLst>
      <p:ext uri="{BB962C8B-B14F-4D97-AF65-F5344CB8AC3E}">
        <p14:creationId xmlns:p14="http://schemas.microsoft.com/office/powerpoint/2010/main" val="1307315574"/>
      </p:ext>
    </p:extLst>
  </p:cSld>
</p:sld>
</file>

<file path=ppt/slides/slide9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B6D2072-280C-E38C-1B68-5A2159F9FB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2 – Suggested Solution</a:t>
            </a:r>
          </a:p>
        </p:txBody>
      </p:sp>
      <p:sp>
        <p:nvSpPr>
          <p:cNvPr id="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6A35D07-9BAE-C1B2-470D-4A56C88221A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3813" y="3508493"/>
            <a:ext cx="8032968" cy="16312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title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"Title: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subtitle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"Subtitle: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title_count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(title)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subtitle_count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(subtitle)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"Text:\n"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title +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"\n"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subtitle)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"Title characters:"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title_count)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"Subtitle characters:"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subtitle_count)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CD19A53-C5BF-BD7D-A6FF-7D627B8D0C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9</a:t>
            </a:fld>
          </a:p>
        </p:txBody>
      </p:sp>
    </p:spTree>
    <p:extLst>
      <p:ext uri="{BB962C8B-B14F-4D97-AF65-F5344CB8AC3E}">
        <p14:creationId xmlns:p14="http://schemas.microsoft.com/office/powerpoint/2010/main" val="41317018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4A55FF9-C519-C841-BC1B-5A0F823380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0A78088-1A9E-9140-1446-FCCFF01522D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080808"/>
                </a:solidFill>
                <a:latin typeface="Calibri"/>
                <a:ea typeface="Calibri"/>
                <a:cs typeface="Calibri"/>
              </a:rPr>
              <a:t>Create a two-line poster checker. Ask for a heading and one instruction, display the poster on two lines, and report the combined character count using the two len() results.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6969061-E293-66B3-2505-D44FC70B8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10</a:t>
            </a:fld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8315360-7E37-4E61-CFB3-15B4BF18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4964" y="46401"/>
            <a:ext cx="1431757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/>
              <a:t>Starter Code:</a:t>
            </a:r>
          </a:p>
        </p:txBody>
      </p:sp>
      <p:sp>
        <p:nvSpPr>
          <p:cNvPr id="6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CFC9096-19D0-8DB5-A52D-780B3819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7429" y="354178"/>
            <a:ext cx="4672118" cy="8309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message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"Short message: 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character_count = </a:t>
            </a: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"Message:\n"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6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6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"Characters:"</a:t>
            </a:r>
            <a:r>
              <a:rPr sz="16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character_count)</a:t>
            </a:r>
          </a:p>
        </p:txBody>
      </p:sp>
    </p:spTree>
    <p:extLst>
      <p:ext uri="{BB962C8B-B14F-4D97-AF65-F5344CB8AC3E}">
        <p14:creationId xmlns:p14="http://schemas.microsoft.com/office/powerpoint/2010/main" val="3373945130"/>
      </p:ext>
    </p:extLst>
  </p:cSld>
</p:sld>
</file>

<file path=ppt/slides/slide11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9E16ED-BB98-70F0-3E97-BDA278755E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10014509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Challenge 3 – Suggested Solution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3B33B00-AC9B-87BA-8441-599D05BCF5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11</a:t>
            </a:fld>
          </a:p>
        </p:txBody>
      </p:sp>
      <p:sp>
        <p:nvSpPr>
          <p:cNvPr id="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F88F7EF-0EBB-777A-CBBB-B5D7AAE4E9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87798" y="3581011"/>
            <a:ext cx="10341293" cy="1323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heading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"Poster heading: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instruction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"Instruction: 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total =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(heading) + </a:t>
            </a: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(instruction)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(heading + 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"\n"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instruction)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0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20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"Combined characters:"</a:t>
            </a:r>
            <a:r>
              <a:rPr sz="20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total)</a:t>
            </a:r>
          </a:p>
        </p:txBody>
      </p:sp>
    </p:spTree>
    <p:extLst>
      <p:ext uri="{BB962C8B-B14F-4D97-AF65-F5344CB8AC3E}">
        <p14:creationId xmlns:p14="http://schemas.microsoft.com/office/powerpoint/2010/main" val="37229462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DFBD71-FEF6-6EBF-BF05-0ED86228F7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3832073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Fix the code!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DC8E91D-B482-1BE2-7466-89F6C23BCF1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7425519" cy="2115403"/>
          </a:xfrm>
        </p:spPr>
        <p:txBody>
          <a:bodyPr xmlns:a="http://schemas.openxmlformats.org/drawingml/2006/main">
            <a:normAutofit fontScale="63395" lnSpcReduction="20000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2800" b="1">
                <a:solidFill>
                  <a:srgbClr val="FF0000"/>
                </a:solidFill>
              </a:rPr>
              <a:t>This code has errors!</a:t>
            </a:r>
            <a:r>
              <a:rPr sz="2800" b="1">
                <a:solidFill>
                  <a:srgbClr val="080808"/>
                </a:solidFill>
              </a:rPr>
              <a:t> Look closely at the code to find the problems: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message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"Short message: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character_count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message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"Message:"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"Characters:"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character_count)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4F0ADF4-CBA1-F217-15B9-2DF889C076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12</a:t>
            </a:fld>
          </a:p>
        </p:txBody>
      </p:sp>
    </p:spTree>
    <p:extLst>
      <p:ext uri="{BB962C8B-B14F-4D97-AF65-F5344CB8AC3E}">
        <p14:creationId xmlns:p14="http://schemas.microsoft.com/office/powerpoint/2010/main" val="336215718"/>
      </p:ext>
    </p:extLst>
  </p:cSld>
</p:sld>
</file>

<file path=ppt/slides/slide13.xml><?xml version="1.0" encoding="utf-8"?>
<p:sld xmlns:p="http://schemas.openxmlformats.org/presentationml/2006/main" show="0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3F61F52-D17D-670C-50AC-7255F18B4B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37569" y="2124718"/>
            <a:ext cx="9189603" cy="13255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t>Fix the code! – Suggested Solution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3946801-3D05-3C3E-1626-DBB288975FB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1294599" y="3405120"/>
            <a:ext cx="10371884" cy="2115403"/>
          </a:xfrm>
        </p:spPr>
        <p:txBody>
          <a:bodyPr xmlns:a="http://schemas.openxmlformats.org/drawingml/2006/main">
            <a:normAutofit fontScale="93765"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message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input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"Short message: 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character_count = </a:t>
            </a: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len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"Message:\n"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 + message)</a:t>
            </a:r>
          </a:p>
          <a:p xmlns:a="http://schemas.openxmlformats.org/drawingml/2006/main">
            <a:pPr marL="0" indent="0">
              <a:spcAft>
                <a:spcPts val="0"/>
              </a:spcAft>
              <a:buNone/>
            </a:pPr>
            <a:r>
              <a:rPr sz="1800">
                <a:solidFill>
                  <a:srgbClr val="1750EB"/>
                </a:solidFill>
                <a:latin typeface="JetBrains Mono"/>
                <a:ea typeface="JetBrains Mono"/>
                <a:cs typeface="JetBrains Mono"/>
              </a:rPr>
              <a:t>print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(</a:t>
            </a:r>
            <a:r>
              <a:rPr sz="1800">
                <a:solidFill>
                  <a:srgbClr val="067D17"/>
                </a:solidFill>
                <a:latin typeface="JetBrains Mono"/>
                <a:ea typeface="JetBrains Mono"/>
                <a:cs typeface="JetBrains Mono"/>
              </a:rPr>
              <a:t>"Characters:"</a:t>
            </a:r>
            <a:r>
              <a:rPr sz="1800">
                <a:solidFill>
                  <a:srgbClr val="080808"/>
                </a:solidFill>
                <a:latin typeface="JetBrains Mono"/>
                <a:ea typeface="JetBrains Mono"/>
                <a:cs typeface="JetBrains Mono"/>
              </a:rPr>
              <a:t>, character_count)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72CEF87-628B-C07C-A561-B4B38856AB0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1038E6D-FA33-47E9-9599-ABA915C5198A}" type="slidenum">
              <a:t>13</a:t>
            </a:fld>
          </a:p>
        </p:txBody>
      </p:sp>
      <p:sp>
        <p:nvSpPr>
          <p:cNvPr id="4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4B9FE81-71E8-D844-4F36-3BE0908E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934"/>
            <a:ext cx="184731" cy="3693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none" lIns="91440" tIns="45720" rIns="91440" bIns="4572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2189401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2026-08-05T12:35:46.5870000Z</dcterms:created>
  <dcterms:modified xsi:type="dcterms:W3CDTF">2026-08-05T12:35:46.5870000Z</dcterms:modified>
</coreProperties>
</file>