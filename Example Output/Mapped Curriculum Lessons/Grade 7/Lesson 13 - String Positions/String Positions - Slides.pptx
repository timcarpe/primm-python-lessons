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b42c10ec3546fd" /><Relationship Type="http://schemas.openxmlformats.org/officeDocument/2006/relationships/extended-properties" Target="/docProps/app.xml" Id="R75ad86cccb82477f" /><Relationship Type="http://schemas.openxmlformats.org/officeDocument/2006/relationships/officeDocument" Target="/ppt/presentation.xml" Id="R20ead665a10f4fe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e52be38650941f1"/>
  </p:sldMasterIdLst>
  <p:notesMasterIdLst>
    <p:notesMasterId xmlns:r="http://schemas.openxmlformats.org/officeDocument/2006/relationships" r:id="Rd4eba75d9da240aa"/>
  </p:notesMasterIdLst>
  <p:sldIdLst>
    <p:sldId xmlns:r="http://schemas.openxmlformats.org/officeDocument/2006/relationships" id="256" r:id="R088c4654fa4c4696"/>
    <p:sldId xmlns:r="http://schemas.openxmlformats.org/officeDocument/2006/relationships" id="257" r:id="R06ccfdd39bd54667"/>
    <p:sldId xmlns:r="http://schemas.openxmlformats.org/officeDocument/2006/relationships" id="258" r:id="R1935593b8e284f02"/>
    <p:sldId xmlns:r="http://schemas.openxmlformats.org/officeDocument/2006/relationships" id="259" r:id="R079d86ad3da341f4"/>
    <p:sldId xmlns:r="http://schemas.openxmlformats.org/officeDocument/2006/relationships" id="260" r:id="R98ffe653214841f4"/>
    <p:sldId xmlns:r="http://schemas.openxmlformats.org/officeDocument/2006/relationships" id="261" r:id="R98d6a2a6aced4dac"/>
    <p:sldId xmlns:r="http://schemas.openxmlformats.org/officeDocument/2006/relationships" id="262" r:id="R6ba9974e5b6d4660"/>
    <p:sldId xmlns:r="http://schemas.openxmlformats.org/officeDocument/2006/relationships" id="263" r:id="R8c6e5389ef61497b"/>
    <p:sldId xmlns:r="http://schemas.openxmlformats.org/officeDocument/2006/relationships" id="264" r:id="R24592fb4b8564493"/>
    <p:sldId xmlns:r="http://schemas.openxmlformats.org/officeDocument/2006/relationships" id="265" r:id="R23312f7e85574ab7"/>
    <p:sldId xmlns:r="http://schemas.openxmlformats.org/officeDocument/2006/relationships" id="266" r:id="R19d6607cc14c4cc6"/>
    <p:sldId xmlns:r="http://schemas.openxmlformats.org/officeDocument/2006/relationships" id="267" r:id="Re1ad2678326b4ab7"/>
    <p:sldId xmlns:r="http://schemas.openxmlformats.org/officeDocument/2006/relationships" id="268" r:id="Rf98b189189c441db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899b16f3b7be469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0a6a7b88ba4e34" /><Relationship Type="http://schemas.openxmlformats.org/officeDocument/2006/relationships/slideMaster" Target="/ppt/slideMasters/slideMaster1.xml" Id="R0e52be38650941f1" /><Relationship Type="http://schemas.openxmlformats.org/officeDocument/2006/relationships/notesMaster" Target="/ppt/notesMasters/notesMaster1.xml" Id="Rd4eba75d9da240aa" /><Relationship Type="http://schemas.openxmlformats.org/officeDocument/2006/relationships/presProps" Target="/ppt/presProps.xml" Id="R48fbd8aa751c48ae" /><Relationship Type="http://schemas.openxmlformats.org/officeDocument/2006/relationships/viewProps" Target="/ppt/viewProps.xml" Id="R36ffc9f3b1c9415c" /><Relationship Type="http://schemas.openxmlformats.org/officeDocument/2006/relationships/tableStyles" Target="/ppt/tableStyles.xml" Id="R2180b8d74c474258" /><Relationship Type="http://schemas.openxmlformats.org/officeDocument/2006/relationships/font" Target="/ppt/fonts/font.dat" Id="R899b16f3b7be4695" /><Relationship Type="http://schemas.openxmlformats.org/officeDocument/2006/relationships/slide" Target="/ppt/slides/slide1.xml" Id="R088c4654fa4c4696" /><Relationship Type="http://schemas.openxmlformats.org/officeDocument/2006/relationships/slide" Target="/ppt/slides/slide2.xml" Id="R06ccfdd39bd54667" /><Relationship Type="http://schemas.openxmlformats.org/officeDocument/2006/relationships/slide" Target="/ppt/slides/slide3.xml" Id="R1935593b8e284f02" /><Relationship Type="http://schemas.openxmlformats.org/officeDocument/2006/relationships/slide" Target="/ppt/slides/slide4.xml" Id="R079d86ad3da341f4" /><Relationship Type="http://schemas.openxmlformats.org/officeDocument/2006/relationships/slide" Target="/ppt/slides/slide5.xml" Id="R98ffe653214841f4" /><Relationship Type="http://schemas.openxmlformats.org/officeDocument/2006/relationships/slide" Target="/ppt/slides/slide6.xml" Id="R98d6a2a6aced4dac" /><Relationship Type="http://schemas.openxmlformats.org/officeDocument/2006/relationships/slide" Target="/ppt/slides/slide7.xml" Id="R6ba9974e5b6d4660" /><Relationship Type="http://schemas.openxmlformats.org/officeDocument/2006/relationships/slide" Target="/ppt/slides/slide8.xml" Id="R8c6e5389ef61497b" /><Relationship Type="http://schemas.openxmlformats.org/officeDocument/2006/relationships/slide" Target="/ppt/slides/slide9.xml" Id="R24592fb4b8564493" /><Relationship Type="http://schemas.openxmlformats.org/officeDocument/2006/relationships/slide" Target="/ppt/slides/slide10.xml" Id="R23312f7e85574ab7" /><Relationship Type="http://schemas.openxmlformats.org/officeDocument/2006/relationships/slide" Target="/ppt/slides/slide11.xml" Id="R19d6607cc14c4cc6" /><Relationship Type="http://schemas.openxmlformats.org/officeDocument/2006/relationships/slide" Target="/ppt/slides/slide12.xml" Id="Re1ad2678326b4ab7" /><Relationship Type="http://schemas.openxmlformats.org/officeDocument/2006/relationships/slide" Target="/ppt/slides/slide13.xml" Id="Rf98b189189c441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58d1966afd4b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4c044cd495448b" /><Relationship Type="http://schemas.openxmlformats.org/officeDocument/2006/relationships/notesMaster" Target="/ppt/notesMasters/notesMaster1.xml" Id="Re1d1c512fb7f4f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f800c3dac54a1b" /><Relationship Type="http://schemas.openxmlformats.org/officeDocument/2006/relationships/notesMaster" Target="/ppt/notesMasters/notesMaster1.xml" Id="R78d1908fd6024f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aa8e4d7cb74c8c" /><Relationship Type="http://schemas.openxmlformats.org/officeDocument/2006/relationships/notesMaster" Target="/ppt/notesMasters/notesMaster1.xml" Id="R67b027bbee894b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9ec870e661482e" /><Relationship Type="http://schemas.openxmlformats.org/officeDocument/2006/relationships/notesMaster" Target="/ppt/notesMasters/notesMaster1.xml" Id="R19c37f28931b40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d94536d54e40a8" /><Relationship Type="http://schemas.openxmlformats.org/officeDocument/2006/relationships/notesMaster" Target="/ppt/notesMasters/notesMaster1.xml" Id="R347711d24d9f48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b0b55e53024470" /><Relationship Type="http://schemas.openxmlformats.org/officeDocument/2006/relationships/notesMaster" Target="/ppt/notesMasters/notesMaster1.xml" Id="R4fd7b4325f4541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f20d3ea0e54eeb" /><Relationship Type="http://schemas.openxmlformats.org/officeDocument/2006/relationships/notesMaster" Target="/ppt/notesMasters/notesMaster1.xml" Id="R103dc841f1d447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bf028510864f49" /><Relationship Type="http://schemas.openxmlformats.org/officeDocument/2006/relationships/notesMaster" Target="/ppt/notesMasters/notesMaster1.xml" Id="Rb89ea78261ed4a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347ba1d3964168" /><Relationship Type="http://schemas.openxmlformats.org/officeDocument/2006/relationships/notesMaster" Target="/ppt/notesMasters/notesMaster1.xml" Id="Rae129ef48a0f41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36362e69384d95" /><Relationship Type="http://schemas.openxmlformats.org/officeDocument/2006/relationships/notesMaster" Target="/ppt/notesMasters/notesMaster1.xml" Id="R741e63225d8643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f464f6241d4f56" /><Relationship Type="http://schemas.openxmlformats.org/officeDocument/2006/relationships/notesMaster" Target="/ppt/notesMasters/notesMaster1.xml" Id="Rb98a0f006f714e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506d0325244d50" /><Relationship Type="http://schemas.openxmlformats.org/officeDocument/2006/relationships/notesMaster" Target="/ppt/notesMasters/notesMaster1.xml" Id="Rf7efc16db1154a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b370aaa6124f53" /><Relationship Type="http://schemas.openxmlformats.org/officeDocument/2006/relationships/notesMaster" Target="/ppt/notesMasters/notesMaster1.xml" Id="R34e8746636754d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95d7441c2421b" /><Relationship Type="http://schemas.openxmlformats.org/officeDocument/2006/relationships/image" Target="/ppt/media/image.png" Id="Rfe30079f593341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0301e7cfc41cc" /><Relationship Type="http://schemas.openxmlformats.org/officeDocument/2006/relationships/image" Target="/ppt/media/image.png" Id="R85f9e09f264749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caebc1be34c9b" /><Relationship Type="http://schemas.openxmlformats.org/officeDocument/2006/relationships/image" Target="/ppt/media/image.png" Id="R2f26c103578e4a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228d5afeb469f" /><Relationship Type="http://schemas.openxmlformats.org/officeDocument/2006/relationships/image" Target="/ppt/media/image.png" Id="R743239ad86ac49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5b30b1bad462e" /><Relationship Type="http://schemas.openxmlformats.org/officeDocument/2006/relationships/image" Target="/ppt/media/image.png" Id="R6149f6e7ae704e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74f2277c5457a" /><Relationship Type="http://schemas.openxmlformats.org/officeDocument/2006/relationships/image" Target="/ppt/media/image.png" Id="R92a5440096254f3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ff4182fc64a8d" /><Relationship Type="http://schemas.openxmlformats.org/officeDocument/2006/relationships/image" Target="/ppt/media/image.png" Id="R3fe0480a9a134ea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e73fdf81f4b15" /><Relationship Type="http://schemas.openxmlformats.org/officeDocument/2006/relationships/image" Target="/ppt/media/image.png" Id="R8a762a19b341481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d12b643ab4d3d" /><Relationship Type="http://schemas.openxmlformats.org/officeDocument/2006/relationships/image" Target="/ppt/media/image.png" Id="Rbaa21ae05fca4ac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e9032663c4238" /><Relationship Type="http://schemas.openxmlformats.org/officeDocument/2006/relationships/image" Target="/ppt/media/image.png" Id="Rcfa1b70f97194f3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ef1e60b844ee7" /><Relationship Type="http://schemas.openxmlformats.org/officeDocument/2006/relationships/image" Target="/ppt/media/image.png" Id="Rbd870658464e447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30079f593341c8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f9e09f2647494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26c103578e4af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3239ad86ac49d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49f6e7ae704e7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a5440096254f3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e0480a9a134ea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762a19b341481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a21ae05fca4ac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a1b70f97194f3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870658464e447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93236ef19247de" /><Relationship Type="http://schemas.openxmlformats.org/officeDocument/2006/relationships/slideLayout" Target="/ppt/slideLayouts/slideLayout1.xml" Id="R874725d783884e15" /><Relationship Type="http://schemas.openxmlformats.org/officeDocument/2006/relationships/slideLayout" Target="/ppt/slideLayouts/slideLayout2.xml" Id="Rc1006c10e0644b50" /><Relationship Type="http://schemas.openxmlformats.org/officeDocument/2006/relationships/slideLayout" Target="/ppt/slideLayouts/slideLayout3.xml" Id="R39fb9e9a41764cbf" /><Relationship Type="http://schemas.openxmlformats.org/officeDocument/2006/relationships/slideLayout" Target="/ppt/slideLayouts/slideLayout4.xml" Id="R8a1acd4f4354495e" /><Relationship Type="http://schemas.openxmlformats.org/officeDocument/2006/relationships/slideLayout" Target="/ppt/slideLayouts/slideLayout5.xml" Id="R379509780afe4abb" /><Relationship Type="http://schemas.openxmlformats.org/officeDocument/2006/relationships/slideLayout" Target="/ppt/slideLayouts/slideLayout6.xml" Id="Rea823f6b952a420c" /><Relationship Type="http://schemas.openxmlformats.org/officeDocument/2006/relationships/slideLayout" Target="/ppt/slideLayouts/slideLayout7.xml" Id="Raa574b355d794f43" /><Relationship Type="http://schemas.openxmlformats.org/officeDocument/2006/relationships/slideLayout" Target="/ppt/slideLayouts/slideLayout8.xml" Id="R21fd875447944205" /><Relationship Type="http://schemas.openxmlformats.org/officeDocument/2006/relationships/slideLayout" Target="/ppt/slideLayouts/slideLayout9.xml" Id="Rd318bb92aa31421a" /><Relationship Type="http://schemas.openxmlformats.org/officeDocument/2006/relationships/slideLayout" Target="/ppt/slideLayouts/slideLayout10.xml" Id="Ra1526670e87c493b" /><Relationship Type="http://schemas.openxmlformats.org/officeDocument/2006/relationships/slideLayout" Target="/ppt/slideLayouts/slideLayout11.xml" Id="R07639ff10941471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4725d783884e15"/>
    <p:sldLayoutId xmlns:r="http://schemas.openxmlformats.org/officeDocument/2006/relationships" id="2147483650" r:id="Rc1006c10e0644b50"/>
    <p:sldLayoutId xmlns:r="http://schemas.openxmlformats.org/officeDocument/2006/relationships" id="2147483651" r:id="R39fb9e9a41764cbf"/>
    <p:sldLayoutId xmlns:r="http://schemas.openxmlformats.org/officeDocument/2006/relationships" id="2147483652" r:id="R8a1acd4f4354495e"/>
    <p:sldLayoutId xmlns:r="http://schemas.openxmlformats.org/officeDocument/2006/relationships" id="2147483653" r:id="R379509780afe4abb"/>
    <p:sldLayoutId xmlns:r="http://schemas.openxmlformats.org/officeDocument/2006/relationships" id="2147483654" r:id="Rea823f6b952a420c"/>
    <p:sldLayoutId xmlns:r="http://schemas.openxmlformats.org/officeDocument/2006/relationships" id="2147483655" r:id="Raa574b355d794f43"/>
    <p:sldLayoutId xmlns:r="http://schemas.openxmlformats.org/officeDocument/2006/relationships" id="2147483656" r:id="R21fd875447944205"/>
    <p:sldLayoutId xmlns:r="http://schemas.openxmlformats.org/officeDocument/2006/relationships" id="2147483657" r:id="Rd318bb92aa31421a"/>
    <p:sldLayoutId xmlns:r="http://schemas.openxmlformats.org/officeDocument/2006/relationships" id="2147483658" r:id="Ra1526670e87c493b"/>
    <p:sldLayoutId xmlns:r="http://schemas.openxmlformats.org/officeDocument/2006/relationships" id="2147483659" r:id="R07639ff10941471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62bb456ca4a23" /><Relationship Type="http://schemas.openxmlformats.org/officeDocument/2006/relationships/notesSlide" Target="/ppt/notesSlides/notesSlide1.xml" Id="Re83540d3ef884e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84786b51d942a7" /><Relationship Type="http://schemas.openxmlformats.org/officeDocument/2006/relationships/notesSlide" Target="/ppt/notesSlides/notesSlide2.xml" Id="Rf29f3f15972a4b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9341e779bf4858" /><Relationship Type="http://schemas.openxmlformats.org/officeDocument/2006/relationships/notesSlide" Target="/ppt/notesSlides/notesSlide3.xml" Id="Rca9426e6f24644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e29c8df249421d" /><Relationship Type="http://schemas.openxmlformats.org/officeDocument/2006/relationships/notesSlide" Target="/ppt/notesSlides/notesSlide4.xml" Id="Ree4aaf0a3bc346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2670940af243e6" /><Relationship Type="http://schemas.openxmlformats.org/officeDocument/2006/relationships/notesSlide" Target="/ppt/notesSlides/notesSlide5.xml" Id="R9edeabac598d47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cd307b6fb34a56" /><Relationship Type="http://schemas.openxmlformats.org/officeDocument/2006/relationships/notesSlide" Target="/ppt/notesSlides/notesSlide6.xml" Id="R966b0a917d4b41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549e7a78044fda" /><Relationship Type="http://schemas.openxmlformats.org/officeDocument/2006/relationships/notesSlide" Target="/ppt/notesSlides/notesSlide7.xml" Id="R595c91f3077f4b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3b9c43c7d249b1" /><Relationship Type="http://schemas.openxmlformats.org/officeDocument/2006/relationships/notesSlide" Target="/ppt/notesSlides/notesSlide8.xml" Id="R36c0e113dda542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64ad50c9534009" /><Relationship Type="http://schemas.openxmlformats.org/officeDocument/2006/relationships/notesSlide" Target="/ppt/notesSlides/notesSlide9.xml" Id="R3ab94e4a72d247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7317ce8f9745ec" /><Relationship Type="http://schemas.openxmlformats.org/officeDocument/2006/relationships/notesSlide" Target="/ppt/notesSlides/notesSlide10.xml" Id="R4d9b5e4498514a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fc18aa3380450e" /><Relationship Type="http://schemas.openxmlformats.org/officeDocument/2006/relationships/notesSlide" Target="/ppt/notesSlides/notesSlide11.xml" Id="Ra0ccc732a3d548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8a16a96b6c4366" /><Relationship Type="http://schemas.openxmlformats.org/officeDocument/2006/relationships/notesSlide" Target="/ppt/notesSlides/notesSlide12.xml" Id="R2e495cef998348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28e4c214ff42cd" /><Relationship Type="http://schemas.openxmlformats.org/officeDocument/2006/relationships/notesSlide" Target="/ppt/notesSlides/notesSlide13.xml" Id="Re5080d3e411246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String Positions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13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If you enter python, which character is stored in first?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If you enter python, which text is stored in preview?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is position 0 the first character rather than position 1?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For python, what does word[0] return and what does word[0:3] return?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slice’s stop position so the preview contains four characters instead of three. Try "code" and "python"; both previews should contain four characters.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1 -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word[0:4]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two-letter badge from two words. Use indexing to display the first character of each; use inputs with different capitalisation to inspect the result.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2 -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first_word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first word: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second_word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second word: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first_word[0], second_word[0])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a reference code for a six-letter word. Use two slices to display its first two characters, then characters five and six. Try "python": the two parts should be "py" and "on".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3 -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six-letter word: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first_part = word[0:2]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last_part = word[4:6]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"Reference:"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first_part, last_part)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936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-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73021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word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word: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word[0]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preview = word[0:3]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"Initial:"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"Preview:"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preview)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 The first position is index 0.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2026-08-05T12:33:38.2960000Z</dcterms:created>
  <dcterms:modified xsi:type="dcterms:W3CDTF">2026-08-05T12:33:38.2960000Z</dcterms:modified>
</coreProperties>
</file>