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2811c60cf6042ac" /><Relationship Type="http://schemas.openxmlformats.org/officeDocument/2006/relationships/extended-properties" Target="/docProps/app.xml" Id="Rc3b8fa2340054f23" /><Relationship Type="http://schemas.openxmlformats.org/officeDocument/2006/relationships/officeDocument" Target="/ppt/presentation.xml" Id="R7792af7848184253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d8058753fc384dbe"/>
  </p:sldMasterIdLst>
  <p:notesMasterIdLst>
    <p:notesMasterId xmlns:r="http://schemas.openxmlformats.org/officeDocument/2006/relationships" r:id="R54f7ed97c095424f"/>
  </p:notesMasterIdLst>
  <p:sldIdLst>
    <p:sldId xmlns:r="http://schemas.openxmlformats.org/officeDocument/2006/relationships" id="256" r:id="R7d6ce31c97e84db5"/>
    <p:sldId xmlns:r="http://schemas.openxmlformats.org/officeDocument/2006/relationships" id="257" r:id="Rd2675a9da0f04fb1"/>
    <p:sldId xmlns:r="http://schemas.openxmlformats.org/officeDocument/2006/relationships" id="258" r:id="R0f9a88c25f284f0a"/>
    <p:sldId xmlns:r="http://schemas.openxmlformats.org/officeDocument/2006/relationships" id="259" r:id="R08409aca2a914f2b"/>
    <p:sldId xmlns:r="http://schemas.openxmlformats.org/officeDocument/2006/relationships" id="260" r:id="R9f2bcf15693d4a46"/>
    <p:sldId xmlns:r="http://schemas.openxmlformats.org/officeDocument/2006/relationships" id="261" r:id="R79f06c4458114484"/>
    <p:sldId xmlns:r="http://schemas.openxmlformats.org/officeDocument/2006/relationships" id="262" r:id="Rc45c91446ba74dd3"/>
    <p:sldId xmlns:r="http://schemas.openxmlformats.org/officeDocument/2006/relationships" id="263" r:id="Rd1943d3bd060445c"/>
    <p:sldId xmlns:r="http://schemas.openxmlformats.org/officeDocument/2006/relationships" id="264" r:id="R10c177325a5947eb"/>
    <p:sldId xmlns:r="http://schemas.openxmlformats.org/officeDocument/2006/relationships" id="265" r:id="Reeb9269992c04672"/>
    <p:sldId xmlns:r="http://schemas.openxmlformats.org/officeDocument/2006/relationships" id="266" r:id="Ref4b8ba21b0a4029"/>
    <p:sldId xmlns:r="http://schemas.openxmlformats.org/officeDocument/2006/relationships" id="267" r:id="R2996fadd475d45cf"/>
    <p:sldId xmlns:r="http://schemas.openxmlformats.org/officeDocument/2006/relationships" id="268" r:id="R4e6d5fed5a574c82"/>
  </p:sldIdLst>
  <p:sldSz cx="12192000" cy="6858000"/>
  <p:notesSz cx="6858000" cy="9144000"/>
  <p:embeddedFontLst>
    <p:embeddedFont>
      <p:font typeface="JetBrains Mono"/>
      <p:regular xmlns:r="http://schemas.openxmlformats.org/officeDocument/2006/relationships" r:id="R4f64b5b3d4944e83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02721630e714a70" /><Relationship Type="http://schemas.openxmlformats.org/officeDocument/2006/relationships/slideMaster" Target="/ppt/slideMasters/slideMaster1.xml" Id="Rd8058753fc384dbe" /><Relationship Type="http://schemas.openxmlformats.org/officeDocument/2006/relationships/notesMaster" Target="/ppt/notesMasters/notesMaster1.xml" Id="R54f7ed97c095424f" /><Relationship Type="http://schemas.openxmlformats.org/officeDocument/2006/relationships/presProps" Target="/ppt/presProps.xml" Id="Refa7ec7852c64d0e" /><Relationship Type="http://schemas.openxmlformats.org/officeDocument/2006/relationships/viewProps" Target="/ppt/viewProps.xml" Id="R42d95e2c4ff84876" /><Relationship Type="http://schemas.openxmlformats.org/officeDocument/2006/relationships/tableStyles" Target="/ppt/tableStyles.xml" Id="Rdc92c7a664bd4818" /><Relationship Type="http://schemas.openxmlformats.org/officeDocument/2006/relationships/font" Target="/ppt/fonts/font.dat" Id="R4f64b5b3d4944e83" /><Relationship Type="http://schemas.openxmlformats.org/officeDocument/2006/relationships/slide" Target="/ppt/slides/slide1.xml" Id="R7d6ce31c97e84db5" /><Relationship Type="http://schemas.openxmlformats.org/officeDocument/2006/relationships/slide" Target="/ppt/slides/slide2.xml" Id="Rd2675a9da0f04fb1" /><Relationship Type="http://schemas.openxmlformats.org/officeDocument/2006/relationships/slide" Target="/ppt/slides/slide3.xml" Id="R0f9a88c25f284f0a" /><Relationship Type="http://schemas.openxmlformats.org/officeDocument/2006/relationships/slide" Target="/ppt/slides/slide4.xml" Id="R08409aca2a914f2b" /><Relationship Type="http://schemas.openxmlformats.org/officeDocument/2006/relationships/slide" Target="/ppt/slides/slide5.xml" Id="R9f2bcf15693d4a46" /><Relationship Type="http://schemas.openxmlformats.org/officeDocument/2006/relationships/slide" Target="/ppt/slides/slide6.xml" Id="R79f06c4458114484" /><Relationship Type="http://schemas.openxmlformats.org/officeDocument/2006/relationships/slide" Target="/ppt/slides/slide7.xml" Id="Rc45c91446ba74dd3" /><Relationship Type="http://schemas.openxmlformats.org/officeDocument/2006/relationships/slide" Target="/ppt/slides/slide8.xml" Id="Rd1943d3bd060445c" /><Relationship Type="http://schemas.openxmlformats.org/officeDocument/2006/relationships/slide" Target="/ppt/slides/slide9.xml" Id="R10c177325a5947eb" /><Relationship Type="http://schemas.openxmlformats.org/officeDocument/2006/relationships/slide" Target="/ppt/slides/slide10.xml" Id="Reeb9269992c04672" /><Relationship Type="http://schemas.openxmlformats.org/officeDocument/2006/relationships/slide" Target="/ppt/slides/slide11.xml" Id="Ref4b8ba21b0a4029" /><Relationship Type="http://schemas.openxmlformats.org/officeDocument/2006/relationships/slide" Target="/ppt/slides/slide12.xml" Id="R2996fadd475d45cf" /><Relationship Type="http://schemas.openxmlformats.org/officeDocument/2006/relationships/slide" Target="/ppt/slides/slide13.xml" Id="R4e6d5fed5a574c8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6ef779eb4b54a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dc6de7cc5ea42ab" /><Relationship Type="http://schemas.openxmlformats.org/officeDocument/2006/relationships/notesMaster" Target="/ppt/notesMasters/notesMaster1.xml" Id="R6c726d579282435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c305eb191474755" /><Relationship Type="http://schemas.openxmlformats.org/officeDocument/2006/relationships/notesMaster" Target="/ppt/notesMasters/notesMaster1.xml" Id="R9e41fe34c63b485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dd7e5572ee440ef" /><Relationship Type="http://schemas.openxmlformats.org/officeDocument/2006/relationships/notesMaster" Target="/ppt/notesMasters/notesMaster1.xml" Id="R07151b486f3447f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a85c0c40b5c4718" /><Relationship Type="http://schemas.openxmlformats.org/officeDocument/2006/relationships/notesMaster" Target="/ppt/notesMasters/notesMaster1.xml" Id="Rdc288cb7e393450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dca797165cc472c" /><Relationship Type="http://schemas.openxmlformats.org/officeDocument/2006/relationships/notesMaster" Target="/ppt/notesMasters/notesMaster1.xml" Id="R2682523034e144a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ca9ebd31036466e" /><Relationship Type="http://schemas.openxmlformats.org/officeDocument/2006/relationships/notesMaster" Target="/ppt/notesMasters/notesMaster1.xml" Id="Rb7db7c26bcfa49b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bce27637cb549aa" /><Relationship Type="http://schemas.openxmlformats.org/officeDocument/2006/relationships/notesMaster" Target="/ppt/notesMasters/notesMaster1.xml" Id="R7c0bcc5f1aaf483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d90e79f5627435a" /><Relationship Type="http://schemas.openxmlformats.org/officeDocument/2006/relationships/notesMaster" Target="/ppt/notesMasters/notesMaster1.xml" Id="Re638effec30a4d8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a3daf1586744e79" /><Relationship Type="http://schemas.openxmlformats.org/officeDocument/2006/relationships/notesMaster" Target="/ppt/notesMasters/notesMaster1.xml" Id="Re166657ce5074ad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f5a7e1e2ddb487d" /><Relationship Type="http://schemas.openxmlformats.org/officeDocument/2006/relationships/notesMaster" Target="/ppt/notesMasters/notesMaster1.xml" Id="R7abcdb8bdb904ab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346405d7cfa46d2" /><Relationship Type="http://schemas.openxmlformats.org/officeDocument/2006/relationships/notesMaster" Target="/ppt/notesMasters/notesMaster1.xml" Id="Rcef1e31c9606499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e081e0538f84d30" /><Relationship Type="http://schemas.openxmlformats.org/officeDocument/2006/relationships/notesMaster" Target="/ppt/notesMasters/notesMaster1.xml" Id="Re214e7f0f84c41b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12e15c0d4f74af1" /><Relationship Type="http://schemas.openxmlformats.org/officeDocument/2006/relationships/notesMaster" Target="/ppt/notesMasters/notesMaster1.xml" Id="Rf430acdc69504a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670224ff894130" /><Relationship Type="http://schemas.openxmlformats.org/officeDocument/2006/relationships/image" Target="/ppt/media/image.png" Id="Rdb7a82da04574ff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6b99920dbe41c5" /><Relationship Type="http://schemas.openxmlformats.org/officeDocument/2006/relationships/image" Target="/ppt/media/image.png" Id="R061778cc94a74b9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648a2d28c74ec1" /><Relationship Type="http://schemas.openxmlformats.org/officeDocument/2006/relationships/image" Target="/ppt/media/image.png" Id="Rd87bbc47c9e5435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d23d5a09b6483f" /><Relationship Type="http://schemas.openxmlformats.org/officeDocument/2006/relationships/image" Target="/ppt/media/image.png" Id="R1fc042e608ac488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3b2a9ba41f42bd" /><Relationship Type="http://schemas.openxmlformats.org/officeDocument/2006/relationships/image" Target="/ppt/media/image.png" Id="R35ab97fd0948433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985c90d6cc44b1" /><Relationship Type="http://schemas.openxmlformats.org/officeDocument/2006/relationships/image" Target="/ppt/media/image.png" Id="Re05e3a4bd384443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2f335f3e944704" /><Relationship Type="http://schemas.openxmlformats.org/officeDocument/2006/relationships/image" Target="/ppt/media/image.png" Id="R7e9cae408f4948a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e48d4faefb420b" /><Relationship Type="http://schemas.openxmlformats.org/officeDocument/2006/relationships/image" Target="/ppt/media/image.png" Id="R43c9a28ec8b240f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18f42d97a84e07" /><Relationship Type="http://schemas.openxmlformats.org/officeDocument/2006/relationships/image" Target="/ppt/media/image.png" Id="R50135357b3194af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19a752a93e43a3" /><Relationship Type="http://schemas.openxmlformats.org/officeDocument/2006/relationships/image" Target="/ppt/media/image.png" Id="R3257ad037ea24c9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28740516014404" /><Relationship Type="http://schemas.openxmlformats.org/officeDocument/2006/relationships/image" Target="/ppt/media/image.png" Id="Rc404139833594bbb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DFF6CC-43FC-990C-9B6B-9217A2FD674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8F1D1E5-61EC-84C2-68FB-37DA30B7C33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7481232-E342-60AC-0C19-E932E468DA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451A462-1188-9829-7D1E-417EB32742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b7a82da04574ff7"/>
          <a:stretch xmlns:a="http://schemas.openxmlformats.org/drawingml/2006/main"/>
        </p:blipFill>
        <p:spPr>
          <a:xfrm xmlns:a="http://schemas.openxmlformats.org/drawingml/2006/main" flipH="1">
            <a:off x="9886209" y="4538703"/>
            <a:ext cx="2305791" cy="1808464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8AED0F6-839A-B9DC-89D0-453455FF7C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B58F53C-9EF7-92DC-D765-8C886206A74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CBFC8B0-5A0E-12F0-38B4-11A4F3EF9A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06D73EA-21DB-DB97-4D76-9405B6C179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61778cc94a74b93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FC867F-56FF-F385-7E21-9E50A476D1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0BBECC5-631B-7421-97E1-98B9F359D5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8F7E75-9E44-2A95-FBD3-0072178142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860958F-0114-E4CB-62D5-0B058DD7DCD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87bbc47c9e54355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3B01DDD-AD72-5492-F320-2E7CE01CE0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909B796-7446-F558-30BA-08587FEC72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22B2085-44DC-514D-64F8-CF9AAAFC60B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39ABB85-F6F1-0C19-E67F-0640F2AD98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53A55-7744-6468-2338-E73DDA32AA8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fc042e608ac4887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FFB4B2B-EBD7-897A-C262-268EC4BE96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51E813C-3E6C-AE68-B226-C6FD3EFE47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66CD796-C40A-1020-B4D5-B344846D29D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8914628-58A6-DA78-A619-B9BF81D2BCF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4F7B6B7-25B8-12E8-AF86-BF2C33C0744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AD47AF6-33A9-6B39-7A72-07C6D36764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93A1B9-3B80-9879-3F5C-508512892F5F}"/>
              </a:ext>
            </a:extLst>
          </p:cNvPr>
          <p:cNvSpPr>
            <a:spLocks xmlns:a="http://schemas.openxmlformats.org/drawingml/2006/main" noGrp="1"/>
          </p:cNvSpPr>
          <p:nvPr>
            <p:ph type="ftr" idx="1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9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5ab97fd09484334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CEB483-C8E4-1939-38E2-143E8C2C46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46295CF-961A-17C4-4422-5FAAD161AA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8F76D-7C9E-684E-83A2-F78F7204BB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05e3a4bd3844431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A2153FD-6EE3-927D-E92C-AD8A725CBE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817CC06-6DDB-43E3-DC6C-5B8757B339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4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e9cae408f4948a3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09BE86E-8041-6262-7462-5F74302C6B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028E74F-C33A-2B50-1388-4D9B8C90B9A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3BB12FA-7CBC-383A-FB9A-76C44F3BFED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41DD9D1-AA59-4234-5101-B7789D2F77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7516DE9-6B09-3815-23C9-1128F36E2F0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3c9a28ec8b240ff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CFA6B7-9D69-735A-E926-4416D17716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86DB7F7-4E31-55AE-507B-BF19F2D4F50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910AB72-D347-A0D1-09AD-464CA22BA74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CAC0EC3-9A02-6817-1AD1-E884E7BA54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C35688-CEE5-57AE-D35E-231B71BD0AC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0135357b3194afa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FD1B9AF-39AC-B0C4-144B-75DC396DA2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7274C17-AC95-6D65-E5F5-345957FDC0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48C1558-F77E-F6C8-CF31-C04964B8E4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76EA422-06F7-D957-5CC8-8F1F313EC97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257ad037ea24c9c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DB701E9E-F58B-AB7A-4F4A-7CF22B8DF1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08B1211-BEE6-97FE-18F8-0091FB8F77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643978-8BED-40E0-988F-1E41DB3473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3512B7D-FB40-4AD4-49F8-ABCCF2DAB55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404139833594bbb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5d2d0d1ee34ae8" /><Relationship Type="http://schemas.openxmlformats.org/officeDocument/2006/relationships/slideLayout" Target="/ppt/slideLayouts/slideLayout1.xml" Id="R79346835d18e4878" /><Relationship Type="http://schemas.openxmlformats.org/officeDocument/2006/relationships/slideLayout" Target="/ppt/slideLayouts/slideLayout2.xml" Id="Rfc48f97e8bf54a13" /><Relationship Type="http://schemas.openxmlformats.org/officeDocument/2006/relationships/slideLayout" Target="/ppt/slideLayouts/slideLayout3.xml" Id="R8872bdaedc0c444a" /><Relationship Type="http://schemas.openxmlformats.org/officeDocument/2006/relationships/slideLayout" Target="/ppt/slideLayouts/slideLayout4.xml" Id="R77d61c2d9d704490" /><Relationship Type="http://schemas.openxmlformats.org/officeDocument/2006/relationships/slideLayout" Target="/ppt/slideLayouts/slideLayout5.xml" Id="Rdb0792aaecbc4c55" /><Relationship Type="http://schemas.openxmlformats.org/officeDocument/2006/relationships/slideLayout" Target="/ppt/slideLayouts/slideLayout6.xml" Id="R331f6bba9b4d499a" /><Relationship Type="http://schemas.openxmlformats.org/officeDocument/2006/relationships/slideLayout" Target="/ppt/slideLayouts/slideLayout7.xml" Id="Rf7b4d01cee764264" /><Relationship Type="http://schemas.openxmlformats.org/officeDocument/2006/relationships/slideLayout" Target="/ppt/slideLayouts/slideLayout8.xml" Id="R1ed90cc6a8424d9f" /><Relationship Type="http://schemas.openxmlformats.org/officeDocument/2006/relationships/slideLayout" Target="/ppt/slideLayouts/slideLayout9.xml" Id="R08bd414691f94f72" /><Relationship Type="http://schemas.openxmlformats.org/officeDocument/2006/relationships/slideLayout" Target="/ppt/slideLayouts/slideLayout10.xml" Id="R3ed7e612d1c645e8" /><Relationship Type="http://schemas.openxmlformats.org/officeDocument/2006/relationships/slideLayout" Target="/ppt/slideLayouts/slideLayout11.xml" Id="R47a12a502b2e475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F1E21F5-9F35-B093-A31C-887A66DCF4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132DE42-434F-8FAC-25DC-394A4A94E5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8EFC8B-5FB5-A137-F95A-878BCA4FED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825222" y="6510367"/>
            <a:ext cx="374325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E2C9504-6A79-6DD8-74E5-098CA9D6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15" y="6492875"/>
            <a:ext cx="609501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700">
                <a:solidFill>
                  <a:schemeClr val="bg2">
                    <a:lumMod val="90000"/>
                  </a:schemeClr>
                </a:solidFill>
              </a:rPr>
              <a:t>© Tim Carpenter 2024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9346835d18e4878"/>
    <p:sldLayoutId xmlns:r="http://schemas.openxmlformats.org/officeDocument/2006/relationships" id="2147483650" r:id="Rfc48f97e8bf54a13"/>
    <p:sldLayoutId xmlns:r="http://schemas.openxmlformats.org/officeDocument/2006/relationships" id="2147483651" r:id="R8872bdaedc0c444a"/>
    <p:sldLayoutId xmlns:r="http://schemas.openxmlformats.org/officeDocument/2006/relationships" id="2147483652" r:id="R77d61c2d9d704490"/>
    <p:sldLayoutId xmlns:r="http://schemas.openxmlformats.org/officeDocument/2006/relationships" id="2147483653" r:id="Rdb0792aaecbc4c55"/>
    <p:sldLayoutId xmlns:r="http://schemas.openxmlformats.org/officeDocument/2006/relationships" id="2147483654" r:id="R331f6bba9b4d499a"/>
    <p:sldLayoutId xmlns:r="http://schemas.openxmlformats.org/officeDocument/2006/relationships" id="2147483655" r:id="Rf7b4d01cee764264"/>
    <p:sldLayoutId xmlns:r="http://schemas.openxmlformats.org/officeDocument/2006/relationships" id="2147483656" r:id="R1ed90cc6a8424d9f"/>
    <p:sldLayoutId xmlns:r="http://schemas.openxmlformats.org/officeDocument/2006/relationships" id="2147483657" r:id="R08bd414691f94f72"/>
    <p:sldLayoutId xmlns:r="http://schemas.openxmlformats.org/officeDocument/2006/relationships" id="2147483658" r:id="R3ed7e612d1c645e8"/>
    <p:sldLayoutId xmlns:r="http://schemas.openxmlformats.org/officeDocument/2006/relationships" id="2147483659" r:id="R47a12a502b2e475f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n-lt"/>
          <a:ea typeface="+mn-lt"/>
          <a:cs typeface="+mn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89a3874a184b33" /><Relationship Type="http://schemas.openxmlformats.org/officeDocument/2006/relationships/notesSlide" Target="/ppt/notesSlides/notesSlide1.xml" Id="R51c6fd0a814f480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2c3760073bc45ff" /><Relationship Type="http://schemas.openxmlformats.org/officeDocument/2006/relationships/notesSlide" Target="/ppt/notesSlides/notesSlide2.xml" Id="Rcf08a2c6c1a6406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3beb9ccc9e34ace" /><Relationship Type="http://schemas.openxmlformats.org/officeDocument/2006/relationships/notesSlide" Target="/ppt/notesSlides/notesSlide3.xml" Id="Rabd70f0e075445e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e55daeed014ef4" /><Relationship Type="http://schemas.openxmlformats.org/officeDocument/2006/relationships/notesSlide" Target="/ppt/notesSlides/notesSlide4.xml" Id="R93ef507fae93470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462a5df29d04dd8" /><Relationship Type="http://schemas.openxmlformats.org/officeDocument/2006/relationships/notesSlide" Target="/ppt/notesSlides/notesSlide5.xml" Id="Rfd03b73c3ca1420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d3caf0e7514229" /><Relationship Type="http://schemas.openxmlformats.org/officeDocument/2006/relationships/notesSlide" Target="/ppt/notesSlides/notesSlide6.xml" Id="R032879306f5645e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f6767319b442f2" /><Relationship Type="http://schemas.openxmlformats.org/officeDocument/2006/relationships/notesSlide" Target="/ppt/notesSlides/notesSlide7.xml" Id="R6a6eb01e4da54ac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8038b82f8e4990" /><Relationship Type="http://schemas.openxmlformats.org/officeDocument/2006/relationships/notesSlide" Target="/ppt/notesSlides/notesSlide8.xml" Id="Rcbba52c05a134b4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87909c5ea244333" /><Relationship Type="http://schemas.openxmlformats.org/officeDocument/2006/relationships/notesSlide" Target="/ppt/notesSlides/notesSlide9.xml" Id="R6d3be11d1a054d7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d518da973734962" /><Relationship Type="http://schemas.openxmlformats.org/officeDocument/2006/relationships/notesSlide" Target="/ppt/notesSlides/notesSlide10.xml" Id="R6a0fd570f7d1428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760da250f54617" /><Relationship Type="http://schemas.openxmlformats.org/officeDocument/2006/relationships/notesSlide" Target="/ppt/notesSlides/notesSlide11.xml" Id="R11d16ba1e3014bc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4416a2b01ae4881" /><Relationship Type="http://schemas.openxmlformats.org/officeDocument/2006/relationships/notesSlide" Target="/ppt/notesSlides/notesSlide12.xml" Id="R24cfa7d6f9ec494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4ff3bbe64024541" /><Relationship Type="http://schemas.openxmlformats.org/officeDocument/2006/relationships/notesSlide" Target="/ppt/notesSlides/notesSlide13.xml" Id="Re342416c070347b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89DEFA5-464B-5CD3-16E7-8CA8E9D38CF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+mn-lt"/>
                <a:ea typeface="+mn-lt"/>
                <a:cs typeface="+mn-lt"/>
              </a:rPr>
              <a:t>Lists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EB4471D-A6DC-90AA-7CE6-A3673F8BDA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Lesson 17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BE4468F-4F18-FF8F-2544-E216C0ACCB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</a:t>
            </a:fld>
          </a:p>
        </p:txBody>
      </p:sp>
    </p:spTree>
    <p:extLst>
      <p:ext uri="{BB962C8B-B14F-4D97-AF65-F5344CB8AC3E}">
        <p14:creationId xmlns:p14="http://schemas.microsoft.com/office/powerpoint/2010/main" val="3800850190"/>
      </p:ext>
    </p:extLst>
  </p:cSld>
</p:sld>
</file>

<file path=ppt/slides/slide2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4E72FCF-5E06-85EB-F7FD-E1261A30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577" y="1749737"/>
            <a:ext cx="10956846" cy="193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item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"Pack one item: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packing_list = 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"water"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"map"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packing_list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.append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(item)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"Packing list:"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packing_list)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0BA63F-E9FE-C334-C48D-C94A3747F5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2</a:t>
            </a:fld>
          </a:p>
        </p:txBody>
      </p:sp>
    </p:spTree>
    <p:extLst>
      <p:ext uri="{BB962C8B-B14F-4D97-AF65-F5344CB8AC3E}">
        <p14:creationId xmlns:p14="http://schemas.microsoft.com/office/powerpoint/2010/main" val="19176601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2E218C-699D-6EC5-2CB5-B8B2CF083A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Look at this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26873F0-29A2-F81A-C501-1BA80955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item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"Pack one item: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packing_list = 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"water"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"map"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packing_list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.append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(item)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"Packing list:"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packing_list)</a:t>
            </a:r>
          </a:p>
        </p:txBody>
      </p:sp>
      <p:sp>
        <p:nvSpPr>
          <p:cNvPr id="13" name="Slide Number Placeholder 12">
            <a:extLst xmlns:a="http://schemas.openxmlformats.org/drawingml/2006/main">
              <a:ext uri="{FF2B5EF4-FFF2-40B4-BE49-F238E27FC236}">
                <a16:creationId xmlns:a16="http://schemas.microsoft.com/office/drawing/2014/main" id="{D887D507-89E7-7D8D-8C34-78ACD3DB74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3</a:t>
            </a:fld>
          </a:p>
        </p:txBody>
      </p:sp>
    </p:spTree>
    <p:extLst>
      <p:ext uri="{BB962C8B-B14F-4D97-AF65-F5344CB8AC3E}">
        <p14:creationId xmlns:p14="http://schemas.microsoft.com/office/powerpoint/2010/main" val="7266530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E5F9C57-C2E5-F6D8-D85A-2011D9F51D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do you think this code will do?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4A964A3-7CB4-7BBD-D3F2-79A86FCF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item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"Pack one item: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packing_list = 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"water"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"map"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packing_list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.append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(item)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"Packing list:"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packing_list)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DDDBE35E-DE92-4B4D-75A9-891D3E276B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4</a:t>
            </a:fld>
          </a:p>
        </p:txBody>
      </p:sp>
    </p:spTree>
    <p:extLst>
      <p:ext uri="{BB962C8B-B14F-4D97-AF65-F5344CB8AC3E}">
        <p14:creationId xmlns:p14="http://schemas.microsoft.com/office/powerpoint/2010/main" val="351797978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CB5EA7E-2DAD-0491-950A-43E595A22E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Let’s investigate.</a:t>
            </a:r>
          </a:p>
        </p:txBody>
      </p:sp>
      <p:sp>
        <p:nvSpPr>
          <p:cNvPr id="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998CA8A-BAE1-D919-AD2C-1043AF60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2794"/>
            <a:ext cx="10182101" cy="3385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normAutofit fontScale="100000"/>
          </a:bodyPr>
          <a:lstStyle xmlns:a="http://schemas.openxmlformats.org/drawingml/2006/main">
            <a:lvl1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spcAft>
                <a:spcPts val="16"/>
              </a:spcAft>
              <a:buNone/>
            </a:pPr>
            <a:r>
              <a:rPr sz="2600" b="1"/>
              <a:t>Answer the questions: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1. If you enter compass, what exact list is printed?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2. Why does append(item) add one item instead of joining the characters of item separately?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3. Which line adds the new item to packing_list?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4. Why is the new item placed at the end rather than at position 0?</a:t>
            </a:r>
          </a:p>
        </p:txBody>
      </p:sp>
      <p:sp>
        <p:nvSpPr>
          <p:cNvPr id="7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313224D-AAE9-19C6-3D76-BCDB1D377AE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954446" y="1758784"/>
            <a:ext cx="6474775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sp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item =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"Pack one item: 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packing_list = [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"water"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"map"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packing_list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.append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(item)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"Packing list:"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packing_list)</a:t>
            </a:r>
          </a:p>
        </p:txBody>
      </p:sp>
    </p:spTree>
    <p:extLst>
      <p:ext uri="{BB962C8B-B14F-4D97-AF65-F5344CB8AC3E}">
        <p14:creationId xmlns:p14="http://schemas.microsoft.com/office/powerpoint/2010/main" val="394132350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CFD3ACF-F271-8980-D873-F9D6FB9FB0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1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E010D74-B7EC-9185-C8DF-767A2EA671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Prepare the starter for a weekend trip by replacing the initial list with three useful items. The user's extra item must still be appended and visible in the final list.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156456-F916-2DFA-3233-CF36D6126A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6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8A6263-CC79-FF3D-FD4C-FA1A647B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964" y="46401"/>
            <a:ext cx="143175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222A94C-9EF0-110A-E446-C6FE28AB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429" y="354178"/>
            <a:ext cx="4672118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item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"Pack one item: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packing_list = [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"water"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"map"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packing_list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.append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(item)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"Packing list:"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packing_list)</a:t>
            </a:r>
          </a:p>
        </p:txBody>
      </p:sp>
    </p:spTree>
    <p:extLst>
      <p:ext uri="{BB962C8B-B14F-4D97-AF65-F5344CB8AC3E}">
        <p14:creationId xmlns:p14="http://schemas.microsoft.com/office/powerpoint/2010/main" val="2523084536"/>
      </p:ext>
    </p:extLst>
  </p:cSld>
</p:sld>
</file>

<file path=ppt/slides/slide7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F7738C1-B9DE-1B24-6779-A74C663FB6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8158413" cy="132556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1 – Suggested Solution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515C49B-A1AC-6748-BFEA-B8D33A33DBE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10149049" cy="211540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item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"Pack one item: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packing_list = [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"water"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"map"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"snacks"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packing_list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.append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(item)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"Packing list:"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packing_list)</a:t>
            </a:r>
          </a:p>
        </p:txBody>
      </p:sp>
      <p:sp>
        <p:nvSpPr>
          <p:cNvPr id="6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0DFEB36-D146-DE32-24CF-38059F53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934"/>
            <a:ext cx="184731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57F051EF-1637-1DC1-48B2-1E7AD7EB8B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7</a:t>
            </a:fld>
          </a:p>
        </p:txBody>
      </p:sp>
    </p:spTree>
    <p:extLst>
      <p:ext uri="{BB962C8B-B14F-4D97-AF65-F5344CB8AC3E}">
        <p14:creationId xmlns:p14="http://schemas.microsoft.com/office/powerpoint/2010/main" val="218502657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6F32E09-610F-3EC3-B786-50BDF0372E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2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9C6027A-1FB5-B72A-C3EC-60CC3C954B3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The user should add two items in total. Ask for a second item, append it, then show all four items in the final packing list.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0D6E3A5-7CB1-FEBE-DD06-6569C8628B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8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196B955-0246-808C-A71A-D2BB9AF5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964" y="46401"/>
            <a:ext cx="143175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EBE2FD6-88DA-C59D-A3CB-7D8ADC68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429" y="354178"/>
            <a:ext cx="4672118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item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"Pack one item: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packing_list = [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"water"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"map"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packing_list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.append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(item)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"Packing list:"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packing_list)</a:t>
            </a:r>
          </a:p>
        </p:txBody>
      </p:sp>
    </p:spTree>
    <p:extLst>
      <p:ext uri="{BB962C8B-B14F-4D97-AF65-F5344CB8AC3E}">
        <p14:creationId xmlns:p14="http://schemas.microsoft.com/office/powerpoint/2010/main" val="1307315574"/>
      </p:ext>
    </p:extLst>
  </p:cSld>
</p:sld>
</file>

<file path=ppt/slides/slide9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B6D2072-280C-E38C-1B68-5A2159F9FB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10014509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2 – Suggested Solution</a:t>
            </a:r>
          </a:p>
        </p:txBody>
      </p:sp>
      <p:sp>
        <p:nvSpPr>
          <p:cNvPr id="6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6A35D07-9BAE-C1B2-470D-4A56C88221A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3813" y="3508493"/>
            <a:ext cx="8032968" cy="16312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item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"Pack one item: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packing_list = [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"water"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"map"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packing_list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.append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(item)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another_item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"Pack one more item: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packing_list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.append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(another_item)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"Packing list:"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packing_list)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1CD19A53-C5BF-BD7D-A6FF-7D627B8D0C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9</a:t>
            </a:fld>
          </a:p>
        </p:txBody>
      </p:sp>
    </p:spTree>
    <p:extLst>
      <p:ext uri="{BB962C8B-B14F-4D97-AF65-F5344CB8AC3E}">
        <p14:creationId xmlns:p14="http://schemas.microsoft.com/office/powerpoint/2010/main" val="413170180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A55FF9-C519-C841-BC1B-5A0F823380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3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0A78088-1A9E-9140-1446-FCCFF01522D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Make a movie-night checklist. Start with two items of your choice, ask the user for a third, append it, and display the finished list with a clear heading.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6969061-E293-66B3-2505-D44FC70B8E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10</a:t>
            </a:fld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8315360-7E37-4E61-CFB3-15B4BF18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964" y="46401"/>
            <a:ext cx="143175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CFC9096-19D0-8DB5-A52D-780B3819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429" y="354178"/>
            <a:ext cx="4672118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item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"Pack one item: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packing_list = [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"water"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"map"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packing_list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.append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(item)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"Packing list:"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packing_list)</a:t>
            </a:r>
          </a:p>
        </p:txBody>
      </p:sp>
    </p:spTree>
    <p:extLst>
      <p:ext uri="{BB962C8B-B14F-4D97-AF65-F5344CB8AC3E}">
        <p14:creationId xmlns:p14="http://schemas.microsoft.com/office/powerpoint/2010/main" val="3373945130"/>
      </p:ext>
    </p:extLst>
  </p:cSld>
</p:sld>
</file>

<file path=ppt/slides/slide11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B9E16ED-BB98-70F0-3E97-BDA278755E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10014509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3 – Suggested Solution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F3B33B00-AC9B-87BA-8441-599D05BCF5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11</a:t>
            </a:fld>
          </a:p>
        </p:txBody>
      </p:sp>
      <p:sp>
        <p:nvSpPr>
          <p:cNvPr id="4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F88F7EF-0EBB-777A-CBBB-B5D7AAE4E99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87798" y="3581011"/>
            <a:ext cx="10341293" cy="13234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item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"Add a movie-night item: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movie_night = [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"film"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"popcorn"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movie_night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.append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(item)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"Movie-night checklist:"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movie_night)</a:t>
            </a:r>
          </a:p>
        </p:txBody>
      </p:sp>
    </p:spTree>
    <p:extLst>
      <p:ext uri="{BB962C8B-B14F-4D97-AF65-F5344CB8AC3E}">
        <p14:creationId xmlns:p14="http://schemas.microsoft.com/office/powerpoint/2010/main" val="372294627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DFBD71-FEF6-6EBF-BF05-0ED86228F7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Fix the code!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DC8E91D-B482-1BE2-7466-89F6C23BCF1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69360" lnSpcReduction="2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800" b="1">
                <a:solidFill>
                  <a:srgbClr val="FF0000"/>
                </a:solidFill>
              </a:rPr>
              <a:t>This code has errors!</a:t>
            </a:r>
            <a:r>
              <a:rPr sz="2800" b="1">
                <a:solidFill>
                  <a:srgbClr val="080808"/>
                </a:solidFill>
              </a:rPr>
              <a:t> Look closely at the code to find the problems: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item =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"Pack one item: 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packing_list = [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"water"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"map"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packing_list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.append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(missing_item)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"Packing list:"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packing_list)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4F0ADF4-CBA1-F217-15B9-2DF889C076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12</a:t>
            </a:fld>
          </a:p>
        </p:txBody>
      </p:sp>
    </p:spTree>
    <p:extLst>
      <p:ext uri="{BB962C8B-B14F-4D97-AF65-F5344CB8AC3E}">
        <p14:creationId xmlns:p14="http://schemas.microsoft.com/office/powerpoint/2010/main" val="336215718"/>
      </p:ext>
    </p:extLst>
  </p:cSld>
</p:sld>
</file>

<file path=ppt/slides/slide13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3F61F52-D17D-670C-50AC-7255F18B4B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9189603" cy="132556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Fix the code! – Suggested Solution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3946801-3D05-3C3E-1626-DBB288975FB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10371884" cy="2115403"/>
          </a:xfrm>
        </p:spPr>
        <p:txBody>
          <a:bodyPr xmlns:a="http://schemas.openxmlformats.org/drawingml/2006/main">
            <a:normAutofit fontScale="93765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item =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"Pack one item: 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packing_list = [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"water"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"map"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packing_list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.append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(item)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"Packing list:"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packing_list)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72CEF87-628B-C07C-A561-B4B38856AB0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13</a:t>
            </a:fld>
          </a:p>
        </p:txBody>
      </p:sp>
      <p:sp>
        <p:nvSpPr>
          <p:cNvPr id="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4B9FE81-71E8-D844-4F36-3BE0908EA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934"/>
            <a:ext cx="184731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2189401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2026-08-05T12:36:27.5650000Z</dcterms:created>
  <dcterms:modified xsi:type="dcterms:W3CDTF">2026-08-05T12:36:27.5650000Z</dcterms:modified>
</coreProperties>
</file>