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f3f347c994218" /><Relationship Type="http://schemas.openxmlformats.org/officeDocument/2006/relationships/extended-properties" Target="/docProps/app.xml" Id="R6e56fb150c794807" /><Relationship Type="http://schemas.openxmlformats.org/officeDocument/2006/relationships/officeDocument" Target="/ppt/presentation.xml" Id="R4960849923a2460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429a5144b394fb8"/>
  </p:sldMasterIdLst>
  <p:notesMasterIdLst>
    <p:notesMasterId xmlns:r="http://schemas.openxmlformats.org/officeDocument/2006/relationships" r:id="Rf38413b7903943e4"/>
  </p:notesMasterIdLst>
  <p:sldIdLst>
    <p:sldId xmlns:r="http://schemas.openxmlformats.org/officeDocument/2006/relationships" id="256" r:id="R64171011293544ee"/>
    <p:sldId xmlns:r="http://schemas.openxmlformats.org/officeDocument/2006/relationships" id="257" r:id="R6e060a7fa1c348c3"/>
    <p:sldId xmlns:r="http://schemas.openxmlformats.org/officeDocument/2006/relationships" id="258" r:id="R333a18f899fc412c"/>
    <p:sldId xmlns:r="http://schemas.openxmlformats.org/officeDocument/2006/relationships" id="259" r:id="Rab73576238d344c5"/>
    <p:sldId xmlns:r="http://schemas.openxmlformats.org/officeDocument/2006/relationships" id="260" r:id="R8797e67b0219418a"/>
    <p:sldId xmlns:r="http://schemas.openxmlformats.org/officeDocument/2006/relationships" id="261" r:id="Rc47045e4afd34a5f"/>
    <p:sldId xmlns:r="http://schemas.openxmlformats.org/officeDocument/2006/relationships" id="262" r:id="R757c486b57bb4c9b"/>
    <p:sldId xmlns:r="http://schemas.openxmlformats.org/officeDocument/2006/relationships" id="263" r:id="R50aa860b8f934002"/>
    <p:sldId xmlns:r="http://schemas.openxmlformats.org/officeDocument/2006/relationships" id="264" r:id="Rb6d1f8c69cc94afd"/>
    <p:sldId xmlns:r="http://schemas.openxmlformats.org/officeDocument/2006/relationships" id="265" r:id="Rd9032def657a433a"/>
    <p:sldId xmlns:r="http://schemas.openxmlformats.org/officeDocument/2006/relationships" id="266" r:id="R1730670278534a39"/>
    <p:sldId xmlns:r="http://schemas.openxmlformats.org/officeDocument/2006/relationships" id="267" r:id="R46a44eae526d45ab"/>
    <p:sldId xmlns:r="http://schemas.openxmlformats.org/officeDocument/2006/relationships" id="268" r:id="R2724d9ddfc9747cc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740865ee36334a0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e12f271c84990" /><Relationship Type="http://schemas.openxmlformats.org/officeDocument/2006/relationships/slideMaster" Target="/ppt/slideMasters/slideMaster1.xml" Id="Rf429a5144b394fb8" /><Relationship Type="http://schemas.openxmlformats.org/officeDocument/2006/relationships/notesMaster" Target="/ppt/notesMasters/notesMaster1.xml" Id="Rf38413b7903943e4" /><Relationship Type="http://schemas.openxmlformats.org/officeDocument/2006/relationships/presProps" Target="/ppt/presProps.xml" Id="Ra8f6f83f88854ed2" /><Relationship Type="http://schemas.openxmlformats.org/officeDocument/2006/relationships/viewProps" Target="/ppt/viewProps.xml" Id="Rcf45f388d3624b5e" /><Relationship Type="http://schemas.openxmlformats.org/officeDocument/2006/relationships/tableStyles" Target="/ppt/tableStyles.xml" Id="R52f2f35ef8824085" /><Relationship Type="http://schemas.openxmlformats.org/officeDocument/2006/relationships/font" Target="/ppt/fonts/font.dat" Id="R740865ee36334a02" /><Relationship Type="http://schemas.openxmlformats.org/officeDocument/2006/relationships/slide" Target="/ppt/slides/slide1.xml" Id="R64171011293544ee" /><Relationship Type="http://schemas.openxmlformats.org/officeDocument/2006/relationships/slide" Target="/ppt/slides/slide2.xml" Id="R6e060a7fa1c348c3" /><Relationship Type="http://schemas.openxmlformats.org/officeDocument/2006/relationships/slide" Target="/ppt/slides/slide3.xml" Id="R333a18f899fc412c" /><Relationship Type="http://schemas.openxmlformats.org/officeDocument/2006/relationships/slide" Target="/ppt/slides/slide4.xml" Id="Rab73576238d344c5" /><Relationship Type="http://schemas.openxmlformats.org/officeDocument/2006/relationships/slide" Target="/ppt/slides/slide5.xml" Id="R8797e67b0219418a" /><Relationship Type="http://schemas.openxmlformats.org/officeDocument/2006/relationships/slide" Target="/ppt/slides/slide6.xml" Id="Rc47045e4afd34a5f" /><Relationship Type="http://schemas.openxmlformats.org/officeDocument/2006/relationships/slide" Target="/ppt/slides/slide7.xml" Id="R757c486b57bb4c9b" /><Relationship Type="http://schemas.openxmlformats.org/officeDocument/2006/relationships/slide" Target="/ppt/slides/slide8.xml" Id="R50aa860b8f934002" /><Relationship Type="http://schemas.openxmlformats.org/officeDocument/2006/relationships/slide" Target="/ppt/slides/slide9.xml" Id="Rb6d1f8c69cc94afd" /><Relationship Type="http://schemas.openxmlformats.org/officeDocument/2006/relationships/slide" Target="/ppt/slides/slide10.xml" Id="Rd9032def657a433a" /><Relationship Type="http://schemas.openxmlformats.org/officeDocument/2006/relationships/slide" Target="/ppt/slides/slide11.xml" Id="R1730670278534a39" /><Relationship Type="http://schemas.openxmlformats.org/officeDocument/2006/relationships/slide" Target="/ppt/slides/slide12.xml" Id="R46a44eae526d45ab" /><Relationship Type="http://schemas.openxmlformats.org/officeDocument/2006/relationships/slide" Target="/ppt/slides/slide13.xml" Id="R2724d9ddfc97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c53e4e3f3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07c4510d684b7a" /><Relationship Type="http://schemas.openxmlformats.org/officeDocument/2006/relationships/notesMaster" Target="/ppt/notesMasters/notesMaster1.xml" Id="Rbc86f0fe4af4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5391f4c004d3a" /><Relationship Type="http://schemas.openxmlformats.org/officeDocument/2006/relationships/notesMaster" Target="/ppt/notesMasters/notesMaster1.xml" Id="R23993a76bf71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88ed5c885451d" /><Relationship Type="http://schemas.openxmlformats.org/officeDocument/2006/relationships/notesMaster" Target="/ppt/notesMasters/notesMaster1.xml" Id="R5c256e762a1d4a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f12ad39f94f1b" /><Relationship Type="http://schemas.openxmlformats.org/officeDocument/2006/relationships/notesMaster" Target="/ppt/notesMasters/notesMaster1.xml" Id="R7a13b13a32f94f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ab81ad4fc45fc" /><Relationship Type="http://schemas.openxmlformats.org/officeDocument/2006/relationships/notesMaster" Target="/ppt/notesMasters/notesMaster1.xml" Id="R270d99c1f37546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21404c3b245d3" /><Relationship Type="http://schemas.openxmlformats.org/officeDocument/2006/relationships/notesMaster" Target="/ppt/notesMasters/notesMaster1.xml" Id="R1c9c244e43cf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37e9a20c3e44c2" /><Relationship Type="http://schemas.openxmlformats.org/officeDocument/2006/relationships/notesMaster" Target="/ppt/notesMasters/notesMaster1.xml" Id="R33073b50b6bc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f66a87a2140ae" /><Relationship Type="http://schemas.openxmlformats.org/officeDocument/2006/relationships/notesMaster" Target="/ppt/notesMasters/notesMaster1.xml" Id="R5e5120993fc849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5a76d92224d94" /><Relationship Type="http://schemas.openxmlformats.org/officeDocument/2006/relationships/notesMaster" Target="/ppt/notesMasters/notesMaster1.xml" Id="R85d92b2e6ae440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26044cd9649e7" /><Relationship Type="http://schemas.openxmlformats.org/officeDocument/2006/relationships/notesMaster" Target="/ppt/notesMasters/notesMaster1.xml" Id="Rf97db9bc926b4e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3a20adb29b4761" /><Relationship Type="http://schemas.openxmlformats.org/officeDocument/2006/relationships/notesMaster" Target="/ppt/notesMasters/notesMaster1.xml" Id="R5f5f8b19df3644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1183e92ae04a9d" /><Relationship Type="http://schemas.openxmlformats.org/officeDocument/2006/relationships/notesMaster" Target="/ppt/notesMasters/notesMaster1.xml" Id="R7c94eef67b494e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1dee686294445" /><Relationship Type="http://schemas.openxmlformats.org/officeDocument/2006/relationships/notesMaster" Target="/ppt/notesMasters/notesMaster1.xml" Id="R2cdc2516c13c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a33b6ebca48fd" /><Relationship Type="http://schemas.openxmlformats.org/officeDocument/2006/relationships/image" Target="/ppt/media/image.png" Id="R0f434ac9b3c241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809cca8c3420b" /><Relationship Type="http://schemas.openxmlformats.org/officeDocument/2006/relationships/image" Target="/ppt/media/image.png" Id="R99038826dbd44d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3928af528495e" /><Relationship Type="http://schemas.openxmlformats.org/officeDocument/2006/relationships/image" Target="/ppt/media/image.png" Id="Rc6b26afd798443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b4e31a7f54092" /><Relationship Type="http://schemas.openxmlformats.org/officeDocument/2006/relationships/image" Target="/ppt/media/image.png" Id="R11df20e08c054a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471cb564543fe" /><Relationship Type="http://schemas.openxmlformats.org/officeDocument/2006/relationships/image" Target="/ppt/media/image.png" Id="Re33fa5e311dc45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ba1cbf14e4459" /><Relationship Type="http://schemas.openxmlformats.org/officeDocument/2006/relationships/image" Target="/ppt/media/image.png" Id="R291f8a13a5cf47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714faafff4961" /><Relationship Type="http://schemas.openxmlformats.org/officeDocument/2006/relationships/image" Target="/ppt/media/image.png" Id="R77b33204876843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724e0f82e4f5a" /><Relationship Type="http://schemas.openxmlformats.org/officeDocument/2006/relationships/image" Target="/ppt/media/image.png" Id="Rf913a6364c9144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8d8065c244a66" /><Relationship Type="http://schemas.openxmlformats.org/officeDocument/2006/relationships/image" Target="/ppt/media/image.png" Id="R2171865951bc4d8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98d3bbdb344d0" /><Relationship Type="http://schemas.openxmlformats.org/officeDocument/2006/relationships/image" Target="/ppt/media/image.png" Id="R3cb589c3e17146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e9818c7964ccc" /><Relationship Type="http://schemas.openxmlformats.org/officeDocument/2006/relationships/image" Target="/ppt/media/image.png" Id="Rd9e39cfc1dd0464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434ac9b3c24144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038826dbd44df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b26afd7984439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df20e08c054a7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3fa5e311dc45e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1f8a13a5cf473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b33204876843b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13a6364c9144b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71865951bc4d8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b589c3e171467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e39cfc1dd0464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a7769a75f4a08" /><Relationship Type="http://schemas.openxmlformats.org/officeDocument/2006/relationships/slideLayout" Target="/ppt/slideLayouts/slideLayout1.xml" Id="R624bca0c0b324fad" /><Relationship Type="http://schemas.openxmlformats.org/officeDocument/2006/relationships/slideLayout" Target="/ppt/slideLayouts/slideLayout2.xml" Id="R2a79c255ee374a95" /><Relationship Type="http://schemas.openxmlformats.org/officeDocument/2006/relationships/slideLayout" Target="/ppt/slideLayouts/slideLayout3.xml" Id="R411016f570704e24" /><Relationship Type="http://schemas.openxmlformats.org/officeDocument/2006/relationships/slideLayout" Target="/ppt/slideLayouts/slideLayout4.xml" Id="R7d319ad4a60b4c4d" /><Relationship Type="http://schemas.openxmlformats.org/officeDocument/2006/relationships/slideLayout" Target="/ppt/slideLayouts/slideLayout5.xml" Id="R753f27d5bd5f4203" /><Relationship Type="http://schemas.openxmlformats.org/officeDocument/2006/relationships/slideLayout" Target="/ppt/slideLayouts/slideLayout6.xml" Id="Reed3ea852f164eb1" /><Relationship Type="http://schemas.openxmlformats.org/officeDocument/2006/relationships/slideLayout" Target="/ppt/slideLayouts/slideLayout7.xml" Id="R4f4723139c554ab1" /><Relationship Type="http://schemas.openxmlformats.org/officeDocument/2006/relationships/slideLayout" Target="/ppt/slideLayouts/slideLayout8.xml" Id="Rf0abe8264d9d42e1" /><Relationship Type="http://schemas.openxmlformats.org/officeDocument/2006/relationships/slideLayout" Target="/ppt/slideLayouts/slideLayout9.xml" Id="Rbd48a226327f470c" /><Relationship Type="http://schemas.openxmlformats.org/officeDocument/2006/relationships/slideLayout" Target="/ppt/slideLayouts/slideLayout10.xml" Id="R227dd73e401e4040" /><Relationship Type="http://schemas.openxmlformats.org/officeDocument/2006/relationships/slideLayout" Target="/ppt/slideLayouts/slideLayout11.xml" Id="R61353864b1dc47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4bca0c0b324fad"/>
    <p:sldLayoutId xmlns:r="http://schemas.openxmlformats.org/officeDocument/2006/relationships" id="2147483650" r:id="R2a79c255ee374a95"/>
    <p:sldLayoutId xmlns:r="http://schemas.openxmlformats.org/officeDocument/2006/relationships" id="2147483651" r:id="R411016f570704e24"/>
    <p:sldLayoutId xmlns:r="http://schemas.openxmlformats.org/officeDocument/2006/relationships" id="2147483652" r:id="R7d319ad4a60b4c4d"/>
    <p:sldLayoutId xmlns:r="http://schemas.openxmlformats.org/officeDocument/2006/relationships" id="2147483653" r:id="R753f27d5bd5f4203"/>
    <p:sldLayoutId xmlns:r="http://schemas.openxmlformats.org/officeDocument/2006/relationships" id="2147483654" r:id="Reed3ea852f164eb1"/>
    <p:sldLayoutId xmlns:r="http://schemas.openxmlformats.org/officeDocument/2006/relationships" id="2147483655" r:id="R4f4723139c554ab1"/>
    <p:sldLayoutId xmlns:r="http://schemas.openxmlformats.org/officeDocument/2006/relationships" id="2147483656" r:id="Rf0abe8264d9d42e1"/>
    <p:sldLayoutId xmlns:r="http://schemas.openxmlformats.org/officeDocument/2006/relationships" id="2147483657" r:id="Rbd48a226327f470c"/>
    <p:sldLayoutId xmlns:r="http://schemas.openxmlformats.org/officeDocument/2006/relationships" id="2147483658" r:id="R227dd73e401e4040"/>
    <p:sldLayoutId xmlns:r="http://schemas.openxmlformats.org/officeDocument/2006/relationships" id="2147483659" r:id="R61353864b1dc47a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8653560a4428f" /><Relationship Type="http://schemas.openxmlformats.org/officeDocument/2006/relationships/notesSlide" Target="/ppt/notesSlides/notesSlide1.xml" Id="Rbab081858ccb40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2c32eec55d443e" /><Relationship Type="http://schemas.openxmlformats.org/officeDocument/2006/relationships/notesSlide" Target="/ppt/notesSlides/notesSlide2.xml" Id="R99776007bcb1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b2356fbd64be7" /><Relationship Type="http://schemas.openxmlformats.org/officeDocument/2006/relationships/notesSlide" Target="/ppt/notesSlides/notesSlide3.xml" Id="R1412072e3aa04e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05b5b66ec4113" /><Relationship Type="http://schemas.openxmlformats.org/officeDocument/2006/relationships/notesSlide" Target="/ppt/notesSlides/notesSlide4.xml" Id="Rd73d8bae4e4c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699a9301a4b0c" /><Relationship Type="http://schemas.openxmlformats.org/officeDocument/2006/relationships/notesSlide" Target="/ppt/notesSlides/notesSlide5.xml" Id="Radbd9b05c49b4d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99c94cbd84a53" /><Relationship Type="http://schemas.openxmlformats.org/officeDocument/2006/relationships/notesSlide" Target="/ppt/notesSlides/notesSlide6.xml" Id="R77b1a8b722f9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5c672c1d7c4dde" /><Relationship Type="http://schemas.openxmlformats.org/officeDocument/2006/relationships/notesSlide" Target="/ppt/notesSlides/notesSlide7.xml" Id="R01f36850679b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ae4e5edc54332" /><Relationship Type="http://schemas.openxmlformats.org/officeDocument/2006/relationships/notesSlide" Target="/ppt/notesSlides/notesSlide8.xml" Id="Rc0b295b92b6f45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1c32cf41e4537" /><Relationship Type="http://schemas.openxmlformats.org/officeDocument/2006/relationships/notesSlide" Target="/ppt/notesSlides/notesSlide9.xml" Id="R1e87cc21f22547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22b94a18df4cba" /><Relationship Type="http://schemas.openxmlformats.org/officeDocument/2006/relationships/notesSlide" Target="/ppt/notesSlides/notesSlide10.xml" Id="R0eb17d3a55764a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fb131276146c1" /><Relationship Type="http://schemas.openxmlformats.org/officeDocument/2006/relationships/notesSlide" Target="/ppt/notesSlides/notesSlide11.xml" Id="R7dd75e2a720c45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8a46a601a14ba2" /><Relationship Type="http://schemas.openxmlformats.org/officeDocument/2006/relationships/notesSlide" Target="/ppt/notesSlides/notesSlide12.xml" Id="R236e87da3d4643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d1e62d6ba48c0" /><Relationship Type="http://schemas.openxmlformats.org/officeDocument/2006/relationships/notesSlide" Target="/ppt/notesSlides/notesSlide13.xml" Id="R0492f7326fb14e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Random Whole Numbers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can random.randint(1, 6) produce both 1 and 6?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value is stored in roll when the starter program uses seed 7, and why does the same value appear on another run?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the random result stored in roll before it is printed instead of calling randint() again in print()?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Turn the die into a twelve-sided die. Keep seed 7; the displayed result must stay between 1 and 12 inclusive.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12)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Generate two six-sided rolls and display their total. With seed 7, the two stored rolls must be generated on separate lines.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roll_one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roll_two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roll_one + roll_two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"Rolls:"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roll_one, roll_two)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random practice target. Ask for a minimum and maximum whole number, generate one target inside those inclusive bounds, and display it with a label. Test bounds 4 and 4; the target must be 4.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minimum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"Minimum target: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maximum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"Maximum target: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random.randint(minimum, maximum)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"Practice target:"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target)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random.randit(1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2026-08-05T12:37:08.4390000Z</dcterms:created>
  <dcterms:modified xsi:type="dcterms:W3CDTF">2026-08-05T12:37:08.4390000Z</dcterms:modified>
</coreProperties>
</file>