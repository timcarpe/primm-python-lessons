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a9bc0ed874e8f" /><Relationship Type="http://schemas.openxmlformats.org/officeDocument/2006/relationships/extended-properties" Target="/docProps/app.xml" Id="R61be9a6b92694942" /><Relationship Type="http://schemas.openxmlformats.org/officeDocument/2006/relationships/officeDocument" Target="/ppt/presentation.xml" Id="R823b4a95a91640a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fb68a7ef495415e"/>
  </p:sldMasterIdLst>
  <p:notesMasterIdLst>
    <p:notesMasterId xmlns:r="http://schemas.openxmlformats.org/officeDocument/2006/relationships" r:id="R9b95a21fdd964150"/>
  </p:notesMasterIdLst>
  <p:sldIdLst>
    <p:sldId xmlns:r="http://schemas.openxmlformats.org/officeDocument/2006/relationships" id="256" r:id="R640d17a7684a455c"/>
    <p:sldId xmlns:r="http://schemas.openxmlformats.org/officeDocument/2006/relationships" id="257" r:id="R68cead06cb5e4881"/>
    <p:sldId xmlns:r="http://schemas.openxmlformats.org/officeDocument/2006/relationships" id="258" r:id="Rac4464a13a434c28"/>
    <p:sldId xmlns:r="http://schemas.openxmlformats.org/officeDocument/2006/relationships" id="259" r:id="R29cd5345a12744eb"/>
    <p:sldId xmlns:r="http://schemas.openxmlformats.org/officeDocument/2006/relationships" id="260" r:id="R02e21bc5c2b74867"/>
    <p:sldId xmlns:r="http://schemas.openxmlformats.org/officeDocument/2006/relationships" id="261" r:id="Rf6876c6ffc464825"/>
    <p:sldId xmlns:r="http://schemas.openxmlformats.org/officeDocument/2006/relationships" id="262" r:id="Rbcfd1ae2de06413f"/>
    <p:sldId xmlns:r="http://schemas.openxmlformats.org/officeDocument/2006/relationships" id="263" r:id="R9618f6d677364d89"/>
    <p:sldId xmlns:r="http://schemas.openxmlformats.org/officeDocument/2006/relationships" id="264" r:id="Rd336a8d43de346d4"/>
    <p:sldId xmlns:r="http://schemas.openxmlformats.org/officeDocument/2006/relationships" id="265" r:id="Ra96257e573c14825"/>
    <p:sldId xmlns:r="http://schemas.openxmlformats.org/officeDocument/2006/relationships" id="266" r:id="R48fb40185c424bbe"/>
    <p:sldId xmlns:r="http://schemas.openxmlformats.org/officeDocument/2006/relationships" id="267" r:id="Re8f13864343f40d0"/>
    <p:sldId xmlns:r="http://schemas.openxmlformats.org/officeDocument/2006/relationships" id="268" r:id="R78ec50090f4b419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fc6339b789e451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d9d0bb88f14c74" /><Relationship Type="http://schemas.openxmlformats.org/officeDocument/2006/relationships/slideMaster" Target="/ppt/slideMasters/slideMaster1.xml" Id="R7fb68a7ef495415e" /><Relationship Type="http://schemas.openxmlformats.org/officeDocument/2006/relationships/notesMaster" Target="/ppt/notesMasters/notesMaster1.xml" Id="R9b95a21fdd964150" /><Relationship Type="http://schemas.openxmlformats.org/officeDocument/2006/relationships/presProps" Target="/ppt/presProps.xml" Id="R00b27ef080504c9b" /><Relationship Type="http://schemas.openxmlformats.org/officeDocument/2006/relationships/viewProps" Target="/ppt/viewProps.xml" Id="R9a8864311ef64494" /><Relationship Type="http://schemas.openxmlformats.org/officeDocument/2006/relationships/tableStyles" Target="/ppt/tableStyles.xml" Id="R089ffe52ba1e432d" /><Relationship Type="http://schemas.openxmlformats.org/officeDocument/2006/relationships/font" Target="/ppt/fonts/font.dat" Id="R0fc6339b789e4517" /><Relationship Type="http://schemas.openxmlformats.org/officeDocument/2006/relationships/slide" Target="/ppt/slides/slide1.xml" Id="R640d17a7684a455c" /><Relationship Type="http://schemas.openxmlformats.org/officeDocument/2006/relationships/slide" Target="/ppt/slides/slide2.xml" Id="R68cead06cb5e4881" /><Relationship Type="http://schemas.openxmlformats.org/officeDocument/2006/relationships/slide" Target="/ppt/slides/slide3.xml" Id="Rac4464a13a434c28" /><Relationship Type="http://schemas.openxmlformats.org/officeDocument/2006/relationships/slide" Target="/ppt/slides/slide4.xml" Id="R29cd5345a12744eb" /><Relationship Type="http://schemas.openxmlformats.org/officeDocument/2006/relationships/slide" Target="/ppt/slides/slide5.xml" Id="R02e21bc5c2b74867" /><Relationship Type="http://schemas.openxmlformats.org/officeDocument/2006/relationships/slide" Target="/ppt/slides/slide6.xml" Id="Rf6876c6ffc464825" /><Relationship Type="http://schemas.openxmlformats.org/officeDocument/2006/relationships/slide" Target="/ppt/slides/slide7.xml" Id="Rbcfd1ae2de06413f" /><Relationship Type="http://schemas.openxmlformats.org/officeDocument/2006/relationships/slide" Target="/ppt/slides/slide8.xml" Id="R9618f6d677364d89" /><Relationship Type="http://schemas.openxmlformats.org/officeDocument/2006/relationships/slide" Target="/ppt/slides/slide9.xml" Id="Rd336a8d43de346d4" /><Relationship Type="http://schemas.openxmlformats.org/officeDocument/2006/relationships/slide" Target="/ppt/slides/slide10.xml" Id="Ra96257e573c14825" /><Relationship Type="http://schemas.openxmlformats.org/officeDocument/2006/relationships/slide" Target="/ppt/slides/slide11.xml" Id="R48fb40185c424bbe" /><Relationship Type="http://schemas.openxmlformats.org/officeDocument/2006/relationships/slide" Target="/ppt/slides/slide12.xml" Id="Re8f13864343f40d0" /><Relationship Type="http://schemas.openxmlformats.org/officeDocument/2006/relationships/slide" Target="/ppt/slides/slide13.xml" Id="R78ec50090f4b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0de7a43d2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b47f3907c4e7b" /><Relationship Type="http://schemas.openxmlformats.org/officeDocument/2006/relationships/notesMaster" Target="/ppt/notesMasters/notesMaster1.xml" Id="R3938041f27e0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5ac56bb054891" /><Relationship Type="http://schemas.openxmlformats.org/officeDocument/2006/relationships/notesMaster" Target="/ppt/notesMasters/notesMaster1.xml" Id="R838bb2d2f4f8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bff9c6bb64710" /><Relationship Type="http://schemas.openxmlformats.org/officeDocument/2006/relationships/notesMaster" Target="/ppt/notesMasters/notesMaster1.xml" Id="R4a73674676474c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8db58b0f545f6" /><Relationship Type="http://schemas.openxmlformats.org/officeDocument/2006/relationships/notesMaster" Target="/ppt/notesMasters/notesMaster1.xml" Id="R8e05bbf2b4bb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de81bb4874c89" /><Relationship Type="http://schemas.openxmlformats.org/officeDocument/2006/relationships/notesMaster" Target="/ppt/notesMasters/notesMaster1.xml" Id="R3cc19d2584124a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8d4631ffc94904" /><Relationship Type="http://schemas.openxmlformats.org/officeDocument/2006/relationships/notesMaster" Target="/ppt/notesMasters/notesMaster1.xml" Id="R953296c9c586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8762d720f4bdc" /><Relationship Type="http://schemas.openxmlformats.org/officeDocument/2006/relationships/notesMaster" Target="/ppt/notesMasters/notesMaster1.xml" Id="R093307d1312e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d295da8ccc4120" /><Relationship Type="http://schemas.openxmlformats.org/officeDocument/2006/relationships/notesMaster" Target="/ppt/notesMasters/notesMaster1.xml" Id="R6301e4e7e60845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12fe2932cb4240" /><Relationship Type="http://schemas.openxmlformats.org/officeDocument/2006/relationships/notesMaster" Target="/ppt/notesMasters/notesMaster1.xml" Id="Raed196ed8fee4c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3bc92292fa49cc" /><Relationship Type="http://schemas.openxmlformats.org/officeDocument/2006/relationships/notesMaster" Target="/ppt/notesMasters/notesMaster1.xml" Id="R8501ac38e62945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8015b7aa7c4c76" /><Relationship Type="http://schemas.openxmlformats.org/officeDocument/2006/relationships/notesMaster" Target="/ppt/notesMasters/notesMaster1.xml" Id="R0f8ab7d5a11143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29b78efb5e4e3b" /><Relationship Type="http://schemas.openxmlformats.org/officeDocument/2006/relationships/notesMaster" Target="/ppt/notesMasters/notesMaster1.xml" Id="Rf43510a84a934c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142592d26b45bb" /><Relationship Type="http://schemas.openxmlformats.org/officeDocument/2006/relationships/notesMaster" Target="/ppt/notesMasters/notesMaster1.xml" Id="R0a9b8fdfd05744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765ac75914413" /><Relationship Type="http://schemas.openxmlformats.org/officeDocument/2006/relationships/image" Target="/ppt/media/image.png" Id="Re6db7e52dde944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1ab9675f44ea7" /><Relationship Type="http://schemas.openxmlformats.org/officeDocument/2006/relationships/image" Target="/ppt/media/image.png" Id="R4d2949ca78c549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55613a14f44d8" /><Relationship Type="http://schemas.openxmlformats.org/officeDocument/2006/relationships/image" Target="/ppt/media/image.png" Id="R6591676bf8074b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8cab627354088" /><Relationship Type="http://schemas.openxmlformats.org/officeDocument/2006/relationships/image" Target="/ppt/media/image.png" Id="R3ade07caef404d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b73f37b5749e1" /><Relationship Type="http://schemas.openxmlformats.org/officeDocument/2006/relationships/image" Target="/ppt/media/image.png" Id="R30f95a5dd86f4b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c334290e14404" /><Relationship Type="http://schemas.openxmlformats.org/officeDocument/2006/relationships/image" Target="/ppt/media/image.png" Id="R555954332b0a4d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e4187ec0d4562" /><Relationship Type="http://schemas.openxmlformats.org/officeDocument/2006/relationships/image" Target="/ppt/media/image.png" Id="R0a58db591d384c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ea23d59f0481d" /><Relationship Type="http://schemas.openxmlformats.org/officeDocument/2006/relationships/image" Target="/ppt/media/image.png" Id="Ra8f3060af44e4d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9415212e44ad3" /><Relationship Type="http://schemas.openxmlformats.org/officeDocument/2006/relationships/image" Target="/ppt/media/image.png" Id="Ra316da0e023d45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e1ea652314e79" /><Relationship Type="http://schemas.openxmlformats.org/officeDocument/2006/relationships/image" Target="/ppt/media/image.png" Id="R8b6a221f837b4a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6c1f750714e9b" /><Relationship Type="http://schemas.openxmlformats.org/officeDocument/2006/relationships/image" Target="/ppt/media/image.png" Id="Rb8c8de057c35433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db7e52dde9441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2949ca78c5494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91676bf8074bb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de07caef404dd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f95a5dd86f4b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5954332b0a4d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58db591d384cb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f3060af44e4d6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16da0e023d45e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6a221f837b4ae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c8de057c35433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ad62141a3433c" /><Relationship Type="http://schemas.openxmlformats.org/officeDocument/2006/relationships/slideLayout" Target="/ppt/slideLayouts/slideLayout1.xml" Id="Rce9347bd9fb94f12" /><Relationship Type="http://schemas.openxmlformats.org/officeDocument/2006/relationships/slideLayout" Target="/ppt/slideLayouts/slideLayout2.xml" Id="Rd4c52a330699416d" /><Relationship Type="http://schemas.openxmlformats.org/officeDocument/2006/relationships/slideLayout" Target="/ppt/slideLayouts/slideLayout3.xml" Id="R62eaf69514304ffb" /><Relationship Type="http://schemas.openxmlformats.org/officeDocument/2006/relationships/slideLayout" Target="/ppt/slideLayouts/slideLayout4.xml" Id="R57db857d8f374944" /><Relationship Type="http://schemas.openxmlformats.org/officeDocument/2006/relationships/slideLayout" Target="/ppt/slideLayouts/slideLayout5.xml" Id="R3c72e1d322ca4f2b" /><Relationship Type="http://schemas.openxmlformats.org/officeDocument/2006/relationships/slideLayout" Target="/ppt/slideLayouts/slideLayout6.xml" Id="R93d074df27cb4de4" /><Relationship Type="http://schemas.openxmlformats.org/officeDocument/2006/relationships/slideLayout" Target="/ppt/slideLayouts/slideLayout7.xml" Id="Ra66ecebd2ba342bd" /><Relationship Type="http://schemas.openxmlformats.org/officeDocument/2006/relationships/slideLayout" Target="/ppt/slideLayouts/slideLayout8.xml" Id="Rf0163a2e014240a4" /><Relationship Type="http://schemas.openxmlformats.org/officeDocument/2006/relationships/slideLayout" Target="/ppt/slideLayouts/slideLayout9.xml" Id="R6f9564a91dc245da" /><Relationship Type="http://schemas.openxmlformats.org/officeDocument/2006/relationships/slideLayout" Target="/ppt/slideLayouts/slideLayout10.xml" Id="R2789e30434d6429f" /><Relationship Type="http://schemas.openxmlformats.org/officeDocument/2006/relationships/slideLayout" Target="/ppt/slideLayouts/slideLayout11.xml" Id="R03c475787a644c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9347bd9fb94f12"/>
    <p:sldLayoutId xmlns:r="http://schemas.openxmlformats.org/officeDocument/2006/relationships" id="2147483650" r:id="Rd4c52a330699416d"/>
    <p:sldLayoutId xmlns:r="http://schemas.openxmlformats.org/officeDocument/2006/relationships" id="2147483651" r:id="R62eaf69514304ffb"/>
    <p:sldLayoutId xmlns:r="http://schemas.openxmlformats.org/officeDocument/2006/relationships" id="2147483652" r:id="R57db857d8f374944"/>
    <p:sldLayoutId xmlns:r="http://schemas.openxmlformats.org/officeDocument/2006/relationships" id="2147483653" r:id="R3c72e1d322ca4f2b"/>
    <p:sldLayoutId xmlns:r="http://schemas.openxmlformats.org/officeDocument/2006/relationships" id="2147483654" r:id="R93d074df27cb4de4"/>
    <p:sldLayoutId xmlns:r="http://schemas.openxmlformats.org/officeDocument/2006/relationships" id="2147483655" r:id="Ra66ecebd2ba342bd"/>
    <p:sldLayoutId xmlns:r="http://schemas.openxmlformats.org/officeDocument/2006/relationships" id="2147483656" r:id="Rf0163a2e014240a4"/>
    <p:sldLayoutId xmlns:r="http://schemas.openxmlformats.org/officeDocument/2006/relationships" id="2147483657" r:id="R6f9564a91dc245da"/>
    <p:sldLayoutId xmlns:r="http://schemas.openxmlformats.org/officeDocument/2006/relationships" id="2147483658" r:id="R2789e30434d6429f"/>
    <p:sldLayoutId xmlns:r="http://schemas.openxmlformats.org/officeDocument/2006/relationships" id="2147483659" r:id="R03c475787a644c1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e561ccee94951" /><Relationship Type="http://schemas.openxmlformats.org/officeDocument/2006/relationships/notesSlide" Target="/ppt/notesSlides/notesSlide1.xml" Id="R07e362fca163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f8d6c7374f4ffb" /><Relationship Type="http://schemas.openxmlformats.org/officeDocument/2006/relationships/notesSlide" Target="/ppt/notesSlides/notesSlide2.xml" Id="R41b8fd7fadaf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1d844fa9545c5" /><Relationship Type="http://schemas.openxmlformats.org/officeDocument/2006/relationships/notesSlide" Target="/ppt/notesSlides/notesSlide3.xml" Id="R4ce4138b893b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19d2d65e64133" /><Relationship Type="http://schemas.openxmlformats.org/officeDocument/2006/relationships/notesSlide" Target="/ppt/notesSlides/notesSlide4.xml" Id="Rd646355fffe641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f338c51834f06" /><Relationship Type="http://schemas.openxmlformats.org/officeDocument/2006/relationships/notesSlide" Target="/ppt/notesSlides/notesSlide5.xml" Id="R82457efb97a0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b40b8357d4710" /><Relationship Type="http://schemas.openxmlformats.org/officeDocument/2006/relationships/notesSlide" Target="/ppt/notesSlides/notesSlide6.xml" Id="R4fd41bcf3b3e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bd84a5d2d42f1" /><Relationship Type="http://schemas.openxmlformats.org/officeDocument/2006/relationships/notesSlide" Target="/ppt/notesSlides/notesSlide7.xml" Id="Refdea93530f64a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d528c05694a63" /><Relationship Type="http://schemas.openxmlformats.org/officeDocument/2006/relationships/notesSlide" Target="/ppt/notesSlides/notesSlide8.xml" Id="Reb39ac3527c1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176b036004fcf" /><Relationship Type="http://schemas.openxmlformats.org/officeDocument/2006/relationships/notesSlide" Target="/ppt/notesSlides/notesSlide9.xml" Id="R87e43a90f23542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63e44268246c6" /><Relationship Type="http://schemas.openxmlformats.org/officeDocument/2006/relationships/notesSlide" Target="/ppt/notesSlides/notesSlide10.xml" Id="Rcf1d83d4c74440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d9cce8efc4666" /><Relationship Type="http://schemas.openxmlformats.org/officeDocument/2006/relationships/notesSlide" Target="/ppt/notesSlides/notesSlide11.xml" Id="R0407617ebcbb4d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93a6f39c04639" /><Relationship Type="http://schemas.openxmlformats.org/officeDocument/2006/relationships/notesSlide" Target="/ppt/notesSlides/notesSlide12.xml" Id="R3d74c13835c947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5cb1f253347f8" /><Relationship Type="http://schemas.openxmlformats.org/officeDocument/2006/relationships/notesSlide" Target="/ppt/notesSlides/notesSlide13.xml" Id="Rb9e23ccf1a3e44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72192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Inserting and Removing List Items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insert() take a position first but remove() takes a stored value?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remove() is given a value that is not in the list?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After map is inserted and coat is removed, what exact list is printed and which position contains map?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Insert "snack" at position 2 and keep the removal of coat. The final order must be water, snack, torch.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kit.insert(2,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"snack"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for an item to insert at position 1, then ask for an existing item to remove. Display the list after each operation. Test map then coat.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"Item to insert: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new_item)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"After insert:"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old_item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"Existing item to remove: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kit.remove(old_item)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"After remove:"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four-name running order editor. Insert a reserve at a user-chosen valid position, remove one known existing name by value, and display the final order one name per line using a for loop.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runners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"Ari"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"Cleo"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"Dara"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"Reserve position 0 to 4: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reserve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"Reserve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runners.insert(position, reserve)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leaving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"Existing name to remove: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runners.remove(leaving)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runner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runners: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(runner)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kit.remove(0)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(kit)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(kit)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2026-08-05T12:40:06.9540000Z</dcterms:created>
  <dcterms:modified xsi:type="dcterms:W3CDTF">2026-08-05T12:40:06.9540000Z</dcterms:modified>
</coreProperties>
</file>