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03b9650d6f429c" /><Relationship Type="http://schemas.openxmlformats.org/officeDocument/2006/relationships/extended-properties" Target="/docProps/app.xml" Id="R2e6baecae28f4264" /><Relationship Type="http://schemas.openxmlformats.org/officeDocument/2006/relationships/officeDocument" Target="/ppt/presentation.xml" Id="R3dc31c814f5542e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48dcea8a6d64efc"/>
  </p:sldMasterIdLst>
  <p:notesMasterIdLst>
    <p:notesMasterId xmlns:r="http://schemas.openxmlformats.org/officeDocument/2006/relationships" r:id="R6e0ab4dd8aa341eb"/>
  </p:notesMasterIdLst>
  <p:sldIdLst>
    <p:sldId xmlns:r="http://schemas.openxmlformats.org/officeDocument/2006/relationships" id="256" r:id="R176c7b544a824e9b"/>
    <p:sldId xmlns:r="http://schemas.openxmlformats.org/officeDocument/2006/relationships" id="257" r:id="R08dad1f743c7440e"/>
    <p:sldId xmlns:r="http://schemas.openxmlformats.org/officeDocument/2006/relationships" id="258" r:id="R8896cea1c6704c6f"/>
    <p:sldId xmlns:r="http://schemas.openxmlformats.org/officeDocument/2006/relationships" id="259" r:id="R8650740f9cde4888"/>
    <p:sldId xmlns:r="http://schemas.openxmlformats.org/officeDocument/2006/relationships" id="260" r:id="Rbe968b99fad24b70"/>
    <p:sldId xmlns:r="http://schemas.openxmlformats.org/officeDocument/2006/relationships" id="261" r:id="R0c07525a34054452"/>
    <p:sldId xmlns:r="http://schemas.openxmlformats.org/officeDocument/2006/relationships" id="262" r:id="R159c082c3883469b"/>
    <p:sldId xmlns:r="http://schemas.openxmlformats.org/officeDocument/2006/relationships" id="263" r:id="Rfec73cfc0ead4248"/>
    <p:sldId xmlns:r="http://schemas.openxmlformats.org/officeDocument/2006/relationships" id="264" r:id="R1f2ce9dd17fa4f15"/>
    <p:sldId xmlns:r="http://schemas.openxmlformats.org/officeDocument/2006/relationships" id="265" r:id="R625eb111382741dc"/>
    <p:sldId xmlns:r="http://schemas.openxmlformats.org/officeDocument/2006/relationships" id="266" r:id="Rac10db59df0b43aa"/>
    <p:sldId xmlns:r="http://schemas.openxmlformats.org/officeDocument/2006/relationships" id="267" r:id="Re69a84fc88984c67"/>
    <p:sldId xmlns:r="http://schemas.openxmlformats.org/officeDocument/2006/relationships" id="268" r:id="R1ec74ac2a0614619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97b25cf23b684a7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4b40bc502141f6" /><Relationship Type="http://schemas.openxmlformats.org/officeDocument/2006/relationships/slideMaster" Target="/ppt/slideMasters/slideMaster1.xml" Id="Rd48dcea8a6d64efc" /><Relationship Type="http://schemas.openxmlformats.org/officeDocument/2006/relationships/notesMaster" Target="/ppt/notesMasters/notesMaster1.xml" Id="R6e0ab4dd8aa341eb" /><Relationship Type="http://schemas.openxmlformats.org/officeDocument/2006/relationships/presProps" Target="/ppt/presProps.xml" Id="R4eae1d9a94c34c0e" /><Relationship Type="http://schemas.openxmlformats.org/officeDocument/2006/relationships/viewProps" Target="/ppt/viewProps.xml" Id="Rcdfd344a1e404a99" /><Relationship Type="http://schemas.openxmlformats.org/officeDocument/2006/relationships/tableStyles" Target="/ppt/tableStyles.xml" Id="Rb344f3b2e82441ca" /><Relationship Type="http://schemas.openxmlformats.org/officeDocument/2006/relationships/font" Target="/ppt/fonts/font.dat" Id="R97b25cf23b684a74" /><Relationship Type="http://schemas.openxmlformats.org/officeDocument/2006/relationships/slide" Target="/ppt/slides/slide1.xml" Id="R176c7b544a824e9b" /><Relationship Type="http://schemas.openxmlformats.org/officeDocument/2006/relationships/slide" Target="/ppt/slides/slide2.xml" Id="R08dad1f743c7440e" /><Relationship Type="http://schemas.openxmlformats.org/officeDocument/2006/relationships/slide" Target="/ppt/slides/slide3.xml" Id="R8896cea1c6704c6f" /><Relationship Type="http://schemas.openxmlformats.org/officeDocument/2006/relationships/slide" Target="/ppt/slides/slide4.xml" Id="R8650740f9cde4888" /><Relationship Type="http://schemas.openxmlformats.org/officeDocument/2006/relationships/slide" Target="/ppt/slides/slide5.xml" Id="Rbe968b99fad24b70" /><Relationship Type="http://schemas.openxmlformats.org/officeDocument/2006/relationships/slide" Target="/ppt/slides/slide6.xml" Id="R0c07525a34054452" /><Relationship Type="http://schemas.openxmlformats.org/officeDocument/2006/relationships/slide" Target="/ppt/slides/slide7.xml" Id="R159c082c3883469b" /><Relationship Type="http://schemas.openxmlformats.org/officeDocument/2006/relationships/slide" Target="/ppt/slides/slide8.xml" Id="Rfec73cfc0ead4248" /><Relationship Type="http://schemas.openxmlformats.org/officeDocument/2006/relationships/slide" Target="/ppt/slides/slide9.xml" Id="R1f2ce9dd17fa4f15" /><Relationship Type="http://schemas.openxmlformats.org/officeDocument/2006/relationships/slide" Target="/ppt/slides/slide10.xml" Id="R625eb111382741dc" /><Relationship Type="http://schemas.openxmlformats.org/officeDocument/2006/relationships/slide" Target="/ppt/slides/slide11.xml" Id="Rac10db59df0b43aa" /><Relationship Type="http://schemas.openxmlformats.org/officeDocument/2006/relationships/slide" Target="/ppt/slides/slide12.xml" Id="Re69a84fc88984c67" /><Relationship Type="http://schemas.openxmlformats.org/officeDocument/2006/relationships/slide" Target="/ppt/slides/slide13.xml" Id="R1ec74ac2a061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03ab9008514f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9ab9139934de5" /><Relationship Type="http://schemas.openxmlformats.org/officeDocument/2006/relationships/notesMaster" Target="/ppt/notesMasters/notesMaster1.xml" Id="R559fea9a0d9f45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2fc08b5434281" /><Relationship Type="http://schemas.openxmlformats.org/officeDocument/2006/relationships/notesMaster" Target="/ppt/notesMasters/notesMaster1.xml" Id="Rb223c72dddcf49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3567ddf8d4f74" /><Relationship Type="http://schemas.openxmlformats.org/officeDocument/2006/relationships/notesMaster" Target="/ppt/notesMasters/notesMaster1.xml" Id="Rff94b0fba25142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3ef50dc154f66" /><Relationship Type="http://schemas.openxmlformats.org/officeDocument/2006/relationships/notesMaster" Target="/ppt/notesMasters/notesMaster1.xml" Id="R8f470cf367c94d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638c5206f74683" /><Relationship Type="http://schemas.openxmlformats.org/officeDocument/2006/relationships/notesMaster" Target="/ppt/notesMasters/notesMaster1.xml" Id="R1b3e55da8d8e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96d7e03eb04be4" /><Relationship Type="http://schemas.openxmlformats.org/officeDocument/2006/relationships/notesMaster" Target="/ppt/notesMasters/notesMaster1.xml" Id="R644e9978b13043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4e852be3e9491b" /><Relationship Type="http://schemas.openxmlformats.org/officeDocument/2006/relationships/notesMaster" Target="/ppt/notesMasters/notesMaster1.xml" Id="Rf7967a420ea640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18978abcd34db6" /><Relationship Type="http://schemas.openxmlformats.org/officeDocument/2006/relationships/notesMaster" Target="/ppt/notesMasters/notesMaster1.xml" Id="R4e2efa4e370d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4858a47d6549db" /><Relationship Type="http://schemas.openxmlformats.org/officeDocument/2006/relationships/notesMaster" Target="/ppt/notesMasters/notesMaster1.xml" Id="Rcb5d9532aebb49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402b734ba24ccd" /><Relationship Type="http://schemas.openxmlformats.org/officeDocument/2006/relationships/notesMaster" Target="/ppt/notesMasters/notesMaster1.xml" Id="R539040252a5d4a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2687439fad4ded" /><Relationship Type="http://schemas.openxmlformats.org/officeDocument/2006/relationships/notesMaster" Target="/ppt/notesMasters/notesMaster1.xml" Id="R7aa08112ce6e45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d1604ef842450a" /><Relationship Type="http://schemas.openxmlformats.org/officeDocument/2006/relationships/notesMaster" Target="/ppt/notesMasters/notesMaster1.xml" Id="Rbdf7e291aaad41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204cdc34d743a2" /><Relationship Type="http://schemas.openxmlformats.org/officeDocument/2006/relationships/notesMaster" Target="/ppt/notesMasters/notesMaster1.xml" Id="Racf0adf4fa8649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2b5fb730e427a" /><Relationship Type="http://schemas.openxmlformats.org/officeDocument/2006/relationships/image" Target="/ppt/media/image.png" Id="R7a07d5437bbf45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7a3c35d5640d1" /><Relationship Type="http://schemas.openxmlformats.org/officeDocument/2006/relationships/image" Target="/ppt/media/image.png" Id="R843679ff851d49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e4de0841b4f60" /><Relationship Type="http://schemas.openxmlformats.org/officeDocument/2006/relationships/image" Target="/ppt/media/image.png" Id="Rafd442909fe247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9767f0aac404b" /><Relationship Type="http://schemas.openxmlformats.org/officeDocument/2006/relationships/image" Target="/ppt/media/image.png" Id="Rc435b2e67e7c49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f48bf68d94918" /><Relationship Type="http://schemas.openxmlformats.org/officeDocument/2006/relationships/image" Target="/ppt/media/image.png" Id="R9f5f8fcef7fa46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ac4dc25c84fa8" /><Relationship Type="http://schemas.openxmlformats.org/officeDocument/2006/relationships/image" Target="/ppt/media/image.png" Id="Ree851f68d371449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37c2e81d54051" /><Relationship Type="http://schemas.openxmlformats.org/officeDocument/2006/relationships/image" Target="/ppt/media/image.png" Id="Ra69bcd9619f3483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03d5f1b57451a" /><Relationship Type="http://schemas.openxmlformats.org/officeDocument/2006/relationships/image" Target="/ppt/media/image.png" Id="Rf59b8d96fa86436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ea30c5cab4d39" /><Relationship Type="http://schemas.openxmlformats.org/officeDocument/2006/relationships/image" Target="/ppt/media/image.png" Id="Rc759ca9d9c76444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064a2efb84544" /><Relationship Type="http://schemas.openxmlformats.org/officeDocument/2006/relationships/image" Target="/ppt/media/image.png" Id="R3fa3663911b241a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d0af00b984e05" /><Relationship Type="http://schemas.openxmlformats.org/officeDocument/2006/relationships/image" Target="/ppt/media/image.png" Id="Rac205ee54d4b4d3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07d5437bbf45d2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3679ff851d495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d442909fe2471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35b2e67e7c496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5f8fcef7fa463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851f68d371449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9bcd9619f3483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9b8d96fa86436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59ca9d9c76444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a3663911b241a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205ee54d4b4d3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3e3594d7a1489f" /><Relationship Type="http://schemas.openxmlformats.org/officeDocument/2006/relationships/slideLayout" Target="/ppt/slideLayouts/slideLayout1.xml" Id="R2b7aff1616814ed2" /><Relationship Type="http://schemas.openxmlformats.org/officeDocument/2006/relationships/slideLayout" Target="/ppt/slideLayouts/slideLayout2.xml" Id="R7044f4cdfad34a8f" /><Relationship Type="http://schemas.openxmlformats.org/officeDocument/2006/relationships/slideLayout" Target="/ppt/slideLayouts/slideLayout3.xml" Id="R0ab90c03bb084b93" /><Relationship Type="http://schemas.openxmlformats.org/officeDocument/2006/relationships/slideLayout" Target="/ppt/slideLayouts/slideLayout4.xml" Id="R4a24c3dd76e84fe3" /><Relationship Type="http://schemas.openxmlformats.org/officeDocument/2006/relationships/slideLayout" Target="/ppt/slideLayouts/slideLayout5.xml" Id="Rd8064a0b430440ef" /><Relationship Type="http://schemas.openxmlformats.org/officeDocument/2006/relationships/slideLayout" Target="/ppt/slideLayouts/slideLayout6.xml" Id="R8bc2e46163414bd3" /><Relationship Type="http://schemas.openxmlformats.org/officeDocument/2006/relationships/slideLayout" Target="/ppt/slideLayouts/slideLayout7.xml" Id="R299ab223b01b49b5" /><Relationship Type="http://schemas.openxmlformats.org/officeDocument/2006/relationships/slideLayout" Target="/ppt/slideLayouts/slideLayout8.xml" Id="Rca4ec54439b5447d" /><Relationship Type="http://schemas.openxmlformats.org/officeDocument/2006/relationships/slideLayout" Target="/ppt/slideLayouts/slideLayout9.xml" Id="Racf6d22a4011460a" /><Relationship Type="http://schemas.openxmlformats.org/officeDocument/2006/relationships/slideLayout" Target="/ppt/slideLayouts/slideLayout10.xml" Id="R099b5f4d1d034c9d" /><Relationship Type="http://schemas.openxmlformats.org/officeDocument/2006/relationships/slideLayout" Target="/ppt/slideLayouts/slideLayout11.xml" Id="R51aa399565384c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aff1616814ed2"/>
    <p:sldLayoutId xmlns:r="http://schemas.openxmlformats.org/officeDocument/2006/relationships" id="2147483650" r:id="R7044f4cdfad34a8f"/>
    <p:sldLayoutId xmlns:r="http://schemas.openxmlformats.org/officeDocument/2006/relationships" id="2147483651" r:id="R0ab90c03bb084b93"/>
    <p:sldLayoutId xmlns:r="http://schemas.openxmlformats.org/officeDocument/2006/relationships" id="2147483652" r:id="R4a24c3dd76e84fe3"/>
    <p:sldLayoutId xmlns:r="http://schemas.openxmlformats.org/officeDocument/2006/relationships" id="2147483653" r:id="Rd8064a0b430440ef"/>
    <p:sldLayoutId xmlns:r="http://schemas.openxmlformats.org/officeDocument/2006/relationships" id="2147483654" r:id="R8bc2e46163414bd3"/>
    <p:sldLayoutId xmlns:r="http://schemas.openxmlformats.org/officeDocument/2006/relationships" id="2147483655" r:id="R299ab223b01b49b5"/>
    <p:sldLayoutId xmlns:r="http://schemas.openxmlformats.org/officeDocument/2006/relationships" id="2147483656" r:id="Rca4ec54439b5447d"/>
    <p:sldLayoutId xmlns:r="http://schemas.openxmlformats.org/officeDocument/2006/relationships" id="2147483657" r:id="Racf6d22a4011460a"/>
    <p:sldLayoutId xmlns:r="http://schemas.openxmlformats.org/officeDocument/2006/relationships" id="2147483658" r:id="R099b5f4d1d034c9d"/>
    <p:sldLayoutId xmlns:r="http://schemas.openxmlformats.org/officeDocument/2006/relationships" id="2147483659" r:id="R51aa399565384cb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3718ef48f459c" /><Relationship Type="http://schemas.openxmlformats.org/officeDocument/2006/relationships/notesSlide" Target="/ppt/notesSlides/notesSlide1.xml" Id="R517b8b0012a34b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fea30f35054e5c" /><Relationship Type="http://schemas.openxmlformats.org/officeDocument/2006/relationships/notesSlide" Target="/ppt/notesSlides/notesSlide2.xml" Id="Rb3e7e04f72bf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0cd3e22ea94223" /><Relationship Type="http://schemas.openxmlformats.org/officeDocument/2006/relationships/notesSlide" Target="/ppt/notesSlides/notesSlide3.xml" Id="R5caa6c3e76ef44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672e9a112347fe" /><Relationship Type="http://schemas.openxmlformats.org/officeDocument/2006/relationships/notesSlide" Target="/ppt/notesSlides/notesSlide4.xml" Id="R34f836b9976a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ab7ac7eb0241af" /><Relationship Type="http://schemas.openxmlformats.org/officeDocument/2006/relationships/notesSlide" Target="/ppt/notesSlides/notesSlide5.xml" Id="Re70850edebde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28f4184d634c01" /><Relationship Type="http://schemas.openxmlformats.org/officeDocument/2006/relationships/notesSlide" Target="/ppt/notesSlides/notesSlide6.xml" Id="R38e98885f69d48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7278b27ce4c26" /><Relationship Type="http://schemas.openxmlformats.org/officeDocument/2006/relationships/notesSlide" Target="/ppt/notesSlides/notesSlide7.xml" Id="R58f86baf519842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8f9460b9de4811" /><Relationship Type="http://schemas.openxmlformats.org/officeDocument/2006/relationships/notesSlide" Target="/ppt/notesSlides/notesSlide8.xml" Id="Red168dd9e645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b94aaf9104144" /><Relationship Type="http://schemas.openxmlformats.org/officeDocument/2006/relationships/notesSlide" Target="/ppt/notesSlides/notesSlide9.xml" Id="Rfbc53a2da63c48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656bbf7b24258" /><Relationship Type="http://schemas.openxmlformats.org/officeDocument/2006/relationships/notesSlide" Target="/ppt/notesSlides/notesSlide10.xml" Id="R8e0df1be638e43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295484927e4900" /><Relationship Type="http://schemas.openxmlformats.org/officeDocument/2006/relationships/notesSlide" Target="/ppt/notesSlides/notesSlide11.xml" Id="R40dc7410a79948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b86b3e7ab64330" /><Relationship Type="http://schemas.openxmlformats.org/officeDocument/2006/relationships/notesSlide" Target="/ppt/notesSlides/notesSlide12.xml" Id="R6c3469837b6044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4c66e5eca941ce" /><Relationship Type="http://schemas.openxmlformats.org/officeDocument/2006/relationships/notesSlide" Target="/ppt/notesSlides/notesSlide13.xml" Id="R6ab726a7de504f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80808"/>
                </a:solidFill>
                <a:latin typeface="+mn-lt"/>
                <a:ea typeface="+mn-lt"/>
                <a:cs typeface="+mn-lt"/>
              </a:rPr>
              <a:t>Operators </a:t>
            </a:r>
            <a:r>
              <a:rPr>
                <a:solidFill>
                  <a:srgbClr val="080808"/>
                </a:solidFill>
                <a:latin typeface="+mn-lt"/>
                <a:ea typeface="+mn-lt"/>
                <a:cs typeface="+mn-lt"/>
              </a:rPr>
              <a:t>and</a:t>
            </a:r>
            <a:r>
              <a:rPr>
                <a:solidFill>
                  <a:srgbClr val="080808"/>
                </a:solidFill>
                <a:latin typeface="+mn-lt"/>
                <a:ea typeface="+mn-lt"/>
                <a:cs typeface="+mn-lt"/>
              </a:rPr>
              <a:t> Integers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  <p:sp>
        <p:nvSpPr>
          <p:cNvPr id="10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836842-68F4-85AB-5C83-E3919CA1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53" y="1690688"/>
            <a:ext cx="10428469" cy="2308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12</a:t>
            </a:r>
            <a:br/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“Enter a number between 1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400" b="0" i="0" u="none" cap="none">
                <a:ln>
                  <a:noFill/>
                </a:ln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53" y="1506022"/>
            <a:ext cx="9957047" cy="267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12</a:t>
            </a:r>
            <a:br/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“Enter a number between 1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400" b="0" i="0" u="none" cap="none">
                <a:ln>
                  <a:noFill/>
                </a:ln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7C62F50-C060-A3AF-597F-5016EC6E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53" y="1506022"/>
            <a:ext cx="9957047" cy="267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12</a:t>
            </a:r>
            <a:br/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“Enter a number between 1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 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2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400" b="0" i="0" u="none" cap="none">
                <a:ln>
                  <a:noFill/>
                </a:ln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 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8169"/>
            <a:ext cx="10182101" cy="345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 b="1"/>
              <a:t>Answer the questions: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/>
              <a:t>1. If I enter 6, which number is stored with the name num2?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/>
              <a:t>2. After num1 is multiplied by num2, which number is stored with the name total?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/>
              <a:t>3. What number appears on screen when the program finishes?</a:t>
            </a:r>
          </a:p>
        </p:txBody>
      </p:sp>
      <p:sp>
        <p:nvSpPr>
          <p:cNvPr id="5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5EC472-3C0D-ABD3-1A07-24981D62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76" y="1486527"/>
            <a:ext cx="9957047" cy="138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12</a:t>
            </a:r>
            <a:br/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“Enter a number between 1 </a:t>
            </a:r>
            <a:r>
              <a:rPr sz="1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1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 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14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1400" b="0" i="0" u="none" cap="none">
                <a:ln>
                  <a:noFill/>
                </a:ln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Ask for two whole numbers, convert both with int(), and display their sum.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D36897-8C40-816D-5E28-412F0C4C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357" y="1059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10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08CFBB-3CEA-39F7-32C0-2D4D8A57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944" y="308836"/>
            <a:ext cx="4042052" cy="1815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12</a:t>
            </a:r>
            <a:br/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“Enter a number between 1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800" b="0" i="0" u="none" cap="none">
                <a:ln>
                  <a:noFill/>
                </a:ln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number: "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another number: "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42E257-31D0-3D94-B975-5159349D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Store 2 as a non-zero secret number, divide the user's sum by it, and display the new total.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E17B2D-48EA-3EDD-8B5B-E7ABBF97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357" y="1059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5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363789-93CE-A5A8-6E2F-757BB02E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944" y="308836"/>
            <a:ext cx="4042052" cy="1815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12</a:t>
            </a:r>
            <a:br/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“Enter a number between 1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800" b="0" i="0" u="none" cap="none">
                <a:ln>
                  <a:noFill/>
                </a:ln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450281"/>
            <a:ext cx="7571303" cy="25545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number: "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another number: "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secretNumber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4 </a:t>
            </a:r>
            <a:r>
              <a:rPr sz="2000" b="0" i="1" u="none" cap="none">
                <a:ln>
                  <a:noFill/>
                </a:ln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#secretNumber can be any number</a:t>
            </a:r>
            <a:br/>
            <a:br/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/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secretNumber)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6D87C4-BD82-525E-0E6E-C9613224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program that asks for three whole numbers, subtracts the second and third from the first, and displays the total.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357" y="1059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944" y="308836"/>
            <a:ext cx="4042052" cy="1815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12</a:t>
            </a:r>
            <a:br/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“Enter a number between 1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</a:t>
            </a:r>
            <a:br/>
            <a:br/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 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+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3</a:t>
            </a:r>
            <a:r>
              <a:rPr sz="16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800" b="0" i="0" u="none" cap="none">
                <a:ln>
                  <a:noFill/>
                </a:ln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08818" y="3429000"/>
            <a:ext cx="6955750" cy="22467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number: "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"Enter a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second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number: "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num3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third number: "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-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 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-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num3</a:t>
            </a:r>
            <a:br/>
            <a:br/>
            <a:r>
              <a:rPr sz="20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(total)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This code has errors! </a:t>
            </a:r>
            <a:r>
              <a:rPr sz="1800" b="1">
                <a:latin typeface="Calibri"/>
                <a:ea typeface="Calibri"/>
                <a:cs typeface="Calibri"/>
              </a:rPr>
              <a:t>Look closely at the code to find the problems:</a:t>
            </a:r>
          </a:p>
          <a:p xmlns:a="http://schemas.openxmlformats.org/drawingml/2006/main"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 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(</a:t>
            </a:r>
            <a:r>
              <a:rPr sz="18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"12"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"Type a number between 1 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/>
            <a:br/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(num1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 – num1)</a:t>
            </a:r>
            <a:r>
              <a:rPr sz="800" b="0" i="0" u="none" cap="none">
                <a:ln>
                  <a:noFill/>
                </a:ln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D824FE-A7C6-EECF-DE41-94B8DB40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100"/>
            <a:ext cx="461584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457056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BE0762-0426-C700-A100-E578D960B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264693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CBBF32-5B6D-CEF1-9BFD-EEC1B06C6B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9930449" cy="211540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num1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12 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#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integers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 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not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have "" like 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strings</a:t>
            </a:r>
            <a:br/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num2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"Enter a number between 1 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12: 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 </a:t>
            </a:r>
            <a:r>
              <a:rPr sz="1800" b="0" i="1" u="none" cap="none">
                <a:ln>
                  <a:noFill/>
                </a:ln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#Assign this to a new variable num2</a:t>
            </a:r>
            <a:br/>
            <a:br/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(num1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*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num2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-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num1) 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#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instead of 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9DEDB23-A948-0E53-E4A2-A967E4A08C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DFC542-0CA7-96B7-10F1-9224065C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100"/>
            <a:ext cx="461584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457056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5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477D5E-1ACB-8986-E3C6-AC243650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3528840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2026-08-05T02:34:29.1420000Z</dcterms:created>
  <dcterms:modified xsi:type="dcterms:W3CDTF">2026-08-05T02:34:29.1420000Z</dcterms:modified>
</coreProperties>
</file>