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98dba868614a0c" /><Relationship Type="http://schemas.openxmlformats.org/officeDocument/2006/relationships/extended-properties" Target="/docProps/app.xml" Id="Ra26fb7120dc542b4" /><Relationship Type="http://schemas.openxmlformats.org/officeDocument/2006/relationships/officeDocument" Target="/ppt/presentation.xml" Id="R1f73981e2034449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772574fb7674e2d"/>
  </p:sldMasterIdLst>
  <p:notesMasterIdLst>
    <p:notesMasterId xmlns:r="http://schemas.openxmlformats.org/officeDocument/2006/relationships" r:id="Rbcd54960f879465a"/>
  </p:notesMasterIdLst>
  <p:sldIdLst>
    <p:sldId xmlns:r="http://schemas.openxmlformats.org/officeDocument/2006/relationships" id="256" r:id="R1be87d79e7ac423c"/>
    <p:sldId xmlns:r="http://schemas.openxmlformats.org/officeDocument/2006/relationships" id="257" r:id="Re1149bfd24ec4cd4"/>
    <p:sldId xmlns:r="http://schemas.openxmlformats.org/officeDocument/2006/relationships" id="258" r:id="R782d371993cc4bbf"/>
    <p:sldId xmlns:r="http://schemas.openxmlformats.org/officeDocument/2006/relationships" id="259" r:id="R5631b6c8beae4f36"/>
    <p:sldId xmlns:r="http://schemas.openxmlformats.org/officeDocument/2006/relationships" id="260" r:id="R31076395b3b64801"/>
    <p:sldId xmlns:r="http://schemas.openxmlformats.org/officeDocument/2006/relationships" id="261" r:id="Rff8abbcc0ff44fa7"/>
    <p:sldId xmlns:r="http://schemas.openxmlformats.org/officeDocument/2006/relationships" id="262" r:id="R0f4d4c64ec5a43e2"/>
    <p:sldId xmlns:r="http://schemas.openxmlformats.org/officeDocument/2006/relationships" id="263" r:id="Rbd42775b237f4b32"/>
    <p:sldId xmlns:r="http://schemas.openxmlformats.org/officeDocument/2006/relationships" id="264" r:id="R033ea61a18354ff5"/>
    <p:sldId xmlns:r="http://schemas.openxmlformats.org/officeDocument/2006/relationships" id="265" r:id="R8649b7122c8a44e2"/>
    <p:sldId xmlns:r="http://schemas.openxmlformats.org/officeDocument/2006/relationships" id="266" r:id="R3fe32f601d2f42ab"/>
    <p:sldId xmlns:r="http://schemas.openxmlformats.org/officeDocument/2006/relationships" id="267" r:id="R233042b6427f4e84"/>
    <p:sldId xmlns:r="http://schemas.openxmlformats.org/officeDocument/2006/relationships" id="268" r:id="Ra6f6e1eed7074295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9e8e26f4bd3249d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164cc47ea04a78" /><Relationship Type="http://schemas.openxmlformats.org/officeDocument/2006/relationships/slideMaster" Target="/ppt/slideMasters/slideMaster1.xml" Id="R3772574fb7674e2d" /><Relationship Type="http://schemas.openxmlformats.org/officeDocument/2006/relationships/notesMaster" Target="/ppt/notesMasters/notesMaster1.xml" Id="Rbcd54960f879465a" /><Relationship Type="http://schemas.openxmlformats.org/officeDocument/2006/relationships/presProps" Target="/ppt/presProps.xml" Id="R1db7dbb64a634ebd" /><Relationship Type="http://schemas.openxmlformats.org/officeDocument/2006/relationships/viewProps" Target="/ppt/viewProps.xml" Id="Rfa11a2a083c047e2" /><Relationship Type="http://schemas.openxmlformats.org/officeDocument/2006/relationships/tableStyles" Target="/ppt/tableStyles.xml" Id="Ra289d84f8f6e4c69" /><Relationship Type="http://schemas.openxmlformats.org/officeDocument/2006/relationships/font" Target="/ppt/fonts/font.dat" Id="R9e8e26f4bd3249da" /><Relationship Type="http://schemas.openxmlformats.org/officeDocument/2006/relationships/slide" Target="/ppt/slides/slide1.xml" Id="R1be87d79e7ac423c" /><Relationship Type="http://schemas.openxmlformats.org/officeDocument/2006/relationships/slide" Target="/ppt/slides/slide2.xml" Id="Re1149bfd24ec4cd4" /><Relationship Type="http://schemas.openxmlformats.org/officeDocument/2006/relationships/slide" Target="/ppt/slides/slide3.xml" Id="R782d371993cc4bbf" /><Relationship Type="http://schemas.openxmlformats.org/officeDocument/2006/relationships/slide" Target="/ppt/slides/slide4.xml" Id="R5631b6c8beae4f36" /><Relationship Type="http://schemas.openxmlformats.org/officeDocument/2006/relationships/slide" Target="/ppt/slides/slide5.xml" Id="R31076395b3b64801" /><Relationship Type="http://schemas.openxmlformats.org/officeDocument/2006/relationships/slide" Target="/ppt/slides/slide6.xml" Id="Rff8abbcc0ff44fa7" /><Relationship Type="http://schemas.openxmlformats.org/officeDocument/2006/relationships/slide" Target="/ppt/slides/slide7.xml" Id="R0f4d4c64ec5a43e2" /><Relationship Type="http://schemas.openxmlformats.org/officeDocument/2006/relationships/slide" Target="/ppt/slides/slide8.xml" Id="Rbd42775b237f4b32" /><Relationship Type="http://schemas.openxmlformats.org/officeDocument/2006/relationships/slide" Target="/ppt/slides/slide9.xml" Id="R033ea61a18354ff5" /><Relationship Type="http://schemas.openxmlformats.org/officeDocument/2006/relationships/slide" Target="/ppt/slides/slide10.xml" Id="R8649b7122c8a44e2" /><Relationship Type="http://schemas.openxmlformats.org/officeDocument/2006/relationships/slide" Target="/ppt/slides/slide11.xml" Id="R3fe32f601d2f42ab" /><Relationship Type="http://schemas.openxmlformats.org/officeDocument/2006/relationships/slide" Target="/ppt/slides/slide12.xml" Id="R233042b6427f4e84" /><Relationship Type="http://schemas.openxmlformats.org/officeDocument/2006/relationships/slide" Target="/ppt/slides/slide13.xml" Id="Ra6f6e1eed70742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73570021d34f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79ac3165cd42a0" /><Relationship Type="http://schemas.openxmlformats.org/officeDocument/2006/relationships/notesMaster" Target="/ppt/notesMasters/notesMaster1.xml" Id="Rd7d95e8335414e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02fc91838a4ed2" /><Relationship Type="http://schemas.openxmlformats.org/officeDocument/2006/relationships/notesMaster" Target="/ppt/notesMasters/notesMaster1.xml" Id="R43fc831928d747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3095caee9c4c2b" /><Relationship Type="http://schemas.openxmlformats.org/officeDocument/2006/relationships/notesMaster" Target="/ppt/notesMasters/notesMaster1.xml" Id="Rdea804af05db46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08753aaac341e5" /><Relationship Type="http://schemas.openxmlformats.org/officeDocument/2006/relationships/notesMaster" Target="/ppt/notesMasters/notesMaster1.xml" Id="R9b4fd35f4f9a47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ccd4b617934abb" /><Relationship Type="http://schemas.openxmlformats.org/officeDocument/2006/relationships/notesMaster" Target="/ppt/notesMasters/notesMaster1.xml" Id="Rea902f84f11348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2c7ca2f6544fe7" /><Relationship Type="http://schemas.openxmlformats.org/officeDocument/2006/relationships/notesMaster" Target="/ppt/notesMasters/notesMaster1.xml" Id="R56d80481a4f348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1df9a2367b4a81" /><Relationship Type="http://schemas.openxmlformats.org/officeDocument/2006/relationships/notesMaster" Target="/ppt/notesMasters/notesMaster1.xml" Id="R67254bb0275a49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3386ee6c4a4ff6" /><Relationship Type="http://schemas.openxmlformats.org/officeDocument/2006/relationships/notesMaster" Target="/ppt/notesMasters/notesMaster1.xml" Id="R165d1ea094ec46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a3547f8efa4d80" /><Relationship Type="http://schemas.openxmlformats.org/officeDocument/2006/relationships/notesMaster" Target="/ppt/notesMasters/notesMaster1.xml" Id="R4018289830cd4b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7f15c989604da0" /><Relationship Type="http://schemas.openxmlformats.org/officeDocument/2006/relationships/notesMaster" Target="/ppt/notesMasters/notesMaster1.xml" Id="R838dffca195644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29030cfadb4987" /><Relationship Type="http://schemas.openxmlformats.org/officeDocument/2006/relationships/notesMaster" Target="/ppt/notesMasters/notesMaster1.xml" Id="R06dfc350b1ea4e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d5e6b8aed74fc8" /><Relationship Type="http://schemas.openxmlformats.org/officeDocument/2006/relationships/notesMaster" Target="/ppt/notesMasters/notesMaster1.xml" Id="Rb25724b49fcd44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ec90a7232b47f1" /><Relationship Type="http://schemas.openxmlformats.org/officeDocument/2006/relationships/notesMaster" Target="/ppt/notesMasters/notesMaster1.xml" Id="Rb65527fa259d4b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a073074734194" /><Relationship Type="http://schemas.openxmlformats.org/officeDocument/2006/relationships/image" Target="/ppt/media/image.png" Id="R19b715cf174e46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0da8614a149e3" /><Relationship Type="http://schemas.openxmlformats.org/officeDocument/2006/relationships/image" Target="/ppt/media/image.png" Id="R71de4d7dc79641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3186f92585490b" /><Relationship Type="http://schemas.openxmlformats.org/officeDocument/2006/relationships/image" Target="/ppt/media/image.png" Id="R8bd39698b5c044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bf687dc031443b" /><Relationship Type="http://schemas.openxmlformats.org/officeDocument/2006/relationships/image" Target="/ppt/media/image.png" Id="R34c786abef294b7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63c1d47b6e45f6" /><Relationship Type="http://schemas.openxmlformats.org/officeDocument/2006/relationships/image" Target="/ppt/media/image.png" Id="R267a2077881f49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66ec9a5c14a71" /><Relationship Type="http://schemas.openxmlformats.org/officeDocument/2006/relationships/image" Target="/ppt/media/image.png" Id="Rfb3f927235374c4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f7e4f7af1244f3" /><Relationship Type="http://schemas.openxmlformats.org/officeDocument/2006/relationships/image" Target="/ppt/media/image.png" Id="Re5d8b72a2de2406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31bfdc2ff470b" /><Relationship Type="http://schemas.openxmlformats.org/officeDocument/2006/relationships/image" Target="/ppt/media/image.png" Id="Rec344d174cd34d5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52c6a76aa43de" /><Relationship Type="http://schemas.openxmlformats.org/officeDocument/2006/relationships/image" Target="/ppt/media/image.png" Id="R118e6c13afa347a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781a423584c62" /><Relationship Type="http://schemas.openxmlformats.org/officeDocument/2006/relationships/image" Target="/ppt/media/image.png" Id="R369a47ae54b7446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1f5ff16b14669" /><Relationship Type="http://schemas.openxmlformats.org/officeDocument/2006/relationships/image" Target="/ppt/media/image.png" Id="Rf0d07974b29240d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b715cf174e464b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de4d7dc79641a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d39698b5c044d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c786abef294b7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7a2077881f49a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3f927235374c4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d8b72a2de2406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344d174cd34d5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8e6c13afa347a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9a47ae54b7446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d07974b29240d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0548d8a4c84229" /><Relationship Type="http://schemas.openxmlformats.org/officeDocument/2006/relationships/slideLayout" Target="/ppt/slideLayouts/slideLayout1.xml" Id="R5f20fb1910d94ec0" /><Relationship Type="http://schemas.openxmlformats.org/officeDocument/2006/relationships/slideLayout" Target="/ppt/slideLayouts/slideLayout2.xml" Id="R9c5824cc644c4b9b" /><Relationship Type="http://schemas.openxmlformats.org/officeDocument/2006/relationships/slideLayout" Target="/ppt/slideLayouts/slideLayout3.xml" Id="Reb2539fd99894fcb" /><Relationship Type="http://schemas.openxmlformats.org/officeDocument/2006/relationships/slideLayout" Target="/ppt/slideLayouts/slideLayout4.xml" Id="R0ea2b101198c4c9d" /><Relationship Type="http://schemas.openxmlformats.org/officeDocument/2006/relationships/slideLayout" Target="/ppt/slideLayouts/slideLayout5.xml" Id="R884802f0a8a1495f" /><Relationship Type="http://schemas.openxmlformats.org/officeDocument/2006/relationships/slideLayout" Target="/ppt/slideLayouts/slideLayout6.xml" Id="Rb7bbd13f4b0845d5" /><Relationship Type="http://schemas.openxmlformats.org/officeDocument/2006/relationships/slideLayout" Target="/ppt/slideLayouts/slideLayout7.xml" Id="Ra2f535b3c53c41e3" /><Relationship Type="http://schemas.openxmlformats.org/officeDocument/2006/relationships/slideLayout" Target="/ppt/slideLayouts/slideLayout8.xml" Id="Rc12237aa70904ae8" /><Relationship Type="http://schemas.openxmlformats.org/officeDocument/2006/relationships/slideLayout" Target="/ppt/slideLayouts/slideLayout9.xml" Id="Rbcaf68e2259c4b95" /><Relationship Type="http://schemas.openxmlformats.org/officeDocument/2006/relationships/slideLayout" Target="/ppt/slideLayouts/slideLayout10.xml" Id="Rf4852bc271a74b67" /><Relationship Type="http://schemas.openxmlformats.org/officeDocument/2006/relationships/slideLayout" Target="/ppt/slideLayouts/slideLayout11.xml" Id="R2f2eaf2f0b5b4d2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20fb1910d94ec0"/>
    <p:sldLayoutId xmlns:r="http://schemas.openxmlformats.org/officeDocument/2006/relationships" id="2147483650" r:id="R9c5824cc644c4b9b"/>
    <p:sldLayoutId xmlns:r="http://schemas.openxmlformats.org/officeDocument/2006/relationships" id="2147483651" r:id="Reb2539fd99894fcb"/>
    <p:sldLayoutId xmlns:r="http://schemas.openxmlformats.org/officeDocument/2006/relationships" id="2147483652" r:id="R0ea2b101198c4c9d"/>
    <p:sldLayoutId xmlns:r="http://schemas.openxmlformats.org/officeDocument/2006/relationships" id="2147483653" r:id="R884802f0a8a1495f"/>
    <p:sldLayoutId xmlns:r="http://schemas.openxmlformats.org/officeDocument/2006/relationships" id="2147483654" r:id="Rb7bbd13f4b0845d5"/>
    <p:sldLayoutId xmlns:r="http://schemas.openxmlformats.org/officeDocument/2006/relationships" id="2147483655" r:id="Ra2f535b3c53c41e3"/>
    <p:sldLayoutId xmlns:r="http://schemas.openxmlformats.org/officeDocument/2006/relationships" id="2147483656" r:id="Rc12237aa70904ae8"/>
    <p:sldLayoutId xmlns:r="http://schemas.openxmlformats.org/officeDocument/2006/relationships" id="2147483657" r:id="Rbcaf68e2259c4b95"/>
    <p:sldLayoutId xmlns:r="http://schemas.openxmlformats.org/officeDocument/2006/relationships" id="2147483658" r:id="Rf4852bc271a74b67"/>
    <p:sldLayoutId xmlns:r="http://schemas.openxmlformats.org/officeDocument/2006/relationships" id="2147483659" r:id="R2f2eaf2f0b5b4d24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a5671715940c4" /><Relationship Type="http://schemas.openxmlformats.org/officeDocument/2006/relationships/notesSlide" Target="/ppt/notesSlides/notesSlide1.xml" Id="R33b5418c0e704f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6b763d7bfd4296" /><Relationship Type="http://schemas.openxmlformats.org/officeDocument/2006/relationships/notesSlide" Target="/ppt/notesSlides/notesSlide2.xml" Id="R2658cdf82efe47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c0fe3e494441ec" /><Relationship Type="http://schemas.openxmlformats.org/officeDocument/2006/relationships/notesSlide" Target="/ppt/notesSlides/notesSlide3.xml" Id="R91537338e7db47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250d3dac7b44bd" /><Relationship Type="http://schemas.openxmlformats.org/officeDocument/2006/relationships/notesSlide" Target="/ppt/notesSlides/notesSlide4.xml" Id="R313304da34b442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63e7ea04164e97" /><Relationship Type="http://schemas.openxmlformats.org/officeDocument/2006/relationships/notesSlide" Target="/ppt/notesSlides/notesSlide5.xml" Id="R39bf7a6ee2a549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dedcb6951d41b9" /><Relationship Type="http://schemas.openxmlformats.org/officeDocument/2006/relationships/notesSlide" Target="/ppt/notesSlides/notesSlide6.xml" Id="R82a97d52b3894f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2e5219ac7647bc" /><Relationship Type="http://schemas.openxmlformats.org/officeDocument/2006/relationships/notesSlide" Target="/ppt/notesSlides/notesSlide7.xml" Id="Re8210bacdd5b40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925fcb71a64a7f" /><Relationship Type="http://schemas.openxmlformats.org/officeDocument/2006/relationships/notesSlide" Target="/ppt/notesSlides/notesSlide8.xml" Id="Rd659674848f143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aaba7d104c426c" /><Relationship Type="http://schemas.openxmlformats.org/officeDocument/2006/relationships/notesSlide" Target="/ppt/notesSlides/notesSlide9.xml" Id="Re1cf4f67f62643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91fb4f8ad344eb" /><Relationship Type="http://schemas.openxmlformats.org/officeDocument/2006/relationships/notesSlide" Target="/ppt/notesSlides/notesSlide10.xml" Id="R48a3fc9b46f044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f947850285450f" /><Relationship Type="http://schemas.openxmlformats.org/officeDocument/2006/relationships/notesSlide" Target="/ppt/notesSlides/notesSlide11.xml" Id="R5c4a3334aff34c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5ea199b5dd4d4c" /><Relationship Type="http://schemas.openxmlformats.org/officeDocument/2006/relationships/notesSlide" Target="/ppt/notesSlides/notesSlide12.xml" Id="R4b7609feb4634f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0e180dfab54943" /><Relationship Type="http://schemas.openxmlformats.org/officeDocument/2006/relationships/notesSlide" Target="/ppt/notesSlides/notesSlide13.xml" Id="Rb086f2c5dcc146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Choosing Loop Structures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10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2476500"/>
            <a:ext cx="8824852" cy="2701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2476500"/>
            <a:ext cx="8824852" cy="2701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2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Which loop runs exactly three times, and which part of the code sets that limit?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What happens if answer = input(...) is moved outside the while loop?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does range(1, 4) display 1, 2 and 3 rather than four values?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If the user enters DONE instead of done, why does the condition-controlled loop repeat?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2000250"/>
            <a:ext cx="6474775" cy="1878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14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Make the counted warm-up display rounds 1 to 5. The condition-controlled section must still finish only when the user types done.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6):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Add an attempt counter to the while loop. After done is entered, display the number of answers entered. For wait, wait, done the count must be 3.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attempts = 0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attempts = attempts + 1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"Answers entered:"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attempts)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practice timer without real-time code. Use a for loop to display exactly four exercise stations, then a while loop to collect effort ratings until the user enters 0. Count and display the non-zero ratings.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476625"/>
            <a:ext cx="9144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17" indent="0">
              <a:spcAft>
                <a:spcPts val="0"/>
              </a:spcAft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station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5):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"Exercise station"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station)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rating = -1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ratings = 0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rating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0: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rating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"Effort rating, or 0 to stop: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rating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0: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ratings = ratings + 1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"Ratings recorded:"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ratings)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53732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3):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57463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round_number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range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(1, 4):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"Warm-up round"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round_number)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answer =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while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answer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!=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"done"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answer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"Type done to finish: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"Session complete."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2026-08-05T10:03:20.1380000Z</dcterms:created>
  <dcterms:modified xsi:type="dcterms:W3CDTF">2026-08-05T10:03:20.1380000Z</dcterms:modified>
</coreProperties>
</file>