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69dcaf21a453c" /><Relationship Type="http://schemas.openxmlformats.org/officeDocument/2006/relationships/extended-properties" Target="/docProps/app.xml" Id="R00d01f276ca24698" /><Relationship Type="http://schemas.openxmlformats.org/officeDocument/2006/relationships/officeDocument" Target="/ppt/presentation.xml" Id="R05712e1d5723413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01347612c244a6c"/>
  </p:sldMasterIdLst>
  <p:notesMasterIdLst>
    <p:notesMasterId xmlns:r="http://schemas.openxmlformats.org/officeDocument/2006/relationships" r:id="Rd0178cb32613497f"/>
  </p:notesMasterIdLst>
  <p:sldIdLst>
    <p:sldId xmlns:r="http://schemas.openxmlformats.org/officeDocument/2006/relationships" id="256" r:id="R4de6213b9732465b"/>
    <p:sldId xmlns:r="http://schemas.openxmlformats.org/officeDocument/2006/relationships" id="257" r:id="R38ae424761e446dc"/>
    <p:sldId xmlns:r="http://schemas.openxmlformats.org/officeDocument/2006/relationships" id="258" r:id="R3aadddaacfd94533"/>
    <p:sldId xmlns:r="http://schemas.openxmlformats.org/officeDocument/2006/relationships" id="259" r:id="Re48c527bd6c04ab2"/>
    <p:sldId xmlns:r="http://schemas.openxmlformats.org/officeDocument/2006/relationships" id="260" r:id="R1f0fb39905e34aaf"/>
    <p:sldId xmlns:r="http://schemas.openxmlformats.org/officeDocument/2006/relationships" id="261" r:id="Rc26de53b335c4643"/>
    <p:sldId xmlns:r="http://schemas.openxmlformats.org/officeDocument/2006/relationships" id="262" r:id="Rfe439cb951484d95"/>
    <p:sldId xmlns:r="http://schemas.openxmlformats.org/officeDocument/2006/relationships" id="263" r:id="R85fa4a2a7c2e4d7b"/>
    <p:sldId xmlns:r="http://schemas.openxmlformats.org/officeDocument/2006/relationships" id="264" r:id="R7a5ba9ea500f4f8f"/>
    <p:sldId xmlns:r="http://schemas.openxmlformats.org/officeDocument/2006/relationships" id="265" r:id="Rc0bb74f5a64343db"/>
    <p:sldId xmlns:r="http://schemas.openxmlformats.org/officeDocument/2006/relationships" id="266" r:id="Ra0054c1dbb6f405b"/>
    <p:sldId xmlns:r="http://schemas.openxmlformats.org/officeDocument/2006/relationships" id="267" r:id="Rb3c79f11b47b4d58"/>
    <p:sldId xmlns:r="http://schemas.openxmlformats.org/officeDocument/2006/relationships" id="268" r:id="R62fcae0a562c485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2ab7e9e23da24a0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23299367748d9" /><Relationship Type="http://schemas.openxmlformats.org/officeDocument/2006/relationships/slideMaster" Target="/ppt/slideMasters/slideMaster1.xml" Id="R801347612c244a6c" /><Relationship Type="http://schemas.openxmlformats.org/officeDocument/2006/relationships/notesMaster" Target="/ppt/notesMasters/notesMaster1.xml" Id="Rd0178cb32613497f" /><Relationship Type="http://schemas.openxmlformats.org/officeDocument/2006/relationships/presProps" Target="/ppt/presProps.xml" Id="R0725f8d730b44fdc" /><Relationship Type="http://schemas.openxmlformats.org/officeDocument/2006/relationships/viewProps" Target="/ppt/viewProps.xml" Id="R97e697faea454834" /><Relationship Type="http://schemas.openxmlformats.org/officeDocument/2006/relationships/tableStyles" Target="/ppt/tableStyles.xml" Id="R9a6ac8666b524620" /><Relationship Type="http://schemas.openxmlformats.org/officeDocument/2006/relationships/font" Target="/ppt/fonts/font.dat" Id="R2ab7e9e23da24a09" /><Relationship Type="http://schemas.openxmlformats.org/officeDocument/2006/relationships/slide" Target="/ppt/slides/slide1.xml" Id="R4de6213b9732465b" /><Relationship Type="http://schemas.openxmlformats.org/officeDocument/2006/relationships/slide" Target="/ppt/slides/slide2.xml" Id="R38ae424761e446dc" /><Relationship Type="http://schemas.openxmlformats.org/officeDocument/2006/relationships/slide" Target="/ppt/slides/slide3.xml" Id="R3aadddaacfd94533" /><Relationship Type="http://schemas.openxmlformats.org/officeDocument/2006/relationships/slide" Target="/ppt/slides/slide4.xml" Id="Re48c527bd6c04ab2" /><Relationship Type="http://schemas.openxmlformats.org/officeDocument/2006/relationships/slide" Target="/ppt/slides/slide5.xml" Id="R1f0fb39905e34aaf" /><Relationship Type="http://schemas.openxmlformats.org/officeDocument/2006/relationships/slide" Target="/ppt/slides/slide6.xml" Id="Rc26de53b335c4643" /><Relationship Type="http://schemas.openxmlformats.org/officeDocument/2006/relationships/slide" Target="/ppt/slides/slide7.xml" Id="Rfe439cb951484d95" /><Relationship Type="http://schemas.openxmlformats.org/officeDocument/2006/relationships/slide" Target="/ppt/slides/slide8.xml" Id="R85fa4a2a7c2e4d7b" /><Relationship Type="http://schemas.openxmlformats.org/officeDocument/2006/relationships/slide" Target="/ppt/slides/slide9.xml" Id="R7a5ba9ea500f4f8f" /><Relationship Type="http://schemas.openxmlformats.org/officeDocument/2006/relationships/slide" Target="/ppt/slides/slide10.xml" Id="Rc0bb74f5a64343db" /><Relationship Type="http://schemas.openxmlformats.org/officeDocument/2006/relationships/slide" Target="/ppt/slides/slide11.xml" Id="Ra0054c1dbb6f405b" /><Relationship Type="http://schemas.openxmlformats.org/officeDocument/2006/relationships/slide" Target="/ppt/slides/slide12.xml" Id="Rb3c79f11b47b4d58" /><Relationship Type="http://schemas.openxmlformats.org/officeDocument/2006/relationships/slide" Target="/ppt/slides/slide13.xml" Id="R62fcae0a562c48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e5fed0fce44c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ca002f062436f" /><Relationship Type="http://schemas.openxmlformats.org/officeDocument/2006/relationships/notesMaster" Target="/ppt/notesMasters/notesMaster1.xml" Id="Rdef98e820c9c41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328a1293d4bab" /><Relationship Type="http://schemas.openxmlformats.org/officeDocument/2006/relationships/notesMaster" Target="/ppt/notesMasters/notesMaster1.xml" Id="Ra3e9b50e7f3a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44b4dcaa14938" /><Relationship Type="http://schemas.openxmlformats.org/officeDocument/2006/relationships/notesMaster" Target="/ppt/notesMasters/notesMaster1.xml" Id="R9a3f2a63d8db49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6ee3d454b742a0" /><Relationship Type="http://schemas.openxmlformats.org/officeDocument/2006/relationships/notesMaster" Target="/ppt/notesMasters/notesMaster1.xml" Id="Rb170ea573fc0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a177d7b8114e73" /><Relationship Type="http://schemas.openxmlformats.org/officeDocument/2006/relationships/notesMaster" Target="/ppt/notesMasters/notesMaster1.xml" Id="R1b08e1abf696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f8ae5707fd464c" /><Relationship Type="http://schemas.openxmlformats.org/officeDocument/2006/relationships/notesMaster" Target="/ppt/notesMasters/notesMaster1.xml" Id="R1a48f791d279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bd0165cf34d28" /><Relationship Type="http://schemas.openxmlformats.org/officeDocument/2006/relationships/notesMaster" Target="/ppt/notesMasters/notesMaster1.xml" Id="Rf5c0f9520eee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5b0e724661446d" /><Relationship Type="http://schemas.openxmlformats.org/officeDocument/2006/relationships/notesMaster" Target="/ppt/notesMasters/notesMaster1.xml" Id="R70d792e1be7d4a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92c75a6b744bc6" /><Relationship Type="http://schemas.openxmlformats.org/officeDocument/2006/relationships/notesMaster" Target="/ppt/notesMasters/notesMaster1.xml" Id="R59d67806990c40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f0c49bf86d40f4" /><Relationship Type="http://schemas.openxmlformats.org/officeDocument/2006/relationships/notesMaster" Target="/ppt/notesMasters/notesMaster1.xml" Id="R7776221639814e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be34e9a104c07" /><Relationship Type="http://schemas.openxmlformats.org/officeDocument/2006/relationships/notesMaster" Target="/ppt/notesMasters/notesMaster1.xml" Id="Rfe10b3bccf9d40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c9d77a9184fcf" /><Relationship Type="http://schemas.openxmlformats.org/officeDocument/2006/relationships/notesMaster" Target="/ppt/notesMasters/notesMaster1.xml" Id="R458f2b1d32a5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2ba88704c045d9" /><Relationship Type="http://schemas.openxmlformats.org/officeDocument/2006/relationships/notesMaster" Target="/ppt/notesMasters/notesMaster1.xml" Id="R9a96c79596f0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7edc42ec14d22" /><Relationship Type="http://schemas.openxmlformats.org/officeDocument/2006/relationships/image" Target="/ppt/media/image.png" Id="R49129f0f3d5a49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e9701a44941d3" /><Relationship Type="http://schemas.openxmlformats.org/officeDocument/2006/relationships/image" Target="/ppt/media/image.png" Id="R21e841964a2a42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bb95b79db4496" /><Relationship Type="http://schemas.openxmlformats.org/officeDocument/2006/relationships/image" Target="/ppt/media/image.png" Id="R89c9fb5706c642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042b86bbc489d" /><Relationship Type="http://schemas.openxmlformats.org/officeDocument/2006/relationships/image" Target="/ppt/media/image.png" Id="R6403fbba8f8d4d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1878be0c94cbe" /><Relationship Type="http://schemas.openxmlformats.org/officeDocument/2006/relationships/image" Target="/ppt/media/image.png" Id="R5c2ca4f2447449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114388f894301" /><Relationship Type="http://schemas.openxmlformats.org/officeDocument/2006/relationships/image" Target="/ppt/media/image.png" Id="R860155d6d3c346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ffe00f68e463c" /><Relationship Type="http://schemas.openxmlformats.org/officeDocument/2006/relationships/image" Target="/ppt/media/image.png" Id="R4fbeecf4ab8346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1f33119e34307" /><Relationship Type="http://schemas.openxmlformats.org/officeDocument/2006/relationships/image" Target="/ppt/media/image.png" Id="Rfdfd2da85aa646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cec15ca7641f1" /><Relationship Type="http://schemas.openxmlformats.org/officeDocument/2006/relationships/image" Target="/ppt/media/image.png" Id="R228c6a42916c4a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49c1119034827" /><Relationship Type="http://schemas.openxmlformats.org/officeDocument/2006/relationships/image" Target="/ppt/media/image.png" Id="R71cc3da10ba346f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63c0c6e9144a2" /><Relationship Type="http://schemas.openxmlformats.org/officeDocument/2006/relationships/image" Target="/ppt/media/image.png" Id="Rb14c0e2c042e49d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129f0f3d5a4943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e841964a2a42c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c9fb5706c642c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03fbba8f8d4dd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2ca4f2447449a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0155d6d3c3468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beecf4ab8346b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fd2da85aa646e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8c6a42916c4ad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cc3da10ba346f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4c0e2c042e49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58e9cca9534acc" /><Relationship Type="http://schemas.openxmlformats.org/officeDocument/2006/relationships/slideLayout" Target="/ppt/slideLayouts/slideLayout1.xml" Id="Rc8b49299e75b4436" /><Relationship Type="http://schemas.openxmlformats.org/officeDocument/2006/relationships/slideLayout" Target="/ppt/slideLayouts/slideLayout2.xml" Id="Rb46555b4e65745fc" /><Relationship Type="http://schemas.openxmlformats.org/officeDocument/2006/relationships/slideLayout" Target="/ppt/slideLayouts/slideLayout3.xml" Id="Re104abb136884bc0" /><Relationship Type="http://schemas.openxmlformats.org/officeDocument/2006/relationships/slideLayout" Target="/ppt/slideLayouts/slideLayout4.xml" Id="R06ae6d22ac9c443c" /><Relationship Type="http://schemas.openxmlformats.org/officeDocument/2006/relationships/slideLayout" Target="/ppt/slideLayouts/slideLayout5.xml" Id="Rb24d0764b94e4493" /><Relationship Type="http://schemas.openxmlformats.org/officeDocument/2006/relationships/slideLayout" Target="/ppt/slideLayouts/slideLayout6.xml" Id="Re9db287786ee49e3" /><Relationship Type="http://schemas.openxmlformats.org/officeDocument/2006/relationships/slideLayout" Target="/ppt/slideLayouts/slideLayout7.xml" Id="R5c3f491fd7044f37" /><Relationship Type="http://schemas.openxmlformats.org/officeDocument/2006/relationships/slideLayout" Target="/ppt/slideLayouts/slideLayout8.xml" Id="R121fa54c097a479b" /><Relationship Type="http://schemas.openxmlformats.org/officeDocument/2006/relationships/slideLayout" Target="/ppt/slideLayouts/slideLayout9.xml" Id="R2bfc58ab7430400e" /><Relationship Type="http://schemas.openxmlformats.org/officeDocument/2006/relationships/slideLayout" Target="/ppt/slideLayouts/slideLayout10.xml" Id="R3652cdac4bc2480a" /><Relationship Type="http://schemas.openxmlformats.org/officeDocument/2006/relationships/slideLayout" Target="/ppt/slideLayouts/slideLayout11.xml" Id="R92db8375e7aa49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49299e75b4436"/>
    <p:sldLayoutId xmlns:r="http://schemas.openxmlformats.org/officeDocument/2006/relationships" id="2147483650" r:id="Rb46555b4e65745fc"/>
    <p:sldLayoutId xmlns:r="http://schemas.openxmlformats.org/officeDocument/2006/relationships" id="2147483651" r:id="Re104abb136884bc0"/>
    <p:sldLayoutId xmlns:r="http://schemas.openxmlformats.org/officeDocument/2006/relationships" id="2147483652" r:id="R06ae6d22ac9c443c"/>
    <p:sldLayoutId xmlns:r="http://schemas.openxmlformats.org/officeDocument/2006/relationships" id="2147483653" r:id="Rb24d0764b94e4493"/>
    <p:sldLayoutId xmlns:r="http://schemas.openxmlformats.org/officeDocument/2006/relationships" id="2147483654" r:id="Re9db287786ee49e3"/>
    <p:sldLayoutId xmlns:r="http://schemas.openxmlformats.org/officeDocument/2006/relationships" id="2147483655" r:id="R5c3f491fd7044f37"/>
    <p:sldLayoutId xmlns:r="http://schemas.openxmlformats.org/officeDocument/2006/relationships" id="2147483656" r:id="R121fa54c097a479b"/>
    <p:sldLayoutId xmlns:r="http://schemas.openxmlformats.org/officeDocument/2006/relationships" id="2147483657" r:id="R2bfc58ab7430400e"/>
    <p:sldLayoutId xmlns:r="http://schemas.openxmlformats.org/officeDocument/2006/relationships" id="2147483658" r:id="R3652cdac4bc2480a"/>
    <p:sldLayoutId xmlns:r="http://schemas.openxmlformats.org/officeDocument/2006/relationships" id="2147483659" r:id="R92db8375e7aa4991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4e645c87443a" /><Relationship Type="http://schemas.openxmlformats.org/officeDocument/2006/relationships/notesSlide" Target="/ppt/notesSlides/notesSlide1.xml" Id="R8f250ddba50a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9e05231f394279" /><Relationship Type="http://schemas.openxmlformats.org/officeDocument/2006/relationships/notesSlide" Target="/ppt/notesSlides/notesSlide2.xml" Id="R5420a5624308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af62162304809" /><Relationship Type="http://schemas.openxmlformats.org/officeDocument/2006/relationships/notesSlide" Target="/ppt/notesSlides/notesSlide3.xml" Id="R840da18e09f74c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54af0ece704e8b" /><Relationship Type="http://schemas.openxmlformats.org/officeDocument/2006/relationships/notesSlide" Target="/ppt/notesSlides/notesSlide4.xml" Id="R7a3de58a9e014f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f88b5cb514403" /><Relationship Type="http://schemas.openxmlformats.org/officeDocument/2006/relationships/notesSlide" Target="/ppt/notesSlides/notesSlide5.xml" Id="R3fd483f1a3a2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32f22b4bf41ef" /><Relationship Type="http://schemas.openxmlformats.org/officeDocument/2006/relationships/notesSlide" Target="/ppt/notesSlides/notesSlide6.xml" Id="R96257e3a503046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4de447378a40ca" /><Relationship Type="http://schemas.openxmlformats.org/officeDocument/2006/relationships/notesSlide" Target="/ppt/notesSlides/notesSlide7.xml" Id="R18465a44e5274b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658e193db419d" /><Relationship Type="http://schemas.openxmlformats.org/officeDocument/2006/relationships/notesSlide" Target="/ppt/notesSlides/notesSlide8.xml" Id="R2a1d2ca6449a44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b7bde81cea4f07" /><Relationship Type="http://schemas.openxmlformats.org/officeDocument/2006/relationships/notesSlide" Target="/ppt/notesSlides/notesSlide9.xml" Id="Rea26b9e1d8df49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ce07aa3334376" /><Relationship Type="http://schemas.openxmlformats.org/officeDocument/2006/relationships/notesSlide" Target="/ppt/notesSlides/notesSlide10.xml" Id="Rdbc071401a6744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57d4ff8ed54ba9" /><Relationship Type="http://schemas.openxmlformats.org/officeDocument/2006/relationships/notesSlide" Target="/ppt/notesSlides/notesSlide11.xml" Id="R398f6353cf894d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90c7580d0a4aac" /><Relationship Type="http://schemas.openxmlformats.org/officeDocument/2006/relationships/notesSlide" Target="/ppt/notesSlides/notesSlide12.xml" Id="R1795b8ba5fdd41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fcc2777f743b2" /><Relationship Type="http://schemas.openxmlformats.org/officeDocument/2006/relationships/notesSlide" Target="/ppt/notesSlides/notesSlide13.xml" Id="Ra3e4a9ecec4944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More Decisions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enter 8, which message appears? Which comparison is True?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score &gt;= 5 is checked first, what message would a score of 9 receive?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If you enter 5, which message appears?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Why does a value that matches no earlier condition run the else block without another comparison?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score of 9 should now count as Excellent. Adjust the first comparison, then prove the boundary by running scores 8 and 9 and recording the two different results.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9: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one elif branch so scores 3 and 4 display "Keep practising". Scores below 3 should display "Try again"; the Excellent and Good outcomes stay unchanged.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2 -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"Try again"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temperature classifier with three outcomes: Hot at 30 or above, Warm from 20 to 29, and Cool below 20. Test 19, 20 and 30.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3 -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temperature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the temperature: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temperature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30: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"Hot"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temperature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20: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"Cool"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score_value)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3568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score from 0 to 10: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8: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"Excellent"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5: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"Good"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"Keep practising"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Each branch displays one result.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2026-08-05T10:29:19.3680000Z</dcterms:created>
  <dcterms:modified xsi:type="dcterms:W3CDTF">2026-08-05T10:29:19.3680000Z</dcterms:modified>
</coreProperties>
</file>