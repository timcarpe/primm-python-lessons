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JetBrains Mono" panose="02000009000000000000" pitchFamily="49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5"/>
  </p:normalViewPr>
  <p:slideViewPr>
    <p:cSldViewPr snapToGrid="0">
      <p:cViewPr varScale="1">
        <p:scale>
          <a:sx n="122" d="100"/>
          <a:sy n="12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 flipH="1">
            <a:off x="9886209" y="4538703"/>
            <a:ext cx="2305791" cy="1808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noGrp="1"/>
          </p:cNvSpPr>
          <p:nvPr>
            <p:ph type="ftr" idx="1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9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9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825222" y="6510367"/>
            <a:ext cx="37432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noGrp="1"/>
          </p:cNvSpPr>
          <p:nvPr/>
        </p:nvSpPr>
        <p:spPr>
          <a:xfrm>
            <a:off x="179615" y="6492875"/>
            <a:ext cx="609501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Condition 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Lesson 09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noGrp="1"/>
          </p:cNvSpPr>
          <p:nvPr/>
        </p:nvSpPr>
        <p:spPr>
          <a:xfrm>
            <a:off x="617577" y="1749737"/>
            <a:ext cx="10956846" cy="193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 at this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noGrp="1"/>
          </p:cNvSpPr>
          <p:nvPr/>
        </p:nvSpPr>
        <p:spPr>
          <a:xfrm>
            <a:off x="1288576" y="2476500"/>
            <a:ext cx="8824852" cy="3157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 you think this code will do?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noGrp="1"/>
          </p:cNvSpPr>
          <p:nvPr/>
        </p:nvSpPr>
        <p:spPr>
          <a:xfrm>
            <a:off x="1288576" y="2476500"/>
            <a:ext cx="8824852" cy="3157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Let’s investigate.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noGrp="1"/>
          </p:cNvSpPr>
          <p:nvPr/>
        </p:nvSpPr>
        <p:spPr>
          <a:xfrm>
            <a:off x="838200" y="3232794"/>
            <a:ext cx="10182101" cy="33855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1. Which two stored values change each time the loop runs?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2. Why does the terminating guess still increase the attempt counter?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3. If the guesses are 2 and then 7, what does the final line display?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4. Why does the loop stop after three wrong guesses even though the target was not found?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474775" cy="2197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400" dirty="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4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400" dirty="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4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4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Challenge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Choose a new target number. Keep the three-attempt limit, then guess it first and complete another run with three wrong guesses. Check that the program reports 1 try and 3 tries.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6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noGrp="1"/>
          </p:cNvSpPr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Starter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noGrp="1"/>
          </p:cNvSpPr>
          <p:nvPr/>
        </p:nvSpPr>
        <p:spPr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8158413" cy="1325563"/>
          </a:xfrm>
        </p:spPr>
        <p:txBody>
          <a:bodyPr>
            <a:normAutofit/>
          </a:bodyPr>
          <a:lstStyle/>
          <a:p>
            <a:r>
              <a:t>Challenge 1 - Suggested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10149049" cy="2115403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4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noGrp="1"/>
          </p:cNvSpPr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Challenge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Give the player five attempts. Update the finishing message to report the guesses used. Test an early correct guess and five unsuccessful guesses; both counts must be accurate.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8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noGrp="1"/>
          </p:cNvSpPr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Starter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noGrp="1"/>
          </p:cNvSpPr>
          <p:nvPr/>
        </p:nvSpPr>
        <p:spPr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10014509" cy="1325563"/>
          </a:xfrm>
        </p:spPr>
        <p:txBody>
          <a:bodyPr/>
          <a:lstStyle/>
          <a:p>
            <a:r>
              <a:t>Challenge 2 - Suggested Solution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3" y="3508493"/>
            <a:ext cx="8032968" cy="1631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used"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Challenge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door-code checker with a while loop that allows at most three attempts. Stop early when "open" is entered, then display either a success message or a final locked message with the attempts used.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10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noGrp="1"/>
          </p:cNvSpPr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Starter Code: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noGrp="1"/>
          </p:cNvSpPr>
          <p:nvPr/>
        </p:nvSpPr>
        <p:spPr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10014509" cy="1325563"/>
          </a:xfrm>
        </p:spPr>
        <p:txBody>
          <a:bodyPr/>
          <a:lstStyle/>
          <a:p>
            <a:r>
              <a:t>Challenge 3 - Suggested Solution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11</a:t>
            </a:fld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798" y="3476625"/>
            <a:ext cx="9144000" cy="285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t">
            <a:normAutofit/>
          </a:bodyPr>
          <a:lstStyle/>
          <a:p>
            <a:pPr marL="17" indent="0">
              <a:spcAft>
                <a:spcPts val="0"/>
              </a:spcAft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password =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"open"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password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"Door code: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password: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"Door opened in"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"Door locked after"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Fix the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 fontScale="42726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9189603" cy="1325563"/>
          </a:xfrm>
        </p:spPr>
        <p:txBody>
          <a:bodyPr>
            <a:normAutofit/>
          </a:bodyPr>
          <a:lstStyle/>
          <a:p>
            <a:r>
              <a:t>Fix the code! - Suggested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10371884" cy="2115403"/>
          </a:xfrm>
        </p:spPr>
        <p:txBody>
          <a:bodyPr>
            <a:normAutofit fontScale="35683"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The counter changes on every loop.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13</a:t>
            </a:fld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noGrp="1"/>
          </p:cNvSpPr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Microsoft Macintosh PowerPoint</Application>
  <DocSecurity>0</DocSecurity>
  <PresentationFormat>Widescreen</PresentationFormat>
  <Paragraphs>122</Paragraphs>
  <Slides>13</Slides>
  <Notes>13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JetBrains Mono</vt:lpstr>
      <vt:lpstr>Calibri</vt:lpstr>
      <vt:lpstr>Consolas</vt:lpstr>
      <vt:lpstr>Arial</vt:lpstr>
      <vt:lpstr>Office Theme</vt:lpstr>
      <vt:lpstr>Condition Loops</vt:lpstr>
      <vt:lpstr>PowerPoint Presentation</vt:lpstr>
      <vt:lpstr>Look at this code:</vt:lpstr>
      <vt:lpstr>What do you think this code will do?</vt:lpstr>
      <vt:lpstr>Let’s investigate.</vt:lpstr>
      <vt:lpstr>Challenge 1</vt:lpstr>
      <vt:lpstr>Challenge 1 - Suggested Solution</vt:lpstr>
      <vt:lpstr>Challenge 2</vt:lpstr>
      <vt:lpstr>Challenge 2 - Suggested Solution</vt:lpstr>
      <vt:lpstr>Challenge 3</vt:lpstr>
      <vt:lpstr>Challenge 3 - Suggested Solution</vt:lpstr>
      <vt:lpstr>Fix the code!</vt:lpstr>
      <vt:lpstr>Fix the code! - Suggested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Timothy, Ryan Carpenter</cp:lastModifiedBy>
  <cp:revision>1</cp:revision>
  <dcterms:created xsi:type="dcterms:W3CDTF">2026-08-05T09:58:34Z</dcterms:created>
  <dcterms:modified xsi:type="dcterms:W3CDTF">2026-08-05T10:05:56Z</dcterms:modified>
</cp:coreProperties>
</file>