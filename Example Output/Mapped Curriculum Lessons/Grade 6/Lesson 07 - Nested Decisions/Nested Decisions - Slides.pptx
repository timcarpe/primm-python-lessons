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JetBrains Mono" panose="02000009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22" d="100"/>
          <a:sy n="12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 flipH="1">
            <a:off x="9886209" y="4538703"/>
            <a:ext cx="2305791" cy="1808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7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noGrp="1"/>
          </p:cNvSpPr>
          <p:nvPr>
            <p:ph type="ftr" idx="1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9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5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7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7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825222" y="6510367"/>
            <a:ext cx="37432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noGrp="1"/>
          </p:cNvSpPr>
          <p:nvPr/>
        </p:nvSpPr>
        <p:spPr>
          <a:xfrm>
            <a:off x="179615" y="6492875"/>
            <a:ext cx="609501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Nested Decisions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 07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noGrp="1"/>
          </p:cNvSpPr>
          <p:nvPr/>
        </p:nvSpPr>
        <p:spPr>
          <a:xfrm>
            <a:off x="617577" y="1749737"/>
            <a:ext cx="10956846" cy="193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 at this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noGrp="1"/>
          </p:cNvSpPr>
          <p:nvPr/>
        </p:nvSpPr>
        <p:spPr>
          <a:xfrm>
            <a:off x="1288576" y="1859340"/>
            <a:ext cx="8824852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 you think this code will do?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noGrp="1"/>
          </p:cNvSpPr>
          <p:nvPr/>
        </p:nvSpPr>
        <p:spPr>
          <a:xfrm>
            <a:off x="1288576" y="1859340"/>
            <a:ext cx="8824852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Let’s investigate.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noGrp="1"/>
          </p:cNvSpPr>
          <p:nvPr/>
        </p:nvSpPr>
        <p:spPr>
          <a:xfrm>
            <a:off x="838200" y="3232794"/>
            <a:ext cx="10182101" cy="33855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1. Why is the windy question skipped when the first answer is no?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2. If you answer yes to raining and no to windy, what message appears?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3. Which if does the inner else belong to, and how does indentation show this?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4. What route is taken for an unexpected first answer such as maybe, and why?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446" y="1758784"/>
            <a:ext cx="6474775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only the inner yes route so yes followed by yes displays "Wear a waterproof coat."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6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noGrp="1"/>
          </p:cNvSpPr>
          <p:nvPr/>
        </p:nvSpPr>
        <p:spPr>
          <a:xfrm>
            <a:off x="6295697" y="354178"/>
            <a:ext cx="5294250" cy="2756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 fontScale="92500" lnSpcReduction="2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600" dirty="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600" dirty="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6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8158413" cy="1325563"/>
          </a:xfrm>
        </p:spPr>
        <p:txBody>
          <a:bodyPr>
            <a:normAutofit/>
          </a:bodyPr>
          <a:lstStyle/>
          <a:p>
            <a:r>
              <a:t>Challenge 1 –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76625"/>
            <a:ext cx="9144000" cy="2857500"/>
          </a:xfrm>
        </p:spPr>
        <p:txBody>
          <a:bodyPr wrap="none" anchor="t">
            <a:noAutofit/>
          </a:bodyPr>
          <a:lstStyle/>
          <a:p>
            <a:pPr marL="17" indent="0">
              <a:spcAft>
                <a:spcPts val="0"/>
              </a:spcAft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waterproof coat."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noGrp="1"/>
          </p:cNvSpPr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dry-weather route. If raining is no, ask whether it is sunny; display "Take sunglasses." for yes and "No weather gear needed." for no.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8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t>Challenge 2 – Suggested Solution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3" y="3476625"/>
            <a:ext cx="9144000" cy="285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7" indent="0">
              <a:lnSpc>
                <a:spcPct val="82000"/>
              </a:lnSpc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sunny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sunny?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sunny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sunglasses."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weather gear needed."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library-access checker. Ask whether the visitor has a card. Only card holders are asked whether a book is overdue. Display one clear message for all three possible routes.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10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 rain gear needed."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t>Challenge 3 – Suggested Solution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11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798" y="3476625"/>
            <a:ext cx="9144000" cy="285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7" indent="0">
              <a:spcAft>
                <a:spcPts val="0"/>
              </a:spcAft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has_card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"Library card?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has_card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overdue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"Overdue book?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overdue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"Return the overdue book first."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"You may borrow a book."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"Apply for a library card."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Fix the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 fontScale="42726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windy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9189603" cy="1325563"/>
          </a:xfrm>
        </p:spPr>
        <p:txBody>
          <a:bodyPr>
            <a:normAutofit/>
          </a:bodyPr>
          <a:lstStyle/>
          <a:p>
            <a:r>
              <a:t>Fix the code! –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10371884" cy="2115403"/>
          </a:xfrm>
        </p:spPr>
        <p:txBody>
          <a:bodyPr>
            <a:normAutofit fontScale="45363"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raining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raining? yes/no: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raining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windy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"Is it windy? yes/no: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windy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"Wear a coat."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"Take an umbrella."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13</a:t>
            </a:fld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noGrp="1"/>
          </p:cNvSpPr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1098</Words>
  <Application>Microsoft Macintosh PowerPoint</Application>
  <DocSecurity>0</DocSecurity>
  <PresentationFormat>Widescreen</PresentationFormat>
  <Paragraphs>120</Paragraphs>
  <Slides>13</Slides>
  <Notes>13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JetBrains Mono</vt:lpstr>
      <vt:lpstr>Calibri</vt:lpstr>
      <vt:lpstr>Consolas</vt:lpstr>
      <vt:lpstr>Office Theme</vt:lpstr>
      <vt:lpstr>Nested Decisions</vt:lpstr>
      <vt:lpstr>PowerPoint Presentation</vt:lpstr>
      <vt:lpstr>Look at this code:</vt:lpstr>
      <vt:lpstr>What do you think this code will do?</vt:lpstr>
      <vt:lpstr>Let’s investigate.</vt:lpstr>
      <vt:lpstr>Challenge 1</vt:lpstr>
      <vt:lpstr>Challenge 1 – Suggested Solution</vt:lpstr>
      <vt:lpstr>Challenge 2</vt:lpstr>
      <vt:lpstr>Challenge 2 – Suggested Solution</vt:lpstr>
      <vt:lpstr>Challenge 3</vt:lpstr>
      <vt:lpstr>Challenge 3 – Suggested Solution</vt:lpstr>
      <vt:lpstr>Fix the code!</vt:lpstr>
      <vt:lpstr>Fix the code! – Suggested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Timothy, Ryan Carpenter</cp:lastModifiedBy>
  <cp:revision>1</cp:revision>
  <dcterms:created xsi:type="dcterms:W3CDTF">2026-08-05T10:13:19Z</dcterms:created>
  <dcterms:modified xsi:type="dcterms:W3CDTF">2026-08-06T06:10:47Z</dcterms:modified>
</cp:coreProperties>
</file>