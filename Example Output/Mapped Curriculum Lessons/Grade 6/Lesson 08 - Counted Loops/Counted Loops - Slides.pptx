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bc302ecb394ed4" /><Relationship Type="http://schemas.openxmlformats.org/officeDocument/2006/relationships/extended-properties" Target="/docProps/app.xml" Id="Rbe3c4afac30c40b4" /><Relationship Type="http://schemas.openxmlformats.org/officeDocument/2006/relationships/officeDocument" Target="/ppt/presentation.xml" Id="R94234ccae93e4eb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64e0881e1a94983"/>
  </p:sldMasterIdLst>
  <p:notesMasterIdLst>
    <p:notesMasterId xmlns:r="http://schemas.openxmlformats.org/officeDocument/2006/relationships" r:id="R67c18775d2304b9f"/>
  </p:notesMasterIdLst>
  <p:sldIdLst>
    <p:sldId xmlns:r="http://schemas.openxmlformats.org/officeDocument/2006/relationships" id="256" r:id="R58c11631a2bc44c8"/>
    <p:sldId xmlns:r="http://schemas.openxmlformats.org/officeDocument/2006/relationships" id="257" r:id="Re4f6594147254498"/>
    <p:sldId xmlns:r="http://schemas.openxmlformats.org/officeDocument/2006/relationships" id="258" r:id="Rb633aa0978104e65"/>
    <p:sldId xmlns:r="http://schemas.openxmlformats.org/officeDocument/2006/relationships" id="259" r:id="R4845eb6afd824569"/>
    <p:sldId xmlns:r="http://schemas.openxmlformats.org/officeDocument/2006/relationships" id="260" r:id="Rcf2850dbf4b34e6e"/>
    <p:sldId xmlns:r="http://schemas.openxmlformats.org/officeDocument/2006/relationships" id="261" r:id="R21e9b486879142c4"/>
    <p:sldId xmlns:r="http://schemas.openxmlformats.org/officeDocument/2006/relationships" id="262" r:id="R14f0a25cf8d84d91"/>
    <p:sldId xmlns:r="http://schemas.openxmlformats.org/officeDocument/2006/relationships" id="263" r:id="Rf8515db027a74ade"/>
    <p:sldId xmlns:r="http://schemas.openxmlformats.org/officeDocument/2006/relationships" id="264" r:id="Rc9d37e0914ba449e"/>
    <p:sldId xmlns:r="http://schemas.openxmlformats.org/officeDocument/2006/relationships" id="265" r:id="R1735f7578b6a41f2"/>
    <p:sldId xmlns:r="http://schemas.openxmlformats.org/officeDocument/2006/relationships" id="266" r:id="R7b7e189b26154b1a"/>
    <p:sldId xmlns:r="http://schemas.openxmlformats.org/officeDocument/2006/relationships" id="267" r:id="R36c0c5151d024c9e"/>
    <p:sldId xmlns:r="http://schemas.openxmlformats.org/officeDocument/2006/relationships" id="268" r:id="Rd27e3f64d2634bce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ddb4fbc8c4e3439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0f8332b9d54690" /><Relationship Type="http://schemas.openxmlformats.org/officeDocument/2006/relationships/slideMaster" Target="/ppt/slideMasters/slideMaster1.xml" Id="R464e0881e1a94983" /><Relationship Type="http://schemas.openxmlformats.org/officeDocument/2006/relationships/notesMaster" Target="/ppt/notesMasters/notesMaster1.xml" Id="R67c18775d2304b9f" /><Relationship Type="http://schemas.openxmlformats.org/officeDocument/2006/relationships/presProps" Target="/ppt/presProps.xml" Id="R9a7d1b739e8b4d90" /><Relationship Type="http://schemas.openxmlformats.org/officeDocument/2006/relationships/viewProps" Target="/ppt/viewProps.xml" Id="R22539aaf51ce4483" /><Relationship Type="http://schemas.openxmlformats.org/officeDocument/2006/relationships/tableStyles" Target="/ppt/tableStyles.xml" Id="Rf01456032678453b" /><Relationship Type="http://schemas.openxmlformats.org/officeDocument/2006/relationships/font" Target="/ppt/fonts/font.dat" Id="Rddb4fbc8c4e34393" /><Relationship Type="http://schemas.openxmlformats.org/officeDocument/2006/relationships/slide" Target="/ppt/slides/slide1.xml" Id="R58c11631a2bc44c8" /><Relationship Type="http://schemas.openxmlformats.org/officeDocument/2006/relationships/slide" Target="/ppt/slides/slide2.xml" Id="Re4f6594147254498" /><Relationship Type="http://schemas.openxmlformats.org/officeDocument/2006/relationships/slide" Target="/ppt/slides/slide3.xml" Id="Rb633aa0978104e65" /><Relationship Type="http://schemas.openxmlformats.org/officeDocument/2006/relationships/slide" Target="/ppt/slides/slide4.xml" Id="R4845eb6afd824569" /><Relationship Type="http://schemas.openxmlformats.org/officeDocument/2006/relationships/slide" Target="/ppt/slides/slide5.xml" Id="Rcf2850dbf4b34e6e" /><Relationship Type="http://schemas.openxmlformats.org/officeDocument/2006/relationships/slide" Target="/ppt/slides/slide6.xml" Id="R21e9b486879142c4" /><Relationship Type="http://schemas.openxmlformats.org/officeDocument/2006/relationships/slide" Target="/ppt/slides/slide7.xml" Id="R14f0a25cf8d84d91" /><Relationship Type="http://schemas.openxmlformats.org/officeDocument/2006/relationships/slide" Target="/ppt/slides/slide8.xml" Id="Rf8515db027a74ade" /><Relationship Type="http://schemas.openxmlformats.org/officeDocument/2006/relationships/slide" Target="/ppt/slides/slide9.xml" Id="Rc9d37e0914ba449e" /><Relationship Type="http://schemas.openxmlformats.org/officeDocument/2006/relationships/slide" Target="/ppt/slides/slide10.xml" Id="R1735f7578b6a41f2" /><Relationship Type="http://schemas.openxmlformats.org/officeDocument/2006/relationships/slide" Target="/ppt/slides/slide11.xml" Id="R7b7e189b26154b1a" /><Relationship Type="http://schemas.openxmlformats.org/officeDocument/2006/relationships/slide" Target="/ppt/slides/slide12.xml" Id="R36c0c5151d024c9e" /><Relationship Type="http://schemas.openxmlformats.org/officeDocument/2006/relationships/slide" Target="/ppt/slides/slide13.xml" Id="Rd27e3f64d2634b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3ed67475df44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a7729dea0c4e81" /><Relationship Type="http://schemas.openxmlformats.org/officeDocument/2006/relationships/notesMaster" Target="/ppt/notesMasters/notesMaster1.xml" Id="Rd8cdf2b8951949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970afca3774e1d" /><Relationship Type="http://schemas.openxmlformats.org/officeDocument/2006/relationships/notesMaster" Target="/ppt/notesMasters/notesMaster1.xml" Id="Rd5f3cc677faf49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6d64d98d4446e8" /><Relationship Type="http://schemas.openxmlformats.org/officeDocument/2006/relationships/notesMaster" Target="/ppt/notesMasters/notesMaster1.xml" Id="R444513a2bdb141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4c17db47d0482e" /><Relationship Type="http://schemas.openxmlformats.org/officeDocument/2006/relationships/notesMaster" Target="/ppt/notesMasters/notesMaster1.xml" Id="R76c83bfe70654d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20199bef714c1e" /><Relationship Type="http://schemas.openxmlformats.org/officeDocument/2006/relationships/notesMaster" Target="/ppt/notesMasters/notesMaster1.xml" Id="Ra8bb2135584b43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fd0b90ce3d4bb4" /><Relationship Type="http://schemas.openxmlformats.org/officeDocument/2006/relationships/notesMaster" Target="/ppt/notesMasters/notesMaster1.xml" Id="Ra90f5f86188348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e42f6264094cd2" /><Relationship Type="http://schemas.openxmlformats.org/officeDocument/2006/relationships/notesMaster" Target="/ppt/notesMasters/notesMaster1.xml" Id="R06ba609822664e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28b86730f242d0" /><Relationship Type="http://schemas.openxmlformats.org/officeDocument/2006/relationships/notesMaster" Target="/ppt/notesMasters/notesMaster1.xml" Id="R34bae0162bfe46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bf2b26ede94297" /><Relationship Type="http://schemas.openxmlformats.org/officeDocument/2006/relationships/notesMaster" Target="/ppt/notesMasters/notesMaster1.xml" Id="R1af90a1b780c46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494b4b32a148d6" /><Relationship Type="http://schemas.openxmlformats.org/officeDocument/2006/relationships/notesMaster" Target="/ppt/notesMasters/notesMaster1.xml" Id="R96d43ed2244444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54727db4c04cab" /><Relationship Type="http://schemas.openxmlformats.org/officeDocument/2006/relationships/notesMaster" Target="/ppt/notesMasters/notesMaster1.xml" Id="R6d25f937757849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cb1751182740ac" /><Relationship Type="http://schemas.openxmlformats.org/officeDocument/2006/relationships/notesMaster" Target="/ppt/notesMasters/notesMaster1.xml" Id="R4937b6c54e3a4a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cca14c79004656" /><Relationship Type="http://schemas.openxmlformats.org/officeDocument/2006/relationships/notesMaster" Target="/ppt/notesMasters/notesMaster1.xml" Id="R43544fc58e9848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564fe2cfee4dd1" /><Relationship Type="http://schemas.openxmlformats.org/officeDocument/2006/relationships/image" Target="/ppt/media/image.png" Id="R7824a183fa1f4d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572d44ca8414e" /><Relationship Type="http://schemas.openxmlformats.org/officeDocument/2006/relationships/image" Target="/ppt/media/image.png" Id="R94804aa3aaa44c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0c7b20f6504738" /><Relationship Type="http://schemas.openxmlformats.org/officeDocument/2006/relationships/image" Target="/ppt/media/image.png" Id="R67fafde32aa24c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aacd67e7cb44c0" /><Relationship Type="http://schemas.openxmlformats.org/officeDocument/2006/relationships/image" Target="/ppt/media/image.png" Id="Rca09cac1e14c4a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3e9cfc186425b" /><Relationship Type="http://schemas.openxmlformats.org/officeDocument/2006/relationships/image" Target="/ppt/media/image.png" Id="R33c58045f77746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80ddcf492d41f2" /><Relationship Type="http://schemas.openxmlformats.org/officeDocument/2006/relationships/image" Target="/ppt/media/image.png" Id="Rf25aa0ec6f794eb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aa81922d284911" /><Relationship Type="http://schemas.openxmlformats.org/officeDocument/2006/relationships/image" Target="/ppt/media/image.png" Id="Ra57416394f67472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15341502a44745" /><Relationship Type="http://schemas.openxmlformats.org/officeDocument/2006/relationships/image" Target="/ppt/media/image.png" Id="Rcf52df6134ab420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c7a1a2e8f4337" /><Relationship Type="http://schemas.openxmlformats.org/officeDocument/2006/relationships/image" Target="/ppt/media/image.png" Id="Rde03ede2160d42c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bbb2fe5ff3417c" /><Relationship Type="http://schemas.openxmlformats.org/officeDocument/2006/relationships/image" Target="/ppt/media/image.png" Id="R5de90f0542964ea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68fae2176646d2" /><Relationship Type="http://schemas.openxmlformats.org/officeDocument/2006/relationships/image" Target="/ppt/media/image.png" Id="R2d4b4a8cea7f4ae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824a183fa1f4da1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804aa3aaa44c4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fafde32aa24c8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09cac1e14c4a4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c58045f777467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5aa0ec6f794eb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7416394f67472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52df6134ab420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03ede2160d42c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e90f0542964ea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4b4a8cea7f4ae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ea4670485c48df" /><Relationship Type="http://schemas.openxmlformats.org/officeDocument/2006/relationships/slideLayout" Target="/ppt/slideLayouts/slideLayout1.xml" Id="Re7b1bc0670c74943" /><Relationship Type="http://schemas.openxmlformats.org/officeDocument/2006/relationships/slideLayout" Target="/ppt/slideLayouts/slideLayout2.xml" Id="R00dd6fb17dcc473c" /><Relationship Type="http://schemas.openxmlformats.org/officeDocument/2006/relationships/slideLayout" Target="/ppt/slideLayouts/slideLayout3.xml" Id="R633b48e1d2f843f7" /><Relationship Type="http://schemas.openxmlformats.org/officeDocument/2006/relationships/slideLayout" Target="/ppt/slideLayouts/slideLayout4.xml" Id="R70a5d2eead0e48f7" /><Relationship Type="http://schemas.openxmlformats.org/officeDocument/2006/relationships/slideLayout" Target="/ppt/slideLayouts/slideLayout5.xml" Id="Rd13e5ba0ac6d4775" /><Relationship Type="http://schemas.openxmlformats.org/officeDocument/2006/relationships/slideLayout" Target="/ppt/slideLayouts/slideLayout6.xml" Id="R6236291b65434760" /><Relationship Type="http://schemas.openxmlformats.org/officeDocument/2006/relationships/slideLayout" Target="/ppt/slideLayouts/slideLayout7.xml" Id="R80ce8437807646f3" /><Relationship Type="http://schemas.openxmlformats.org/officeDocument/2006/relationships/slideLayout" Target="/ppt/slideLayouts/slideLayout8.xml" Id="R32f2387bbf684438" /><Relationship Type="http://schemas.openxmlformats.org/officeDocument/2006/relationships/slideLayout" Target="/ppt/slideLayouts/slideLayout9.xml" Id="R39fb5ed2c1be47be" /><Relationship Type="http://schemas.openxmlformats.org/officeDocument/2006/relationships/slideLayout" Target="/ppt/slideLayouts/slideLayout10.xml" Id="R06741b6ac3fe43d4" /><Relationship Type="http://schemas.openxmlformats.org/officeDocument/2006/relationships/slideLayout" Target="/ppt/slideLayouts/slideLayout11.xml" Id="R7228655805e6439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b1bc0670c74943"/>
    <p:sldLayoutId xmlns:r="http://schemas.openxmlformats.org/officeDocument/2006/relationships" id="2147483650" r:id="R00dd6fb17dcc473c"/>
    <p:sldLayoutId xmlns:r="http://schemas.openxmlformats.org/officeDocument/2006/relationships" id="2147483651" r:id="R633b48e1d2f843f7"/>
    <p:sldLayoutId xmlns:r="http://schemas.openxmlformats.org/officeDocument/2006/relationships" id="2147483652" r:id="R70a5d2eead0e48f7"/>
    <p:sldLayoutId xmlns:r="http://schemas.openxmlformats.org/officeDocument/2006/relationships" id="2147483653" r:id="Rd13e5ba0ac6d4775"/>
    <p:sldLayoutId xmlns:r="http://schemas.openxmlformats.org/officeDocument/2006/relationships" id="2147483654" r:id="R6236291b65434760"/>
    <p:sldLayoutId xmlns:r="http://schemas.openxmlformats.org/officeDocument/2006/relationships" id="2147483655" r:id="R80ce8437807646f3"/>
    <p:sldLayoutId xmlns:r="http://schemas.openxmlformats.org/officeDocument/2006/relationships" id="2147483656" r:id="R32f2387bbf684438"/>
    <p:sldLayoutId xmlns:r="http://schemas.openxmlformats.org/officeDocument/2006/relationships" id="2147483657" r:id="R39fb5ed2c1be47be"/>
    <p:sldLayoutId xmlns:r="http://schemas.openxmlformats.org/officeDocument/2006/relationships" id="2147483658" r:id="R06741b6ac3fe43d4"/>
    <p:sldLayoutId xmlns:r="http://schemas.openxmlformats.org/officeDocument/2006/relationships" id="2147483659" r:id="R7228655805e64393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2626765b64152" /><Relationship Type="http://schemas.openxmlformats.org/officeDocument/2006/relationships/notesSlide" Target="/ppt/notesSlides/notesSlide1.xml" Id="Rca678c8f2f314a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83bc0135174422" /><Relationship Type="http://schemas.openxmlformats.org/officeDocument/2006/relationships/notesSlide" Target="/ppt/notesSlides/notesSlide2.xml" Id="Rcd7c8573de7042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567f7224364462" /><Relationship Type="http://schemas.openxmlformats.org/officeDocument/2006/relationships/notesSlide" Target="/ppt/notesSlides/notesSlide3.xml" Id="Rf0c54ce6806e46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cf0d56f3854ebf" /><Relationship Type="http://schemas.openxmlformats.org/officeDocument/2006/relationships/notesSlide" Target="/ppt/notesSlides/notesSlide4.xml" Id="Rea9766cacd9a4e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a2ce48b4a142e1" /><Relationship Type="http://schemas.openxmlformats.org/officeDocument/2006/relationships/notesSlide" Target="/ppt/notesSlides/notesSlide5.xml" Id="R59ff7cec3d5d45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1e217eb9c14424" /><Relationship Type="http://schemas.openxmlformats.org/officeDocument/2006/relationships/notesSlide" Target="/ppt/notesSlides/notesSlide6.xml" Id="R1a801c67e1b74e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19ff2618f4439b" /><Relationship Type="http://schemas.openxmlformats.org/officeDocument/2006/relationships/notesSlide" Target="/ppt/notesSlides/notesSlide7.xml" Id="R0e390098d35a49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2b59b0939d4f46" /><Relationship Type="http://schemas.openxmlformats.org/officeDocument/2006/relationships/notesSlide" Target="/ppt/notesSlides/notesSlide8.xml" Id="Re7d8b2af360f43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f0a140e5374425" /><Relationship Type="http://schemas.openxmlformats.org/officeDocument/2006/relationships/notesSlide" Target="/ppt/notesSlides/notesSlide9.xml" Id="R5aa0f5d9aa0f4a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dd6384b3ec474f" /><Relationship Type="http://schemas.openxmlformats.org/officeDocument/2006/relationships/notesSlide" Target="/ppt/notesSlides/notesSlide10.xml" Id="R079b31c9f3fc45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f14f0cebc34d59" /><Relationship Type="http://schemas.openxmlformats.org/officeDocument/2006/relationships/notesSlide" Target="/ppt/notesSlides/notesSlide11.xml" Id="R458cd247450745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8af8f368dd4c6b" /><Relationship Type="http://schemas.openxmlformats.org/officeDocument/2006/relationships/notesSlide" Target="/ppt/notesSlides/notesSlide12.xml" Id="R2c54de0c503f4c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5326d8a4194c98" /><Relationship Type="http://schemas.openxmlformats.org/officeDocument/2006/relationships/notesSlide" Target="/ppt/notesSlides/notesSlide13.xml" Id="Re196a876b3f340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Counted Loops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08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"Which times table?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6):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count,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"="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number * count)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"Which times table?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6):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count,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"="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number * count)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"Which times table?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6):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count,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"="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number * count)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does range(1, 6) stop after 5 instead of displaying 6?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If you enter 4, what are the first and last multiplication lines displayed?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is the multiplication line inside the loop rather than after it?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If range starts at 0 instead of 1, what first multiplication line appears, and why is that usually not wanted in this times table?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"Which times table?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6):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count,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"="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number * count)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The display stops too soon. Change range() so the starter prints the first ten multiples, then check that the final line is the tenth multiple.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"Which times table?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6):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count,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"="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number * count)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1 -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"Which times table?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11):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count,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"="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number * count)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Let the user choose where the table begins. Use range() with that starting multiplier to display five consecutive multiples.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"Which times table?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6):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count,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"="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number * count)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2 -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"Which times table?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start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"Starting multiplier?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(start, start + 5):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count,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"="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number * count)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three-line announcement. Ask for a short message, then use a for loop and range() to display "1 [message]", "2 [message]" and "3 [message]". Try it with "Ready".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"Which times table?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6):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count,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"="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number * count)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3 -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message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short message: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4):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(count, message)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86348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"Which times table?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6):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step,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"="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number * step)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 -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93765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number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"Which times table?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count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6):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(number,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"x"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count,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"="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number * count)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8C8C8C"/>
                </a:solidFill>
                <a:latin typeface="JetBrains Mono"/>
                <a:ea typeface="JetBrains Mono"/>
                <a:cs typeface="JetBrains Mono"/>
              </a:rPr>
              <a:t># range() supplies each count in order.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2026-08-05T10:01:08.2990000Z</dcterms:created>
  <dcterms:modified xsi:type="dcterms:W3CDTF">2026-08-05T10:01:08.2990000Z</dcterms:modified>
</coreProperties>
</file>