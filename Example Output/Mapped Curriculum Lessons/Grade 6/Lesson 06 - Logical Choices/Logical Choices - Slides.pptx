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282bbae298434d" /><Relationship Type="http://schemas.openxmlformats.org/officeDocument/2006/relationships/extended-properties" Target="/docProps/app.xml" Id="Rb085f4c61b984036" /><Relationship Type="http://schemas.openxmlformats.org/officeDocument/2006/relationships/officeDocument" Target="/ppt/presentation.xml" Id="R98a90b906b7f4d9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2bfd0dee5a945b7"/>
  </p:sldMasterIdLst>
  <p:notesMasterIdLst>
    <p:notesMasterId xmlns:r="http://schemas.openxmlformats.org/officeDocument/2006/relationships" r:id="R8c7df954a10d4588"/>
  </p:notesMasterIdLst>
  <p:sldIdLst>
    <p:sldId xmlns:r="http://schemas.openxmlformats.org/officeDocument/2006/relationships" id="256" r:id="R229dc9aa37f04d59"/>
    <p:sldId xmlns:r="http://schemas.openxmlformats.org/officeDocument/2006/relationships" id="257" r:id="R309a69ceefe24255"/>
    <p:sldId xmlns:r="http://schemas.openxmlformats.org/officeDocument/2006/relationships" id="258" r:id="Rad58eec5619f4597"/>
    <p:sldId xmlns:r="http://schemas.openxmlformats.org/officeDocument/2006/relationships" id="259" r:id="R2fd5d1a224034d93"/>
    <p:sldId xmlns:r="http://schemas.openxmlformats.org/officeDocument/2006/relationships" id="260" r:id="R42c9099846e14605"/>
    <p:sldId xmlns:r="http://schemas.openxmlformats.org/officeDocument/2006/relationships" id="261" r:id="R6ab348e4942840d4"/>
    <p:sldId xmlns:r="http://schemas.openxmlformats.org/officeDocument/2006/relationships" id="262" r:id="R8fc1b315e83d49d7"/>
    <p:sldId xmlns:r="http://schemas.openxmlformats.org/officeDocument/2006/relationships" id="263" r:id="Rde3a77989b58484c"/>
    <p:sldId xmlns:r="http://schemas.openxmlformats.org/officeDocument/2006/relationships" id="264" r:id="Raed9777bb4af4b6a"/>
    <p:sldId xmlns:r="http://schemas.openxmlformats.org/officeDocument/2006/relationships" id="265" r:id="R4326901ef7e64492"/>
    <p:sldId xmlns:r="http://schemas.openxmlformats.org/officeDocument/2006/relationships" id="266" r:id="R933e37a53ee44fae"/>
    <p:sldId xmlns:r="http://schemas.openxmlformats.org/officeDocument/2006/relationships" id="267" r:id="R5d321360e65d4860"/>
    <p:sldId xmlns:r="http://schemas.openxmlformats.org/officeDocument/2006/relationships" id="268" r:id="Rde21a87731704c9f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467a6d5f404c4d4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0feb1c4ee44fd9" /><Relationship Type="http://schemas.openxmlformats.org/officeDocument/2006/relationships/slideMaster" Target="/ppt/slideMasters/slideMaster1.xml" Id="R72bfd0dee5a945b7" /><Relationship Type="http://schemas.openxmlformats.org/officeDocument/2006/relationships/notesMaster" Target="/ppt/notesMasters/notesMaster1.xml" Id="R8c7df954a10d4588" /><Relationship Type="http://schemas.openxmlformats.org/officeDocument/2006/relationships/presProps" Target="/ppt/presProps.xml" Id="R57642095d8474057" /><Relationship Type="http://schemas.openxmlformats.org/officeDocument/2006/relationships/viewProps" Target="/ppt/viewProps.xml" Id="Rc0985664b45240e1" /><Relationship Type="http://schemas.openxmlformats.org/officeDocument/2006/relationships/tableStyles" Target="/ppt/tableStyles.xml" Id="R17cc7c59a61b4aac" /><Relationship Type="http://schemas.openxmlformats.org/officeDocument/2006/relationships/font" Target="/ppt/fonts/font.dat" Id="R467a6d5f404c4d40" /><Relationship Type="http://schemas.openxmlformats.org/officeDocument/2006/relationships/slide" Target="/ppt/slides/slide1.xml" Id="R229dc9aa37f04d59" /><Relationship Type="http://schemas.openxmlformats.org/officeDocument/2006/relationships/slide" Target="/ppt/slides/slide2.xml" Id="R309a69ceefe24255" /><Relationship Type="http://schemas.openxmlformats.org/officeDocument/2006/relationships/slide" Target="/ppt/slides/slide3.xml" Id="Rad58eec5619f4597" /><Relationship Type="http://schemas.openxmlformats.org/officeDocument/2006/relationships/slide" Target="/ppt/slides/slide4.xml" Id="R2fd5d1a224034d93" /><Relationship Type="http://schemas.openxmlformats.org/officeDocument/2006/relationships/slide" Target="/ppt/slides/slide5.xml" Id="R42c9099846e14605" /><Relationship Type="http://schemas.openxmlformats.org/officeDocument/2006/relationships/slide" Target="/ppt/slides/slide6.xml" Id="R6ab348e4942840d4" /><Relationship Type="http://schemas.openxmlformats.org/officeDocument/2006/relationships/slide" Target="/ppt/slides/slide7.xml" Id="R8fc1b315e83d49d7" /><Relationship Type="http://schemas.openxmlformats.org/officeDocument/2006/relationships/slide" Target="/ppt/slides/slide8.xml" Id="Rde3a77989b58484c" /><Relationship Type="http://schemas.openxmlformats.org/officeDocument/2006/relationships/slide" Target="/ppt/slides/slide9.xml" Id="Raed9777bb4af4b6a" /><Relationship Type="http://schemas.openxmlformats.org/officeDocument/2006/relationships/slide" Target="/ppt/slides/slide10.xml" Id="R4326901ef7e64492" /><Relationship Type="http://schemas.openxmlformats.org/officeDocument/2006/relationships/slide" Target="/ppt/slides/slide11.xml" Id="R933e37a53ee44fae" /><Relationship Type="http://schemas.openxmlformats.org/officeDocument/2006/relationships/slide" Target="/ppt/slides/slide12.xml" Id="R5d321360e65d4860" /><Relationship Type="http://schemas.openxmlformats.org/officeDocument/2006/relationships/slide" Target="/ppt/slides/slide13.xml" Id="Rde21a8773170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5dd3d9d8843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c05b9ac6148cf" /><Relationship Type="http://schemas.openxmlformats.org/officeDocument/2006/relationships/notesMaster" Target="/ppt/notesMasters/notesMaster1.xml" Id="R91f0665ca9a7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7e230cb0d14a7c" /><Relationship Type="http://schemas.openxmlformats.org/officeDocument/2006/relationships/notesMaster" Target="/ppt/notesMasters/notesMaster1.xml" Id="R00e0aba7ea9144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894d8c0d64296" /><Relationship Type="http://schemas.openxmlformats.org/officeDocument/2006/relationships/notesMaster" Target="/ppt/notesMasters/notesMaster1.xml" Id="Rdc2a4739e0b44c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6b8bf0068947f9" /><Relationship Type="http://schemas.openxmlformats.org/officeDocument/2006/relationships/notesMaster" Target="/ppt/notesMasters/notesMaster1.xml" Id="Rc6e984e3b3074a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8eec486c8148ff" /><Relationship Type="http://schemas.openxmlformats.org/officeDocument/2006/relationships/notesMaster" Target="/ppt/notesMasters/notesMaster1.xml" Id="R4631590b96e14c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0ede79c86242f4" /><Relationship Type="http://schemas.openxmlformats.org/officeDocument/2006/relationships/notesMaster" Target="/ppt/notesMasters/notesMaster1.xml" Id="Ra0a903e9904f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208027fe4a48e8" /><Relationship Type="http://schemas.openxmlformats.org/officeDocument/2006/relationships/notesMaster" Target="/ppt/notesMasters/notesMaster1.xml" Id="R32646f662a634b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817a104f44791" /><Relationship Type="http://schemas.openxmlformats.org/officeDocument/2006/relationships/notesMaster" Target="/ppt/notesMasters/notesMaster1.xml" Id="Re16a18c17d034f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4c4e5e56424473" /><Relationship Type="http://schemas.openxmlformats.org/officeDocument/2006/relationships/notesMaster" Target="/ppt/notesMasters/notesMaster1.xml" Id="R14f5110fbeed49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38e00c1aea4dc0" /><Relationship Type="http://schemas.openxmlformats.org/officeDocument/2006/relationships/notesMaster" Target="/ppt/notesMasters/notesMaster1.xml" Id="R42b2d102669947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ada092554e423c" /><Relationship Type="http://schemas.openxmlformats.org/officeDocument/2006/relationships/notesMaster" Target="/ppt/notesMasters/notesMaster1.xml" Id="R8ca132c16c3449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5d1f6399a7444b" /><Relationship Type="http://schemas.openxmlformats.org/officeDocument/2006/relationships/notesMaster" Target="/ppt/notesMasters/notesMaster1.xml" Id="Re0fb334c7c7547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fee027509d406f" /><Relationship Type="http://schemas.openxmlformats.org/officeDocument/2006/relationships/notesMaster" Target="/ppt/notesMasters/notesMaster1.xml" Id="R3cdc0425bfc3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f927f02634aad" /><Relationship Type="http://schemas.openxmlformats.org/officeDocument/2006/relationships/image" Target="/ppt/media/image.png" Id="R95d710e3f12140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27c50f9bb4445" /><Relationship Type="http://schemas.openxmlformats.org/officeDocument/2006/relationships/image" Target="/ppt/media/image.png" Id="R1bf14a82737a4d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49306a0954a86" /><Relationship Type="http://schemas.openxmlformats.org/officeDocument/2006/relationships/image" Target="/ppt/media/image.png" Id="Rf372e9a660dc46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343e94b264231" /><Relationship Type="http://schemas.openxmlformats.org/officeDocument/2006/relationships/image" Target="/ppt/media/image.png" Id="R844c24d95dd349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18d41b3634ab4" /><Relationship Type="http://schemas.openxmlformats.org/officeDocument/2006/relationships/image" Target="/ppt/media/image.png" Id="R4a5af1e634a343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651e58853491c" /><Relationship Type="http://schemas.openxmlformats.org/officeDocument/2006/relationships/image" Target="/ppt/media/image.png" Id="R4f3d66617fc743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0c1bb8e75458f" /><Relationship Type="http://schemas.openxmlformats.org/officeDocument/2006/relationships/image" Target="/ppt/media/image.png" Id="Rc9e8e4b11e7d4b3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3c0099d07413e" /><Relationship Type="http://schemas.openxmlformats.org/officeDocument/2006/relationships/image" Target="/ppt/media/image.png" Id="Re1d8fce42b3d472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701e67cfc40ec" /><Relationship Type="http://schemas.openxmlformats.org/officeDocument/2006/relationships/image" Target="/ppt/media/image.png" Id="R1f96a334df1c4b8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3496cd84a431d" /><Relationship Type="http://schemas.openxmlformats.org/officeDocument/2006/relationships/image" Target="/ppt/media/image.png" Id="Rbf160bb70a884d1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a1547643141fd" /><Relationship Type="http://schemas.openxmlformats.org/officeDocument/2006/relationships/image" Target="/ppt/media/image.png" Id="R510559721f284ab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d710e3f121406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f14a82737a4dd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72e9a660dc465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4c24d95dd3497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5af1e634a3437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3d66617fc743d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e8e4b11e7d4b3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d8fce42b3d472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96a334df1c4b8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160bb70a884d1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0559721f284ab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8fda3fb384bc2" /><Relationship Type="http://schemas.openxmlformats.org/officeDocument/2006/relationships/slideLayout" Target="/ppt/slideLayouts/slideLayout1.xml" Id="R3d8e586d45d4467c" /><Relationship Type="http://schemas.openxmlformats.org/officeDocument/2006/relationships/slideLayout" Target="/ppt/slideLayouts/slideLayout2.xml" Id="R5367ad6ecef1435a" /><Relationship Type="http://schemas.openxmlformats.org/officeDocument/2006/relationships/slideLayout" Target="/ppt/slideLayouts/slideLayout3.xml" Id="R762d248852004e50" /><Relationship Type="http://schemas.openxmlformats.org/officeDocument/2006/relationships/slideLayout" Target="/ppt/slideLayouts/slideLayout4.xml" Id="Rb4d06845c622457f" /><Relationship Type="http://schemas.openxmlformats.org/officeDocument/2006/relationships/slideLayout" Target="/ppt/slideLayouts/slideLayout5.xml" Id="Rabc6292623904633" /><Relationship Type="http://schemas.openxmlformats.org/officeDocument/2006/relationships/slideLayout" Target="/ppt/slideLayouts/slideLayout6.xml" Id="Rd1260462a3a047f5" /><Relationship Type="http://schemas.openxmlformats.org/officeDocument/2006/relationships/slideLayout" Target="/ppt/slideLayouts/slideLayout7.xml" Id="R83c1c4c982d54ea2" /><Relationship Type="http://schemas.openxmlformats.org/officeDocument/2006/relationships/slideLayout" Target="/ppt/slideLayouts/slideLayout8.xml" Id="R915d80e47d924675" /><Relationship Type="http://schemas.openxmlformats.org/officeDocument/2006/relationships/slideLayout" Target="/ppt/slideLayouts/slideLayout9.xml" Id="Re6aabf6fb1ff42a6" /><Relationship Type="http://schemas.openxmlformats.org/officeDocument/2006/relationships/slideLayout" Target="/ppt/slideLayouts/slideLayout10.xml" Id="R48394d069de34e0c" /><Relationship Type="http://schemas.openxmlformats.org/officeDocument/2006/relationships/slideLayout" Target="/ppt/slideLayouts/slideLayout11.xml" Id="R92684aa5fb7b4e6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8e586d45d4467c"/>
    <p:sldLayoutId xmlns:r="http://schemas.openxmlformats.org/officeDocument/2006/relationships" id="2147483650" r:id="R5367ad6ecef1435a"/>
    <p:sldLayoutId xmlns:r="http://schemas.openxmlformats.org/officeDocument/2006/relationships" id="2147483651" r:id="R762d248852004e50"/>
    <p:sldLayoutId xmlns:r="http://schemas.openxmlformats.org/officeDocument/2006/relationships" id="2147483652" r:id="Rb4d06845c622457f"/>
    <p:sldLayoutId xmlns:r="http://schemas.openxmlformats.org/officeDocument/2006/relationships" id="2147483653" r:id="Rabc6292623904633"/>
    <p:sldLayoutId xmlns:r="http://schemas.openxmlformats.org/officeDocument/2006/relationships" id="2147483654" r:id="Rd1260462a3a047f5"/>
    <p:sldLayoutId xmlns:r="http://schemas.openxmlformats.org/officeDocument/2006/relationships" id="2147483655" r:id="R83c1c4c982d54ea2"/>
    <p:sldLayoutId xmlns:r="http://schemas.openxmlformats.org/officeDocument/2006/relationships" id="2147483656" r:id="R915d80e47d924675"/>
    <p:sldLayoutId xmlns:r="http://schemas.openxmlformats.org/officeDocument/2006/relationships" id="2147483657" r:id="Re6aabf6fb1ff42a6"/>
    <p:sldLayoutId xmlns:r="http://schemas.openxmlformats.org/officeDocument/2006/relationships" id="2147483658" r:id="R48394d069de34e0c"/>
    <p:sldLayoutId xmlns:r="http://schemas.openxmlformats.org/officeDocument/2006/relationships" id="2147483659" r:id="R92684aa5fb7b4e6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e83d1b408478c" /><Relationship Type="http://schemas.openxmlformats.org/officeDocument/2006/relationships/notesSlide" Target="/ppt/notesSlides/notesSlide1.xml" Id="R3f349eefcb62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dbcbd3d0fa40b8" /><Relationship Type="http://schemas.openxmlformats.org/officeDocument/2006/relationships/notesSlide" Target="/ppt/notesSlides/notesSlide2.xml" Id="R77e6b947490b43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da90cae5434e39" /><Relationship Type="http://schemas.openxmlformats.org/officeDocument/2006/relationships/notesSlide" Target="/ppt/notesSlides/notesSlide3.xml" Id="R80389f069c684b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653d44f6054e64" /><Relationship Type="http://schemas.openxmlformats.org/officeDocument/2006/relationships/notesSlide" Target="/ppt/notesSlides/notesSlide4.xml" Id="R983f38b70f71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ea2c367c247b5" /><Relationship Type="http://schemas.openxmlformats.org/officeDocument/2006/relationships/notesSlide" Target="/ppt/notesSlides/notesSlide5.xml" Id="R67c8350679064f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f13c8df7514627" /><Relationship Type="http://schemas.openxmlformats.org/officeDocument/2006/relationships/notesSlide" Target="/ppt/notesSlides/notesSlide6.xml" Id="R0e0f9d27821a46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740628c99a4378" /><Relationship Type="http://schemas.openxmlformats.org/officeDocument/2006/relationships/notesSlide" Target="/ppt/notesSlides/notesSlide7.xml" Id="R8b2ff7ae44434c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d4e422bbbf494d" /><Relationship Type="http://schemas.openxmlformats.org/officeDocument/2006/relationships/notesSlide" Target="/ppt/notesSlides/notesSlide8.xml" Id="R6cf0eba6d2b643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88524dca3b453b" /><Relationship Type="http://schemas.openxmlformats.org/officeDocument/2006/relationships/notesSlide" Target="/ppt/notesSlides/notesSlide9.xml" Id="R0ddf2dadfb08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13928472ab41f3" /><Relationship Type="http://schemas.openxmlformats.org/officeDocument/2006/relationships/notesSlide" Target="/ppt/notesSlides/notesSlide10.xml" Id="R5676672c095f42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b4285ad0d450c" /><Relationship Type="http://schemas.openxmlformats.org/officeDocument/2006/relationships/notesSlide" Target="/ppt/notesSlides/notesSlide11.xml" Id="Rdbb99c4e16d94f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4fd8d2a370413a" /><Relationship Type="http://schemas.openxmlformats.org/officeDocument/2006/relationships/notesSlide" Target="/ppt/notesSlides/notesSlide12.xml" Id="R778ea5fdb11b4d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ffeb8de5dc4df5" /><Relationship Type="http://schemas.openxmlformats.org/officeDocument/2006/relationships/notesSlide" Target="/ppt/notesSlides/notesSlide13.xml" Id="R3f8087ac279647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Logical Choices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06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the age is 11 and the ticket answer is yes, what message appears? Why?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For age 14, ticket no and adult yes, what message appears? Which comparison is True?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if the user types Yes instead of yes, and why?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or were changed to and, would age 14, ticket no, adult yes allow entry?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Lower the age boundary to 14. Use the existing ticket rule, then test ages 13 and 14 with a ticket so the change is visible.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8215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14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an adult exception with or: entry is allowed when the age-and-ticket rule is true or an adult is present. Test an under-age visitor with no ticket but with an adult.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8215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2 -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(age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has_ticket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club checker that asks whether the visitor is a member and has a valid pass. Use and so entry is allowed only when both answers are "yes"; otherwise show a refusal. Test one allowed and one refused route.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8215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3 -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"Are you a member?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valid_pass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valid pass?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member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valid_pass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entry allowed."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entry refused."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42726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has_adults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3568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age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your age: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has_ticket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have a ticket?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has_adult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an adult with you?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age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(has_ticket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has_adult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enter."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"Please check the entry rules."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Both parts of the rule must be True.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2026-08-05T10:03:49.4770000Z</dcterms:created>
  <dcterms:modified xsi:type="dcterms:W3CDTF">2026-08-05T10:03:49.4770000Z</dcterms:modified>
</coreProperties>
</file>