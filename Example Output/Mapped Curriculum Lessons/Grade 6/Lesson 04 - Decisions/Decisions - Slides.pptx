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b0fcf29e4045e3" /><Relationship Type="http://schemas.openxmlformats.org/officeDocument/2006/relationships/extended-properties" Target="/docProps/app.xml" Id="R65f61e7547cb4953" /><Relationship Type="http://schemas.openxmlformats.org/officeDocument/2006/relationships/officeDocument" Target="/ppt/presentation.xml" Id="Rce042c12a2454c08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ef4ae1b183f04ae4"/>
  </p:sldMasterIdLst>
  <p:notesMasterIdLst>
    <p:notesMasterId xmlns:r="http://schemas.openxmlformats.org/officeDocument/2006/relationships" r:id="R5772db7cd7494e82"/>
  </p:notesMasterIdLst>
  <p:sldIdLst>
    <p:sldId xmlns:r="http://schemas.openxmlformats.org/officeDocument/2006/relationships" id="256" r:id="R5758a7d4cedc4ea4"/>
    <p:sldId xmlns:r="http://schemas.openxmlformats.org/officeDocument/2006/relationships" id="257" r:id="R0b392df9cba0485d"/>
    <p:sldId xmlns:r="http://schemas.openxmlformats.org/officeDocument/2006/relationships" id="258" r:id="Rce9184f09a8c4342"/>
    <p:sldId xmlns:r="http://schemas.openxmlformats.org/officeDocument/2006/relationships" id="259" r:id="R31a9d347af944919"/>
    <p:sldId xmlns:r="http://schemas.openxmlformats.org/officeDocument/2006/relationships" id="260" r:id="Rbc2b42d48ff54201"/>
    <p:sldId xmlns:r="http://schemas.openxmlformats.org/officeDocument/2006/relationships" id="261" r:id="R5184cbcaaff54a0e"/>
    <p:sldId xmlns:r="http://schemas.openxmlformats.org/officeDocument/2006/relationships" id="262" r:id="R05c7cdda310c4052"/>
    <p:sldId xmlns:r="http://schemas.openxmlformats.org/officeDocument/2006/relationships" id="263" r:id="Rb5a9b51a7f5e4d11"/>
    <p:sldId xmlns:r="http://schemas.openxmlformats.org/officeDocument/2006/relationships" id="264" r:id="Rb8461398c5164851"/>
    <p:sldId xmlns:r="http://schemas.openxmlformats.org/officeDocument/2006/relationships" id="265" r:id="Ra2b648ee34534503"/>
    <p:sldId xmlns:r="http://schemas.openxmlformats.org/officeDocument/2006/relationships" id="266" r:id="Rbb89417a43d64574"/>
    <p:sldId xmlns:r="http://schemas.openxmlformats.org/officeDocument/2006/relationships" id="267" r:id="R0c4110dc9ced48a4"/>
    <p:sldId xmlns:r="http://schemas.openxmlformats.org/officeDocument/2006/relationships" id="268" r:id="R9be056e2ad744486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1976bd915447472e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efe26909cb4bd2" /><Relationship Type="http://schemas.openxmlformats.org/officeDocument/2006/relationships/slideMaster" Target="/ppt/slideMasters/slideMaster1.xml" Id="Ref4ae1b183f04ae4" /><Relationship Type="http://schemas.openxmlformats.org/officeDocument/2006/relationships/notesMaster" Target="/ppt/notesMasters/notesMaster1.xml" Id="R5772db7cd7494e82" /><Relationship Type="http://schemas.openxmlformats.org/officeDocument/2006/relationships/presProps" Target="/ppt/presProps.xml" Id="Rf95cdf12b7c944a7" /><Relationship Type="http://schemas.openxmlformats.org/officeDocument/2006/relationships/viewProps" Target="/ppt/viewProps.xml" Id="R8d29784f1a3e440a" /><Relationship Type="http://schemas.openxmlformats.org/officeDocument/2006/relationships/tableStyles" Target="/ppt/tableStyles.xml" Id="Rfe235271c77547f6" /><Relationship Type="http://schemas.openxmlformats.org/officeDocument/2006/relationships/font" Target="/ppt/fonts/font.dat" Id="R1976bd915447472e" /><Relationship Type="http://schemas.openxmlformats.org/officeDocument/2006/relationships/slide" Target="/ppt/slides/slide1.xml" Id="R5758a7d4cedc4ea4" /><Relationship Type="http://schemas.openxmlformats.org/officeDocument/2006/relationships/slide" Target="/ppt/slides/slide2.xml" Id="R0b392df9cba0485d" /><Relationship Type="http://schemas.openxmlformats.org/officeDocument/2006/relationships/slide" Target="/ppt/slides/slide3.xml" Id="Rce9184f09a8c4342" /><Relationship Type="http://schemas.openxmlformats.org/officeDocument/2006/relationships/slide" Target="/ppt/slides/slide4.xml" Id="R31a9d347af944919" /><Relationship Type="http://schemas.openxmlformats.org/officeDocument/2006/relationships/slide" Target="/ppt/slides/slide5.xml" Id="Rbc2b42d48ff54201" /><Relationship Type="http://schemas.openxmlformats.org/officeDocument/2006/relationships/slide" Target="/ppt/slides/slide6.xml" Id="R5184cbcaaff54a0e" /><Relationship Type="http://schemas.openxmlformats.org/officeDocument/2006/relationships/slide" Target="/ppt/slides/slide7.xml" Id="R05c7cdda310c4052" /><Relationship Type="http://schemas.openxmlformats.org/officeDocument/2006/relationships/slide" Target="/ppt/slides/slide8.xml" Id="Rb5a9b51a7f5e4d11" /><Relationship Type="http://schemas.openxmlformats.org/officeDocument/2006/relationships/slide" Target="/ppt/slides/slide9.xml" Id="Rb8461398c5164851" /><Relationship Type="http://schemas.openxmlformats.org/officeDocument/2006/relationships/slide" Target="/ppt/slides/slide10.xml" Id="Ra2b648ee34534503" /><Relationship Type="http://schemas.openxmlformats.org/officeDocument/2006/relationships/slide" Target="/ppt/slides/slide11.xml" Id="Rbb89417a43d64574" /><Relationship Type="http://schemas.openxmlformats.org/officeDocument/2006/relationships/slide" Target="/ppt/slides/slide12.xml" Id="R0c4110dc9ced48a4" /><Relationship Type="http://schemas.openxmlformats.org/officeDocument/2006/relationships/slide" Target="/ppt/slides/slide13.xml" Id="R9be056e2ad7444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c8f26d09064f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25325c06184160" /><Relationship Type="http://schemas.openxmlformats.org/officeDocument/2006/relationships/notesMaster" Target="/ppt/notesMasters/notesMaster1.xml" Id="R0072e31166ef4f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815115b3b44be8" /><Relationship Type="http://schemas.openxmlformats.org/officeDocument/2006/relationships/notesMaster" Target="/ppt/notesMasters/notesMaster1.xml" Id="R465d593641df49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9b396a18a04570" /><Relationship Type="http://schemas.openxmlformats.org/officeDocument/2006/relationships/notesMaster" Target="/ppt/notesMasters/notesMaster1.xml" Id="R28e9410c92154f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fef964beeb4c91" /><Relationship Type="http://schemas.openxmlformats.org/officeDocument/2006/relationships/notesMaster" Target="/ppt/notesMasters/notesMaster1.xml" Id="Rd359cfa024da4e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2f209cb6c44319" /><Relationship Type="http://schemas.openxmlformats.org/officeDocument/2006/relationships/notesMaster" Target="/ppt/notesMasters/notesMaster1.xml" Id="Rc37713b656c94e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fb7e9abdab4ab5" /><Relationship Type="http://schemas.openxmlformats.org/officeDocument/2006/relationships/notesMaster" Target="/ppt/notesMasters/notesMaster1.xml" Id="Ra9bcab89a1ee41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d67759af514ae6" /><Relationship Type="http://schemas.openxmlformats.org/officeDocument/2006/relationships/notesMaster" Target="/ppt/notesMasters/notesMaster1.xml" Id="R7b059c57bc6043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7c6c0e80ab4f0a" /><Relationship Type="http://schemas.openxmlformats.org/officeDocument/2006/relationships/notesMaster" Target="/ppt/notesMasters/notesMaster1.xml" Id="Rb12d342347ac49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ad62a602f1476e" /><Relationship Type="http://schemas.openxmlformats.org/officeDocument/2006/relationships/notesMaster" Target="/ppt/notesMasters/notesMaster1.xml" Id="R59bb14e96c7745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76dd95ba724b0b" /><Relationship Type="http://schemas.openxmlformats.org/officeDocument/2006/relationships/notesMaster" Target="/ppt/notesMasters/notesMaster1.xml" Id="Rdcb4d1c3c50046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0fbd90e7424075" /><Relationship Type="http://schemas.openxmlformats.org/officeDocument/2006/relationships/notesMaster" Target="/ppt/notesMasters/notesMaster1.xml" Id="R5ef7ab75225a45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14ab76137b4e29" /><Relationship Type="http://schemas.openxmlformats.org/officeDocument/2006/relationships/notesMaster" Target="/ppt/notesMasters/notesMaster1.xml" Id="Rc76f6246d3604f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bbcc67d5a84618" /><Relationship Type="http://schemas.openxmlformats.org/officeDocument/2006/relationships/notesMaster" Target="/ppt/notesMasters/notesMaster1.xml" Id="Rcf3b87625db043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00f127306040e0" /><Relationship Type="http://schemas.openxmlformats.org/officeDocument/2006/relationships/image" Target="/ppt/media/image.png" Id="R6cdd51303f2c48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793f60ef24867" /><Relationship Type="http://schemas.openxmlformats.org/officeDocument/2006/relationships/image" Target="/ppt/media/image.png" Id="R2ee0981c8a10412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4a526de723435a" /><Relationship Type="http://schemas.openxmlformats.org/officeDocument/2006/relationships/image" Target="/ppt/media/image.png" Id="R4d4c6536f92148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b39630c44e4935" /><Relationship Type="http://schemas.openxmlformats.org/officeDocument/2006/relationships/image" Target="/ppt/media/image.png" Id="Rac23cc483af94b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b6ddb727624c35" /><Relationship Type="http://schemas.openxmlformats.org/officeDocument/2006/relationships/image" Target="/ppt/media/image.png" Id="Rbc07637037b7412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b4da235cd448f5" /><Relationship Type="http://schemas.openxmlformats.org/officeDocument/2006/relationships/image" Target="/ppt/media/image.png" Id="Rf3ed72f2525c485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9ed900da154395" /><Relationship Type="http://schemas.openxmlformats.org/officeDocument/2006/relationships/image" Target="/ppt/media/image.png" Id="R7b88486e9ca74cc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f465c1c1c643ed" /><Relationship Type="http://schemas.openxmlformats.org/officeDocument/2006/relationships/image" Target="/ppt/media/image.png" Id="Rd3b7890f17ef446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e84f419e140f4" /><Relationship Type="http://schemas.openxmlformats.org/officeDocument/2006/relationships/image" Target="/ppt/media/image.png" Id="R2843eb34728a40b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af91f236a24e11" /><Relationship Type="http://schemas.openxmlformats.org/officeDocument/2006/relationships/image" Target="/ppt/media/image.png" Id="R5472de379fd74dc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677956d01d4309" /><Relationship Type="http://schemas.openxmlformats.org/officeDocument/2006/relationships/image" Target="/ppt/media/image.png" Id="R30f4936b924f4b3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cdd51303f2c482b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e0981c8a10412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4c6536f921480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c23cc483af94bf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c07637037b7412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3ed72f2525c485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b88486e9ca74cc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3b7890f17ef446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843eb34728a40b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472de379fd74dc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0f4936b924f4b3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03df6eddcc4034" /><Relationship Type="http://schemas.openxmlformats.org/officeDocument/2006/relationships/slideLayout" Target="/ppt/slideLayouts/slideLayout1.xml" Id="Rc46bf0b8702d43ca" /><Relationship Type="http://schemas.openxmlformats.org/officeDocument/2006/relationships/slideLayout" Target="/ppt/slideLayouts/slideLayout2.xml" Id="Ra11acb9855484554" /><Relationship Type="http://schemas.openxmlformats.org/officeDocument/2006/relationships/slideLayout" Target="/ppt/slideLayouts/slideLayout3.xml" Id="Rc0c6ef27b69f4371" /><Relationship Type="http://schemas.openxmlformats.org/officeDocument/2006/relationships/slideLayout" Target="/ppt/slideLayouts/slideLayout4.xml" Id="Rce07ec32ce4f4402" /><Relationship Type="http://schemas.openxmlformats.org/officeDocument/2006/relationships/slideLayout" Target="/ppt/slideLayouts/slideLayout5.xml" Id="R6e4d861a7a414af5" /><Relationship Type="http://schemas.openxmlformats.org/officeDocument/2006/relationships/slideLayout" Target="/ppt/slideLayouts/slideLayout6.xml" Id="R0b04ac9639d44021" /><Relationship Type="http://schemas.openxmlformats.org/officeDocument/2006/relationships/slideLayout" Target="/ppt/slideLayouts/slideLayout7.xml" Id="R22c478c0d06e4ec6" /><Relationship Type="http://schemas.openxmlformats.org/officeDocument/2006/relationships/slideLayout" Target="/ppt/slideLayouts/slideLayout8.xml" Id="R886f5ff7ce164bd1" /><Relationship Type="http://schemas.openxmlformats.org/officeDocument/2006/relationships/slideLayout" Target="/ppt/slideLayouts/slideLayout9.xml" Id="Re5552c0a9c1a4c71" /><Relationship Type="http://schemas.openxmlformats.org/officeDocument/2006/relationships/slideLayout" Target="/ppt/slideLayouts/slideLayout10.xml" Id="R1c0bd31c096a43e3" /><Relationship Type="http://schemas.openxmlformats.org/officeDocument/2006/relationships/slideLayout" Target="/ppt/slideLayouts/slideLayout11.xml" Id="R07c03d96a3114a2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6bf0b8702d43ca"/>
    <p:sldLayoutId xmlns:r="http://schemas.openxmlformats.org/officeDocument/2006/relationships" id="2147483650" r:id="Ra11acb9855484554"/>
    <p:sldLayoutId xmlns:r="http://schemas.openxmlformats.org/officeDocument/2006/relationships" id="2147483651" r:id="Rc0c6ef27b69f4371"/>
    <p:sldLayoutId xmlns:r="http://schemas.openxmlformats.org/officeDocument/2006/relationships" id="2147483652" r:id="Rce07ec32ce4f4402"/>
    <p:sldLayoutId xmlns:r="http://schemas.openxmlformats.org/officeDocument/2006/relationships" id="2147483653" r:id="R6e4d861a7a414af5"/>
    <p:sldLayoutId xmlns:r="http://schemas.openxmlformats.org/officeDocument/2006/relationships" id="2147483654" r:id="R0b04ac9639d44021"/>
    <p:sldLayoutId xmlns:r="http://schemas.openxmlformats.org/officeDocument/2006/relationships" id="2147483655" r:id="R22c478c0d06e4ec6"/>
    <p:sldLayoutId xmlns:r="http://schemas.openxmlformats.org/officeDocument/2006/relationships" id="2147483656" r:id="R886f5ff7ce164bd1"/>
    <p:sldLayoutId xmlns:r="http://schemas.openxmlformats.org/officeDocument/2006/relationships" id="2147483657" r:id="Re5552c0a9c1a4c71"/>
    <p:sldLayoutId xmlns:r="http://schemas.openxmlformats.org/officeDocument/2006/relationships" id="2147483658" r:id="R1c0bd31c096a43e3"/>
    <p:sldLayoutId xmlns:r="http://schemas.openxmlformats.org/officeDocument/2006/relationships" id="2147483659" r:id="R07c03d96a3114a2d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407ebaa804320" /><Relationship Type="http://schemas.openxmlformats.org/officeDocument/2006/relationships/notesSlide" Target="/ppt/notesSlides/notesSlide1.xml" Id="R29c1b180a9f342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b59d19c48ee4a16" /><Relationship Type="http://schemas.openxmlformats.org/officeDocument/2006/relationships/notesSlide" Target="/ppt/notesSlides/notesSlide2.xml" Id="R91b24dc72d244d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8646de77d14e33" /><Relationship Type="http://schemas.openxmlformats.org/officeDocument/2006/relationships/notesSlide" Target="/ppt/notesSlides/notesSlide3.xml" Id="R28fcdbe53b704e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cdf0eed3164a5e" /><Relationship Type="http://schemas.openxmlformats.org/officeDocument/2006/relationships/notesSlide" Target="/ppt/notesSlides/notesSlide4.xml" Id="R7b8fb4aa168a4d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397429839f48f6" /><Relationship Type="http://schemas.openxmlformats.org/officeDocument/2006/relationships/notesSlide" Target="/ppt/notesSlides/notesSlide5.xml" Id="R6216406acd4a4d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01af1c1bd24237" /><Relationship Type="http://schemas.openxmlformats.org/officeDocument/2006/relationships/notesSlide" Target="/ppt/notesSlides/notesSlide6.xml" Id="R5bb148965ffe49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7c547a87a14da3" /><Relationship Type="http://schemas.openxmlformats.org/officeDocument/2006/relationships/notesSlide" Target="/ppt/notesSlides/notesSlide7.xml" Id="R3919e14c475144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9339a9cf7940a7" /><Relationship Type="http://schemas.openxmlformats.org/officeDocument/2006/relationships/notesSlide" Target="/ppt/notesSlides/notesSlide8.xml" Id="R5b95eef39fad47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48568c17264739" /><Relationship Type="http://schemas.openxmlformats.org/officeDocument/2006/relationships/notesSlide" Target="/ppt/notesSlides/notesSlide9.xml" Id="R3a4c0e14ba664f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5c8c5c61414a88" /><Relationship Type="http://schemas.openxmlformats.org/officeDocument/2006/relationships/notesSlide" Target="/ppt/notesSlides/notesSlide10.xml" Id="Rb46d783f199747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69dfe586594777" /><Relationship Type="http://schemas.openxmlformats.org/officeDocument/2006/relationships/notesSlide" Target="/ppt/notesSlides/notesSlide11.xml" Id="Rcb731f1cc356443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dfa95ea27e48a4" /><Relationship Type="http://schemas.openxmlformats.org/officeDocument/2006/relationships/notesSlide" Target="/ppt/notesSlides/notesSlide12.xml" Id="Rb00ebd2be10e4e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71b2be73d1493b" /><Relationship Type="http://schemas.openxmlformats.org/officeDocument/2006/relationships/notesSlide" Target="/ppt/notesSlides/notesSlide13.xml" Id="R18967e25f99c4bf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Decisions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04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walk or read: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"walk"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 walk in the park."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"Read a book at home."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walk or read: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"walk"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 walk in the park."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"Read a book at home."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walk or read: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"walk"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 walk in the park."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"Read a book at home."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does walk run the if block but Walk run the else block?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What does the program display if the user types cycle, even though cycle is not one of the suggested choices?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If you type read, what message appears and which block runs?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Why can the if and else blocks not both run during the same decision?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758784"/>
            <a:ext cx="6474775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walk or read: "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"walk"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 walk in the park."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"Read a book at home."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Run the starter once with "walk" and once with "read". Then replace only the walk recommendation with a library message. Both inputs must still lead to different messages.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walk or read: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"walk"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 walk in the park."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"Read a book at home."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1 -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walk or read: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"walk"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"Visit the library."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"Read a book at home."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Personalise both routes: ask for the user's name, then include it in whichever recommendation appears. Check that the name is shown for both possible choices.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walk or read: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"walk"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 walk in the park."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"Read a book at home."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2 -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508493"/>
            <a:ext cx="8032968" cy="1631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name?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walk or read: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"walk"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(name,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 walk in the park."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(name,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"Read a book at home."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 cafe asks, "Do you want tea?" Use if and else to build a two-way choice: yes displays "Tea is ready."; every other answer displays "Choose another drink." Test one input for each route.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walk or read: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"walk"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 walk in the park."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"Read a book at home."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3 -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798" y="3581011"/>
            <a:ext cx="10341293" cy="1323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answer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 you want tea?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answer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 is ready."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another drink."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63395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walk or read: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"walk"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 walk in the park."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"Read a book at home."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display_choice)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918960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 -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371884" cy="2115403"/>
          </a:xfrm>
        </p:spPr>
        <p:txBody>
          <a:bodyPr xmlns:a="http://schemas.openxmlformats.org/drawingml/2006/main">
            <a:normAutofit fontScale="57463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walk or read: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"walk"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 walk in the park."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"Read a book at home."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8C8C8C"/>
                </a:solidFill>
                <a:latin typeface="JetBrains Mono"/>
                <a:ea typeface="JetBrains Mono"/>
                <a:cs typeface="JetBrains Mono"/>
              </a:rPr>
              <a:t># The else branch prints its own message.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2026-08-05T10:29:18.5290000Z</dcterms:created>
  <dcterms:modified xsi:type="dcterms:W3CDTF">2026-08-05T10:29:18.5290000Z</dcterms:modified>
</coreProperties>
</file>