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d5ff1f50b640ac" /><Relationship Type="http://schemas.openxmlformats.org/officeDocument/2006/relationships/extended-properties" Target="/docProps/app.xml" Id="R63e3d908464d449b" /><Relationship Type="http://schemas.openxmlformats.org/officeDocument/2006/relationships/officeDocument" Target="/ppt/presentation.xml" Id="Ra8554096f7c34e9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9dc1c7d4d234456"/>
  </p:sldMasterIdLst>
  <p:notesMasterIdLst>
    <p:notesMasterId xmlns:r="http://schemas.openxmlformats.org/officeDocument/2006/relationships" r:id="R93eea463eb4f4346"/>
  </p:notesMasterIdLst>
  <p:sldIdLst>
    <p:sldId xmlns:r="http://schemas.openxmlformats.org/officeDocument/2006/relationships" id="256" r:id="Reef2953d5979411d"/>
    <p:sldId xmlns:r="http://schemas.openxmlformats.org/officeDocument/2006/relationships" id="257" r:id="R22ba41c9b2074cef"/>
    <p:sldId xmlns:r="http://schemas.openxmlformats.org/officeDocument/2006/relationships" id="258" r:id="R5d3f5d2c66584299"/>
    <p:sldId xmlns:r="http://schemas.openxmlformats.org/officeDocument/2006/relationships" id="259" r:id="R6cd36aa21add49e4"/>
    <p:sldId xmlns:r="http://schemas.openxmlformats.org/officeDocument/2006/relationships" id="260" r:id="R06d3613d74ed47a4"/>
    <p:sldId xmlns:r="http://schemas.openxmlformats.org/officeDocument/2006/relationships" id="261" r:id="R76514307f1684e09"/>
    <p:sldId xmlns:r="http://schemas.openxmlformats.org/officeDocument/2006/relationships" id="262" r:id="Re4cac3bbb308480b"/>
    <p:sldId xmlns:r="http://schemas.openxmlformats.org/officeDocument/2006/relationships" id="263" r:id="R35371cb3cf00497f"/>
    <p:sldId xmlns:r="http://schemas.openxmlformats.org/officeDocument/2006/relationships" id="264" r:id="R6fb9d58b46184878"/>
    <p:sldId xmlns:r="http://schemas.openxmlformats.org/officeDocument/2006/relationships" id="265" r:id="Rbdb42da400764f28"/>
    <p:sldId xmlns:r="http://schemas.openxmlformats.org/officeDocument/2006/relationships" id="266" r:id="R78704131fe394bad"/>
    <p:sldId xmlns:r="http://schemas.openxmlformats.org/officeDocument/2006/relationships" id="267" r:id="R02f88f1d615b4a97"/>
    <p:sldId xmlns:r="http://schemas.openxmlformats.org/officeDocument/2006/relationships" id="268" r:id="Rf9dd4be8cfcc46fa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bdae6fdf6865477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34e52430f4e72" /><Relationship Type="http://schemas.openxmlformats.org/officeDocument/2006/relationships/slideMaster" Target="/ppt/slideMasters/slideMaster1.xml" Id="R49dc1c7d4d234456" /><Relationship Type="http://schemas.openxmlformats.org/officeDocument/2006/relationships/notesMaster" Target="/ppt/notesMasters/notesMaster1.xml" Id="R93eea463eb4f4346" /><Relationship Type="http://schemas.openxmlformats.org/officeDocument/2006/relationships/presProps" Target="/ppt/presProps.xml" Id="R7664576b10b74a8c" /><Relationship Type="http://schemas.openxmlformats.org/officeDocument/2006/relationships/viewProps" Target="/ppt/viewProps.xml" Id="Re9f29b062b074f13" /><Relationship Type="http://schemas.openxmlformats.org/officeDocument/2006/relationships/tableStyles" Target="/ppt/tableStyles.xml" Id="R54053d9089c64e04" /><Relationship Type="http://schemas.openxmlformats.org/officeDocument/2006/relationships/font" Target="/ppt/fonts/font.dat" Id="Rbdae6fdf6865477f" /><Relationship Type="http://schemas.openxmlformats.org/officeDocument/2006/relationships/slide" Target="/ppt/slides/slide1.xml" Id="Reef2953d5979411d" /><Relationship Type="http://schemas.openxmlformats.org/officeDocument/2006/relationships/slide" Target="/ppt/slides/slide2.xml" Id="R22ba41c9b2074cef" /><Relationship Type="http://schemas.openxmlformats.org/officeDocument/2006/relationships/slide" Target="/ppt/slides/slide3.xml" Id="R5d3f5d2c66584299" /><Relationship Type="http://schemas.openxmlformats.org/officeDocument/2006/relationships/slide" Target="/ppt/slides/slide4.xml" Id="R6cd36aa21add49e4" /><Relationship Type="http://schemas.openxmlformats.org/officeDocument/2006/relationships/slide" Target="/ppt/slides/slide5.xml" Id="R06d3613d74ed47a4" /><Relationship Type="http://schemas.openxmlformats.org/officeDocument/2006/relationships/slide" Target="/ppt/slides/slide6.xml" Id="R76514307f1684e09" /><Relationship Type="http://schemas.openxmlformats.org/officeDocument/2006/relationships/slide" Target="/ppt/slides/slide7.xml" Id="Re4cac3bbb308480b" /><Relationship Type="http://schemas.openxmlformats.org/officeDocument/2006/relationships/slide" Target="/ppt/slides/slide8.xml" Id="R35371cb3cf00497f" /><Relationship Type="http://schemas.openxmlformats.org/officeDocument/2006/relationships/slide" Target="/ppt/slides/slide9.xml" Id="R6fb9d58b46184878" /><Relationship Type="http://schemas.openxmlformats.org/officeDocument/2006/relationships/slide" Target="/ppt/slides/slide10.xml" Id="Rbdb42da400764f28" /><Relationship Type="http://schemas.openxmlformats.org/officeDocument/2006/relationships/slide" Target="/ppt/slides/slide11.xml" Id="R78704131fe394bad" /><Relationship Type="http://schemas.openxmlformats.org/officeDocument/2006/relationships/slide" Target="/ppt/slides/slide12.xml" Id="R02f88f1d615b4a97" /><Relationship Type="http://schemas.openxmlformats.org/officeDocument/2006/relationships/slide" Target="/ppt/slides/slide13.xml" Id="Rf9dd4be8cfcc46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6207aaf269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8c47d52ad4003" /><Relationship Type="http://schemas.openxmlformats.org/officeDocument/2006/relationships/notesMaster" Target="/ppt/notesMasters/notesMaster1.xml" Id="R8c51a1142f6d42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1a1e0fa9b64ee8" /><Relationship Type="http://schemas.openxmlformats.org/officeDocument/2006/relationships/notesMaster" Target="/ppt/notesMasters/notesMaster1.xml" Id="Rdba9454095fc4d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e2bb48a9b24ba9" /><Relationship Type="http://schemas.openxmlformats.org/officeDocument/2006/relationships/notesMaster" Target="/ppt/notesMasters/notesMaster1.xml" Id="R8a2434791c3641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0a47701c7457a" /><Relationship Type="http://schemas.openxmlformats.org/officeDocument/2006/relationships/notesMaster" Target="/ppt/notesMasters/notesMaster1.xml" Id="Re67326fe7f62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89cb01b7d440e" /><Relationship Type="http://schemas.openxmlformats.org/officeDocument/2006/relationships/notesMaster" Target="/ppt/notesMasters/notesMaster1.xml" Id="Rf52a8a00d2e04d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664d4264e4e72" /><Relationship Type="http://schemas.openxmlformats.org/officeDocument/2006/relationships/notesMaster" Target="/ppt/notesMasters/notesMaster1.xml" Id="R08863e6a4121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da3d65cb81450a" /><Relationship Type="http://schemas.openxmlformats.org/officeDocument/2006/relationships/notesMaster" Target="/ppt/notesMasters/notesMaster1.xml" Id="R744596e48d3b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185f6934134edd" /><Relationship Type="http://schemas.openxmlformats.org/officeDocument/2006/relationships/notesMaster" Target="/ppt/notesMasters/notesMaster1.xml" Id="R7542f4252acd44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d1dd7a6014e05" /><Relationship Type="http://schemas.openxmlformats.org/officeDocument/2006/relationships/notesMaster" Target="/ppt/notesMasters/notesMaster1.xml" Id="R866a25f1e60746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05e69007f4a16" /><Relationship Type="http://schemas.openxmlformats.org/officeDocument/2006/relationships/notesMaster" Target="/ppt/notesMasters/notesMaster1.xml" Id="R4e033fb721894e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f2eb843db940b9" /><Relationship Type="http://schemas.openxmlformats.org/officeDocument/2006/relationships/notesMaster" Target="/ppt/notesMasters/notesMaster1.xml" Id="R4ad7c100c18a43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d9f8cb4c3c411d" /><Relationship Type="http://schemas.openxmlformats.org/officeDocument/2006/relationships/notesMaster" Target="/ppt/notesMasters/notesMaster1.xml" Id="Rb58ff77c33e641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60cfaa3e8342c9" /><Relationship Type="http://schemas.openxmlformats.org/officeDocument/2006/relationships/notesMaster" Target="/ppt/notesMasters/notesMaster1.xml" Id="Rb84d61a5914f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014bb35ce4d82" /><Relationship Type="http://schemas.openxmlformats.org/officeDocument/2006/relationships/image" Target="/ppt/media/image.png" Id="Reb51a4b3b5e94a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cc328893e4bbd" /><Relationship Type="http://schemas.openxmlformats.org/officeDocument/2006/relationships/image" Target="/ppt/media/image.png" Id="R4d47b73c481949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c7280ab1d4ee8" /><Relationship Type="http://schemas.openxmlformats.org/officeDocument/2006/relationships/image" Target="/ppt/media/image.png" Id="Rbb98858eb97d44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1f6a3fdc94e7d" /><Relationship Type="http://schemas.openxmlformats.org/officeDocument/2006/relationships/image" Target="/ppt/media/image.png" Id="R593c20a88ff84c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5957873094c95" /><Relationship Type="http://schemas.openxmlformats.org/officeDocument/2006/relationships/image" Target="/ppt/media/image.png" Id="Rd22abbcd91844d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483dd525e4cc2" /><Relationship Type="http://schemas.openxmlformats.org/officeDocument/2006/relationships/image" Target="/ppt/media/image.png" Id="R986f953944c34ba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195b29ba94f86" /><Relationship Type="http://schemas.openxmlformats.org/officeDocument/2006/relationships/image" Target="/ppt/media/image.png" Id="R65ddb8c1055145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75e434d124239" /><Relationship Type="http://schemas.openxmlformats.org/officeDocument/2006/relationships/image" Target="/ppt/media/image.png" Id="R480b61d2dc0449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aa61e8c254ff6" /><Relationship Type="http://schemas.openxmlformats.org/officeDocument/2006/relationships/image" Target="/ppt/media/image.png" Id="R296e45f47faa41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870c8b6904f4e" /><Relationship Type="http://schemas.openxmlformats.org/officeDocument/2006/relationships/image" Target="/ppt/media/image.png" Id="Rd61be2b23fb24f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69cb1ed2f49c7" /><Relationship Type="http://schemas.openxmlformats.org/officeDocument/2006/relationships/image" Target="/ppt/media/image.png" Id="Re7650fcd871b4ff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51a4b3b5e94ac4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47b73c481949c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98858eb97d44e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3c20a88ff84ce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2abbcd91844da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6f953944c34ba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ddb8c10551457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0b61d2dc04496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6e45f47faa414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1be2b23fb24f5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650fcd871b4ff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0f8dcd1a9a4223" /><Relationship Type="http://schemas.openxmlformats.org/officeDocument/2006/relationships/slideLayout" Target="/ppt/slideLayouts/slideLayout1.xml" Id="R112d2f562b324714" /><Relationship Type="http://schemas.openxmlformats.org/officeDocument/2006/relationships/slideLayout" Target="/ppt/slideLayouts/slideLayout2.xml" Id="Re0dc020e78e84bd2" /><Relationship Type="http://schemas.openxmlformats.org/officeDocument/2006/relationships/slideLayout" Target="/ppt/slideLayouts/slideLayout3.xml" Id="R35e652c57f4b4d6c" /><Relationship Type="http://schemas.openxmlformats.org/officeDocument/2006/relationships/slideLayout" Target="/ppt/slideLayouts/slideLayout4.xml" Id="R8c8ed114afda4c01" /><Relationship Type="http://schemas.openxmlformats.org/officeDocument/2006/relationships/slideLayout" Target="/ppt/slideLayouts/slideLayout5.xml" Id="Rc77109c2ab0e4612" /><Relationship Type="http://schemas.openxmlformats.org/officeDocument/2006/relationships/slideLayout" Target="/ppt/slideLayouts/slideLayout6.xml" Id="R46860777787d496c" /><Relationship Type="http://schemas.openxmlformats.org/officeDocument/2006/relationships/slideLayout" Target="/ppt/slideLayouts/slideLayout7.xml" Id="Rdd05dd57cfcf46a3" /><Relationship Type="http://schemas.openxmlformats.org/officeDocument/2006/relationships/slideLayout" Target="/ppt/slideLayouts/slideLayout8.xml" Id="Rc393c29d59e7492b" /><Relationship Type="http://schemas.openxmlformats.org/officeDocument/2006/relationships/slideLayout" Target="/ppt/slideLayouts/slideLayout9.xml" Id="Re5fa203204c04de8" /><Relationship Type="http://schemas.openxmlformats.org/officeDocument/2006/relationships/slideLayout" Target="/ppt/slideLayouts/slideLayout10.xml" Id="R1fee728438964885" /><Relationship Type="http://schemas.openxmlformats.org/officeDocument/2006/relationships/slideLayout" Target="/ppt/slideLayouts/slideLayout11.xml" Id="R44dd9126dd80437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d2f562b324714"/>
    <p:sldLayoutId xmlns:r="http://schemas.openxmlformats.org/officeDocument/2006/relationships" id="2147483650" r:id="Re0dc020e78e84bd2"/>
    <p:sldLayoutId xmlns:r="http://schemas.openxmlformats.org/officeDocument/2006/relationships" id="2147483651" r:id="R35e652c57f4b4d6c"/>
    <p:sldLayoutId xmlns:r="http://schemas.openxmlformats.org/officeDocument/2006/relationships" id="2147483652" r:id="R8c8ed114afda4c01"/>
    <p:sldLayoutId xmlns:r="http://schemas.openxmlformats.org/officeDocument/2006/relationships" id="2147483653" r:id="Rc77109c2ab0e4612"/>
    <p:sldLayoutId xmlns:r="http://schemas.openxmlformats.org/officeDocument/2006/relationships" id="2147483654" r:id="R46860777787d496c"/>
    <p:sldLayoutId xmlns:r="http://schemas.openxmlformats.org/officeDocument/2006/relationships" id="2147483655" r:id="Rdd05dd57cfcf46a3"/>
    <p:sldLayoutId xmlns:r="http://schemas.openxmlformats.org/officeDocument/2006/relationships" id="2147483656" r:id="Rc393c29d59e7492b"/>
    <p:sldLayoutId xmlns:r="http://schemas.openxmlformats.org/officeDocument/2006/relationships" id="2147483657" r:id="Re5fa203204c04de8"/>
    <p:sldLayoutId xmlns:r="http://schemas.openxmlformats.org/officeDocument/2006/relationships" id="2147483658" r:id="R1fee728438964885"/>
    <p:sldLayoutId xmlns:r="http://schemas.openxmlformats.org/officeDocument/2006/relationships" id="2147483659" r:id="R44dd9126dd80437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ac4b14948481d" /><Relationship Type="http://schemas.openxmlformats.org/officeDocument/2006/relationships/notesSlide" Target="/ppt/notesSlides/notesSlide1.xml" Id="R669eaf937960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38319c8e4b4e11" /><Relationship Type="http://schemas.openxmlformats.org/officeDocument/2006/relationships/notesSlide" Target="/ppt/notesSlides/notesSlide2.xml" Id="Rdf7e06aa303a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fd9ae90e17406b" /><Relationship Type="http://schemas.openxmlformats.org/officeDocument/2006/relationships/notesSlide" Target="/ppt/notesSlides/notesSlide3.xml" Id="Ra56070a51a5548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2880c37d6e45e6" /><Relationship Type="http://schemas.openxmlformats.org/officeDocument/2006/relationships/notesSlide" Target="/ppt/notesSlides/notesSlide4.xml" Id="Ra0da9e05098540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e4ef6f0a545a8" /><Relationship Type="http://schemas.openxmlformats.org/officeDocument/2006/relationships/notesSlide" Target="/ppt/notesSlides/notesSlide5.xml" Id="Ra5ec9a21d7f845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a4bf10e7674687" /><Relationship Type="http://schemas.openxmlformats.org/officeDocument/2006/relationships/notesSlide" Target="/ppt/notesSlides/notesSlide6.xml" Id="R9f4f1d7923ac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747af25ee4946" /><Relationship Type="http://schemas.openxmlformats.org/officeDocument/2006/relationships/notesSlide" Target="/ppt/notesSlides/notesSlide7.xml" Id="R3ae6885df0a649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f5b39ebc64dd4" /><Relationship Type="http://schemas.openxmlformats.org/officeDocument/2006/relationships/notesSlide" Target="/ppt/notesSlides/notesSlide8.xml" Id="Rf60e0c64a3e4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aeabcd6164bce" /><Relationship Type="http://schemas.openxmlformats.org/officeDocument/2006/relationships/notesSlide" Target="/ppt/notesSlides/notesSlide9.xml" Id="Rea5d5ef87e8f4b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27b5a0d4c40af" /><Relationship Type="http://schemas.openxmlformats.org/officeDocument/2006/relationships/notesSlide" Target="/ppt/notesSlides/notesSlide10.xml" Id="Rf2a2418d87e048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f5c6a55e54d95" /><Relationship Type="http://schemas.openxmlformats.org/officeDocument/2006/relationships/notesSlide" Target="/ppt/notesSlides/notesSlide11.xml" Id="R96f4fdcf1f7a4a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5c8444ebd43bc" /><Relationship Type="http://schemas.openxmlformats.org/officeDocument/2006/relationships/notesSlide" Target="/ppt/notesSlides/notesSlide12.xml" Id="R23a636bbbd814e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7b0a5680b24bc6" /><Relationship Type="http://schemas.openxmlformats.org/officeDocument/2006/relationships/notesSlide" Target="/ppt/notesSlides/notesSlide13.xml" Id="R8643b5d8d18149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Decimal Numbers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7.5, which value is stored in distance?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this program use float() instead of int() for 7.5?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enter 9 and 3, what complete line appears on screen?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For inputs 7.5 and 3, why is the result 2.5 rather than 2?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sample journey to 9 kilometres in 3 minutes. The labelled result should be 3.0 kilometres per minute.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third decimal input called rest_minutes. Display total_minutes as travel minutes plus rest minutes. For 12.5 and 2.5, the total must be 15.0.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"Travel minutes: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rest_minutes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"Rest minutes: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total_minutes = travel_minutes + rest_minutes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minutes:"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total_minutes)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floor-area calculator. Ask for decimal length and width, multiply them, and display a labelled area. Test 4.5 by 2: the area should be 9.0.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length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"Room length: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width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"Room width: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area = length * width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"Floor area:"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area)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2026-08-05T10:29:17.5930000Z</dcterms:created>
  <dcterms:modified xsi:type="dcterms:W3CDTF">2026-08-05T10:29:17.5930000Z</dcterms:modified>
</coreProperties>
</file>