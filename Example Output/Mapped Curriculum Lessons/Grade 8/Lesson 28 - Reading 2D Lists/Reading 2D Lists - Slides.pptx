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4405c94d142aa" /><Relationship Type="http://schemas.openxmlformats.org/officeDocument/2006/relationships/extended-properties" Target="/docProps/app.xml" Id="Rbd4384be866e4214" /><Relationship Type="http://schemas.openxmlformats.org/officeDocument/2006/relationships/officeDocument" Target="/ppt/presentation.xml" Id="R4aa5989e31404e8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10003bdc8e24ab8"/>
  </p:sldMasterIdLst>
  <p:notesMasterIdLst>
    <p:notesMasterId xmlns:r="http://schemas.openxmlformats.org/officeDocument/2006/relationships" r:id="R6bd0eaaef2304346"/>
  </p:notesMasterIdLst>
  <p:sldIdLst>
    <p:sldId xmlns:r="http://schemas.openxmlformats.org/officeDocument/2006/relationships" id="256" r:id="R9e1ef3e5531245d6"/>
    <p:sldId xmlns:r="http://schemas.openxmlformats.org/officeDocument/2006/relationships" id="257" r:id="R87a9f6c8489d4ba1"/>
    <p:sldId xmlns:r="http://schemas.openxmlformats.org/officeDocument/2006/relationships" id="258" r:id="R71935a77af5c4486"/>
    <p:sldId xmlns:r="http://schemas.openxmlformats.org/officeDocument/2006/relationships" id="259" r:id="R315f03f8fff14309"/>
    <p:sldId xmlns:r="http://schemas.openxmlformats.org/officeDocument/2006/relationships" id="260" r:id="Rc7c8d5554f3c4491"/>
    <p:sldId xmlns:r="http://schemas.openxmlformats.org/officeDocument/2006/relationships" id="261" r:id="R3b12eb683aba4113"/>
    <p:sldId xmlns:r="http://schemas.openxmlformats.org/officeDocument/2006/relationships" id="262" r:id="R3309d0a3702a4e1f"/>
    <p:sldId xmlns:r="http://schemas.openxmlformats.org/officeDocument/2006/relationships" id="263" r:id="Rd82a09cef61a449f"/>
    <p:sldId xmlns:r="http://schemas.openxmlformats.org/officeDocument/2006/relationships" id="264" r:id="R9a4599a4e7844e23"/>
    <p:sldId xmlns:r="http://schemas.openxmlformats.org/officeDocument/2006/relationships" id="265" r:id="R20f1de9598e244a1"/>
    <p:sldId xmlns:r="http://schemas.openxmlformats.org/officeDocument/2006/relationships" id="266" r:id="Rab51545e34994609"/>
    <p:sldId xmlns:r="http://schemas.openxmlformats.org/officeDocument/2006/relationships" id="267" r:id="R57d53cf5c5b64673"/>
    <p:sldId xmlns:r="http://schemas.openxmlformats.org/officeDocument/2006/relationships" id="268" r:id="R180ea42d0f464365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65902b130c114d0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e825651c348aa" /><Relationship Type="http://schemas.openxmlformats.org/officeDocument/2006/relationships/slideMaster" Target="/ppt/slideMasters/slideMaster1.xml" Id="R510003bdc8e24ab8" /><Relationship Type="http://schemas.openxmlformats.org/officeDocument/2006/relationships/notesMaster" Target="/ppt/notesMasters/notesMaster1.xml" Id="R6bd0eaaef2304346" /><Relationship Type="http://schemas.openxmlformats.org/officeDocument/2006/relationships/presProps" Target="/ppt/presProps.xml" Id="R51b3ccb848544f9a" /><Relationship Type="http://schemas.openxmlformats.org/officeDocument/2006/relationships/viewProps" Target="/ppt/viewProps.xml" Id="Rb75eb84edc6e4d51" /><Relationship Type="http://schemas.openxmlformats.org/officeDocument/2006/relationships/tableStyles" Target="/ppt/tableStyles.xml" Id="R72e99bf6cd864733" /><Relationship Type="http://schemas.openxmlformats.org/officeDocument/2006/relationships/font" Target="/ppt/fonts/font.dat" Id="R65902b130c114d06" /><Relationship Type="http://schemas.openxmlformats.org/officeDocument/2006/relationships/slide" Target="/ppt/slides/slide1.xml" Id="R9e1ef3e5531245d6" /><Relationship Type="http://schemas.openxmlformats.org/officeDocument/2006/relationships/slide" Target="/ppt/slides/slide2.xml" Id="R87a9f6c8489d4ba1" /><Relationship Type="http://schemas.openxmlformats.org/officeDocument/2006/relationships/slide" Target="/ppt/slides/slide3.xml" Id="R71935a77af5c4486" /><Relationship Type="http://schemas.openxmlformats.org/officeDocument/2006/relationships/slide" Target="/ppt/slides/slide4.xml" Id="R315f03f8fff14309" /><Relationship Type="http://schemas.openxmlformats.org/officeDocument/2006/relationships/slide" Target="/ppt/slides/slide5.xml" Id="Rc7c8d5554f3c4491" /><Relationship Type="http://schemas.openxmlformats.org/officeDocument/2006/relationships/slide" Target="/ppt/slides/slide6.xml" Id="R3b12eb683aba4113" /><Relationship Type="http://schemas.openxmlformats.org/officeDocument/2006/relationships/slide" Target="/ppt/slides/slide7.xml" Id="R3309d0a3702a4e1f" /><Relationship Type="http://schemas.openxmlformats.org/officeDocument/2006/relationships/slide" Target="/ppt/slides/slide8.xml" Id="Rd82a09cef61a449f" /><Relationship Type="http://schemas.openxmlformats.org/officeDocument/2006/relationships/slide" Target="/ppt/slides/slide9.xml" Id="R9a4599a4e7844e23" /><Relationship Type="http://schemas.openxmlformats.org/officeDocument/2006/relationships/slide" Target="/ppt/slides/slide10.xml" Id="R20f1de9598e244a1" /><Relationship Type="http://schemas.openxmlformats.org/officeDocument/2006/relationships/slide" Target="/ppt/slides/slide11.xml" Id="Rab51545e34994609" /><Relationship Type="http://schemas.openxmlformats.org/officeDocument/2006/relationships/slide" Target="/ppt/slides/slide12.xml" Id="R57d53cf5c5b64673" /><Relationship Type="http://schemas.openxmlformats.org/officeDocument/2006/relationships/slide" Target="/ppt/slides/slide13.xml" Id="R180ea42d0f4643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962a333db44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ecbbb019ac454b" /><Relationship Type="http://schemas.openxmlformats.org/officeDocument/2006/relationships/notesMaster" Target="/ppt/notesMasters/notesMaster1.xml" Id="Rbb2b926a531d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3d96b54624aad" /><Relationship Type="http://schemas.openxmlformats.org/officeDocument/2006/relationships/notesMaster" Target="/ppt/notesMasters/notesMaster1.xml" Id="R5b2361db96a642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b0812740d4946" /><Relationship Type="http://schemas.openxmlformats.org/officeDocument/2006/relationships/notesMaster" Target="/ppt/notesMasters/notesMaster1.xml" Id="Rc293cce7b82b45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35b9af40674617" /><Relationship Type="http://schemas.openxmlformats.org/officeDocument/2006/relationships/notesMaster" Target="/ppt/notesMasters/notesMaster1.xml" Id="Rd1338a40564744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8786a8ddd14007" /><Relationship Type="http://schemas.openxmlformats.org/officeDocument/2006/relationships/notesMaster" Target="/ppt/notesMasters/notesMaster1.xml" Id="Rd46f181bb9ac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3166d2fbd948b1" /><Relationship Type="http://schemas.openxmlformats.org/officeDocument/2006/relationships/notesMaster" Target="/ppt/notesMasters/notesMaster1.xml" Id="R605ecc9b227349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87f4bb7a5b469d" /><Relationship Type="http://schemas.openxmlformats.org/officeDocument/2006/relationships/notesMaster" Target="/ppt/notesMasters/notesMaster1.xml" Id="R6e9ba4257d23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669827b87846de" /><Relationship Type="http://schemas.openxmlformats.org/officeDocument/2006/relationships/notesMaster" Target="/ppt/notesMasters/notesMaster1.xml" Id="R2dd987b87e414c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1a0d689fb14dcf" /><Relationship Type="http://schemas.openxmlformats.org/officeDocument/2006/relationships/notesMaster" Target="/ppt/notesMasters/notesMaster1.xml" Id="R5421998a98ff4f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fca85adeca4f25" /><Relationship Type="http://schemas.openxmlformats.org/officeDocument/2006/relationships/notesMaster" Target="/ppt/notesMasters/notesMaster1.xml" Id="R5d3afd10ccef4c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ab7fe619c44638" /><Relationship Type="http://schemas.openxmlformats.org/officeDocument/2006/relationships/notesMaster" Target="/ppt/notesMasters/notesMaster1.xml" Id="R3e4e388e399445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0b9600e98e4f98" /><Relationship Type="http://schemas.openxmlformats.org/officeDocument/2006/relationships/notesMaster" Target="/ppt/notesMasters/notesMaster1.xml" Id="Rf3230f6003664c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1f26c1f7db4cff" /><Relationship Type="http://schemas.openxmlformats.org/officeDocument/2006/relationships/notesMaster" Target="/ppt/notesMasters/notesMaster1.xml" Id="Rb2dcbfd18610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618bb022143be" /><Relationship Type="http://schemas.openxmlformats.org/officeDocument/2006/relationships/image" Target="/ppt/media/image.png" Id="Ra0ccfa69fda841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d7add38ab4a8e" /><Relationship Type="http://schemas.openxmlformats.org/officeDocument/2006/relationships/image" Target="/ppt/media/image.png" Id="Re77c6807914046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150d0955a4732" /><Relationship Type="http://schemas.openxmlformats.org/officeDocument/2006/relationships/image" Target="/ppt/media/image.png" Id="R770b002f416d42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4b4a9a6f54cfd" /><Relationship Type="http://schemas.openxmlformats.org/officeDocument/2006/relationships/image" Target="/ppt/media/image.png" Id="R2b494ffaaca143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07c16f50d4920" /><Relationship Type="http://schemas.openxmlformats.org/officeDocument/2006/relationships/image" Target="/ppt/media/image.png" Id="R5c9c6ad7ae614b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17857b4b14002" /><Relationship Type="http://schemas.openxmlformats.org/officeDocument/2006/relationships/image" Target="/ppt/media/image.png" Id="Rcc0028cabfa343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71382ec1d4343" /><Relationship Type="http://schemas.openxmlformats.org/officeDocument/2006/relationships/image" Target="/ppt/media/image.png" Id="Ra87ac7fc40c147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77c9a9ec14fd7" /><Relationship Type="http://schemas.openxmlformats.org/officeDocument/2006/relationships/image" Target="/ppt/media/image.png" Id="Rce5ff90e331a46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fccc3fc8d4ec8" /><Relationship Type="http://schemas.openxmlformats.org/officeDocument/2006/relationships/image" Target="/ppt/media/image.png" Id="Re9ac89a26ff841e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18872ccf04153" /><Relationship Type="http://schemas.openxmlformats.org/officeDocument/2006/relationships/image" Target="/ppt/media/image.png" Id="R1c16939ae4794c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a6da6fc7c4a91" /><Relationship Type="http://schemas.openxmlformats.org/officeDocument/2006/relationships/image" Target="/ppt/media/image.png" Id="R72a5abf723a1440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ccfa69fda8416a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7c68079140461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0b002f416d42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494ffaaca1434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9c6ad7ae614b3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0028cabfa3439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7ac7fc40c147a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5ff90e331a465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ac89a26ff841e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16939ae4794c9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a5abf723a1440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ff8abb38e4ba8" /><Relationship Type="http://schemas.openxmlformats.org/officeDocument/2006/relationships/slideLayout" Target="/ppt/slideLayouts/slideLayout1.xml" Id="R5cfb81b6a0414124" /><Relationship Type="http://schemas.openxmlformats.org/officeDocument/2006/relationships/slideLayout" Target="/ppt/slideLayouts/slideLayout2.xml" Id="R5214c6c02b584b88" /><Relationship Type="http://schemas.openxmlformats.org/officeDocument/2006/relationships/slideLayout" Target="/ppt/slideLayouts/slideLayout3.xml" Id="R8d9c78873f774a4b" /><Relationship Type="http://schemas.openxmlformats.org/officeDocument/2006/relationships/slideLayout" Target="/ppt/slideLayouts/slideLayout4.xml" Id="R41fd84926e0844e6" /><Relationship Type="http://schemas.openxmlformats.org/officeDocument/2006/relationships/slideLayout" Target="/ppt/slideLayouts/slideLayout5.xml" Id="Rf1a861f362b64068" /><Relationship Type="http://schemas.openxmlformats.org/officeDocument/2006/relationships/slideLayout" Target="/ppt/slideLayouts/slideLayout6.xml" Id="Rdd5a657578a84032" /><Relationship Type="http://schemas.openxmlformats.org/officeDocument/2006/relationships/slideLayout" Target="/ppt/slideLayouts/slideLayout7.xml" Id="R4f3d072f32e446c0" /><Relationship Type="http://schemas.openxmlformats.org/officeDocument/2006/relationships/slideLayout" Target="/ppt/slideLayouts/slideLayout8.xml" Id="Reca7188b96b7461d" /><Relationship Type="http://schemas.openxmlformats.org/officeDocument/2006/relationships/slideLayout" Target="/ppt/slideLayouts/slideLayout9.xml" Id="R11f969803cc14ace" /><Relationship Type="http://schemas.openxmlformats.org/officeDocument/2006/relationships/slideLayout" Target="/ppt/slideLayouts/slideLayout10.xml" Id="R057fa24532c44df0" /><Relationship Type="http://schemas.openxmlformats.org/officeDocument/2006/relationships/slideLayout" Target="/ppt/slideLayouts/slideLayout11.xml" Id="R411d4c738f3241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b81b6a0414124"/>
    <p:sldLayoutId xmlns:r="http://schemas.openxmlformats.org/officeDocument/2006/relationships" id="2147483650" r:id="R5214c6c02b584b88"/>
    <p:sldLayoutId xmlns:r="http://schemas.openxmlformats.org/officeDocument/2006/relationships" id="2147483651" r:id="R8d9c78873f774a4b"/>
    <p:sldLayoutId xmlns:r="http://schemas.openxmlformats.org/officeDocument/2006/relationships" id="2147483652" r:id="R41fd84926e0844e6"/>
    <p:sldLayoutId xmlns:r="http://schemas.openxmlformats.org/officeDocument/2006/relationships" id="2147483653" r:id="Rf1a861f362b64068"/>
    <p:sldLayoutId xmlns:r="http://schemas.openxmlformats.org/officeDocument/2006/relationships" id="2147483654" r:id="Rdd5a657578a84032"/>
    <p:sldLayoutId xmlns:r="http://schemas.openxmlformats.org/officeDocument/2006/relationships" id="2147483655" r:id="R4f3d072f32e446c0"/>
    <p:sldLayoutId xmlns:r="http://schemas.openxmlformats.org/officeDocument/2006/relationships" id="2147483656" r:id="Reca7188b96b7461d"/>
    <p:sldLayoutId xmlns:r="http://schemas.openxmlformats.org/officeDocument/2006/relationships" id="2147483657" r:id="R11f969803cc14ace"/>
    <p:sldLayoutId xmlns:r="http://schemas.openxmlformats.org/officeDocument/2006/relationships" id="2147483658" r:id="R057fa24532c44df0"/>
    <p:sldLayoutId xmlns:r="http://schemas.openxmlformats.org/officeDocument/2006/relationships" id="2147483659" r:id="R411d4c738f32417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9393cafd24c22" /><Relationship Type="http://schemas.openxmlformats.org/officeDocument/2006/relationships/notesSlide" Target="/ppt/notesSlides/notesSlide1.xml" Id="R15997839e1e5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e66760c9604d1f" /><Relationship Type="http://schemas.openxmlformats.org/officeDocument/2006/relationships/notesSlide" Target="/ppt/notesSlides/notesSlide2.xml" Id="R63e94ed685ba40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14e5ca6ed54281" /><Relationship Type="http://schemas.openxmlformats.org/officeDocument/2006/relationships/notesSlide" Target="/ppt/notesSlides/notesSlide3.xml" Id="R5cd9a84242ef40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6184b31ec94503" /><Relationship Type="http://schemas.openxmlformats.org/officeDocument/2006/relationships/notesSlide" Target="/ppt/notesSlides/notesSlide4.xml" Id="R0911d1f9a5c9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2dcbe37e44417e" /><Relationship Type="http://schemas.openxmlformats.org/officeDocument/2006/relationships/notesSlide" Target="/ppt/notesSlides/notesSlide5.xml" Id="R354d1ec0688a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7d5c348cf42b4" /><Relationship Type="http://schemas.openxmlformats.org/officeDocument/2006/relationships/notesSlide" Target="/ppt/notesSlides/notesSlide6.xml" Id="R91197f76a3ea42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31f3eb46e4e0e" /><Relationship Type="http://schemas.openxmlformats.org/officeDocument/2006/relationships/notesSlide" Target="/ppt/notesSlides/notesSlide7.xml" Id="Rc2b31621f1774d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d501f24714ba5" /><Relationship Type="http://schemas.openxmlformats.org/officeDocument/2006/relationships/notesSlide" Target="/ppt/notesSlides/notesSlide8.xml" Id="R483cead9d7e44a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bdc68a8664250" /><Relationship Type="http://schemas.openxmlformats.org/officeDocument/2006/relationships/notesSlide" Target="/ppt/notesSlides/notesSlide9.xml" Id="Rcda7799477c549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400f073824cfa" /><Relationship Type="http://schemas.openxmlformats.org/officeDocument/2006/relationships/notesSlide" Target="/ppt/notesSlides/notesSlide10.xml" Id="R892c4b49d1ae43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765369614b46ed" /><Relationship Type="http://schemas.openxmlformats.org/officeDocument/2006/relationships/notesSlide" Target="/ppt/notesSlides/notesSlide11.xml" Id="R06e7042290d84b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0046af011f433d" /><Relationship Type="http://schemas.openxmlformats.org/officeDocument/2006/relationships/notesSlide" Target="/ppt/notesSlides/notesSlide12.xml" Id="R4d82ae7760e345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bdf6fe69747ec" /><Relationship Type="http://schemas.openxmlformats.org/officeDocument/2006/relationships/notesSlide" Target="/ppt/notesSlides/notesSlide13.xml" Id="R7aa13b76766e43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Reading 2D 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28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clubs[1][0] select a field but clubs[1] selects a complete row?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the selected row position does not exist?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every row keep the same field order for column 1 to mean members?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you enter row 1, what record, club and member count are displayed?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Select row 2. The output must identify Code and 15 from the same record.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Traverse every row and display each club name followed by its member count. Do not print the row brackets.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three-row timetable. Each row stores a subject and room number. Ask for a valid row, then display a sentence containing both selected fields. Also display every subject name using a loop.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timetable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"Maths"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4],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"Science"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"Lesson row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timetable[row][0],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 room"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timetable[row][1])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"Subjects:"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lesson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timetable: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(lesson[0])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6348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clubs[row, 1])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2026-08-05T12:13:32.8300000Z</dcterms:created>
  <dcterms:modified xsi:type="dcterms:W3CDTF">2026-08-05T12:13:32.8300000Z</dcterms:modified>
</coreProperties>
</file>