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252298ee54403c" /><Relationship Type="http://schemas.openxmlformats.org/officeDocument/2006/relationships/extended-properties" Target="/docProps/app.xml" Id="Rcb82b9d212084352" /><Relationship Type="http://schemas.openxmlformats.org/officeDocument/2006/relationships/officeDocument" Target="/ppt/presentation.xml" Id="R786b6ef60b63494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485827c68ff4e57"/>
  </p:sldMasterIdLst>
  <p:notesMasterIdLst>
    <p:notesMasterId xmlns:r="http://schemas.openxmlformats.org/officeDocument/2006/relationships" r:id="Rab148ace905d4f63"/>
  </p:notesMasterIdLst>
  <p:sldIdLst>
    <p:sldId xmlns:r="http://schemas.openxmlformats.org/officeDocument/2006/relationships" id="256" r:id="R82100a643bae413b"/>
    <p:sldId xmlns:r="http://schemas.openxmlformats.org/officeDocument/2006/relationships" id="257" r:id="R528dea9158484483"/>
    <p:sldId xmlns:r="http://schemas.openxmlformats.org/officeDocument/2006/relationships" id="258" r:id="R924998087cf544f6"/>
    <p:sldId xmlns:r="http://schemas.openxmlformats.org/officeDocument/2006/relationships" id="259" r:id="Rccccbd2196d34676"/>
    <p:sldId xmlns:r="http://schemas.openxmlformats.org/officeDocument/2006/relationships" id="260" r:id="Reea55ff5f80b41af"/>
    <p:sldId xmlns:r="http://schemas.openxmlformats.org/officeDocument/2006/relationships" id="261" r:id="Rec4c457196c04f86"/>
    <p:sldId xmlns:r="http://schemas.openxmlformats.org/officeDocument/2006/relationships" id="262" r:id="R7977aa5fca794307"/>
    <p:sldId xmlns:r="http://schemas.openxmlformats.org/officeDocument/2006/relationships" id="263" r:id="R713014c4451148d5"/>
    <p:sldId xmlns:r="http://schemas.openxmlformats.org/officeDocument/2006/relationships" id="264" r:id="R47271c219bd74c59"/>
    <p:sldId xmlns:r="http://schemas.openxmlformats.org/officeDocument/2006/relationships" id="265" r:id="R00410ca19f994e05"/>
    <p:sldId xmlns:r="http://schemas.openxmlformats.org/officeDocument/2006/relationships" id="266" r:id="Rb3c7dd2625e5493a"/>
    <p:sldId xmlns:r="http://schemas.openxmlformats.org/officeDocument/2006/relationships" id="267" r:id="Ra99c8cfad0d845c1"/>
    <p:sldId xmlns:r="http://schemas.openxmlformats.org/officeDocument/2006/relationships" id="268" r:id="Rb82a2e6f891b45e8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f4dd9afbaca74127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27473b42cf475c" /><Relationship Type="http://schemas.openxmlformats.org/officeDocument/2006/relationships/slideMaster" Target="/ppt/slideMasters/slideMaster1.xml" Id="Rd485827c68ff4e57" /><Relationship Type="http://schemas.openxmlformats.org/officeDocument/2006/relationships/notesMaster" Target="/ppt/notesMasters/notesMaster1.xml" Id="Rab148ace905d4f63" /><Relationship Type="http://schemas.openxmlformats.org/officeDocument/2006/relationships/presProps" Target="/ppt/presProps.xml" Id="R2db9347b72a4458f" /><Relationship Type="http://schemas.openxmlformats.org/officeDocument/2006/relationships/viewProps" Target="/ppt/viewProps.xml" Id="Re7aef162a8254c14" /><Relationship Type="http://schemas.openxmlformats.org/officeDocument/2006/relationships/tableStyles" Target="/ppt/tableStyles.xml" Id="Rfe34ac95adca4296" /><Relationship Type="http://schemas.openxmlformats.org/officeDocument/2006/relationships/font" Target="/ppt/fonts/font.dat" Id="Rf4dd9afbaca74127" /><Relationship Type="http://schemas.openxmlformats.org/officeDocument/2006/relationships/slide" Target="/ppt/slides/slide1.xml" Id="R82100a643bae413b" /><Relationship Type="http://schemas.openxmlformats.org/officeDocument/2006/relationships/slide" Target="/ppt/slides/slide2.xml" Id="R528dea9158484483" /><Relationship Type="http://schemas.openxmlformats.org/officeDocument/2006/relationships/slide" Target="/ppt/slides/slide3.xml" Id="R924998087cf544f6" /><Relationship Type="http://schemas.openxmlformats.org/officeDocument/2006/relationships/slide" Target="/ppt/slides/slide4.xml" Id="Rccccbd2196d34676" /><Relationship Type="http://schemas.openxmlformats.org/officeDocument/2006/relationships/slide" Target="/ppt/slides/slide5.xml" Id="Reea55ff5f80b41af" /><Relationship Type="http://schemas.openxmlformats.org/officeDocument/2006/relationships/slide" Target="/ppt/slides/slide6.xml" Id="Rec4c457196c04f86" /><Relationship Type="http://schemas.openxmlformats.org/officeDocument/2006/relationships/slide" Target="/ppt/slides/slide7.xml" Id="R7977aa5fca794307" /><Relationship Type="http://schemas.openxmlformats.org/officeDocument/2006/relationships/slide" Target="/ppt/slides/slide8.xml" Id="R713014c4451148d5" /><Relationship Type="http://schemas.openxmlformats.org/officeDocument/2006/relationships/slide" Target="/ppt/slides/slide9.xml" Id="R47271c219bd74c59" /><Relationship Type="http://schemas.openxmlformats.org/officeDocument/2006/relationships/slide" Target="/ppt/slides/slide10.xml" Id="R00410ca19f994e05" /><Relationship Type="http://schemas.openxmlformats.org/officeDocument/2006/relationships/slide" Target="/ppt/slides/slide11.xml" Id="Rb3c7dd2625e5493a" /><Relationship Type="http://schemas.openxmlformats.org/officeDocument/2006/relationships/slide" Target="/ppt/slides/slide12.xml" Id="Ra99c8cfad0d845c1" /><Relationship Type="http://schemas.openxmlformats.org/officeDocument/2006/relationships/slide" Target="/ppt/slides/slide13.xml" Id="Rb82a2e6f891b45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250700ad7e41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8e22bfd4554af0" /><Relationship Type="http://schemas.openxmlformats.org/officeDocument/2006/relationships/notesMaster" Target="/ppt/notesMasters/notesMaster1.xml" Id="Rab0870275b3b4d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ec71be484f4fb6" /><Relationship Type="http://schemas.openxmlformats.org/officeDocument/2006/relationships/notesMaster" Target="/ppt/notesMasters/notesMaster1.xml" Id="R3cd923c406cb4c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d43d91363045a1" /><Relationship Type="http://schemas.openxmlformats.org/officeDocument/2006/relationships/notesMaster" Target="/ppt/notesMasters/notesMaster1.xml" Id="R61e0b9ad488540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3e9c3e8aeb4938" /><Relationship Type="http://schemas.openxmlformats.org/officeDocument/2006/relationships/notesMaster" Target="/ppt/notesMasters/notesMaster1.xml" Id="R9f37dbcbdf4a4a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d31794bbd24efc" /><Relationship Type="http://schemas.openxmlformats.org/officeDocument/2006/relationships/notesMaster" Target="/ppt/notesMasters/notesMaster1.xml" Id="Rc77539c494344f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7797de47dd41e2" /><Relationship Type="http://schemas.openxmlformats.org/officeDocument/2006/relationships/notesMaster" Target="/ppt/notesMasters/notesMaster1.xml" Id="Rf29e4701d8734f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30f08c0c4149f7" /><Relationship Type="http://schemas.openxmlformats.org/officeDocument/2006/relationships/notesMaster" Target="/ppt/notesMasters/notesMaster1.xml" Id="R1eada2bbd96341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4ac7063b494eb4" /><Relationship Type="http://schemas.openxmlformats.org/officeDocument/2006/relationships/notesMaster" Target="/ppt/notesMasters/notesMaster1.xml" Id="R323f9e28473f46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1768b0c8b44d2f" /><Relationship Type="http://schemas.openxmlformats.org/officeDocument/2006/relationships/notesMaster" Target="/ppt/notesMasters/notesMaster1.xml" Id="Rcecda4ddfc7748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0ff3503dde4868" /><Relationship Type="http://schemas.openxmlformats.org/officeDocument/2006/relationships/notesMaster" Target="/ppt/notesMasters/notesMaster1.xml" Id="R30d34751f7cd41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8d5ca26e3e4e55" /><Relationship Type="http://schemas.openxmlformats.org/officeDocument/2006/relationships/notesMaster" Target="/ppt/notesMasters/notesMaster1.xml" Id="R80b3f1f5035e4f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eb651625f246a8" /><Relationship Type="http://schemas.openxmlformats.org/officeDocument/2006/relationships/notesMaster" Target="/ppt/notesMasters/notesMaster1.xml" Id="R01079a9477c8456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338202546a048e5" /><Relationship Type="http://schemas.openxmlformats.org/officeDocument/2006/relationships/notesMaster" Target="/ppt/notesMasters/notesMaster1.xml" Id="R1fd5ba12d3ff46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b58875670428f" /><Relationship Type="http://schemas.openxmlformats.org/officeDocument/2006/relationships/image" Target="/ppt/media/image.png" Id="Rdd36c301c53943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372fcac92c4175" /><Relationship Type="http://schemas.openxmlformats.org/officeDocument/2006/relationships/image" Target="/ppt/media/image.png" Id="R760fee54c1a6411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1e16902fe748a3" /><Relationship Type="http://schemas.openxmlformats.org/officeDocument/2006/relationships/image" Target="/ppt/media/image.png" Id="Re25e9cc351c246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122fb95f6147f3" /><Relationship Type="http://schemas.openxmlformats.org/officeDocument/2006/relationships/image" Target="/ppt/media/image.png" Id="Re15d2417a6964d8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d838dfb9b44188" /><Relationship Type="http://schemas.openxmlformats.org/officeDocument/2006/relationships/image" Target="/ppt/media/image.png" Id="Rafbb0354d3a040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26e98a8bd0456d" /><Relationship Type="http://schemas.openxmlformats.org/officeDocument/2006/relationships/image" Target="/ppt/media/image.png" Id="Rfb4d5e5a4e1a4cb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c690abcd37408e" /><Relationship Type="http://schemas.openxmlformats.org/officeDocument/2006/relationships/image" Target="/ppt/media/image.png" Id="R6bc4dc65fc30411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e7322be6964712" /><Relationship Type="http://schemas.openxmlformats.org/officeDocument/2006/relationships/image" Target="/ppt/media/image.png" Id="R75c497f3c5a645d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0a078c2b1742b8" /><Relationship Type="http://schemas.openxmlformats.org/officeDocument/2006/relationships/image" Target="/ppt/media/image.png" Id="R4191d776cc7243c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3ba58652914d43" /><Relationship Type="http://schemas.openxmlformats.org/officeDocument/2006/relationships/image" Target="/ppt/media/image.png" Id="R852989693b2d495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2cb537fb764001" /><Relationship Type="http://schemas.openxmlformats.org/officeDocument/2006/relationships/image" Target="/ppt/media/image.png" Id="R93acbd6e281f442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36c301c53943df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0fee54c1a6411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25e9cc351c246a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5d2417a6964d8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bb0354d3a040f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4d5e5a4e1a4cb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bc4dc65fc30411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5c497f3c5a645d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191d776cc7243c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2989693b2d495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3acbd6e281f442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727603de264e7c" /><Relationship Type="http://schemas.openxmlformats.org/officeDocument/2006/relationships/slideLayout" Target="/ppt/slideLayouts/slideLayout1.xml" Id="R79ec8574a95b4e33" /><Relationship Type="http://schemas.openxmlformats.org/officeDocument/2006/relationships/slideLayout" Target="/ppt/slideLayouts/slideLayout2.xml" Id="R7f0390d1ccd74fec" /><Relationship Type="http://schemas.openxmlformats.org/officeDocument/2006/relationships/slideLayout" Target="/ppt/slideLayouts/slideLayout3.xml" Id="Rb523192220fe4493" /><Relationship Type="http://schemas.openxmlformats.org/officeDocument/2006/relationships/slideLayout" Target="/ppt/slideLayouts/slideLayout4.xml" Id="Rf76493cb67054e8e" /><Relationship Type="http://schemas.openxmlformats.org/officeDocument/2006/relationships/slideLayout" Target="/ppt/slideLayouts/slideLayout5.xml" Id="R2c0242199cdb4f16" /><Relationship Type="http://schemas.openxmlformats.org/officeDocument/2006/relationships/slideLayout" Target="/ppt/slideLayouts/slideLayout6.xml" Id="Ra669266012194cc8" /><Relationship Type="http://schemas.openxmlformats.org/officeDocument/2006/relationships/slideLayout" Target="/ppt/slideLayouts/slideLayout7.xml" Id="Rc25c2f3483004eb5" /><Relationship Type="http://schemas.openxmlformats.org/officeDocument/2006/relationships/slideLayout" Target="/ppt/slideLayouts/slideLayout8.xml" Id="Rcc439742e9d8457c" /><Relationship Type="http://schemas.openxmlformats.org/officeDocument/2006/relationships/slideLayout" Target="/ppt/slideLayouts/slideLayout9.xml" Id="R3c31a738b7024836" /><Relationship Type="http://schemas.openxmlformats.org/officeDocument/2006/relationships/slideLayout" Target="/ppt/slideLayouts/slideLayout10.xml" Id="Rfa17e8f29d624be7" /><Relationship Type="http://schemas.openxmlformats.org/officeDocument/2006/relationships/slideLayout" Target="/ppt/slideLayouts/slideLayout11.xml" Id="R2d48c90b882440c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ec8574a95b4e33"/>
    <p:sldLayoutId xmlns:r="http://schemas.openxmlformats.org/officeDocument/2006/relationships" id="2147483650" r:id="R7f0390d1ccd74fec"/>
    <p:sldLayoutId xmlns:r="http://schemas.openxmlformats.org/officeDocument/2006/relationships" id="2147483651" r:id="Rb523192220fe4493"/>
    <p:sldLayoutId xmlns:r="http://schemas.openxmlformats.org/officeDocument/2006/relationships" id="2147483652" r:id="Rf76493cb67054e8e"/>
    <p:sldLayoutId xmlns:r="http://schemas.openxmlformats.org/officeDocument/2006/relationships" id="2147483653" r:id="R2c0242199cdb4f16"/>
    <p:sldLayoutId xmlns:r="http://schemas.openxmlformats.org/officeDocument/2006/relationships" id="2147483654" r:id="Ra669266012194cc8"/>
    <p:sldLayoutId xmlns:r="http://schemas.openxmlformats.org/officeDocument/2006/relationships" id="2147483655" r:id="Rc25c2f3483004eb5"/>
    <p:sldLayoutId xmlns:r="http://schemas.openxmlformats.org/officeDocument/2006/relationships" id="2147483656" r:id="Rcc439742e9d8457c"/>
    <p:sldLayoutId xmlns:r="http://schemas.openxmlformats.org/officeDocument/2006/relationships" id="2147483657" r:id="R3c31a738b7024836"/>
    <p:sldLayoutId xmlns:r="http://schemas.openxmlformats.org/officeDocument/2006/relationships" id="2147483658" r:id="Rfa17e8f29d624be7"/>
    <p:sldLayoutId xmlns:r="http://schemas.openxmlformats.org/officeDocument/2006/relationships" id="2147483659" r:id="R2d48c90b882440ce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17bfa7be64922" /><Relationship Type="http://schemas.openxmlformats.org/officeDocument/2006/relationships/notesSlide" Target="/ppt/notesSlides/notesSlide1.xml" Id="R4f5abe6cc03446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03935440304906" /><Relationship Type="http://schemas.openxmlformats.org/officeDocument/2006/relationships/notesSlide" Target="/ppt/notesSlides/notesSlide2.xml" Id="R9877141cb6004c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4d28247cda4b07" /><Relationship Type="http://schemas.openxmlformats.org/officeDocument/2006/relationships/notesSlide" Target="/ppt/notesSlides/notesSlide3.xml" Id="R7f1a06d1c10042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511658f0234efb" /><Relationship Type="http://schemas.openxmlformats.org/officeDocument/2006/relationships/notesSlide" Target="/ppt/notesSlides/notesSlide4.xml" Id="R854f1c97deb545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1867b8ae5540c3" /><Relationship Type="http://schemas.openxmlformats.org/officeDocument/2006/relationships/notesSlide" Target="/ppt/notesSlides/notesSlide5.xml" Id="Ra958d8c8007b43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de011b2ddc4409" /><Relationship Type="http://schemas.openxmlformats.org/officeDocument/2006/relationships/notesSlide" Target="/ppt/notesSlides/notesSlide6.xml" Id="R650d7da7fc8240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c9b0cc767f4015" /><Relationship Type="http://schemas.openxmlformats.org/officeDocument/2006/relationships/notesSlide" Target="/ppt/notesSlides/notesSlide7.xml" Id="R1e0a8e646b014d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6e31fc8b504257" /><Relationship Type="http://schemas.openxmlformats.org/officeDocument/2006/relationships/notesSlide" Target="/ppt/notesSlides/notesSlide8.xml" Id="R6f574c964ab341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351a2f5fbc480b" /><Relationship Type="http://schemas.openxmlformats.org/officeDocument/2006/relationships/notesSlide" Target="/ppt/notesSlides/notesSlide9.xml" Id="Rbb198ce22c554c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12636a460c451a" /><Relationship Type="http://schemas.openxmlformats.org/officeDocument/2006/relationships/notesSlide" Target="/ppt/notesSlides/notesSlide10.xml" Id="R4ea7f5516a0545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8e6481a12047a9" /><Relationship Type="http://schemas.openxmlformats.org/officeDocument/2006/relationships/notesSlide" Target="/ppt/notesSlides/notesSlide11.xml" Id="R7d6bf3c3ec8e44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7478b8aaf54788" /><Relationship Type="http://schemas.openxmlformats.org/officeDocument/2006/relationships/notesSlide" Target="/ppt/notesSlides/notesSlide12.xml" Id="R47e4d7856cb942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2f48a644b54ecf" /><Relationship Type="http://schemas.openxmlformats.org/officeDocument/2006/relationships/notesSlide" Target="/ppt/notesSlides/notesSlide13.xml" Id="R0e27ba5c0027426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Functions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32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show_greeting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 Python learner!"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show_greeting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"Welcome to Python."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show_greeting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 Python learner!"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show_greeting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"Welcome to Python."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show_greeting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 Python learner!"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show_greeting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"Welcome to Python."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does Python not run a function body when it first reads the def statement?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What happens if the function name is written without parentheses where a call is intended?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Why must the function body be indented?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Which two messages appear, and in what order?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show_greeting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 Python learner!"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show_greeting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"Welcome to Python."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Rewrite only the message inside show_greeting() so a caller sees "Hello, coder!" The function name and call stay unchanged.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show_greeting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 Python learner!"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show_greeting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"Welcome to Python."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show_greeting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 coder!"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show_greeting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"Welcome to Python."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 greeting is useful more than once. Add a second function call: call show_greeting() again so "Hello, Python learner!" appears twice. Predict the number of greetings before you run it.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show_greeting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 Python learner!"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show_greeting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"Welcome to Python."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 –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508493"/>
            <a:ext cx="8032968" cy="1631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show_greeting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 Python learner!"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show_greeting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show_greeting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Build one no-input function called show_tip() that displays a Python tip of your choice. Call it twice; the same tip should appear two times.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show_greeting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 Python learner!"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show_greeting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"Welcome to Python."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 –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show_tip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"Use clear names."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show_tip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show_tip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69360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show_greeting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(greeting_message)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show_greeting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"Welcome to Python."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93765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show_greeting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 Python learner!"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show_greeting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"Welcome to Python."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2026-08-05T12:10:24.9060000Z</dcterms:created>
  <dcterms:modified xsi:type="dcterms:W3CDTF">2026-08-05T12:10:24.9070000Z</dcterms:modified>
</coreProperties>
</file>