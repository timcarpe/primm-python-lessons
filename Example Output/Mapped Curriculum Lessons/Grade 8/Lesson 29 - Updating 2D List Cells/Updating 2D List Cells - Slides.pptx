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6c69f9fda4ed7" /><Relationship Type="http://schemas.openxmlformats.org/officeDocument/2006/relationships/extended-properties" Target="/docProps/app.xml" Id="R7b5acc0cc8f14f3f" /><Relationship Type="http://schemas.openxmlformats.org/officeDocument/2006/relationships/officeDocument" Target="/ppt/presentation.xml" Id="Rb6ebfa0b3a394fd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f3161038a5046a1"/>
  </p:sldMasterIdLst>
  <p:notesMasterIdLst>
    <p:notesMasterId xmlns:r="http://schemas.openxmlformats.org/officeDocument/2006/relationships" r:id="R4d4e0e6aead64201"/>
  </p:notesMasterIdLst>
  <p:sldIdLst>
    <p:sldId xmlns:r="http://schemas.openxmlformats.org/officeDocument/2006/relationships" id="256" r:id="Re6e7af00f1e04790"/>
    <p:sldId xmlns:r="http://schemas.openxmlformats.org/officeDocument/2006/relationships" id="257" r:id="Rf44bfd0d0c264895"/>
    <p:sldId xmlns:r="http://schemas.openxmlformats.org/officeDocument/2006/relationships" id="258" r:id="R97159b9582064e8a"/>
    <p:sldId xmlns:r="http://schemas.openxmlformats.org/officeDocument/2006/relationships" id="259" r:id="Ra46bf6a8f1ab4143"/>
    <p:sldId xmlns:r="http://schemas.openxmlformats.org/officeDocument/2006/relationships" id="260" r:id="Rf95f3ec3216f4e51"/>
    <p:sldId xmlns:r="http://schemas.openxmlformats.org/officeDocument/2006/relationships" id="261" r:id="R4be13f4e45d94357"/>
    <p:sldId xmlns:r="http://schemas.openxmlformats.org/officeDocument/2006/relationships" id="262" r:id="R1f568184a3d5400b"/>
    <p:sldId xmlns:r="http://schemas.openxmlformats.org/officeDocument/2006/relationships" id="263" r:id="Re68b88f858ad4b48"/>
    <p:sldId xmlns:r="http://schemas.openxmlformats.org/officeDocument/2006/relationships" id="264" r:id="R2ce25deefea04793"/>
    <p:sldId xmlns:r="http://schemas.openxmlformats.org/officeDocument/2006/relationships" id="265" r:id="Rf01b1600a459428a"/>
    <p:sldId xmlns:r="http://schemas.openxmlformats.org/officeDocument/2006/relationships" id="266" r:id="R84687dc09d3440ab"/>
    <p:sldId xmlns:r="http://schemas.openxmlformats.org/officeDocument/2006/relationships" id="267" r:id="Rfb250475cef04571"/>
    <p:sldId xmlns:r="http://schemas.openxmlformats.org/officeDocument/2006/relationships" id="268" r:id="Rf7d7b03bcc74418d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a1930b3aae92448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dce9489e954893" /><Relationship Type="http://schemas.openxmlformats.org/officeDocument/2006/relationships/slideMaster" Target="/ppt/slideMasters/slideMaster1.xml" Id="Raf3161038a5046a1" /><Relationship Type="http://schemas.openxmlformats.org/officeDocument/2006/relationships/notesMaster" Target="/ppt/notesMasters/notesMaster1.xml" Id="R4d4e0e6aead64201" /><Relationship Type="http://schemas.openxmlformats.org/officeDocument/2006/relationships/presProps" Target="/ppt/presProps.xml" Id="R2612d3a0220240f2" /><Relationship Type="http://schemas.openxmlformats.org/officeDocument/2006/relationships/viewProps" Target="/ppt/viewProps.xml" Id="Rdb59892d796f478f" /><Relationship Type="http://schemas.openxmlformats.org/officeDocument/2006/relationships/tableStyles" Target="/ppt/tableStyles.xml" Id="Rea8008a251054230" /><Relationship Type="http://schemas.openxmlformats.org/officeDocument/2006/relationships/font" Target="/ppt/fonts/font.dat" Id="Ra1930b3aae924489" /><Relationship Type="http://schemas.openxmlformats.org/officeDocument/2006/relationships/slide" Target="/ppt/slides/slide1.xml" Id="Re6e7af00f1e04790" /><Relationship Type="http://schemas.openxmlformats.org/officeDocument/2006/relationships/slide" Target="/ppt/slides/slide2.xml" Id="Rf44bfd0d0c264895" /><Relationship Type="http://schemas.openxmlformats.org/officeDocument/2006/relationships/slide" Target="/ppt/slides/slide3.xml" Id="R97159b9582064e8a" /><Relationship Type="http://schemas.openxmlformats.org/officeDocument/2006/relationships/slide" Target="/ppt/slides/slide4.xml" Id="Ra46bf6a8f1ab4143" /><Relationship Type="http://schemas.openxmlformats.org/officeDocument/2006/relationships/slide" Target="/ppt/slides/slide5.xml" Id="Rf95f3ec3216f4e51" /><Relationship Type="http://schemas.openxmlformats.org/officeDocument/2006/relationships/slide" Target="/ppt/slides/slide6.xml" Id="R4be13f4e45d94357" /><Relationship Type="http://schemas.openxmlformats.org/officeDocument/2006/relationships/slide" Target="/ppt/slides/slide7.xml" Id="R1f568184a3d5400b" /><Relationship Type="http://schemas.openxmlformats.org/officeDocument/2006/relationships/slide" Target="/ppt/slides/slide8.xml" Id="Re68b88f858ad4b48" /><Relationship Type="http://schemas.openxmlformats.org/officeDocument/2006/relationships/slide" Target="/ppt/slides/slide9.xml" Id="R2ce25deefea04793" /><Relationship Type="http://schemas.openxmlformats.org/officeDocument/2006/relationships/slide" Target="/ppt/slides/slide10.xml" Id="Rf01b1600a459428a" /><Relationship Type="http://schemas.openxmlformats.org/officeDocument/2006/relationships/slide" Target="/ppt/slides/slide11.xml" Id="R84687dc09d3440ab" /><Relationship Type="http://schemas.openxmlformats.org/officeDocument/2006/relationships/slide" Target="/ppt/slides/slide12.xml" Id="Rfb250475cef04571" /><Relationship Type="http://schemas.openxmlformats.org/officeDocument/2006/relationships/slide" Target="/ppt/slides/slide13.xml" Id="Rf7d7b03bcc74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70a74fd2a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895d7338441a5" /><Relationship Type="http://schemas.openxmlformats.org/officeDocument/2006/relationships/notesMaster" Target="/ppt/notesMasters/notesMaster1.xml" Id="Re94c6042c2f4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f902f3fea42cf" /><Relationship Type="http://schemas.openxmlformats.org/officeDocument/2006/relationships/notesMaster" Target="/ppt/notesMasters/notesMaster1.xml" Id="R6b6d54155cb547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dbdcb68b84400" /><Relationship Type="http://schemas.openxmlformats.org/officeDocument/2006/relationships/notesMaster" Target="/ppt/notesMasters/notesMaster1.xml" Id="R7ea07b588eba48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549c6a44024947" /><Relationship Type="http://schemas.openxmlformats.org/officeDocument/2006/relationships/notesMaster" Target="/ppt/notesMasters/notesMaster1.xml" Id="R7417d46166f8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235897bf14d7e" /><Relationship Type="http://schemas.openxmlformats.org/officeDocument/2006/relationships/notesMaster" Target="/ppt/notesMasters/notesMaster1.xml" Id="Raf0afa94f2c646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06411108c94c3a" /><Relationship Type="http://schemas.openxmlformats.org/officeDocument/2006/relationships/notesMaster" Target="/ppt/notesMasters/notesMaster1.xml" Id="Rcfc490d30fb54e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bed2ffabd14897" /><Relationship Type="http://schemas.openxmlformats.org/officeDocument/2006/relationships/notesMaster" Target="/ppt/notesMasters/notesMaster1.xml" Id="R6d4db273947145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45b8599b74f21" /><Relationship Type="http://schemas.openxmlformats.org/officeDocument/2006/relationships/notesMaster" Target="/ppt/notesMasters/notesMaster1.xml" Id="R309d297f4d4943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73ae15564b454e" /><Relationship Type="http://schemas.openxmlformats.org/officeDocument/2006/relationships/notesMaster" Target="/ppt/notesMasters/notesMaster1.xml" Id="R0e5dd96ad83b40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fedfc7cb344c4d" /><Relationship Type="http://schemas.openxmlformats.org/officeDocument/2006/relationships/notesMaster" Target="/ppt/notesMasters/notesMaster1.xml" Id="Rc6d1507d72b642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856a1686734f12" /><Relationship Type="http://schemas.openxmlformats.org/officeDocument/2006/relationships/notesMaster" Target="/ppt/notesMasters/notesMaster1.xml" Id="Re48ee9cce2bd4a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cc65cca82f4a48" /><Relationship Type="http://schemas.openxmlformats.org/officeDocument/2006/relationships/notesMaster" Target="/ppt/notesMasters/notesMaster1.xml" Id="Raee3c6248b394b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8a29f074944e26" /><Relationship Type="http://schemas.openxmlformats.org/officeDocument/2006/relationships/notesMaster" Target="/ppt/notesMasters/notesMaster1.xml" Id="R0f08ffe8dbe5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78ec1ab294fa2" /><Relationship Type="http://schemas.openxmlformats.org/officeDocument/2006/relationships/image" Target="/ppt/media/image.png" Id="R56660cda8cd24b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14bccd7604fd8" /><Relationship Type="http://schemas.openxmlformats.org/officeDocument/2006/relationships/image" Target="/ppt/media/image.png" Id="Rc13bde371d764e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3a2fc96204ee6" /><Relationship Type="http://schemas.openxmlformats.org/officeDocument/2006/relationships/image" Target="/ppt/media/image.png" Id="R4d39db5237854d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07f52d0244c45" /><Relationship Type="http://schemas.openxmlformats.org/officeDocument/2006/relationships/image" Target="/ppt/media/image.png" Id="R0e3e8a58086443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e482520eb4345" /><Relationship Type="http://schemas.openxmlformats.org/officeDocument/2006/relationships/image" Target="/ppt/media/image.png" Id="R2fc0f65e80f343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a2f25f6c240fe" /><Relationship Type="http://schemas.openxmlformats.org/officeDocument/2006/relationships/image" Target="/ppt/media/image.png" Id="Rf5197073327644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372939ae64ef7" /><Relationship Type="http://schemas.openxmlformats.org/officeDocument/2006/relationships/image" Target="/ppt/media/image.png" Id="R5804023f699d45a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5b9d1b9df4fc7" /><Relationship Type="http://schemas.openxmlformats.org/officeDocument/2006/relationships/image" Target="/ppt/media/image.png" Id="R06241568fc1f40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e07c35d7a449c" /><Relationship Type="http://schemas.openxmlformats.org/officeDocument/2006/relationships/image" Target="/ppt/media/image.png" Id="R2c579426dd3c44f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29cbff37148b0" /><Relationship Type="http://schemas.openxmlformats.org/officeDocument/2006/relationships/image" Target="/ppt/media/image.png" Id="R6b03f59af4b745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6c05e5c5c407a" /><Relationship Type="http://schemas.openxmlformats.org/officeDocument/2006/relationships/image" Target="/ppt/media/image.png" Id="R760e141631d8475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660cda8cd24b2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3bde371d764e9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39db5237854d3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3e8a58086443c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c0f65e80f3439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197073327644e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04023f699d45a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241568fc1f405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579426dd3c44f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03f59af4b7458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0e141631d8475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ee512cacc94c1c" /><Relationship Type="http://schemas.openxmlformats.org/officeDocument/2006/relationships/slideLayout" Target="/ppt/slideLayouts/slideLayout1.xml" Id="Rcf562df307424d9f" /><Relationship Type="http://schemas.openxmlformats.org/officeDocument/2006/relationships/slideLayout" Target="/ppt/slideLayouts/slideLayout2.xml" Id="R7e97d63a08b348e9" /><Relationship Type="http://schemas.openxmlformats.org/officeDocument/2006/relationships/slideLayout" Target="/ppt/slideLayouts/slideLayout3.xml" Id="Red3c261f54c34720" /><Relationship Type="http://schemas.openxmlformats.org/officeDocument/2006/relationships/slideLayout" Target="/ppt/slideLayouts/slideLayout4.xml" Id="R687dcf84e7c74250" /><Relationship Type="http://schemas.openxmlformats.org/officeDocument/2006/relationships/slideLayout" Target="/ppt/slideLayouts/slideLayout5.xml" Id="R36edf5c39fad4f97" /><Relationship Type="http://schemas.openxmlformats.org/officeDocument/2006/relationships/slideLayout" Target="/ppt/slideLayouts/slideLayout6.xml" Id="R59414f2df55841fc" /><Relationship Type="http://schemas.openxmlformats.org/officeDocument/2006/relationships/slideLayout" Target="/ppt/slideLayouts/slideLayout7.xml" Id="Ref2413616c9b4414" /><Relationship Type="http://schemas.openxmlformats.org/officeDocument/2006/relationships/slideLayout" Target="/ppt/slideLayouts/slideLayout8.xml" Id="Rfe4184d14db14fcf" /><Relationship Type="http://schemas.openxmlformats.org/officeDocument/2006/relationships/slideLayout" Target="/ppt/slideLayouts/slideLayout9.xml" Id="Redfafa10dc774192" /><Relationship Type="http://schemas.openxmlformats.org/officeDocument/2006/relationships/slideLayout" Target="/ppt/slideLayouts/slideLayout10.xml" Id="R692ba0443a46447f" /><Relationship Type="http://schemas.openxmlformats.org/officeDocument/2006/relationships/slideLayout" Target="/ppt/slideLayouts/slideLayout11.xml" Id="R5601a32f45d042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562df307424d9f"/>
    <p:sldLayoutId xmlns:r="http://schemas.openxmlformats.org/officeDocument/2006/relationships" id="2147483650" r:id="R7e97d63a08b348e9"/>
    <p:sldLayoutId xmlns:r="http://schemas.openxmlformats.org/officeDocument/2006/relationships" id="2147483651" r:id="Red3c261f54c34720"/>
    <p:sldLayoutId xmlns:r="http://schemas.openxmlformats.org/officeDocument/2006/relationships" id="2147483652" r:id="R687dcf84e7c74250"/>
    <p:sldLayoutId xmlns:r="http://schemas.openxmlformats.org/officeDocument/2006/relationships" id="2147483653" r:id="R36edf5c39fad4f97"/>
    <p:sldLayoutId xmlns:r="http://schemas.openxmlformats.org/officeDocument/2006/relationships" id="2147483654" r:id="R59414f2df55841fc"/>
    <p:sldLayoutId xmlns:r="http://schemas.openxmlformats.org/officeDocument/2006/relationships" id="2147483655" r:id="Ref2413616c9b4414"/>
    <p:sldLayoutId xmlns:r="http://schemas.openxmlformats.org/officeDocument/2006/relationships" id="2147483656" r:id="Rfe4184d14db14fcf"/>
    <p:sldLayoutId xmlns:r="http://schemas.openxmlformats.org/officeDocument/2006/relationships" id="2147483657" r:id="Redfafa10dc774192"/>
    <p:sldLayoutId xmlns:r="http://schemas.openxmlformats.org/officeDocument/2006/relationships" id="2147483658" r:id="R692ba0443a46447f"/>
    <p:sldLayoutId xmlns:r="http://schemas.openxmlformats.org/officeDocument/2006/relationships" id="2147483659" r:id="R5601a32f45d042d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a9605489644ba" /><Relationship Type="http://schemas.openxmlformats.org/officeDocument/2006/relationships/notesSlide" Target="/ppt/notesSlides/notesSlide1.xml" Id="R74d7464caa0244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653bfaef7b4daa" /><Relationship Type="http://schemas.openxmlformats.org/officeDocument/2006/relationships/notesSlide" Target="/ppt/notesSlides/notesSlide2.xml" Id="R3c191a35869c4c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2489e305194009" /><Relationship Type="http://schemas.openxmlformats.org/officeDocument/2006/relationships/notesSlide" Target="/ppt/notesSlides/notesSlide3.xml" Id="Rb45dd383217140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86d070dc454dc4" /><Relationship Type="http://schemas.openxmlformats.org/officeDocument/2006/relationships/notesSlide" Target="/ppt/notesSlides/notesSlide4.xml" Id="R8a2c1085206041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47a67e7f045d1" /><Relationship Type="http://schemas.openxmlformats.org/officeDocument/2006/relationships/notesSlide" Target="/ppt/notesSlides/notesSlide5.xml" Id="Rf0e1cb800c0d47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70e03baa304e0c" /><Relationship Type="http://schemas.openxmlformats.org/officeDocument/2006/relationships/notesSlide" Target="/ppt/notesSlides/notesSlide6.xml" Id="Reef3f3ce8f8d4a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44240880e4e09" /><Relationship Type="http://schemas.openxmlformats.org/officeDocument/2006/relationships/notesSlide" Target="/ppt/notesSlides/notesSlide7.xml" Id="Rb0a7e26b85804a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21dcabea34f04" /><Relationship Type="http://schemas.openxmlformats.org/officeDocument/2006/relationships/notesSlide" Target="/ppt/notesSlides/notesSlide8.xml" Id="R9e4f5eea4683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7466f7d4d34eef" /><Relationship Type="http://schemas.openxmlformats.org/officeDocument/2006/relationships/notesSlide" Target="/ppt/notesSlides/notesSlide9.xml" Id="R31adcf99264044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abb31c1ac44649" /><Relationship Type="http://schemas.openxmlformats.org/officeDocument/2006/relationships/notesSlide" Target="/ppt/notesSlides/notesSlide10.xml" Id="Rcca069223e9d44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d7ff0cfc240f9" /><Relationship Type="http://schemas.openxmlformats.org/officeDocument/2006/relationships/notesSlide" Target="/ppt/notesSlides/notesSlide11.xml" Id="R5e6f8adebcca4f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74880a2fb7452c" /><Relationship Type="http://schemas.openxmlformats.org/officeDocument/2006/relationships/notesSlide" Target="/ppt/notesSlides/notesSlide12.xml" Id="R530ff04c4d844a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826c1bd5d48b0" /><Relationship Type="http://schemas.openxmlformats.org/officeDocument/2006/relationships/notesSlide" Target="/ppt/notesSlides/notesSlide13.xml" Id="R864379508eea46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Updating 2D List Cells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29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Which of the two indexes selects the row, and which selects the field to update?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clubs[row][1] = new_members leave the club name unchanged?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new_members is not converted to int() before it is stored?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could choosing the wrong column silently replace a name with a number?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Update row 2 to 17 members. The Code name and all other records must remain unchanged.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 wrap="none" anchor="ctr">
            <a:normAutofit fontScale="8935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clubs[2][1] = 17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clubs[2])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Let the user choose a valid row and update both its club name and member count. Display the selected row before and after the two assignments.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"Before:"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club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clubs[row][0] = new_name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"After:"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three-row stock table containing item name and quantity. Ask for a valid row and a delivery amount, add that amount to the existing quantity, then display the updated record and every item quantity.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row 0 to 2: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"All records:"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 wrap="none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stock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"Pens"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10],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6],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"Tape"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4]]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"Stock row 0 to 2: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delivery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"Delivery amount: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stock[row][1] = stock[row][1] + delivery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 record:"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stock[row])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item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stock: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(item[0], item[1])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clubs[row, 1]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 wrap="none" anchor="ctr">
            <a:normAutofit fontScale="97748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73021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row =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new_members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"New member count: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clubs[row][1] = new_members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2026-08-05T12:14:20.9670000Z</dcterms:created>
  <dcterms:modified xsi:type="dcterms:W3CDTF">2026-08-05T12:14:20.9670000Z</dcterms:modified>
</coreProperties>
</file>