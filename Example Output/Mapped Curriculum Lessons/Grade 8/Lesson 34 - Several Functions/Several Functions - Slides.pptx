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cb0e148bc4b52" /><Relationship Type="http://schemas.openxmlformats.org/officeDocument/2006/relationships/extended-properties" Target="/docProps/app.xml" Id="Ra3413d2d81c84a5d" /><Relationship Type="http://schemas.openxmlformats.org/officeDocument/2006/relationships/officeDocument" Target="/ppt/presentation.xml" Id="R51ed5b064f11444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ceb8c9d386545a4"/>
  </p:sldMasterIdLst>
  <p:notesMasterIdLst>
    <p:notesMasterId xmlns:r="http://schemas.openxmlformats.org/officeDocument/2006/relationships" r:id="R0685625add5645ac"/>
  </p:notesMasterIdLst>
  <p:sldIdLst>
    <p:sldId xmlns:r="http://schemas.openxmlformats.org/officeDocument/2006/relationships" id="256" r:id="Re18572ed0f2043dd"/>
    <p:sldId xmlns:r="http://schemas.openxmlformats.org/officeDocument/2006/relationships" id="257" r:id="Ra94cd915236044a0"/>
    <p:sldId xmlns:r="http://schemas.openxmlformats.org/officeDocument/2006/relationships" id="258" r:id="R24f56acbb2594cf1"/>
    <p:sldId xmlns:r="http://schemas.openxmlformats.org/officeDocument/2006/relationships" id="259" r:id="Rac9d46c0595d4098"/>
    <p:sldId xmlns:r="http://schemas.openxmlformats.org/officeDocument/2006/relationships" id="260" r:id="R01cebe0482a24354"/>
    <p:sldId xmlns:r="http://schemas.openxmlformats.org/officeDocument/2006/relationships" id="261" r:id="Rd5e836cb07b04c3e"/>
    <p:sldId xmlns:r="http://schemas.openxmlformats.org/officeDocument/2006/relationships" id="262" r:id="R06e11f186cf7451b"/>
    <p:sldId xmlns:r="http://schemas.openxmlformats.org/officeDocument/2006/relationships" id="263" r:id="R57b1df778d294a97"/>
    <p:sldId xmlns:r="http://schemas.openxmlformats.org/officeDocument/2006/relationships" id="264" r:id="Ra4634f21b8b74d40"/>
    <p:sldId xmlns:r="http://schemas.openxmlformats.org/officeDocument/2006/relationships" id="265" r:id="R3db360555cc142b2"/>
    <p:sldId xmlns:r="http://schemas.openxmlformats.org/officeDocument/2006/relationships" id="266" r:id="R17f9a3a0f4d34177"/>
    <p:sldId xmlns:r="http://schemas.openxmlformats.org/officeDocument/2006/relationships" id="267" r:id="Rf1657032ba6c4f0d"/>
    <p:sldId xmlns:r="http://schemas.openxmlformats.org/officeDocument/2006/relationships" id="268" r:id="Rfe3ff38633fd415e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3e3dd16eda0d4db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d2381b29944ea2" /><Relationship Type="http://schemas.openxmlformats.org/officeDocument/2006/relationships/slideMaster" Target="/ppt/slideMasters/slideMaster1.xml" Id="R7ceb8c9d386545a4" /><Relationship Type="http://schemas.openxmlformats.org/officeDocument/2006/relationships/notesMaster" Target="/ppt/notesMasters/notesMaster1.xml" Id="R0685625add5645ac" /><Relationship Type="http://schemas.openxmlformats.org/officeDocument/2006/relationships/presProps" Target="/ppt/presProps.xml" Id="Ra2efe3e6d4f54a3e" /><Relationship Type="http://schemas.openxmlformats.org/officeDocument/2006/relationships/viewProps" Target="/ppt/viewProps.xml" Id="R449e2babc42244e5" /><Relationship Type="http://schemas.openxmlformats.org/officeDocument/2006/relationships/tableStyles" Target="/ppt/tableStyles.xml" Id="R00cf5b4ad4b043ba" /><Relationship Type="http://schemas.openxmlformats.org/officeDocument/2006/relationships/font" Target="/ppt/fonts/font.dat" Id="R3e3dd16eda0d4db9" /><Relationship Type="http://schemas.openxmlformats.org/officeDocument/2006/relationships/slide" Target="/ppt/slides/slide1.xml" Id="Re18572ed0f2043dd" /><Relationship Type="http://schemas.openxmlformats.org/officeDocument/2006/relationships/slide" Target="/ppt/slides/slide2.xml" Id="Ra94cd915236044a0" /><Relationship Type="http://schemas.openxmlformats.org/officeDocument/2006/relationships/slide" Target="/ppt/slides/slide3.xml" Id="R24f56acbb2594cf1" /><Relationship Type="http://schemas.openxmlformats.org/officeDocument/2006/relationships/slide" Target="/ppt/slides/slide4.xml" Id="Rac9d46c0595d4098" /><Relationship Type="http://schemas.openxmlformats.org/officeDocument/2006/relationships/slide" Target="/ppt/slides/slide5.xml" Id="R01cebe0482a24354" /><Relationship Type="http://schemas.openxmlformats.org/officeDocument/2006/relationships/slide" Target="/ppt/slides/slide6.xml" Id="Rd5e836cb07b04c3e" /><Relationship Type="http://schemas.openxmlformats.org/officeDocument/2006/relationships/slide" Target="/ppt/slides/slide7.xml" Id="R06e11f186cf7451b" /><Relationship Type="http://schemas.openxmlformats.org/officeDocument/2006/relationships/slide" Target="/ppt/slides/slide8.xml" Id="R57b1df778d294a97" /><Relationship Type="http://schemas.openxmlformats.org/officeDocument/2006/relationships/slide" Target="/ppt/slides/slide9.xml" Id="Ra4634f21b8b74d40" /><Relationship Type="http://schemas.openxmlformats.org/officeDocument/2006/relationships/slide" Target="/ppt/slides/slide10.xml" Id="R3db360555cc142b2" /><Relationship Type="http://schemas.openxmlformats.org/officeDocument/2006/relationships/slide" Target="/ppt/slides/slide11.xml" Id="R17f9a3a0f4d34177" /><Relationship Type="http://schemas.openxmlformats.org/officeDocument/2006/relationships/slide" Target="/ppt/slides/slide12.xml" Id="Rf1657032ba6c4f0d" /><Relationship Type="http://schemas.openxmlformats.org/officeDocument/2006/relationships/slide" Target="/ppt/slides/slide13.xml" Id="Rfe3ff38633fd41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f3bb36e484f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b68e03f4743f9" /><Relationship Type="http://schemas.openxmlformats.org/officeDocument/2006/relationships/notesMaster" Target="/ppt/notesMasters/notesMaster1.xml" Id="R3ee125599baa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007e7865d4b1a" /><Relationship Type="http://schemas.openxmlformats.org/officeDocument/2006/relationships/notesMaster" Target="/ppt/notesMasters/notesMaster1.xml" Id="Rc51c9fbb20484d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09ac5e6aec4f35" /><Relationship Type="http://schemas.openxmlformats.org/officeDocument/2006/relationships/notesMaster" Target="/ppt/notesMasters/notesMaster1.xml" Id="R0998935d74ba48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32f5e169ac4745" /><Relationship Type="http://schemas.openxmlformats.org/officeDocument/2006/relationships/notesMaster" Target="/ppt/notesMasters/notesMaster1.xml" Id="Rfdc42ce49f6c45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a0b9a75591400b" /><Relationship Type="http://schemas.openxmlformats.org/officeDocument/2006/relationships/notesMaster" Target="/ppt/notesMasters/notesMaster1.xml" Id="Rb8f8cc64443740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50122f65054d36" /><Relationship Type="http://schemas.openxmlformats.org/officeDocument/2006/relationships/notesMaster" Target="/ppt/notesMasters/notesMaster1.xml" Id="Rc3e0742f70b145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f1619ecedb4c93" /><Relationship Type="http://schemas.openxmlformats.org/officeDocument/2006/relationships/notesMaster" Target="/ppt/notesMasters/notesMaster1.xml" Id="R781f961ff3bd4e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924260c02e4110" /><Relationship Type="http://schemas.openxmlformats.org/officeDocument/2006/relationships/notesMaster" Target="/ppt/notesMasters/notesMaster1.xml" Id="R0d029c3467ea47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67af97a0554b61" /><Relationship Type="http://schemas.openxmlformats.org/officeDocument/2006/relationships/notesMaster" Target="/ppt/notesMasters/notesMaster1.xml" Id="Rc61342228a8249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d1289a92144bcb" /><Relationship Type="http://schemas.openxmlformats.org/officeDocument/2006/relationships/notesMaster" Target="/ppt/notesMasters/notesMaster1.xml" Id="R3e1ce3d52b5749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8e2fc156194537" /><Relationship Type="http://schemas.openxmlformats.org/officeDocument/2006/relationships/notesMaster" Target="/ppt/notesMasters/notesMaster1.xml" Id="R45449fb5ab3140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823e66dcc24623" /><Relationship Type="http://schemas.openxmlformats.org/officeDocument/2006/relationships/notesMaster" Target="/ppt/notesMasters/notesMaster1.xml" Id="R8743fb99856e43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8f2dc885f049b2" /><Relationship Type="http://schemas.openxmlformats.org/officeDocument/2006/relationships/notesMaster" Target="/ppt/notesMasters/notesMaster1.xml" Id="Raf939c280e5d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b8025be964e23" /><Relationship Type="http://schemas.openxmlformats.org/officeDocument/2006/relationships/image" Target="/ppt/media/image.png" Id="R7d5a72a4128146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dc3a7250a4ac0" /><Relationship Type="http://schemas.openxmlformats.org/officeDocument/2006/relationships/image" Target="/ppt/media/image.png" Id="Rb0676448c5d24a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3bc0651044985" /><Relationship Type="http://schemas.openxmlformats.org/officeDocument/2006/relationships/image" Target="/ppt/media/image.png" Id="Rddff9be7923f4f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1431956b74f5d" /><Relationship Type="http://schemas.openxmlformats.org/officeDocument/2006/relationships/image" Target="/ppt/media/image.png" Id="Ra317e81b228841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9acd4adb745ac" /><Relationship Type="http://schemas.openxmlformats.org/officeDocument/2006/relationships/image" Target="/ppt/media/image.png" Id="Rc3209a96d5b14c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97bfe9a374e6b" /><Relationship Type="http://schemas.openxmlformats.org/officeDocument/2006/relationships/image" Target="/ppt/media/image.png" Id="R861ec5a691414fb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eb33005db429c" /><Relationship Type="http://schemas.openxmlformats.org/officeDocument/2006/relationships/image" Target="/ppt/media/image.png" Id="R2d8a4f3617a840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35be66d8e4a23" /><Relationship Type="http://schemas.openxmlformats.org/officeDocument/2006/relationships/image" Target="/ppt/media/image.png" Id="R72eae1f44a1f409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efd001b66489f" /><Relationship Type="http://schemas.openxmlformats.org/officeDocument/2006/relationships/image" Target="/ppt/media/image.png" Id="Rd0267007759e4a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66268da574975" /><Relationship Type="http://schemas.openxmlformats.org/officeDocument/2006/relationships/image" Target="/ppt/media/image.png" Id="Rf2cc554f2fd44a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90d2507644868" /><Relationship Type="http://schemas.openxmlformats.org/officeDocument/2006/relationships/image" Target="/ppt/media/image.png" Id="R67f1ebe8e4c9434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5a72a412814696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676448c5d24a8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ff9be7923f4fb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17e81b2288414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209a96d5b14c2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1ec5a691414fb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8a4f3617a8401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eae1f44a1f409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267007759e4ae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cc554f2fd44a8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f1ebe8e4c9434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fed1f2e8bb4885" /><Relationship Type="http://schemas.openxmlformats.org/officeDocument/2006/relationships/slideLayout" Target="/ppt/slideLayouts/slideLayout1.xml" Id="R3a6c4219a72049bd" /><Relationship Type="http://schemas.openxmlformats.org/officeDocument/2006/relationships/slideLayout" Target="/ppt/slideLayouts/slideLayout2.xml" Id="Rd76e68e5c8844f5a" /><Relationship Type="http://schemas.openxmlformats.org/officeDocument/2006/relationships/slideLayout" Target="/ppt/slideLayouts/slideLayout3.xml" Id="Rbe5ea6b95b964c0b" /><Relationship Type="http://schemas.openxmlformats.org/officeDocument/2006/relationships/slideLayout" Target="/ppt/slideLayouts/slideLayout4.xml" Id="R2170cb24865a4743" /><Relationship Type="http://schemas.openxmlformats.org/officeDocument/2006/relationships/slideLayout" Target="/ppt/slideLayouts/slideLayout5.xml" Id="Rb90305f768434760" /><Relationship Type="http://schemas.openxmlformats.org/officeDocument/2006/relationships/slideLayout" Target="/ppt/slideLayouts/slideLayout6.xml" Id="Rf9fa76cc2a744a42" /><Relationship Type="http://schemas.openxmlformats.org/officeDocument/2006/relationships/slideLayout" Target="/ppt/slideLayouts/slideLayout7.xml" Id="R22548c96fa3c4dbe" /><Relationship Type="http://schemas.openxmlformats.org/officeDocument/2006/relationships/slideLayout" Target="/ppt/slideLayouts/slideLayout8.xml" Id="Rb025655eb65a4163" /><Relationship Type="http://schemas.openxmlformats.org/officeDocument/2006/relationships/slideLayout" Target="/ppt/slideLayouts/slideLayout9.xml" Id="R62cfcd8cdfc74dd9" /><Relationship Type="http://schemas.openxmlformats.org/officeDocument/2006/relationships/slideLayout" Target="/ppt/slideLayouts/slideLayout10.xml" Id="Rb374c31ac0094452" /><Relationship Type="http://schemas.openxmlformats.org/officeDocument/2006/relationships/slideLayout" Target="/ppt/slideLayouts/slideLayout11.xml" Id="Rc5a2bcd966e645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c4219a72049bd"/>
    <p:sldLayoutId xmlns:r="http://schemas.openxmlformats.org/officeDocument/2006/relationships" id="2147483650" r:id="Rd76e68e5c8844f5a"/>
    <p:sldLayoutId xmlns:r="http://schemas.openxmlformats.org/officeDocument/2006/relationships" id="2147483651" r:id="Rbe5ea6b95b964c0b"/>
    <p:sldLayoutId xmlns:r="http://schemas.openxmlformats.org/officeDocument/2006/relationships" id="2147483652" r:id="R2170cb24865a4743"/>
    <p:sldLayoutId xmlns:r="http://schemas.openxmlformats.org/officeDocument/2006/relationships" id="2147483653" r:id="Rb90305f768434760"/>
    <p:sldLayoutId xmlns:r="http://schemas.openxmlformats.org/officeDocument/2006/relationships" id="2147483654" r:id="Rf9fa76cc2a744a42"/>
    <p:sldLayoutId xmlns:r="http://schemas.openxmlformats.org/officeDocument/2006/relationships" id="2147483655" r:id="R22548c96fa3c4dbe"/>
    <p:sldLayoutId xmlns:r="http://schemas.openxmlformats.org/officeDocument/2006/relationships" id="2147483656" r:id="Rb025655eb65a4163"/>
    <p:sldLayoutId xmlns:r="http://schemas.openxmlformats.org/officeDocument/2006/relationships" id="2147483657" r:id="R62cfcd8cdfc74dd9"/>
    <p:sldLayoutId xmlns:r="http://schemas.openxmlformats.org/officeDocument/2006/relationships" id="2147483658" r:id="Rb374c31ac0094452"/>
    <p:sldLayoutId xmlns:r="http://schemas.openxmlformats.org/officeDocument/2006/relationships" id="2147483659" r:id="Rc5a2bcd966e645e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f69e36b7f409d" /><Relationship Type="http://schemas.openxmlformats.org/officeDocument/2006/relationships/notesSlide" Target="/ppt/notesSlides/notesSlide1.xml" Id="R6bf65c9d1c99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459c03a43c43b8" /><Relationship Type="http://schemas.openxmlformats.org/officeDocument/2006/relationships/notesSlide" Target="/ppt/notesSlides/notesSlide2.xml" Id="Re578e5f5af08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19e0b4351c4f46" /><Relationship Type="http://schemas.openxmlformats.org/officeDocument/2006/relationships/notesSlide" Target="/ppt/notesSlides/notesSlide3.xml" Id="R8277e8cd1cdf4a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d4048a26c4dc4" /><Relationship Type="http://schemas.openxmlformats.org/officeDocument/2006/relationships/notesSlide" Target="/ppt/notesSlides/notesSlide4.xml" Id="R435c92dd525a43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805bf61b4a4696" /><Relationship Type="http://schemas.openxmlformats.org/officeDocument/2006/relationships/notesSlide" Target="/ppt/notesSlides/notesSlide5.xml" Id="Rd9f9561d830440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ba5b76594a42a1" /><Relationship Type="http://schemas.openxmlformats.org/officeDocument/2006/relationships/notesSlide" Target="/ppt/notesSlides/notesSlide6.xml" Id="R3173e69ae94b45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5bf9bac1ec4de9" /><Relationship Type="http://schemas.openxmlformats.org/officeDocument/2006/relationships/notesSlide" Target="/ppt/notesSlides/notesSlide7.xml" Id="R35bdf99eb99847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9caaaca78140c9" /><Relationship Type="http://schemas.openxmlformats.org/officeDocument/2006/relationships/notesSlide" Target="/ppt/notesSlides/notesSlide8.xml" Id="Re68a9da62d8e4a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c82d207d3743d1" /><Relationship Type="http://schemas.openxmlformats.org/officeDocument/2006/relationships/notesSlide" Target="/ppt/notesSlides/notesSlide9.xml" Id="R009fbf8b1e7949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37107b223046ca" /><Relationship Type="http://schemas.openxmlformats.org/officeDocument/2006/relationships/notesSlide" Target="/ppt/notesSlides/notesSlide10.xml" Id="R39c10d27831544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2a9c62bd64d25" /><Relationship Type="http://schemas.openxmlformats.org/officeDocument/2006/relationships/notesSlide" Target="/ppt/notesSlides/notesSlide11.xml" Id="R9d62a59efbec4f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bc30646154178" /><Relationship Type="http://schemas.openxmlformats.org/officeDocument/2006/relationships/notesSlide" Target="/ppt/notesSlides/notesSlide12.xml" Id="Rbda17bce299c47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99e10e50fd4775" /><Relationship Type="http://schemas.openxmlformats.org/officeDocument/2006/relationships/notesSlide" Target="/ppt/notesSlides/notesSlide13.xml" Id="Rf397b02c66c84d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Several Functions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34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14500"/>
            <a:ext cx="10956846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682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show_menu():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square"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2476500"/>
            <a:ext cx="8824852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682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show_menu():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square"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2476500"/>
            <a:ext cx="8824852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682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show_menu():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square"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What separate job is performed by show_menu(), double() and square()?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choice is compared with the number 1 even though input() returned the string "1"?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the user enters 3, and why does the else branch call square() for that unexpected choice?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the choice is 1 and the number is 6, what result appears?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6419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show_menu():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square"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square() into triple(), update menu route 2, and make choice 2 with value 6 display Result: 18.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square"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 anchor="t">
            <a:normAutofit fontScale="52701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show_menu():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triple"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triple(number):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3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triple(value))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third function called half(number) that returns number / 2. Add menu route 3 and an invalid-choice message. Test 3 with 5 and x with 5.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square"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476625"/>
            <a:ext cx="914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45833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br/>
            <a:br/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show_menu():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double, 2: square, 3: half"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half(number):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/ 2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half(value))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"Invalid choice."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measurement helper with separate functions to show a menu, calculate rectangle area, and calculate rectangle perimeter. The main program collects length and width, selects one calculation, and displays a labelled result; include an invalid route.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"2: square"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23637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br/>
            <a:br/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show_menu():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area, 2: perimeter"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area(length, width):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length * width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perimeter(length, width):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2 * length + 2 * width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length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"Length: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width = float(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"Width: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"Area:"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area(length, width))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"Perimeter:"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perimeter(length, width))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"Invalid choice."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2726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6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(squared(value))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4536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6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double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(value))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2026-08-05T12:34:44.8260000Z</dcterms:created>
  <dcterms:modified xsi:type="dcterms:W3CDTF">2026-08-05T12:34:44.8260000Z</dcterms:modified>
</coreProperties>
</file>