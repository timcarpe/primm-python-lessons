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8ba3e95a604cc8" /><Relationship Type="http://schemas.openxmlformats.org/officeDocument/2006/relationships/extended-properties" Target="/docProps/app.xml" Id="R7065cf5bab8740c2" /><Relationship Type="http://schemas.openxmlformats.org/officeDocument/2006/relationships/officeDocument" Target="/ppt/presentation.xml" Id="Raaca5ff92c56452c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890a5645ddb4ee4"/>
  </p:sldMasterIdLst>
  <p:notesMasterIdLst>
    <p:notesMasterId xmlns:r="http://schemas.openxmlformats.org/officeDocument/2006/relationships" r:id="R825a508cb4d04b49"/>
  </p:notesMasterIdLst>
  <p:sldIdLst>
    <p:sldId xmlns:r="http://schemas.openxmlformats.org/officeDocument/2006/relationships" id="256" r:id="R400670d7d1364eba"/>
    <p:sldId xmlns:r="http://schemas.openxmlformats.org/officeDocument/2006/relationships" id="257" r:id="R681a87a74d67491c"/>
    <p:sldId xmlns:r="http://schemas.openxmlformats.org/officeDocument/2006/relationships" id="258" r:id="Rf25a208ac2c54716"/>
    <p:sldId xmlns:r="http://schemas.openxmlformats.org/officeDocument/2006/relationships" id="259" r:id="R71a1bd7bbcca4000"/>
    <p:sldId xmlns:r="http://schemas.openxmlformats.org/officeDocument/2006/relationships" id="260" r:id="R7ada42fe6ffd41d2"/>
    <p:sldId xmlns:r="http://schemas.openxmlformats.org/officeDocument/2006/relationships" id="261" r:id="Raefbb1a19fdf422f"/>
    <p:sldId xmlns:r="http://schemas.openxmlformats.org/officeDocument/2006/relationships" id="262" r:id="R65b85ea453994c20"/>
    <p:sldId xmlns:r="http://schemas.openxmlformats.org/officeDocument/2006/relationships" id="263" r:id="R8280d973d1904cd6"/>
    <p:sldId xmlns:r="http://schemas.openxmlformats.org/officeDocument/2006/relationships" id="264" r:id="Rc58779ee8feb4c34"/>
    <p:sldId xmlns:r="http://schemas.openxmlformats.org/officeDocument/2006/relationships" id="265" r:id="Rd7488db2a5c942bc"/>
    <p:sldId xmlns:r="http://schemas.openxmlformats.org/officeDocument/2006/relationships" id="266" r:id="R6c125346dadb4c41"/>
    <p:sldId xmlns:r="http://schemas.openxmlformats.org/officeDocument/2006/relationships" id="267" r:id="R7baf7e4e46e0426b"/>
    <p:sldId xmlns:r="http://schemas.openxmlformats.org/officeDocument/2006/relationships" id="268" r:id="R43984e1d61734f04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87d0d630501848f7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1c6bbf124c4d14" /><Relationship Type="http://schemas.openxmlformats.org/officeDocument/2006/relationships/slideMaster" Target="/ppt/slideMasters/slideMaster1.xml" Id="R7890a5645ddb4ee4" /><Relationship Type="http://schemas.openxmlformats.org/officeDocument/2006/relationships/notesMaster" Target="/ppt/notesMasters/notesMaster1.xml" Id="R825a508cb4d04b49" /><Relationship Type="http://schemas.openxmlformats.org/officeDocument/2006/relationships/presProps" Target="/ppt/presProps.xml" Id="Rdeb1a06010864c94" /><Relationship Type="http://schemas.openxmlformats.org/officeDocument/2006/relationships/viewProps" Target="/ppt/viewProps.xml" Id="R55ff0bd70485473a" /><Relationship Type="http://schemas.openxmlformats.org/officeDocument/2006/relationships/tableStyles" Target="/ppt/tableStyles.xml" Id="R35b7d0ef0d774c87" /><Relationship Type="http://schemas.openxmlformats.org/officeDocument/2006/relationships/font" Target="/ppt/fonts/font.dat" Id="R87d0d630501848f7" /><Relationship Type="http://schemas.openxmlformats.org/officeDocument/2006/relationships/slide" Target="/ppt/slides/slide1.xml" Id="R400670d7d1364eba" /><Relationship Type="http://schemas.openxmlformats.org/officeDocument/2006/relationships/slide" Target="/ppt/slides/slide2.xml" Id="R681a87a74d67491c" /><Relationship Type="http://schemas.openxmlformats.org/officeDocument/2006/relationships/slide" Target="/ppt/slides/slide3.xml" Id="Rf25a208ac2c54716" /><Relationship Type="http://schemas.openxmlformats.org/officeDocument/2006/relationships/slide" Target="/ppt/slides/slide4.xml" Id="R71a1bd7bbcca4000" /><Relationship Type="http://schemas.openxmlformats.org/officeDocument/2006/relationships/slide" Target="/ppt/slides/slide5.xml" Id="R7ada42fe6ffd41d2" /><Relationship Type="http://schemas.openxmlformats.org/officeDocument/2006/relationships/slide" Target="/ppt/slides/slide6.xml" Id="Raefbb1a19fdf422f" /><Relationship Type="http://schemas.openxmlformats.org/officeDocument/2006/relationships/slide" Target="/ppt/slides/slide7.xml" Id="R65b85ea453994c20" /><Relationship Type="http://schemas.openxmlformats.org/officeDocument/2006/relationships/slide" Target="/ppt/slides/slide8.xml" Id="R8280d973d1904cd6" /><Relationship Type="http://schemas.openxmlformats.org/officeDocument/2006/relationships/slide" Target="/ppt/slides/slide9.xml" Id="Rc58779ee8feb4c34" /><Relationship Type="http://schemas.openxmlformats.org/officeDocument/2006/relationships/slide" Target="/ppt/slides/slide10.xml" Id="Rd7488db2a5c942bc" /><Relationship Type="http://schemas.openxmlformats.org/officeDocument/2006/relationships/slide" Target="/ppt/slides/slide11.xml" Id="R6c125346dadb4c41" /><Relationship Type="http://schemas.openxmlformats.org/officeDocument/2006/relationships/slide" Target="/ppt/slides/slide12.xml" Id="R7baf7e4e46e0426b" /><Relationship Type="http://schemas.openxmlformats.org/officeDocument/2006/relationships/slide" Target="/ppt/slides/slide13.xml" Id="R43984e1d61734f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f48907e9ad4f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86a39831ff4da1" /><Relationship Type="http://schemas.openxmlformats.org/officeDocument/2006/relationships/notesMaster" Target="/ppt/notesMasters/notesMaster1.xml" Id="Rd40d082147e642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c82a6b33f44c6c" /><Relationship Type="http://schemas.openxmlformats.org/officeDocument/2006/relationships/notesMaster" Target="/ppt/notesMasters/notesMaster1.xml" Id="Re13bd546decd4e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94bc126a8a4b23" /><Relationship Type="http://schemas.openxmlformats.org/officeDocument/2006/relationships/notesMaster" Target="/ppt/notesMasters/notesMaster1.xml" Id="Rdddce2d7cd3445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87c4dcb17546db" /><Relationship Type="http://schemas.openxmlformats.org/officeDocument/2006/relationships/notesMaster" Target="/ppt/notesMasters/notesMaster1.xml" Id="R1ef6629c75b047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dd69935dc1475b" /><Relationship Type="http://schemas.openxmlformats.org/officeDocument/2006/relationships/notesMaster" Target="/ppt/notesMasters/notesMaster1.xml" Id="Rcfa96044784446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0042653d1540d6" /><Relationship Type="http://schemas.openxmlformats.org/officeDocument/2006/relationships/notesMaster" Target="/ppt/notesMasters/notesMaster1.xml" Id="Rc5765557ca674f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9f31ba9ace4d78" /><Relationship Type="http://schemas.openxmlformats.org/officeDocument/2006/relationships/notesMaster" Target="/ppt/notesMasters/notesMaster1.xml" Id="Rd9a151addd4041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1579f7951545ab" /><Relationship Type="http://schemas.openxmlformats.org/officeDocument/2006/relationships/notesMaster" Target="/ppt/notesMasters/notesMaster1.xml" Id="R5acaea4e59e545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bcf4840c1b4c44" /><Relationship Type="http://schemas.openxmlformats.org/officeDocument/2006/relationships/notesMaster" Target="/ppt/notesMasters/notesMaster1.xml" Id="R39e065dfe5e648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a302856462429d" /><Relationship Type="http://schemas.openxmlformats.org/officeDocument/2006/relationships/notesMaster" Target="/ppt/notesMasters/notesMaster1.xml" Id="Ra80ff5796f3f4e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977e5af85f44b8" /><Relationship Type="http://schemas.openxmlformats.org/officeDocument/2006/relationships/notesMaster" Target="/ppt/notesMasters/notesMaster1.xml" Id="R409b8164a01b4cc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945c6d26f9a4b8a" /><Relationship Type="http://schemas.openxmlformats.org/officeDocument/2006/relationships/notesMaster" Target="/ppt/notesMasters/notesMaster1.xml" Id="Rddf5e0990b2249f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1b688b05fb4f49" /><Relationship Type="http://schemas.openxmlformats.org/officeDocument/2006/relationships/notesMaster" Target="/ppt/notesMasters/notesMaster1.xml" Id="Rc4205dbf64ac44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0c1133ae484164" /><Relationship Type="http://schemas.openxmlformats.org/officeDocument/2006/relationships/image" Target="/ppt/media/image.png" Id="Rada1fd12911d4a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3e8f21c63f4a7e" /><Relationship Type="http://schemas.openxmlformats.org/officeDocument/2006/relationships/image" Target="/ppt/media/image.png" Id="Rc31d68e085db4b6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36378fe3674fd1" /><Relationship Type="http://schemas.openxmlformats.org/officeDocument/2006/relationships/image" Target="/ppt/media/image.png" Id="R109d11f7bc53468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ceb3240ee248ae" /><Relationship Type="http://schemas.openxmlformats.org/officeDocument/2006/relationships/image" Target="/ppt/media/image.png" Id="R655753d40d04408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d2096ccc3c4b41" /><Relationship Type="http://schemas.openxmlformats.org/officeDocument/2006/relationships/image" Target="/ppt/media/image.png" Id="R7e060c050321459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6b76729dcb4c38" /><Relationship Type="http://schemas.openxmlformats.org/officeDocument/2006/relationships/image" Target="/ppt/media/image.png" Id="Rce7269cc4a31494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e1be35c3c8458b" /><Relationship Type="http://schemas.openxmlformats.org/officeDocument/2006/relationships/image" Target="/ppt/media/image.png" Id="R5550affe4de04ce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ee5599330b49c8" /><Relationship Type="http://schemas.openxmlformats.org/officeDocument/2006/relationships/image" Target="/ppt/media/image.png" Id="R91f1d68c55db4cf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6c8a35be534535" /><Relationship Type="http://schemas.openxmlformats.org/officeDocument/2006/relationships/image" Target="/ppt/media/image.png" Id="R75a0f17dda0d48d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2b047061364d16" /><Relationship Type="http://schemas.openxmlformats.org/officeDocument/2006/relationships/image" Target="/ppt/media/image.png" Id="Rdbebfc16716d42e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19822fac2445ba" /><Relationship Type="http://schemas.openxmlformats.org/officeDocument/2006/relationships/image" Target="/ppt/media/image.png" Id="R16e52efd68a0442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da1fd12911d4a5e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31d68e085db4b6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09d11f7bc53468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55753d40d04408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e060c050321459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e7269cc4a31494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550affe4de04ce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1f1d68c55db4cf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5a0f17dda0d48d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bebfc16716d42e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6e52efd68a0442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08df6521e745ee" /><Relationship Type="http://schemas.openxmlformats.org/officeDocument/2006/relationships/slideLayout" Target="/ppt/slideLayouts/slideLayout1.xml" Id="R312cf5234aaf4cde" /><Relationship Type="http://schemas.openxmlformats.org/officeDocument/2006/relationships/slideLayout" Target="/ppt/slideLayouts/slideLayout2.xml" Id="Re0c7b67967354310" /><Relationship Type="http://schemas.openxmlformats.org/officeDocument/2006/relationships/slideLayout" Target="/ppt/slideLayouts/slideLayout3.xml" Id="Rff2c60b54a5844f1" /><Relationship Type="http://schemas.openxmlformats.org/officeDocument/2006/relationships/slideLayout" Target="/ppt/slideLayouts/slideLayout4.xml" Id="Rec79ec23bdfd4400" /><Relationship Type="http://schemas.openxmlformats.org/officeDocument/2006/relationships/slideLayout" Target="/ppt/slideLayouts/slideLayout5.xml" Id="Re6e0578c6bc34049" /><Relationship Type="http://schemas.openxmlformats.org/officeDocument/2006/relationships/slideLayout" Target="/ppt/slideLayouts/slideLayout6.xml" Id="R49898e6a23e04d56" /><Relationship Type="http://schemas.openxmlformats.org/officeDocument/2006/relationships/slideLayout" Target="/ppt/slideLayouts/slideLayout7.xml" Id="Rd11eaffb629943de" /><Relationship Type="http://schemas.openxmlformats.org/officeDocument/2006/relationships/slideLayout" Target="/ppt/slideLayouts/slideLayout8.xml" Id="R6ed68a320bae4498" /><Relationship Type="http://schemas.openxmlformats.org/officeDocument/2006/relationships/slideLayout" Target="/ppt/slideLayouts/slideLayout9.xml" Id="Rd1b213938b6e4bce" /><Relationship Type="http://schemas.openxmlformats.org/officeDocument/2006/relationships/slideLayout" Target="/ppt/slideLayouts/slideLayout10.xml" Id="R0eded04c74794061" /><Relationship Type="http://schemas.openxmlformats.org/officeDocument/2006/relationships/slideLayout" Target="/ppt/slideLayouts/slideLayout11.xml" Id="R71beb49b654d4c0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2cf5234aaf4cde"/>
    <p:sldLayoutId xmlns:r="http://schemas.openxmlformats.org/officeDocument/2006/relationships" id="2147483650" r:id="Re0c7b67967354310"/>
    <p:sldLayoutId xmlns:r="http://schemas.openxmlformats.org/officeDocument/2006/relationships" id="2147483651" r:id="Rff2c60b54a5844f1"/>
    <p:sldLayoutId xmlns:r="http://schemas.openxmlformats.org/officeDocument/2006/relationships" id="2147483652" r:id="Rec79ec23bdfd4400"/>
    <p:sldLayoutId xmlns:r="http://schemas.openxmlformats.org/officeDocument/2006/relationships" id="2147483653" r:id="Re6e0578c6bc34049"/>
    <p:sldLayoutId xmlns:r="http://schemas.openxmlformats.org/officeDocument/2006/relationships" id="2147483654" r:id="R49898e6a23e04d56"/>
    <p:sldLayoutId xmlns:r="http://schemas.openxmlformats.org/officeDocument/2006/relationships" id="2147483655" r:id="Rd11eaffb629943de"/>
    <p:sldLayoutId xmlns:r="http://schemas.openxmlformats.org/officeDocument/2006/relationships" id="2147483656" r:id="R6ed68a320bae4498"/>
    <p:sldLayoutId xmlns:r="http://schemas.openxmlformats.org/officeDocument/2006/relationships" id="2147483657" r:id="Rd1b213938b6e4bce"/>
    <p:sldLayoutId xmlns:r="http://schemas.openxmlformats.org/officeDocument/2006/relationships" id="2147483658" r:id="R0eded04c74794061"/>
    <p:sldLayoutId xmlns:r="http://schemas.openxmlformats.org/officeDocument/2006/relationships" id="2147483659" r:id="R71beb49b654d4c0f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597b2903742a7" /><Relationship Type="http://schemas.openxmlformats.org/officeDocument/2006/relationships/notesSlide" Target="/ppt/notesSlides/notesSlide1.xml" Id="Rb1e26540f17d4b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33b7d93804d477f" /><Relationship Type="http://schemas.openxmlformats.org/officeDocument/2006/relationships/notesSlide" Target="/ppt/notesSlides/notesSlide2.xml" Id="Rf9118ef2c07547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a55285011742f0" /><Relationship Type="http://schemas.openxmlformats.org/officeDocument/2006/relationships/notesSlide" Target="/ppt/notesSlides/notesSlide3.xml" Id="Rc36ebdcc94e84a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d6257e6898485a" /><Relationship Type="http://schemas.openxmlformats.org/officeDocument/2006/relationships/notesSlide" Target="/ppt/notesSlides/notesSlide4.xml" Id="R6792732ec2b24a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cad4b065a04d67" /><Relationship Type="http://schemas.openxmlformats.org/officeDocument/2006/relationships/notesSlide" Target="/ppt/notesSlides/notesSlide5.xml" Id="Rd8e9c76e4d7243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33f466138d4548" /><Relationship Type="http://schemas.openxmlformats.org/officeDocument/2006/relationships/notesSlide" Target="/ppt/notesSlides/notesSlide6.xml" Id="R6f62f4aa73674a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b6d15614fe4929" /><Relationship Type="http://schemas.openxmlformats.org/officeDocument/2006/relationships/notesSlide" Target="/ppt/notesSlides/notesSlide7.xml" Id="Re4aeaee8bd244a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2eea74285547e2" /><Relationship Type="http://schemas.openxmlformats.org/officeDocument/2006/relationships/notesSlide" Target="/ppt/notesSlides/notesSlide8.xml" Id="Rac1a4d888b1c45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8d3d0632004ad4" /><Relationship Type="http://schemas.openxmlformats.org/officeDocument/2006/relationships/notesSlide" Target="/ppt/notesSlides/notesSlide9.xml" Id="R93023020e43748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8d7ed1341c4711" /><Relationship Type="http://schemas.openxmlformats.org/officeDocument/2006/relationships/notesSlide" Target="/ppt/notesSlides/notesSlide10.xml" Id="R43a7b9e4444446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420630cba14095" /><Relationship Type="http://schemas.openxmlformats.org/officeDocument/2006/relationships/notesSlide" Target="/ppt/notesSlides/notesSlide11.xml" Id="R7df0c1bb167f48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cd1d18f9184a44" /><Relationship Type="http://schemas.openxmlformats.org/officeDocument/2006/relationships/notesSlide" Target="/ppt/notesSlides/notesSlide12.xml" Id="R0b109e8ac52e40c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9f1940213f475f" /><Relationship Type="http://schemas.openxmlformats.org/officeDocument/2006/relationships/notesSlide" Target="/ppt/notesSlides/notesSlide13.xml" Id="Ra7d9f26e07ad4b7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Changing 2D List Rows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30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new_club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(new_club)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.insert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"Music"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9])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clubs[0]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(club[0], club[1])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new_club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(new_club)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.insert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"Music"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9])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clubs[0]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(club[0], club[1])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new_club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(new_club)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.insert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"Music"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9])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clubs[0]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(club[0], club[1])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must a new record be added as one complete inner list rather than as separate outer-list items?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How do later row positions change after insert() adds a row at position 1?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What happens to the position of a row after an earlier row is deleted?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What three rows are printed after the append, insert and delete operations finish?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758784"/>
            <a:ext cx="6474775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new_club =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(new_club)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.insert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"Music"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9])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clubs[0]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(club[0], club[1])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Insert ["Drama", 11] at row position 0 and remove the deletion line. The final output must begin Drama 11.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new_club =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(new_club)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.insert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"Music"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9])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clubs[0]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(club[0], club[1])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8158413" cy="1325563"/>
          </a:xfrm>
        </p:spPr>
        <p:txBody>
          <a:bodyPr xmlns:a="http://schemas.openxmlformats.org/drawingml/2006/main" wrap="none" anchor="ctr">
            <a:normAutofit fontScale="89350"/>
          </a:bodyPr>
          <a:lstStyle xmlns:a="http://schemas.openxmlformats.org/drawingml/2006/main"/>
          <a:p xmlns:a="http://schemas.openxmlformats.org/drawingml/2006/main">
            <a:r>
              <a:t>Challenge 1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149049" cy="211540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.insert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(0,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"Drama"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11])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(club[0], club[1])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Ask for a new club name and member count, build a two-field row, append it, then ask for one valid row position to delete. Display the remaining rows.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8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new_club =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(new_club)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.insert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"Music"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9])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clubs[0]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(club[0], club[1])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 – Suggested Solution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3813" y="3508493"/>
            <a:ext cx="8032968" cy="1631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"New club: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members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new_club = [name, members]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(new_club)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"Delete row 0 to 2: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clubs[position]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(club[0], club[1])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Build an event schedule editor with three [event, room] rows. Insert one user-created row at a valid position, delete a different valid row from the enlarged schedule, and display numbered remaining rows using a counter.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10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new_club =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(new_club)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.insert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"Music"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9])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clubs[0]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(club[0], club[1])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1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 wrap="none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 – Suggested Solution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11</a:t>
            </a:fld>
          </a:p>
        </p:txBody>
      </p:sp>
      <p:sp>
        <p:nvSpPr>
          <p:cNvPr id="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7798" y="3581011"/>
            <a:ext cx="10341293" cy="1323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schedule = [[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"Talk"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"Quiz"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2],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"Demo"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3]]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"Insert position 0 to 3: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event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"Event: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room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"Room: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schedule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.insert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(position, [event, room])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delete_position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"Delete position 0 to 3: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schedule[delete_position]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number = 0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row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schedule: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(number, row[0], row[1])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number = number + 1</a:t>
            </a: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69360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clubs[0][0]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(clubs)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slides/slide1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F61F52-D17D-670C-50AC-7255F18B4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9189603" cy="1325563"/>
          </a:xfrm>
        </p:spPr>
        <p:txBody>
          <a:bodyPr xmlns:a="http://schemas.openxmlformats.org/drawingml/2006/main" wrap="none" anchor="ctr">
            <a:normAutofit fontScale="97748"/>
          </a:bodyPr>
          <a:lstStyle xmlns:a="http://schemas.openxmlformats.org/drawingml/2006/main"/>
          <a:p xmlns:a="http://schemas.openxmlformats.org/drawingml/2006/main">
            <a:r>
              <a:t>Fix the code!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946801-3D05-3C3E-1626-DBB288975F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371884" cy="2115403"/>
          </a:xfrm>
        </p:spPr>
        <p:txBody>
          <a:bodyPr xmlns:a="http://schemas.openxmlformats.org/drawingml/2006/main">
            <a:normAutofit fontScale="93765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clubs[0]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(clubs)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2CEF87-628B-C07C-A561-B4B38856AB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13</a:t>
            </a:fld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B9FE81-71E8-D844-4F36-3BE0908E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8940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2026-08-05T12:15:10.8870000Z</dcterms:created>
  <dcterms:modified xsi:type="dcterms:W3CDTF">2026-08-05T12:15:10.8870000Z</dcterms:modified>
</coreProperties>
</file>