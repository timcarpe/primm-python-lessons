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b1987846f2484c" /><Relationship Type="http://schemas.openxmlformats.org/officeDocument/2006/relationships/extended-properties" Target="/docProps/app.xml" Id="R4ab4d617a8b548c9" /><Relationship Type="http://schemas.openxmlformats.org/officeDocument/2006/relationships/officeDocument" Target="/ppt/presentation.xml" Id="Rd22e58ef6452453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b3ac244d7eb4d24"/>
  </p:sldMasterIdLst>
  <p:notesMasterIdLst>
    <p:notesMasterId xmlns:r="http://schemas.openxmlformats.org/officeDocument/2006/relationships" r:id="R7fee5e9a4ed34f0d"/>
  </p:notesMasterIdLst>
  <p:sldIdLst>
    <p:sldId xmlns:r="http://schemas.openxmlformats.org/officeDocument/2006/relationships" id="256" r:id="R01a01298770d4ad3"/>
    <p:sldId xmlns:r="http://schemas.openxmlformats.org/officeDocument/2006/relationships" id="257" r:id="Radb1a2e5720d4af7"/>
    <p:sldId xmlns:r="http://schemas.openxmlformats.org/officeDocument/2006/relationships" id="258" r:id="R2a1fd48df0b14abb"/>
    <p:sldId xmlns:r="http://schemas.openxmlformats.org/officeDocument/2006/relationships" id="259" r:id="R14d93cedf69944da"/>
    <p:sldId xmlns:r="http://schemas.openxmlformats.org/officeDocument/2006/relationships" id="260" r:id="Rdc920e90a6ad4b80"/>
    <p:sldId xmlns:r="http://schemas.openxmlformats.org/officeDocument/2006/relationships" id="261" r:id="R0687df49b04c4d3c"/>
    <p:sldId xmlns:r="http://schemas.openxmlformats.org/officeDocument/2006/relationships" id="262" r:id="Rc2d6cf99176046ee"/>
    <p:sldId xmlns:r="http://schemas.openxmlformats.org/officeDocument/2006/relationships" id="263" r:id="R7c4430e7109a48bf"/>
    <p:sldId xmlns:r="http://schemas.openxmlformats.org/officeDocument/2006/relationships" id="264" r:id="R1f9907a280044242"/>
    <p:sldId xmlns:r="http://schemas.openxmlformats.org/officeDocument/2006/relationships" id="265" r:id="Rbece6cc2e5834422"/>
    <p:sldId xmlns:r="http://schemas.openxmlformats.org/officeDocument/2006/relationships" id="266" r:id="R65d54a6e60554a74"/>
    <p:sldId xmlns:r="http://schemas.openxmlformats.org/officeDocument/2006/relationships" id="267" r:id="R620439e9d27942d4"/>
    <p:sldId xmlns:r="http://schemas.openxmlformats.org/officeDocument/2006/relationships" id="268" r:id="Rc20700341d3448ff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98db8f38fc1b415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7f2607345498a" /><Relationship Type="http://schemas.openxmlformats.org/officeDocument/2006/relationships/slideMaster" Target="/ppt/slideMasters/slideMaster1.xml" Id="Reb3ac244d7eb4d24" /><Relationship Type="http://schemas.openxmlformats.org/officeDocument/2006/relationships/notesMaster" Target="/ppt/notesMasters/notesMaster1.xml" Id="R7fee5e9a4ed34f0d" /><Relationship Type="http://schemas.openxmlformats.org/officeDocument/2006/relationships/presProps" Target="/ppt/presProps.xml" Id="R5faced0aafee47f5" /><Relationship Type="http://schemas.openxmlformats.org/officeDocument/2006/relationships/viewProps" Target="/ppt/viewProps.xml" Id="R91d566ed7e6446b8" /><Relationship Type="http://schemas.openxmlformats.org/officeDocument/2006/relationships/tableStyles" Target="/ppt/tableStyles.xml" Id="R3a4112d1882a4e03" /><Relationship Type="http://schemas.openxmlformats.org/officeDocument/2006/relationships/font" Target="/ppt/fonts/font.dat" Id="R98db8f38fc1b4153" /><Relationship Type="http://schemas.openxmlformats.org/officeDocument/2006/relationships/slide" Target="/ppt/slides/slide1.xml" Id="R01a01298770d4ad3" /><Relationship Type="http://schemas.openxmlformats.org/officeDocument/2006/relationships/slide" Target="/ppt/slides/slide2.xml" Id="Radb1a2e5720d4af7" /><Relationship Type="http://schemas.openxmlformats.org/officeDocument/2006/relationships/slide" Target="/ppt/slides/slide3.xml" Id="R2a1fd48df0b14abb" /><Relationship Type="http://schemas.openxmlformats.org/officeDocument/2006/relationships/slide" Target="/ppt/slides/slide4.xml" Id="R14d93cedf69944da" /><Relationship Type="http://schemas.openxmlformats.org/officeDocument/2006/relationships/slide" Target="/ppt/slides/slide5.xml" Id="Rdc920e90a6ad4b80" /><Relationship Type="http://schemas.openxmlformats.org/officeDocument/2006/relationships/slide" Target="/ppt/slides/slide6.xml" Id="R0687df49b04c4d3c" /><Relationship Type="http://schemas.openxmlformats.org/officeDocument/2006/relationships/slide" Target="/ppt/slides/slide7.xml" Id="Rc2d6cf99176046ee" /><Relationship Type="http://schemas.openxmlformats.org/officeDocument/2006/relationships/slide" Target="/ppt/slides/slide8.xml" Id="R7c4430e7109a48bf" /><Relationship Type="http://schemas.openxmlformats.org/officeDocument/2006/relationships/slide" Target="/ppt/slides/slide9.xml" Id="R1f9907a280044242" /><Relationship Type="http://schemas.openxmlformats.org/officeDocument/2006/relationships/slide" Target="/ppt/slides/slide10.xml" Id="Rbece6cc2e5834422" /><Relationship Type="http://schemas.openxmlformats.org/officeDocument/2006/relationships/slide" Target="/ppt/slides/slide11.xml" Id="R65d54a6e60554a74" /><Relationship Type="http://schemas.openxmlformats.org/officeDocument/2006/relationships/slide" Target="/ppt/slides/slide12.xml" Id="R620439e9d27942d4" /><Relationship Type="http://schemas.openxmlformats.org/officeDocument/2006/relationships/slide" Target="/ppt/slides/slide13.xml" Id="Rc20700341d3448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662e7b1838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cbe671a8f5487f" /><Relationship Type="http://schemas.openxmlformats.org/officeDocument/2006/relationships/notesMaster" Target="/ppt/notesMasters/notesMaster1.xml" Id="R357948d55a44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224e35e28c4020" /><Relationship Type="http://schemas.openxmlformats.org/officeDocument/2006/relationships/notesMaster" Target="/ppt/notesMasters/notesMaster1.xml" Id="R7245f30a2a76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29032c7274f45" /><Relationship Type="http://schemas.openxmlformats.org/officeDocument/2006/relationships/notesMaster" Target="/ppt/notesMasters/notesMaster1.xml" Id="R2c6237c424af4d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9f76b6f12e4d72" /><Relationship Type="http://schemas.openxmlformats.org/officeDocument/2006/relationships/notesMaster" Target="/ppt/notesMasters/notesMaster1.xml" Id="R62949a192b894a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7648bbedc4090" /><Relationship Type="http://schemas.openxmlformats.org/officeDocument/2006/relationships/notesMaster" Target="/ppt/notesMasters/notesMaster1.xml" Id="R66ab92fc86fb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8c90fd650745dc" /><Relationship Type="http://schemas.openxmlformats.org/officeDocument/2006/relationships/notesMaster" Target="/ppt/notesMasters/notesMaster1.xml" Id="R5774526649564f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9cb39cfb3748b7" /><Relationship Type="http://schemas.openxmlformats.org/officeDocument/2006/relationships/notesMaster" Target="/ppt/notesMasters/notesMaster1.xml" Id="R863c045ab5ef49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0a0b81049482e" /><Relationship Type="http://schemas.openxmlformats.org/officeDocument/2006/relationships/notesMaster" Target="/ppt/notesMasters/notesMaster1.xml" Id="R410172ff0ab043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94400a98604143" /><Relationship Type="http://schemas.openxmlformats.org/officeDocument/2006/relationships/notesMaster" Target="/ppt/notesMasters/notesMaster1.xml" Id="R63ab725ac72d49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3096db62b54726" /><Relationship Type="http://schemas.openxmlformats.org/officeDocument/2006/relationships/notesMaster" Target="/ppt/notesMasters/notesMaster1.xml" Id="R5c49d8e1fd1340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b56b1f85fa4ca0" /><Relationship Type="http://schemas.openxmlformats.org/officeDocument/2006/relationships/notesMaster" Target="/ppt/notesMasters/notesMaster1.xml" Id="Rd624e60e5f5a4a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37eeba37824aa2" /><Relationship Type="http://schemas.openxmlformats.org/officeDocument/2006/relationships/notesMaster" Target="/ppt/notesMasters/notesMaster1.xml" Id="R44f5775eb83a4c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d0dfb668dd49ca" /><Relationship Type="http://schemas.openxmlformats.org/officeDocument/2006/relationships/notesMaster" Target="/ppt/notesMasters/notesMaster1.xml" Id="R571171be6a3f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20b1d1e294de6" /><Relationship Type="http://schemas.openxmlformats.org/officeDocument/2006/relationships/image" Target="/ppt/media/image.png" Id="R766ee53759164f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0fe21144941a2" /><Relationship Type="http://schemas.openxmlformats.org/officeDocument/2006/relationships/image" Target="/ppt/media/image.png" Id="R18c5de0c2a374f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fcda42fcd49c0" /><Relationship Type="http://schemas.openxmlformats.org/officeDocument/2006/relationships/image" Target="/ppt/media/image.png" Id="R2572b39e313a47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44a4ffcc04472" /><Relationship Type="http://schemas.openxmlformats.org/officeDocument/2006/relationships/image" Target="/ppt/media/image.png" Id="Rc8b5d3d0766045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79418bba74652" /><Relationship Type="http://schemas.openxmlformats.org/officeDocument/2006/relationships/image" Target="/ppt/media/image.png" Id="Raaed3f44c6ea43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3713e35c3480c" /><Relationship Type="http://schemas.openxmlformats.org/officeDocument/2006/relationships/image" Target="/ppt/media/image.png" Id="R33b4e40eb72242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1152b67e14fe4" /><Relationship Type="http://schemas.openxmlformats.org/officeDocument/2006/relationships/image" Target="/ppt/media/image.png" Id="R50fdc5025e514c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83f66da3b494e" /><Relationship Type="http://schemas.openxmlformats.org/officeDocument/2006/relationships/image" Target="/ppt/media/image.png" Id="Rf27820437a624a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48bcb746c4847" /><Relationship Type="http://schemas.openxmlformats.org/officeDocument/2006/relationships/image" Target="/ppt/media/image.png" Id="R7159057ce11f48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d21dc23e642f8" /><Relationship Type="http://schemas.openxmlformats.org/officeDocument/2006/relationships/image" Target="/ppt/media/image.png" Id="Rea40ea78c11143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bef253d5b4dba" /><Relationship Type="http://schemas.openxmlformats.org/officeDocument/2006/relationships/image" Target="/ppt/media/image.png" Id="R336eb86df0294a9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6ee53759164f18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c5de0c2a374fe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72b39e313a478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b5d3d0766045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ed3f44c6ea43c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b4e40eb72242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fdc5025e514c7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7820437a624a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59057ce11f484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40ea78c11143b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6eb86df0294a9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04e6f7e284930" /><Relationship Type="http://schemas.openxmlformats.org/officeDocument/2006/relationships/slideLayout" Target="/ppt/slideLayouts/slideLayout1.xml" Id="Rbc1af7a7e17b4062" /><Relationship Type="http://schemas.openxmlformats.org/officeDocument/2006/relationships/slideLayout" Target="/ppt/slideLayouts/slideLayout2.xml" Id="R0655059a6c494ea4" /><Relationship Type="http://schemas.openxmlformats.org/officeDocument/2006/relationships/slideLayout" Target="/ppt/slideLayouts/slideLayout3.xml" Id="R7b1bdd533a3c44ae" /><Relationship Type="http://schemas.openxmlformats.org/officeDocument/2006/relationships/slideLayout" Target="/ppt/slideLayouts/slideLayout4.xml" Id="Rf823c1d84b554ad8" /><Relationship Type="http://schemas.openxmlformats.org/officeDocument/2006/relationships/slideLayout" Target="/ppt/slideLayouts/slideLayout5.xml" Id="Rec866234ea954fd9" /><Relationship Type="http://schemas.openxmlformats.org/officeDocument/2006/relationships/slideLayout" Target="/ppt/slideLayouts/slideLayout6.xml" Id="R911c8a42599444db" /><Relationship Type="http://schemas.openxmlformats.org/officeDocument/2006/relationships/slideLayout" Target="/ppt/slideLayouts/slideLayout7.xml" Id="R2568165c0f4b47af" /><Relationship Type="http://schemas.openxmlformats.org/officeDocument/2006/relationships/slideLayout" Target="/ppt/slideLayouts/slideLayout8.xml" Id="Rc8de3dd43abc4057" /><Relationship Type="http://schemas.openxmlformats.org/officeDocument/2006/relationships/slideLayout" Target="/ppt/slideLayouts/slideLayout9.xml" Id="Re8ff4d0c70674775" /><Relationship Type="http://schemas.openxmlformats.org/officeDocument/2006/relationships/slideLayout" Target="/ppt/slideLayouts/slideLayout10.xml" Id="R98eebcfa60804047" /><Relationship Type="http://schemas.openxmlformats.org/officeDocument/2006/relationships/slideLayout" Target="/ppt/slideLayouts/slideLayout11.xml" Id="Rf7d22a47d16048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af7a7e17b4062"/>
    <p:sldLayoutId xmlns:r="http://schemas.openxmlformats.org/officeDocument/2006/relationships" id="2147483650" r:id="R0655059a6c494ea4"/>
    <p:sldLayoutId xmlns:r="http://schemas.openxmlformats.org/officeDocument/2006/relationships" id="2147483651" r:id="R7b1bdd533a3c44ae"/>
    <p:sldLayoutId xmlns:r="http://schemas.openxmlformats.org/officeDocument/2006/relationships" id="2147483652" r:id="Rf823c1d84b554ad8"/>
    <p:sldLayoutId xmlns:r="http://schemas.openxmlformats.org/officeDocument/2006/relationships" id="2147483653" r:id="Rec866234ea954fd9"/>
    <p:sldLayoutId xmlns:r="http://schemas.openxmlformats.org/officeDocument/2006/relationships" id="2147483654" r:id="R911c8a42599444db"/>
    <p:sldLayoutId xmlns:r="http://schemas.openxmlformats.org/officeDocument/2006/relationships" id="2147483655" r:id="R2568165c0f4b47af"/>
    <p:sldLayoutId xmlns:r="http://schemas.openxmlformats.org/officeDocument/2006/relationships" id="2147483656" r:id="Rc8de3dd43abc4057"/>
    <p:sldLayoutId xmlns:r="http://schemas.openxmlformats.org/officeDocument/2006/relationships" id="2147483657" r:id="Re8ff4d0c70674775"/>
    <p:sldLayoutId xmlns:r="http://schemas.openxmlformats.org/officeDocument/2006/relationships" id="2147483658" r:id="R98eebcfa60804047"/>
    <p:sldLayoutId xmlns:r="http://schemas.openxmlformats.org/officeDocument/2006/relationships" id="2147483659" r:id="Rf7d22a47d16048d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8212cf10d4a47" /><Relationship Type="http://schemas.openxmlformats.org/officeDocument/2006/relationships/notesSlide" Target="/ppt/notesSlides/notesSlide1.xml" Id="Rce595ee5da1642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33544fd2f54ac9" /><Relationship Type="http://schemas.openxmlformats.org/officeDocument/2006/relationships/notesSlide" Target="/ppt/notesSlides/notesSlide2.xml" Id="R728d485acdf24b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c19c50bafa425c" /><Relationship Type="http://schemas.openxmlformats.org/officeDocument/2006/relationships/notesSlide" Target="/ppt/notesSlides/notesSlide3.xml" Id="R509058300ef8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37080d674c47c1" /><Relationship Type="http://schemas.openxmlformats.org/officeDocument/2006/relationships/notesSlide" Target="/ppt/notesSlides/notesSlide4.xml" Id="R28fa14ffbc5a49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9e148509da4678" /><Relationship Type="http://schemas.openxmlformats.org/officeDocument/2006/relationships/notesSlide" Target="/ppt/notesSlides/notesSlide5.xml" Id="Rb1aa547181714a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3b05912894efc" /><Relationship Type="http://schemas.openxmlformats.org/officeDocument/2006/relationships/notesSlide" Target="/ppt/notesSlides/notesSlide6.xml" Id="R9e65dd2b096e4b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2bc2eff79a4e6c" /><Relationship Type="http://schemas.openxmlformats.org/officeDocument/2006/relationships/notesSlide" Target="/ppt/notesSlides/notesSlide7.xml" Id="R9bf03bc4bbf1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4bb72ab2cf4b36" /><Relationship Type="http://schemas.openxmlformats.org/officeDocument/2006/relationships/notesSlide" Target="/ppt/notesSlides/notesSlide8.xml" Id="R49eb04b953044e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44aeef82aa42d7" /><Relationship Type="http://schemas.openxmlformats.org/officeDocument/2006/relationships/notesSlide" Target="/ppt/notesSlides/notesSlide9.xml" Id="Rc82ec5d0dcbe47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7dde745d5e4c59" /><Relationship Type="http://schemas.openxmlformats.org/officeDocument/2006/relationships/notesSlide" Target="/ppt/notesSlides/notesSlide10.xml" Id="Rb75e21b2246e49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55da98e1b94f1f" /><Relationship Type="http://schemas.openxmlformats.org/officeDocument/2006/relationships/notesSlide" Target="/ppt/notesSlides/notesSlide11.xml" Id="Rd7561b979acb45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b7f543b0f4d91" /><Relationship Type="http://schemas.openxmlformats.org/officeDocument/2006/relationships/notesSlide" Target="/ppt/notesSlides/notesSlide12.xml" Id="R2a9b8ecefc484e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7a44f07bb04618" /><Relationship Type="http://schemas.openxmlformats.org/officeDocument/2006/relationships/notesSlide" Target="/ppt/notesSlides/notesSlide13.xml" Id="R7d32b7a33b4542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Searching 2D 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31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target normalised before it is compared with stored record names?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must found start as False before the search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goes wrong if the not-found message is placed inside the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you enter code, what message appears, and does Club not found. appear?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809750"/>
            <a:ext cx="64747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74603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target to Code. The program must display Members: 15 and must not display Club not found.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matching route to ask for a new member count and update the matched row. Display the updated record. Test Chess with 20 and Music.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476625"/>
            <a:ext cx="8032968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7980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update: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new_members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members: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club[1] = new_members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three-record book search with [title, pages] rows. Search case-insensitively by title, display the page count for a match, and display one not-found message only after every row has been checked.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books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"orbit"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120],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"harbour"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96],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"forest"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144]]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 title: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book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books: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book[0]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"Pages:"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book[1])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 not found."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3380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76625"/>
            <a:ext cx="10371884" cy="2857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2026-08-05T12:27:54.9180000Z</dcterms:created>
  <dcterms:modified xsi:type="dcterms:W3CDTF">2026-08-05T12:27:54.9180000Z</dcterms:modified>
</coreProperties>
</file>