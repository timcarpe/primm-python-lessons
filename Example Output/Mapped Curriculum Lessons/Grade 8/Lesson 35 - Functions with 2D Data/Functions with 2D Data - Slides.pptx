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9d096fe99e4eae" /><Relationship Type="http://schemas.openxmlformats.org/officeDocument/2006/relationships/extended-properties" Target="/docProps/app.xml" Id="Red0f96ab0c1b47ce" /><Relationship Type="http://schemas.openxmlformats.org/officeDocument/2006/relationships/officeDocument" Target="/ppt/presentation.xml" Id="R24e0d31f03414bf4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72569ec12df94c4f"/>
  </p:sldMasterIdLst>
  <p:notesMasterIdLst>
    <p:notesMasterId xmlns:r="http://schemas.openxmlformats.org/officeDocument/2006/relationships" r:id="R3e3e46f9625542ce"/>
  </p:notesMasterIdLst>
  <p:sldIdLst>
    <p:sldId xmlns:r="http://schemas.openxmlformats.org/officeDocument/2006/relationships" id="256" r:id="Rebb4ebcb28704525"/>
    <p:sldId xmlns:r="http://schemas.openxmlformats.org/officeDocument/2006/relationships" id="257" r:id="R43276da27e8b4d65"/>
    <p:sldId xmlns:r="http://schemas.openxmlformats.org/officeDocument/2006/relationships" id="258" r:id="R2e5a33be067144fa"/>
    <p:sldId xmlns:r="http://schemas.openxmlformats.org/officeDocument/2006/relationships" id="259" r:id="R849dc4e6d1964c34"/>
    <p:sldId xmlns:r="http://schemas.openxmlformats.org/officeDocument/2006/relationships" id="260" r:id="Rc5593a1d83ea4388"/>
    <p:sldId xmlns:r="http://schemas.openxmlformats.org/officeDocument/2006/relationships" id="261" r:id="R3002f19eed2e41e1"/>
    <p:sldId xmlns:r="http://schemas.openxmlformats.org/officeDocument/2006/relationships" id="262" r:id="R00cb43aca5034c81"/>
    <p:sldId xmlns:r="http://schemas.openxmlformats.org/officeDocument/2006/relationships" id="263" r:id="R02a22001598f4289"/>
    <p:sldId xmlns:r="http://schemas.openxmlformats.org/officeDocument/2006/relationships" id="264" r:id="R3968ab077c8e4897"/>
    <p:sldId xmlns:r="http://schemas.openxmlformats.org/officeDocument/2006/relationships" id="265" r:id="R3ad81f9e613c41bc"/>
    <p:sldId xmlns:r="http://schemas.openxmlformats.org/officeDocument/2006/relationships" id="266" r:id="R938448a7595f4f37"/>
    <p:sldId xmlns:r="http://schemas.openxmlformats.org/officeDocument/2006/relationships" id="267" r:id="Rbc53ecb2d8d4402d"/>
    <p:sldId xmlns:r="http://schemas.openxmlformats.org/officeDocument/2006/relationships" id="268" r:id="R392c01ffb1624c66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0da38950714244d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00d8656616454d" /><Relationship Type="http://schemas.openxmlformats.org/officeDocument/2006/relationships/slideMaster" Target="/ppt/slideMasters/slideMaster1.xml" Id="R72569ec12df94c4f" /><Relationship Type="http://schemas.openxmlformats.org/officeDocument/2006/relationships/notesMaster" Target="/ppt/notesMasters/notesMaster1.xml" Id="R3e3e46f9625542ce" /><Relationship Type="http://schemas.openxmlformats.org/officeDocument/2006/relationships/presProps" Target="/ppt/presProps.xml" Id="R7b5617d9c3524e45" /><Relationship Type="http://schemas.openxmlformats.org/officeDocument/2006/relationships/viewProps" Target="/ppt/viewProps.xml" Id="Ra459281162be4437" /><Relationship Type="http://schemas.openxmlformats.org/officeDocument/2006/relationships/tableStyles" Target="/ppt/tableStyles.xml" Id="R3959094368cb4339" /><Relationship Type="http://schemas.openxmlformats.org/officeDocument/2006/relationships/font" Target="/ppt/fonts/font.dat" Id="R0da38950714244dd" /><Relationship Type="http://schemas.openxmlformats.org/officeDocument/2006/relationships/slide" Target="/ppt/slides/slide1.xml" Id="Rebb4ebcb28704525" /><Relationship Type="http://schemas.openxmlformats.org/officeDocument/2006/relationships/slide" Target="/ppt/slides/slide2.xml" Id="R43276da27e8b4d65" /><Relationship Type="http://schemas.openxmlformats.org/officeDocument/2006/relationships/slide" Target="/ppt/slides/slide3.xml" Id="R2e5a33be067144fa" /><Relationship Type="http://schemas.openxmlformats.org/officeDocument/2006/relationships/slide" Target="/ppt/slides/slide4.xml" Id="R849dc4e6d1964c34" /><Relationship Type="http://schemas.openxmlformats.org/officeDocument/2006/relationships/slide" Target="/ppt/slides/slide5.xml" Id="Rc5593a1d83ea4388" /><Relationship Type="http://schemas.openxmlformats.org/officeDocument/2006/relationships/slide" Target="/ppt/slides/slide6.xml" Id="R3002f19eed2e41e1" /><Relationship Type="http://schemas.openxmlformats.org/officeDocument/2006/relationships/slide" Target="/ppt/slides/slide7.xml" Id="R00cb43aca5034c81" /><Relationship Type="http://schemas.openxmlformats.org/officeDocument/2006/relationships/slide" Target="/ppt/slides/slide8.xml" Id="R02a22001598f4289" /><Relationship Type="http://schemas.openxmlformats.org/officeDocument/2006/relationships/slide" Target="/ppt/slides/slide9.xml" Id="R3968ab077c8e4897" /><Relationship Type="http://schemas.openxmlformats.org/officeDocument/2006/relationships/slide" Target="/ppt/slides/slide10.xml" Id="R3ad81f9e613c41bc" /><Relationship Type="http://schemas.openxmlformats.org/officeDocument/2006/relationships/slide" Target="/ppt/slides/slide11.xml" Id="R938448a7595f4f37" /><Relationship Type="http://schemas.openxmlformats.org/officeDocument/2006/relationships/slide" Target="/ppt/slides/slide12.xml" Id="Rbc53ecb2d8d4402d" /><Relationship Type="http://schemas.openxmlformats.org/officeDocument/2006/relationships/slide" Target="/ppt/slides/slide13.xml" Id="R392c01ffb1624c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b9c9b8f13e4b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7121c7b2142e0" /><Relationship Type="http://schemas.openxmlformats.org/officeDocument/2006/relationships/notesMaster" Target="/ppt/notesMasters/notesMaster1.xml" Id="R3050d1e1dfd34b6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f447b44f524e03" /><Relationship Type="http://schemas.openxmlformats.org/officeDocument/2006/relationships/notesMaster" Target="/ppt/notesMasters/notesMaster1.xml" Id="R8bd77092c9f247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d68065c0f3486b" /><Relationship Type="http://schemas.openxmlformats.org/officeDocument/2006/relationships/notesMaster" Target="/ppt/notesMasters/notesMaster1.xml" Id="R5ff54b06945a42b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d0d1616ac843e1" /><Relationship Type="http://schemas.openxmlformats.org/officeDocument/2006/relationships/notesMaster" Target="/ppt/notesMasters/notesMaster1.xml" Id="R90d126b24b6b42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2af65d2cf24b01" /><Relationship Type="http://schemas.openxmlformats.org/officeDocument/2006/relationships/notesMaster" Target="/ppt/notesMasters/notesMaster1.xml" Id="R1d1b6a15bccf41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e00bc78d9a4557" /><Relationship Type="http://schemas.openxmlformats.org/officeDocument/2006/relationships/notesMaster" Target="/ppt/notesMasters/notesMaster1.xml" Id="R1a0c42aba0cf48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e51a52043d48d9" /><Relationship Type="http://schemas.openxmlformats.org/officeDocument/2006/relationships/notesMaster" Target="/ppt/notesMasters/notesMaster1.xml" Id="R76eee997b6fa49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3c9239f5ed4975" /><Relationship Type="http://schemas.openxmlformats.org/officeDocument/2006/relationships/notesMaster" Target="/ppt/notesMasters/notesMaster1.xml" Id="Racf0a13893824db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fd9705dd8a465d" /><Relationship Type="http://schemas.openxmlformats.org/officeDocument/2006/relationships/notesMaster" Target="/ppt/notesMasters/notesMaster1.xml" Id="Rb014a1ab347b43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5286d693c44d5c" /><Relationship Type="http://schemas.openxmlformats.org/officeDocument/2006/relationships/notesMaster" Target="/ppt/notesMasters/notesMaster1.xml" Id="R117654663e2149a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63d284faa14d84" /><Relationship Type="http://schemas.openxmlformats.org/officeDocument/2006/relationships/notesMaster" Target="/ppt/notesMasters/notesMaster1.xml" Id="Rd023d0a47d4c49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e6edbe25b34fa7" /><Relationship Type="http://schemas.openxmlformats.org/officeDocument/2006/relationships/notesMaster" Target="/ppt/notesMasters/notesMaster1.xml" Id="R09a10f052ed843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fbfa40832245bd" /><Relationship Type="http://schemas.openxmlformats.org/officeDocument/2006/relationships/notesMaster" Target="/ppt/notesMasters/notesMaster1.xml" Id="R49ae084010654e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720c6426f4e08" /><Relationship Type="http://schemas.openxmlformats.org/officeDocument/2006/relationships/image" Target="/ppt/media/image.png" Id="R0e0afd6b6a37438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fb10c353784295" /><Relationship Type="http://schemas.openxmlformats.org/officeDocument/2006/relationships/image" Target="/ppt/media/image.png" Id="R219ef47844a84ad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e284e5e844d5d" /><Relationship Type="http://schemas.openxmlformats.org/officeDocument/2006/relationships/image" Target="/ppt/media/image.png" Id="R8efef144357a48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84a95080bc45d9" /><Relationship Type="http://schemas.openxmlformats.org/officeDocument/2006/relationships/image" Target="/ppt/media/image.png" Id="Rcfe0ccfd568e41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480873e6ea402a" /><Relationship Type="http://schemas.openxmlformats.org/officeDocument/2006/relationships/image" Target="/ppt/media/image.png" Id="R1b9d52e5c25d41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2c1839e94a4b99" /><Relationship Type="http://schemas.openxmlformats.org/officeDocument/2006/relationships/image" Target="/ppt/media/image.png" Id="R5859cbeb5bbe45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1ea1604c564340" /><Relationship Type="http://schemas.openxmlformats.org/officeDocument/2006/relationships/image" Target="/ppt/media/image.png" Id="Re0cedfd361ad485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46190834c3438a" /><Relationship Type="http://schemas.openxmlformats.org/officeDocument/2006/relationships/image" Target="/ppt/media/image.png" Id="R279a79370efd4ed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ea304b91b34e1e" /><Relationship Type="http://schemas.openxmlformats.org/officeDocument/2006/relationships/image" Target="/ppt/media/image.png" Id="R8ce868f44a334e8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f6a59a41bc46ab" /><Relationship Type="http://schemas.openxmlformats.org/officeDocument/2006/relationships/image" Target="/ppt/media/image.png" Id="R700a679253cd4cf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fe8d45a0c480a" /><Relationship Type="http://schemas.openxmlformats.org/officeDocument/2006/relationships/image" Target="/ppt/media/image.png" Id="Rbc7bf0d070f642c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0afd6b6a374389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9ef47844a84ad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fef144357a48a2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fe0ccfd568e4120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9d52e5c25d4178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1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59cbeb5bbe45c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cedfd361ad485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79a79370efd4ed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e868f44a334e8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0a679253cd4cfa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3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c7bf0d070f642c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7e64a5bae84a66" /><Relationship Type="http://schemas.openxmlformats.org/officeDocument/2006/relationships/slideLayout" Target="/ppt/slideLayouts/slideLayout1.xml" Id="R0888cab7457a4dbc" /><Relationship Type="http://schemas.openxmlformats.org/officeDocument/2006/relationships/slideLayout" Target="/ppt/slideLayouts/slideLayout2.xml" Id="R3147696a9ad043c2" /><Relationship Type="http://schemas.openxmlformats.org/officeDocument/2006/relationships/slideLayout" Target="/ppt/slideLayouts/slideLayout3.xml" Id="R54acc7425d7f46d8" /><Relationship Type="http://schemas.openxmlformats.org/officeDocument/2006/relationships/slideLayout" Target="/ppt/slideLayouts/slideLayout4.xml" Id="R2e1b58b23e7049c3" /><Relationship Type="http://schemas.openxmlformats.org/officeDocument/2006/relationships/slideLayout" Target="/ppt/slideLayouts/slideLayout5.xml" Id="R81c7af07e9944f18" /><Relationship Type="http://schemas.openxmlformats.org/officeDocument/2006/relationships/slideLayout" Target="/ppt/slideLayouts/slideLayout6.xml" Id="R2556b81998e34953" /><Relationship Type="http://schemas.openxmlformats.org/officeDocument/2006/relationships/slideLayout" Target="/ppt/slideLayouts/slideLayout7.xml" Id="R091c4f5bf83b46f5" /><Relationship Type="http://schemas.openxmlformats.org/officeDocument/2006/relationships/slideLayout" Target="/ppt/slideLayouts/slideLayout8.xml" Id="R30e34bb938424127" /><Relationship Type="http://schemas.openxmlformats.org/officeDocument/2006/relationships/slideLayout" Target="/ppt/slideLayouts/slideLayout9.xml" Id="Re7cd7f50f3134cc8" /><Relationship Type="http://schemas.openxmlformats.org/officeDocument/2006/relationships/slideLayout" Target="/ppt/slideLayouts/slideLayout10.xml" Id="Ra719fec8893e4aa2" /><Relationship Type="http://schemas.openxmlformats.org/officeDocument/2006/relationships/slideLayout" Target="/ppt/slideLayouts/slideLayout11.xml" Id="R85d05001921e4fb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88cab7457a4dbc"/>
    <p:sldLayoutId xmlns:r="http://schemas.openxmlformats.org/officeDocument/2006/relationships" id="2147483650" r:id="R3147696a9ad043c2"/>
    <p:sldLayoutId xmlns:r="http://schemas.openxmlformats.org/officeDocument/2006/relationships" id="2147483651" r:id="R54acc7425d7f46d8"/>
    <p:sldLayoutId xmlns:r="http://schemas.openxmlformats.org/officeDocument/2006/relationships" id="2147483652" r:id="R2e1b58b23e7049c3"/>
    <p:sldLayoutId xmlns:r="http://schemas.openxmlformats.org/officeDocument/2006/relationships" id="2147483653" r:id="R81c7af07e9944f18"/>
    <p:sldLayoutId xmlns:r="http://schemas.openxmlformats.org/officeDocument/2006/relationships" id="2147483654" r:id="R2556b81998e34953"/>
    <p:sldLayoutId xmlns:r="http://schemas.openxmlformats.org/officeDocument/2006/relationships" id="2147483655" r:id="R091c4f5bf83b46f5"/>
    <p:sldLayoutId xmlns:r="http://schemas.openxmlformats.org/officeDocument/2006/relationships" id="2147483656" r:id="R30e34bb938424127"/>
    <p:sldLayoutId xmlns:r="http://schemas.openxmlformats.org/officeDocument/2006/relationships" id="2147483657" r:id="Re7cd7f50f3134cc8"/>
    <p:sldLayoutId xmlns:r="http://schemas.openxmlformats.org/officeDocument/2006/relationships" id="2147483658" r:id="Ra719fec8893e4aa2"/>
    <p:sldLayoutId xmlns:r="http://schemas.openxmlformats.org/officeDocument/2006/relationships" id="2147483659" r:id="R85d05001921e4fbf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73f0c28ee4ab6" /><Relationship Type="http://schemas.openxmlformats.org/officeDocument/2006/relationships/notesSlide" Target="/ppt/notesSlides/notesSlide1.xml" Id="R920d91647cd54d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fd8f41f8b44cd1" /><Relationship Type="http://schemas.openxmlformats.org/officeDocument/2006/relationships/notesSlide" Target="/ppt/notesSlides/notesSlide2.xml" Id="R50c5e900697344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220cf39da0488b" /><Relationship Type="http://schemas.openxmlformats.org/officeDocument/2006/relationships/notesSlide" Target="/ppt/notesSlides/notesSlide3.xml" Id="R9e2ae59e3a7e48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09eefc9dc4376" /><Relationship Type="http://schemas.openxmlformats.org/officeDocument/2006/relationships/notesSlide" Target="/ppt/notesSlides/notesSlide4.xml" Id="R85a893bb329f4e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5847077ae74f5b" /><Relationship Type="http://schemas.openxmlformats.org/officeDocument/2006/relationships/notesSlide" Target="/ppt/notesSlides/notesSlide5.xml" Id="R5fff3c7ecab047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ea53ec17604694" /><Relationship Type="http://schemas.openxmlformats.org/officeDocument/2006/relationships/notesSlide" Target="/ppt/notesSlides/notesSlide6.xml" Id="R09887a0eafae4f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5fab3c0067442e8" /><Relationship Type="http://schemas.openxmlformats.org/officeDocument/2006/relationships/notesSlide" Target="/ppt/notesSlides/notesSlide7.xml" Id="R9d935cc5ea6941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3e8c0041aa40d3" /><Relationship Type="http://schemas.openxmlformats.org/officeDocument/2006/relationships/notesSlide" Target="/ppt/notesSlides/notesSlide8.xml" Id="Rff0f43a54f5146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0bcba5ed8542fd" /><Relationship Type="http://schemas.openxmlformats.org/officeDocument/2006/relationships/notesSlide" Target="/ppt/notesSlides/notesSlide9.xml" Id="R558a23af635c41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5f564be5994cc2" /><Relationship Type="http://schemas.openxmlformats.org/officeDocument/2006/relationships/notesSlide" Target="/ppt/notesSlides/notesSlide10.xml" Id="R2269b9176128487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a88014a6704020" /><Relationship Type="http://schemas.openxmlformats.org/officeDocument/2006/relationships/notesSlide" Target="/ppt/notesSlides/notesSlide11.xml" Id="R9f1b3134f5744a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fdd20e9d2c443b" /><Relationship Type="http://schemas.openxmlformats.org/officeDocument/2006/relationships/notesSlide" Target="/ppt/notesSlides/notesSlide12.xml" Id="Ra6fc96683642490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2d79df45714a34" /><Relationship Type="http://schemas.openxmlformats.org/officeDocument/2006/relationships/notesSlide" Target="/ppt/notesSlides/notesSlide13.xml" Id="R0232ec3ad2994f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Functions with 2D Data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35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14500"/>
            <a:ext cx="10956846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17" indent="0">
              <a:spcAft>
                <a:spcPts val="0"/>
              </a:spcAft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show_names(records):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show_names(clubs)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name)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2476500"/>
            <a:ext cx="8824852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17" indent="0">
              <a:spcAft>
                <a:spcPts val="0"/>
              </a:spcAft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show_names(records):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show_names(clubs)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name)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2476500"/>
            <a:ext cx="8824852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17" indent="0">
              <a:spcAft>
                <a:spcPts val="0"/>
              </a:spcAft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show_names(records):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show_names(clubs)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name)</a:t>
            </a:r>
            <a:b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What value is passed into records when show_names(clubs) runs?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must return -1 come after every row has been checked?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What happens if the target is not normalised in the same way as stored record names?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4. How does returning a field value differ from printing it inside the function?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69127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17" indent="0">
              <a:spcAft>
                <a:spcPts val="0"/>
              </a:spcAft>
            </a:pP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show_names(records):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show_names(clubs)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name)</a:t>
            </a:r>
            <a:b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</a:br>
            <a:r>
              <a:rPr sz="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search target to code. The final labelled result must be 15 while all three club names still display first.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show_names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(records):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(records, target):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show_names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(clubs, name)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 anchor="t">
            <a:normAutofit fontScale="61484"/>
          </a:bodyPr>
          <a:lstStyle xmlns:a="http://schemas.openxmlformats.org/drawingml/2006/main"/>
          <a:p xmlns:a="http://schemas.openxmlformats.org/drawingml/2006/main">
            <a:pPr marL="17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show_names(records):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find_members(records, target):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show_names(clubs)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find_members(clubs,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Add a function total_members(records) that loops through the rows, maintains a running total, and returns it. Display the labelled total; the supplied data must produce 45.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show_names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(records):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(records, target):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show_names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(clubs, name)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476625"/>
            <a:ext cx="914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91667"/>
          </a:bodyPr>
          <a:lstStyle xmlns:a="http://schemas.openxmlformats.org/drawingml/2006/main"/>
          <a:p xmlns:a="http://schemas.openxmlformats.org/drawingml/2006/main">
            <a:pPr marL="17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show_names(records):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total_members(records):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total = 0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total = total + record[1]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total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show_names(clubs)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"Total members:"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total_members(clubs))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Build a small results manager using [name, score] rows and three functions: display every record, search by lower-case name, and return the highest score. The main program must call all three and show a clear not-found message for a missing name.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show_names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(records):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(records, target):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16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18], [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"code"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15]]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show_names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name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"Club to find: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members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(clubs, name)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"Search result:"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members)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7273"/>
          </a:bodyPr>
          <a:lstStyle xmlns:a="http://schemas.openxmlformats.org/drawingml/2006/main"/>
          <a:p xmlns:a="http://schemas.openxmlformats.org/drawingml/2006/main">
            <a:pPr marL="17" indent="0">
              <a:spcAft>
                <a:spcPts val="0"/>
              </a:spcAft>
              <a:buNone/>
            </a:pPr>
            <a:br/>
            <a:br/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show_records(records):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(record[0], record[1])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find_score(records, target):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highest_score(records):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highest = records[0][1]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highest: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highest = record[1]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highest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results = [[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"ari"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7],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"bao"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9], [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"cleo"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8]]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show_records(results)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target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"Name: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.lower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()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score = find_score(results, target)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score </a:t>
            </a:r>
            <a:r>
              <a:rPr sz="20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"Name not found."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else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:</a:t>
            </a:r>
            <a:br/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"Score:"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score)</a:t>
            </a:r>
            <a:br/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"Highest score:"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highest_score(results))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42726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(records, target):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45363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def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(records, target):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for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if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record[0] </a:t>
            </a:r>
            <a:r>
              <a:rPr sz="1800">
                <a:solidFill>
                  <a:srgbClr val="080808"/>
                </a:solidFill>
                <a:latin typeface="Consolas"/>
                <a:ea typeface="Consolas"/>
                <a:cs typeface="Consolas"/>
              </a:rPr>
              <a:t>==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target: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    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record[1]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  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return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-1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clubs = [[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"art"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12], [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18]]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find_members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(clubs, 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"chess"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2026-08-05T12:36:06.3520000Z</dcterms:created>
  <dcterms:modified xsi:type="dcterms:W3CDTF">2026-08-05T12:36:06.3520000Z</dcterms:modified>
</coreProperties>
</file>