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94727fd44447ae" /><Relationship Type="http://schemas.openxmlformats.org/officeDocument/2006/relationships/extended-properties" Target="/docProps/app.xml" Id="R6b235cddec8c49b4" /><Relationship Type="http://schemas.openxmlformats.org/officeDocument/2006/relationships/officeDocument" Target="/ppt/presentation.xml" Id="R652a6e0a95de44a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11a9d7a444f4311"/>
  </p:sldMasterIdLst>
  <p:notesMasterIdLst>
    <p:notesMasterId xmlns:r="http://schemas.openxmlformats.org/officeDocument/2006/relationships" r:id="Re36fe96e034a4959"/>
  </p:notesMasterIdLst>
  <p:sldIdLst>
    <p:sldId xmlns:r="http://schemas.openxmlformats.org/officeDocument/2006/relationships" id="256" r:id="Rc6f324ebb6074ddf"/>
    <p:sldId xmlns:r="http://schemas.openxmlformats.org/officeDocument/2006/relationships" id="257" r:id="Rc11557231f684875"/>
    <p:sldId xmlns:r="http://schemas.openxmlformats.org/officeDocument/2006/relationships" id="258" r:id="R02a783002f4a48ec"/>
    <p:sldId xmlns:r="http://schemas.openxmlformats.org/officeDocument/2006/relationships" id="259" r:id="R2deef7c8b4134165"/>
    <p:sldId xmlns:r="http://schemas.openxmlformats.org/officeDocument/2006/relationships" id="260" r:id="R707991fd5fe84ec7"/>
    <p:sldId xmlns:r="http://schemas.openxmlformats.org/officeDocument/2006/relationships" id="261" r:id="R90011e1dbaea43d6"/>
    <p:sldId xmlns:r="http://schemas.openxmlformats.org/officeDocument/2006/relationships" id="262" r:id="Rdcb3f60b2b184ce8"/>
    <p:sldId xmlns:r="http://schemas.openxmlformats.org/officeDocument/2006/relationships" id="263" r:id="Rbe9022807b924aa3"/>
    <p:sldId xmlns:r="http://schemas.openxmlformats.org/officeDocument/2006/relationships" id="264" r:id="R6835dc3b06a446d9"/>
    <p:sldId xmlns:r="http://schemas.openxmlformats.org/officeDocument/2006/relationships" id="265" r:id="R2ff81f94810e452d"/>
    <p:sldId xmlns:r="http://schemas.openxmlformats.org/officeDocument/2006/relationships" id="266" r:id="R39ee1b4cdaf340f5"/>
    <p:sldId xmlns:r="http://schemas.openxmlformats.org/officeDocument/2006/relationships" id="267" r:id="R3e774ddbd8e94a58"/>
    <p:sldId xmlns:r="http://schemas.openxmlformats.org/officeDocument/2006/relationships" id="268" r:id="Rbc71a660637c4a90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2f0b91f308564a7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0b2213c780461b" /><Relationship Type="http://schemas.openxmlformats.org/officeDocument/2006/relationships/slideMaster" Target="/ppt/slideMasters/slideMaster1.xml" Id="Rf11a9d7a444f4311" /><Relationship Type="http://schemas.openxmlformats.org/officeDocument/2006/relationships/notesMaster" Target="/ppt/notesMasters/notesMaster1.xml" Id="Re36fe96e034a4959" /><Relationship Type="http://schemas.openxmlformats.org/officeDocument/2006/relationships/presProps" Target="/ppt/presProps.xml" Id="Rb0c6e90412c845e8" /><Relationship Type="http://schemas.openxmlformats.org/officeDocument/2006/relationships/viewProps" Target="/ppt/viewProps.xml" Id="R2a1525952c534dd3" /><Relationship Type="http://schemas.openxmlformats.org/officeDocument/2006/relationships/tableStyles" Target="/ppt/tableStyles.xml" Id="R8421e2981dab4148" /><Relationship Type="http://schemas.openxmlformats.org/officeDocument/2006/relationships/font" Target="/ppt/fonts/font.dat" Id="R2f0b91f308564a76" /><Relationship Type="http://schemas.openxmlformats.org/officeDocument/2006/relationships/slide" Target="/ppt/slides/slide1.xml" Id="Rc6f324ebb6074ddf" /><Relationship Type="http://schemas.openxmlformats.org/officeDocument/2006/relationships/slide" Target="/ppt/slides/slide2.xml" Id="Rc11557231f684875" /><Relationship Type="http://schemas.openxmlformats.org/officeDocument/2006/relationships/slide" Target="/ppt/slides/slide3.xml" Id="R02a783002f4a48ec" /><Relationship Type="http://schemas.openxmlformats.org/officeDocument/2006/relationships/slide" Target="/ppt/slides/slide4.xml" Id="R2deef7c8b4134165" /><Relationship Type="http://schemas.openxmlformats.org/officeDocument/2006/relationships/slide" Target="/ppt/slides/slide5.xml" Id="R707991fd5fe84ec7" /><Relationship Type="http://schemas.openxmlformats.org/officeDocument/2006/relationships/slide" Target="/ppt/slides/slide6.xml" Id="R90011e1dbaea43d6" /><Relationship Type="http://schemas.openxmlformats.org/officeDocument/2006/relationships/slide" Target="/ppt/slides/slide7.xml" Id="Rdcb3f60b2b184ce8" /><Relationship Type="http://schemas.openxmlformats.org/officeDocument/2006/relationships/slide" Target="/ppt/slides/slide8.xml" Id="Rbe9022807b924aa3" /><Relationship Type="http://schemas.openxmlformats.org/officeDocument/2006/relationships/slide" Target="/ppt/slides/slide9.xml" Id="R6835dc3b06a446d9" /><Relationship Type="http://schemas.openxmlformats.org/officeDocument/2006/relationships/slide" Target="/ppt/slides/slide10.xml" Id="R2ff81f94810e452d" /><Relationship Type="http://schemas.openxmlformats.org/officeDocument/2006/relationships/slide" Target="/ppt/slides/slide11.xml" Id="R39ee1b4cdaf340f5" /><Relationship Type="http://schemas.openxmlformats.org/officeDocument/2006/relationships/slide" Target="/ppt/slides/slide12.xml" Id="R3e774ddbd8e94a58" /><Relationship Type="http://schemas.openxmlformats.org/officeDocument/2006/relationships/slide" Target="/ppt/slides/slide13.xml" Id="Rbc71a660637c4a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ccda916c1e4d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cc9385681e435f" /><Relationship Type="http://schemas.openxmlformats.org/officeDocument/2006/relationships/notesMaster" Target="/ppt/notesMasters/notesMaster1.xml" Id="Re7a8067f545947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d19930ed124ca2" /><Relationship Type="http://schemas.openxmlformats.org/officeDocument/2006/relationships/notesMaster" Target="/ppt/notesMasters/notesMaster1.xml" Id="R804797229d8f49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1e5d549b3742a7" /><Relationship Type="http://schemas.openxmlformats.org/officeDocument/2006/relationships/notesMaster" Target="/ppt/notesMasters/notesMaster1.xml" Id="Rd2424c9743c94a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3fc6c41dad4f07" /><Relationship Type="http://schemas.openxmlformats.org/officeDocument/2006/relationships/notesMaster" Target="/ppt/notesMasters/notesMaster1.xml" Id="R537413131b954e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4d50e1333144d0" /><Relationship Type="http://schemas.openxmlformats.org/officeDocument/2006/relationships/notesMaster" Target="/ppt/notesMasters/notesMaster1.xml" Id="R7581ad795c8b41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90dafbcd2c4403" /><Relationship Type="http://schemas.openxmlformats.org/officeDocument/2006/relationships/notesMaster" Target="/ppt/notesMasters/notesMaster1.xml" Id="R51189fde6f2743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89925a2acb44b1" /><Relationship Type="http://schemas.openxmlformats.org/officeDocument/2006/relationships/notesMaster" Target="/ppt/notesMasters/notesMaster1.xml" Id="Rad693c7ac77247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3130f5ebdf433f" /><Relationship Type="http://schemas.openxmlformats.org/officeDocument/2006/relationships/notesMaster" Target="/ppt/notesMasters/notesMaster1.xml" Id="R6bbea4ca32a446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9dfb24dc404169" /><Relationship Type="http://schemas.openxmlformats.org/officeDocument/2006/relationships/notesMaster" Target="/ppt/notesMasters/notesMaster1.xml" Id="Rbaac9a6f524049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aabb948db441c5" /><Relationship Type="http://schemas.openxmlformats.org/officeDocument/2006/relationships/notesMaster" Target="/ppt/notesMasters/notesMaster1.xml" Id="Rfc1bf5f7c77244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678cbbc93f47fa" /><Relationship Type="http://schemas.openxmlformats.org/officeDocument/2006/relationships/notesMaster" Target="/ppt/notesMasters/notesMaster1.xml" Id="R2738c5ad457047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9fdad3bed541b4" /><Relationship Type="http://schemas.openxmlformats.org/officeDocument/2006/relationships/notesMaster" Target="/ppt/notesMasters/notesMaster1.xml" Id="Rbf3d32a82e6a41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2ccffdd2a34cbf" /><Relationship Type="http://schemas.openxmlformats.org/officeDocument/2006/relationships/notesMaster" Target="/ppt/notesMasters/notesMaster1.xml" Id="R9ab9c1d9e84249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929f31893a411f" /><Relationship Type="http://schemas.openxmlformats.org/officeDocument/2006/relationships/image" Target="/ppt/media/image.png" Id="R45a2c4d5f5c848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a7556ef1da44a7" /><Relationship Type="http://schemas.openxmlformats.org/officeDocument/2006/relationships/image" Target="/ppt/media/image.png" Id="Rddc0caa36f3e4a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b72b31c79f48ce" /><Relationship Type="http://schemas.openxmlformats.org/officeDocument/2006/relationships/image" Target="/ppt/media/image.png" Id="R8536244fa58849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e2d715718449c" /><Relationship Type="http://schemas.openxmlformats.org/officeDocument/2006/relationships/image" Target="/ppt/media/image.png" Id="Re712e46e29184a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4d4f39a494251" /><Relationship Type="http://schemas.openxmlformats.org/officeDocument/2006/relationships/image" Target="/ppt/media/image.png" Id="R2d185f9db33f425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f2ed153f5c44a9" /><Relationship Type="http://schemas.openxmlformats.org/officeDocument/2006/relationships/image" Target="/ppt/media/image.png" Id="R5885d2d251cf47b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a9c04133124479" /><Relationship Type="http://schemas.openxmlformats.org/officeDocument/2006/relationships/image" Target="/ppt/media/image.png" Id="Rea8cd133f5ef4e2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854fce7ac4e9f" /><Relationship Type="http://schemas.openxmlformats.org/officeDocument/2006/relationships/image" Target="/ppt/media/image.png" Id="R910ca72788174d6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7b309c134f4788" /><Relationship Type="http://schemas.openxmlformats.org/officeDocument/2006/relationships/image" Target="/ppt/media/image.png" Id="R1a3eac8020dc420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a5c0d418714aca" /><Relationship Type="http://schemas.openxmlformats.org/officeDocument/2006/relationships/image" Target="/ppt/media/image.png" Id="R478ee7b5bca4469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83e7b1250b4b48" /><Relationship Type="http://schemas.openxmlformats.org/officeDocument/2006/relationships/image" Target="/ppt/media/image.png" Id="R75e9a0ef790f4fc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5a2c4d5f5c848cb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c0caa36f3e4a5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36244fa58849a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712e46e29184a4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185f9db33f425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85d2d251cf47b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8cd133f5ef4e2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10ca72788174d6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3eac8020dc420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8ee7b5bca4469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5e9a0ef790f4fc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6c28f753544411" /><Relationship Type="http://schemas.openxmlformats.org/officeDocument/2006/relationships/slideLayout" Target="/ppt/slideLayouts/slideLayout1.xml" Id="R200cee92dec042d5" /><Relationship Type="http://schemas.openxmlformats.org/officeDocument/2006/relationships/slideLayout" Target="/ppt/slideLayouts/slideLayout2.xml" Id="R34522778f7ce4a45" /><Relationship Type="http://schemas.openxmlformats.org/officeDocument/2006/relationships/slideLayout" Target="/ppt/slideLayouts/slideLayout3.xml" Id="R6a973be915b84187" /><Relationship Type="http://schemas.openxmlformats.org/officeDocument/2006/relationships/slideLayout" Target="/ppt/slideLayouts/slideLayout4.xml" Id="Rfdce07f88d2d4186" /><Relationship Type="http://schemas.openxmlformats.org/officeDocument/2006/relationships/slideLayout" Target="/ppt/slideLayouts/slideLayout5.xml" Id="R77546ec5ef9848bb" /><Relationship Type="http://schemas.openxmlformats.org/officeDocument/2006/relationships/slideLayout" Target="/ppt/slideLayouts/slideLayout6.xml" Id="R6aeaa97eb0b34acc" /><Relationship Type="http://schemas.openxmlformats.org/officeDocument/2006/relationships/slideLayout" Target="/ppt/slideLayouts/slideLayout7.xml" Id="Rfaff6017024a494a" /><Relationship Type="http://schemas.openxmlformats.org/officeDocument/2006/relationships/slideLayout" Target="/ppt/slideLayouts/slideLayout8.xml" Id="R4e93fa47a97a44a4" /><Relationship Type="http://schemas.openxmlformats.org/officeDocument/2006/relationships/slideLayout" Target="/ppt/slideLayouts/slideLayout9.xml" Id="Rcc6a091ed37d4755" /><Relationship Type="http://schemas.openxmlformats.org/officeDocument/2006/relationships/slideLayout" Target="/ppt/slideLayouts/slideLayout10.xml" Id="Re2c6f421392145c7" /><Relationship Type="http://schemas.openxmlformats.org/officeDocument/2006/relationships/slideLayout" Target="/ppt/slideLayouts/slideLayout11.xml" Id="R92949fc5ef4c47b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0cee92dec042d5"/>
    <p:sldLayoutId xmlns:r="http://schemas.openxmlformats.org/officeDocument/2006/relationships" id="2147483650" r:id="R34522778f7ce4a45"/>
    <p:sldLayoutId xmlns:r="http://schemas.openxmlformats.org/officeDocument/2006/relationships" id="2147483651" r:id="R6a973be915b84187"/>
    <p:sldLayoutId xmlns:r="http://schemas.openxmlformats.org/officeDocument/2006/relationships" id="2147483652" r:id="Rfdce07f88d2d4186"/>
    <p:sldLayoutId xmlns:r="http://schemas.openxmlformats.org/officeDocument/2006/relationships" id="2147483653" r:id="R77546ec5ef9848bb"/>
    <p:sldLayoutId xmlns:r="http://schemas.openxmlformats.org/officeDocument/2006/relationships" id="2147483654" r:id="R6aeaa97eb0b34acc"/>
    <p:sldLayoutId xmlns:r="http://schemas.openxmlformats.org/officeDocument/2006/relationships" id="2147483655" r:id="Rfaff6017024a494a"/>
    <p:sldLayoutId xmlns:r="http://schemas.openxmlformats.org/officeDocument/2006/relationships" id="2147483656" r:id="R4e93fa47a97a44a4"/>
    <p:sldLayoutId xmlns:r="http://schemas.openxmlformats.org/officeDocument/2006/relationships" id="2147483657" r:id="Rcc6a091ed37d4755"/>
    <p:sldLayoutId xmlns:r="http://schemas.openxmlformats.org/officeDocument/2006/relationships" id="2147483658" r:id="Re2c6f421392145c7"/>
    <p:sldLayoutId xmlns:r="http://schemas.openxmlformats.org/officeDocument/2006/relationships" id="2147483659" r:id="R92949fc5ef4c47bc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9d410bb7f41c2" /><Relationship Type="http://schemas.openxmlformats.org/officeDocument/2006/relationships/notesSlide" Target="/ppt/notesSlides/notesSlide1.xml" Id="R2c656ca4389f4c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a7b35b0dbc4116" /><Relationship Type="http://schemas.openxmlformats.org/officeDocument/2006/relationships/notesSlide" Target="/ppt/notesSlides/notesSlide2.xml" Id="R6a97c27b846e43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4a53f25a2f46e1" /><Relationship Type="http://schemas.openxmlformats.org/officeDocument/2006/relationships/notesSlide" Target="/ppt/notesSlides/notesSlide3.xml" Id="R100c91b0bb6641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36ddf3bb1b4c12" /><Relationship Type="http://schemas.openxmlformats.org/officeDocument/2006/relationships/notesSlide" Target="/ppt/notesSlides/notesSlide4.xml" Id="Reaaebcd3ad9f45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46eeb272534c4a" /><Relationship Type="http://schemas.openxmlformats.org/officeDocument/2006/relationships/notesSlide" Target="/ppt/notesSlides/notesSlide5.xml" Id="Rd6fc3ecc8f904f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019b568c674e8f" /><Relationship Type="http://schemas.openxmlformats.org/officeDocument/2006/relationships/notesSlide" Target="/ppt/notesSlides/notesSlide6.xml" Id="Rf4329fe130f64d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77e46782cc4d3b" /><Relationship Type="http://schemas.openxmlformats.org/officeDocument/2006/relationships/notesSlide" Target="/ppt/notesSlides/notesSlide7.xml" Id="R8b56d6419d8845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6e5536a07941ef" /><Relationship Type="http://schemas.openxmlformats.org/officeDocument/2006/relationships/notesSlide" Target="/ppt/notesSlides/notesSlide8.xml" Id="Ra86a8f5136b146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1e573b6ad14999" /><Relationship Type="http://schemas.openxmlformats.org/officeDocument/2006/relationships/notesSlide" Target="/ppt/notesSlides/notesSlide9.xml" Id="R4c5dc1ce09fa4d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123e41c80d4e84" /><Relationship Type="http://schemas.openxmlformats.org/officeDocument/2006/relationships/notesSlide" Target="/ppt/notesSlides/notesSlide10.xml" Id="R872ad0baaab540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9e1d439a4b4662" /><Relationship Type="http://schemas.openxmlformats.org/officeDocument/2006/relationships/notesSlide" Target="/ppt/notesSlides/notesSlide11.xml" Id="Rc1f70191c7b54b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ac7b68b19640bc" /><Relationship Type="http://schemas.openxmlformats.org/officeDocument/2006/relationships/notesSlide" Target="/ppt/notesSlides/notesSlide12.xml" Id="R83645410ffec4c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cee0d562e04566" /><Relationship Type="http://schemas.openxmlformats.org/officeDocument/2006/relationships/notesSlide" Target="/ppt/notesSlides/notesSlide13.xml" Id="R07ac6d7f851f4e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Functions with Results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33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(first, second):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total = first + second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total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"Score:"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(7, 5))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(first, second):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total = first + second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total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"Score:"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(7, 5))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(first, second):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total = first + second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total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"Score:"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(7, 5))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is return different from print() when the caller needs to store the result?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Why can add_score(7, 5) be used directly inside print() without first assigning the returned value to another variable?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When add_score(7, 5) runs, which values are stored in first, second and total?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What complete message appears when the program finishes?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(first, second):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total = first + second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total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"Score:"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(7, 5))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Use the same function with two different pairs of scores. Before each run, work out the total you expect, then compare it with the returned value.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(first, second):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total = first + second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total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"Score:"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(7, 5))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(first, second):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total = first + second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total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first_score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(7, 5)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second_score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(10, 8)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score:"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first_score)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"Second score:"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second_score)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Capture the returned total in a variable named score and display a labelled result on the next line. The function itself should not print the answer.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(first, second):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total = first + second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total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"Score:"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(7, 5))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(first, second):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total = first + second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total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score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(7, 5)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"Score:"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score)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 small shop needs a total_cost(price, delivery) function. Return the combined cost, store it, and display it with a clear label. For total_cost(12, 3), the result should be 15.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(first, second):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total = first + second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total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"Score:"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(7, 5))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total_cost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(price, delivery):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total = price + delivery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total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cost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total_cost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(12, 3)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cost:"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cost)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69360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(first, second):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total = first + second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totals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"Score:"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(7, 5))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93765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(first, second):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total = first + second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total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"Score:"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add_score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(7, 5))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2026-08-05T12:11:10.0310000Z</dcterms:created>
  <dcterms:modified xsi:type="dcterms:W3CDTF">2026-08-05T12:11:10.0310000Z</dcterms:modified>
</coreProperties>
</file>