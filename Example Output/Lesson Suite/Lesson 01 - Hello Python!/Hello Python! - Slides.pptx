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57" r:id="rId4"/>
    <p:sldId id="258" r:id="rId5"/>
    <p:sldId id="259" r:id="rId6"/>
    <p:sldId id="262" r:id="rId7"/>
    <p:sldId id="266" r:id="rId8"/>
    <p:sldId id="263" r:id="rId9"/>
    <p:sldId id="267" r:id="rId10"/>
    <p:sldId id="264" r:id="rId11"/>
    <p:sldId id="268" r:id="rId12"/>
    <p:sldId id="269" r:id="rId13"/>
    <p:sldId id="270" r:id="rId14"/>
  </p:sldIdLst>
  <p:sldSz cx="12192000" cy="6858000"/>
  <p:notesSz cx="6858000" cy="9144000"/>
  <p:embeddedFontLst>
    <p:embeddedFont>
      <p:font typeface="JetBrains Mono" panose="02000009000000000000" pitchFamily="49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881AC-151B-4225-BE6A-AAA6C2B5BCD6}" v="5" dt="2024-02-18T09:51:55.598"/>
    <p1510:client id="{4E554DFF-3875-45A2-91F0-4F23DAE4BADF}" v="177" dt="2024-02-18T04:12:47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Carpenter" userId="6527a0c89a40b3c9" providerId="LiveId" clId="{070881AC-151B-4225-BE6A-AAA6C2B5BCD6}"/>
    <pc:docChg chg="undo custSel addSld modSld modMainMaster">
      <pc:chgData name="Tim Carpenter" userId="6527a0c89a40b3c9" providerId="LiveId" clId="{070881AC-151B-4225-BE6A-AAA6C2B5BCD6}" dt="2024-02-18T09:52:38.495" v="114" actId="6549"/>
      <pc:docMkLst>
        <pc:docMk/>
      </pc:docMkLst>
      <pc:sldChg chg="modSp mod">
        <pc:chgData name="Tim Carpenter" userId="6527a0c89a40b3c9" providerId="LiveId" clId="{070881AC-151B-4225-BE6A-AAA6C2B5BCD6}" dt="2024-02-18T09:52:38.495" v="114" actId="6549"/>
        <pc:sldMkLst>
          <pc:docMk/>
          <pc:sldMk cId="3941323505" sldId="259"/>
        </pc:sldMkLst>
        <pc:spChg chg="mod">
          <ac:chgData name="Tim Carpenter" userId="6527a0c89a40b3c9" providerId="LiveId" clId="{070881AC-151B-4225-BE6A-AAA6C2B5BCD6}" dt="2024-02-18T09:52:38.495" v="114" actId="6549"/>
          <ac:spMkLst>
            <pc:docMk/>
            <pc:sldMk cId="3941323505" sldId="259"/>
            <ac:spMk id="4" creationId="{9998CA8A-BAE1-D919-AD2C-1043AF60E6D1}"/>
          </ac:spMkLst>
        </pc:spChg>
      </pc:sldChg>
      <pc:sldChg chg="addSp modSp add mod modShow">
        <pc:chgData name="Tim Carpenter" userId="6527a0c89a40b3c9" providerId="LiveId" clId="{070881AC-151B-4225-BE6A-AAA6C2B5BCD6}" dt="2024-02-18T09:52:09.863" v="107" actId="729"/>
        <pc:sldMkLst>
          <pc:docMk/>
          <pc:sldMk cId="21894012" sldId="270"/>
        </pc:sldMkLst>
        <pc:spChg chg="mod">
          <ac:chgData name="Tim Carpenter" userId="6527a0c89a40b3c9" providerId="LiveId" clId="{070881AC-151B-4225-BE6A-AAA6C2B5BCD6}" dt="2024-02-18T09:51:15.574" v="82" actId="14100"/>
          <ac:spMkLst>
            <pc:docMk/>
            <pc:sldMk cId="21894012" sldId="270"/>
            <ac:spMk id="2" creationId="{23F61F52-D17D-670C-50AC-7255F18B4B82}"/>
          </ac:spMkLst>
        </pc:spChg>
        <pc:spChg chg="mod">
          <ac:chgData name="Tim Carpenter" userId="6527a0c89a40b3c9" providerId="LiveId" clId="{070881AC-151B-4225-BE6A-AAA6C2B5BCD6}" dt="2024-02-18T09:51:50.947" v="106" actId="27636"/>
          <ac:spMkLst>
            <pc:docMk/>
            <pc:sldMk cId="21894012" sldId="270"/>
            <ac:spMk id="3" creationId="{93946801-3D05-3C3E-1626-DBB288975FB3}"/>
          </ac:spMkLst>
        </pc:spChg>
        <pc:spChg chg="add mod">
          <ac:chgData name="Tim Carpenter" userId="6527a0c89a40b3c9" providerId="LiveId" clId="{070881AC-151B-4225-BE6A-AAA6C2B5BCD6}" dt="2024-02-18T09:51:23.970" v="84" actId="21"/>
          <ac:spMkLst>
            <pc:docMk/>
            <pc:sldMk cId="21894012" sldId="270"/>
            <ac:spMk id="4" creationId="{84B9FE81-71E8-D844-4F36-3BE0908EA75A}"/>
          </ac:spMkLst>
        </pc:spChg>
      </pc:sldChg>
      <pc:sldMasterChg chg="addSp delSp modSp mod">
        <pc:chgData name="Tim Carpenter" userId="6527a0c89a40b3c9" providerId="LiveId" clId="{070881AC-151B-4225-BE6A-AAA6C2B5BCD6}" dt="2024-02-18T09:13:27.194" v="53"/>
        <pc:sldMasterMkLst>
          <pc:docMk/>
          <pc:sldMasterMk cId="3843519258" sldId="2147483648"/>
        </pc:sldMasterMkLst>
        <pc:picChg chg="add del">
          <ac:chgData name="Tim Carpenter" userId="6527a0c89a40b3c9" providerId="LiveId" clId="{070881AC-151B-4225-BE6A-AAA6C2B5BCD6}" dt="2024-02-18T09:13:23.169" v="47" actId="478"/>
          <ac:picMkLst>
            <pc:docMk/>
            <pc:sldMasterMk cId="3843519258" sldId="2147483648"/>
            <ac:picMk id="4" creationId="{7AC5102A-1538-3AB3-290E-F4225AA09776}"/>
          </ac:picMkLst>
        </pc:picChg>
        <pc:picChg chg="add mod ord">
          <ac:chgData name="Tim Carpenter" userId="6527a0c89a40b3c9" providerId="LiveId" clId="{070881AC-151B-4225-BE6A-AAA6C2B5BCD6}" dt="2024-02-18T09:13:27.194" v="53"/>
          <ac:picMkLst>
            <pc:docMk/>
            <pc:sldMasterMk cId="3843519258" sldId="2147483648"/>
            <ac:picMk id="5" creationId="{6EE024DF-DFEB-96CE-EAC6-5BBAFF3C0A07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938C87-0598-41DD-E119-A47094341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08D84-894D-D23A-7205-6B2B4ADEA6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64936-1AB4-4B63-8842-30DC11258F85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A5E29-87BE-B7F9-7B24-64646EE9AD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0BC9D-D56E-56D5-4F1C-F9C769A91D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80ECA-D8E4-4041-B945-9A6876ACE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456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83172-3B96-4B03-81E6-D4E1778A58BD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804C6-742C-434B-909B-B21417D5B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52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C5AFF9-7D61-E3A1-1DCA-19BAC7B83F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6522" t="11338" r="18770" b="8896"/>
          <a:stretch/>
        </p:blipFill>
        <p:spPr>
          <a:xfrm flipH="1">
            <a:off x="9886209" y="4075356"/>
            <a:ext cx="2305791" cy="2735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416986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275391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143701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8752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419001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142834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367125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150509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377510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222081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Tim Carpenter 2024</a:t>
            </a:r>
          </a:p>
        </p:txBody>
      </p:sp>
    </p:spTree>
    <p:extLst>
      <p:ext uri="{BB962C8B-B14F-4D97-AF65-F5344CB8AC3E}">
        <p14:creationId xmlns:p14="http://schemas.microsoft.com/office/powerpoint/2010/main" val="162196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5222" y="6510367"/>
            <a:ext cx="374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1038E6D-FA33-47E9-9599-ABA915C51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 txBox="1"/>
          <p:nvPr userDrawn="1"/>
        </p:nvSpPr>
        <p:spPr>
          <a:xfrm>
            <a:off x="179615" y="6492875"/>
            <a:ext cx="60950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5102A-1538-3AB3-290E-F4225AA097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" t="12296" r="6127" b="3084"/>
          <a:stretch/>
        </p:blipFill>
        <p:spPr bwMode="auto">
          <a:xfrm>
            <a:off x="10590687" y="5324060"/>
            <a:ext cx="1526225" cy="15339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4351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Hello Python!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77" y="1749737"/>
            <a:ext cx="10956846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40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40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40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40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40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40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this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32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32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2DF4-11DB-9ACC-428B-16DFF0D4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think this code will do?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32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32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32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32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40E6-D84B-5D00-CBA0-92F4013E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Let’s investigate.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32794"/>
            <a:ext cx="1018210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r>
              <a:rPr lang="en-US" sz="2400" b="1" dirty="0"/>
              <a:t>Answer the questions: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  <a:latin typeface="JetBrains Mono" panose="02000009000000000000" pitchFamily="49" charset="0"/>
              <a:ea typeface="Calibri" panose="020F0502020204030204" pitchFamily="34" charset="0"/>
              <a:cs typeface="JetBrains Mono" panose="02000009000000000000" pitchFamily="49" charset="0"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in Python. What does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do?</a:t>
            </a:r>
          </a:p>
          <a:p>
            <a:pPr marL="685800" lvl="1" indent="-228600">
              <a:buClr>
                <a:schemeClr val="tx1"/>
              </a:buClr>
              <a:buFont typeface="+mj-lt"/>
              <a:buAutoNum type="arabicPeriod"/>
            </a:pP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variable. What does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do? </a:t>
            </a:r>
          </a:p>
          <a:p>
            <a:pPr marL="685800" lvl="1" indent="-228600">
              <a:buClr>
                <a:schemeClr val="tx1"/>
              </a:buClr>
              <a:buFont typeface="+mj-lt"/>
              <a:buAutoNum type="arabicPeriod"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method in Python which outputs a message to the user’s screen. The message must be a string which is text. What do we use to create Strings, which are shown 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685800" lvl="1" indent="-228600">
              <a:buClr>
                <a:schemeClr val="tx1"/>
              </a:buClr>
              <a:buFont typeface="+mj-lt"/>
              <a:buAutoNum type="arabicPeriod"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 you combine multiple strings together 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954446" y="1758784"/>
            <a:ext cx="647477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16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1600" dirty="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1600" dirty="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1600" dirty="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rPr lang="en-US" dirty="0"/>
              <a:t>Challenge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/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message to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(greeting, name, 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“!”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Assign (save with the 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symbol)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new greeting in another language, like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“Guten tag,”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to the variable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greeting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 txBox="1"/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9CD1CF-051B-2550-9CE8-FDE99D20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8158413" cy="1325563"/>
          </a:xfrm>
        </p:spPr>
        <p:txBody>
          <a:bodyPr>
            <a:normAutofit/>
          </a:bodyPr>
          <a:lstStyle/>
          <a:p>
            <a:r>
              <a:rPr lang="en-US" dirty="0"/>
              <a:t>Challenge 1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149049" cy="211540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greeting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"Guten Tag"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(greeting, name,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01EE-B45B-3C1B-827D-73BAB9C1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rPr lang="en-US" dirty="0"/>
              <a:t>Challenge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/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program to ask for and output your friend’s name too. Change the message inside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also output</a:t>
            </a:r>
            <a:r>
              <a:rPr lang="en-US" sz="18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“and”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your friend's name.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 txBox="1"/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05045F-77DB-4B2B-8ABC-DE0C8217E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rPr lang="en-US" dirty="0"/>
              <a:t>Challenge 2 – Suggested Solution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3813" y="3508493"/>
            <a:ext cx="8032968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friend_name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your friend's name?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greeting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"Guten Tag"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(greeting, name,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"and"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friend_name,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2A4FE-CCAC-3E4B-E524-8B88978E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rPr lang="en-US" dirty="0"/>
              <a:t>Challenge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/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new program which asks the user what two subjects they study in school. Output a message to the user which tells them</a:t>
            </a:r>
            <a:r>
              <a:rPr lang="en-US" sz="18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“I think 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subject1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kern="100" dirty="0"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subject2</a:t>
            </a:r>
            <a:r>
              <a:rPr lang="en-US" sz="1600" kern="10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are great subjects!”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 txBox="1"/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Starter Code: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 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sz="1600">
                <a:solidFill>
                  <a:srgbClr val="00008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"Hello,"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lang="en-US" altLang="en-US" sz="1600">
                <a:solidFill>
                  <a:srgbClr val="067D17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'!'</a:t>
            </a:r>
            <a:r>
              <a:rPr lang="en-US" altLang="en-US" sz="1600">
                <a:solidFill>
                  <a:srgbClr val="080808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BCFF9F-8918-8BBC-658B-7EF1BA2F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rPr lang="en-US" dirty="0"/>
              <a:t>Challenge 3 – Suggested Solution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7798" y="3581011"/>
            <a:ext cx="10341293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subject1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subject do you study in school?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subject2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another subject you study in school?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"I think"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subject1,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"and"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subject2,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"are great subjects!"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5E09-31AD-AB5D-40A0-A68897D0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rPr lang="en-US" dirty="0"/>
              <a:t>Fix the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This code has errors! </a:t>
            </a:r>
            <a:r>
              <a:rPr lang="en-US" sz="1800" b="1" kern="1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Look closely at the code to find the problems: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US" sz="1800" kern="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(What </a:t>
            </a:r>
            <a:r>
              <a:rPr lang="en-US" sz="1800" kern="0" dirty="0"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name?)</a:t>
            </a:r>
            <a:b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sport = </a:t>
            </a:r>
            <a:r>
              <a:rPr lang="en-US" sz="1800" kern="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"What is your favorite sport?"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"Hmmmmm"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0" dirty="0">
                <a:solidFill>
                  <a:srgbClr val="000080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"Today I learned"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</a:t>
            </a:r>
            <a:r>
              <a:rPr lang="en-US" sz="1800" kern="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"really likes"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favSport, </a:t>
            </a:r>
            <a:r>
              <a:rPr lang="en-US" sz="1800" kern="0" dirty="0"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"!"</a:t>
            </a:r>
            <a:r>
              <a:rPr lang="en-US" sz="1800" kern="0" dirty="0"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99BF05-CE68-4D85-2D88-4B3512D5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9189603" cy="1325563"/>
          </a:xfrm>
        </p:spPr>
        <p:txBody>
          <a:bodyPr>
            <a:normAutofit/>
          </a:bodyPr>
          <a:lstStyle/>
          <a:p>
            <a:r>
              <a:rPr lang="en-US" dirty="0"/>
              <a:t>Fix the code!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371884" cy="211540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your name?"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#Use quotation marks for text/strings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sport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"What is your favorite sport?"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#Use input instead of print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"Hmmmmm"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"Today I learned"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name,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"really likes"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sport,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#Use matching variable names - sport instead of favSport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38E6D-FA33-47E9-9599-ABA915C5198A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633</Words>
  <Application>Microsoft Office PowerPoint</Application>
  <PresentationFormat>Widescreen</PresentationFormat>
  <Paragraphs>54</Paragraphs>
  <Slides>13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Aptos</vt:lpstr>
      <vt:lpstr>Arial</vt:lpstr>
      <vt:lpstr>JetBrains Mono</vt:lpstr>
      <vt:lpstr>Office Theme</vt:lpstr>
      <vt:lpstr>Hello Python!</vt:lpstr>
      <vt:lpstr>PowerPoint Presentation</vt:lpstr>
      <vt:lpstr>Look at this code:</vt:lpstr>
      <vt:lpstr>What do you think this code will do?</vt:lpstr>
      <vt:lpstr>Let’s investigate. </vt:lpstr>
      <vt:lpstr>Challenge 1</vt:lpstr>
      <vt:lpstr>Challenge 1 – Suggested Solution</vt:lpstr>
      <vt:lpstr>Challenge 2</vt:lpstr>
      <vt:lpstr>Challenge 2 – Suggested Solution</vt:lpstr>
      <vt:lpstr>Challenge 3</vt:lpstr>
      <vt:lpstr>Challenge 3 – Suggested Solution</vt:lpstr>
      <vt:lpstr>Fix the code!</vt:lpstr>
      <vt:lpstr>Fix the code! – Suggested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Python!</dc:title>
  <dc:creator>Tim Carpenter</dc:creator>
  <cp:lastModifiedBy>Tim Carpenter</cp:lastModifiedBy>
  <cp:revision>2</cp:revision>
  <dcterms:created xsi:type="dcterms:W3CDTF">2024-02-06T05:11:48Z</dcterms:created>
  <dcterms:modified xsi:type="dcterms:W3CDTF">2024-02-18T09:52:42Z</dcterms:modified>
</cp:coreProperties>
</file>