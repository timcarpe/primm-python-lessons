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3d6470feba14347" /><Relationship Type="http://schemas.openxmlformats.org/officeDocument/2006/relationships/extended-properties" Target="/docProps/app.xml" Id="R2db00a02a3a64fbe" /><Relationship Type="http://schemas.openxmlformats.org/officeDocument/2006/relationships/officeDocument" Target="/ppt/presentation.xml" Id="R7e02c71799b64e5f"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34728bb7911e438d"/>
  </p:sldMasterIdLst>
  <p:notesMasterIdLst>
    <p:notesMasterId xmlns:r="http://schemas.openxmlformats.org/officeDocument/2006/relationships" r:id="R1bb79a9767f64d8e"/>
  </p:notesMasterIdLst>
  <p:sldIdLst>
    <p:sldId xmlns:r="http://schemas.openxmlformats.org/officeDocument/2006/relationships" id="256" r:id="R27d1ee19aa464a54"/>
    <p:sldId xmlns:r="http://schemas.openxmlformats.org/officeDocument/2006/relationships" id="257" r:id="R1448b0b8b5c5485a"/>
    <p:sldId xmlns:r="http://schemas.openxmlformats.org/officeDocument/2006/relationships" id="258" r:id="R0bfee99553d44042"/>
    <p:sldId xmlns:r="http://schemas.openxmlformats.org/officeDocument/2006/relationships" id="259" r:id="Ra5506da3805c4827"/>
    <p:sldId xmlns:r="http://schemas.openxmlformats.org/officeDocument/2006/relationships" id="260" r:id="R65a258b87a084fbc"/>
  </p:sldIdLst>
  <p:sldSz cx="12192000" cy="6858000"/>
  <p:notesSz cx="6858000" cy="9144000"/>
  <p:embeddedFontLst>
    <p:embeddedFont>
      <p:font typeface="JetBrains Mono"/>
      <p:regular xmlns:r="http://schemas.openxmlformats.org/officeDocument/2006/relationships" r:id="R2e00174874784a65"/>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d279fa8525e4b10" /><Relationship Type="http://schemas.openxmlformats.org/officeDocument/2006/relationships/slideMaster" Target="/ppt/slideMasters/slideMaster1.xml" Id="R34728bb7911e438d" /><Relationship Type="http://schemas.openxmlformats.org/officeDocument/2006/relationships/notesMaster" Target="/ppt/notesMasters/notesMaster1.xml" Id="R1bb79a9767f64d8e" /><Relationship Type="http://schemas.openxmlformats.org/officeDocument/2006/relationships/presProps" Target="/ppt/presProps.xml" Id="R48d9430f22134d36" /><Relationship Type="http://schemas.openxmlformats.org/officeDocument/2006/relationships/viewProps" Target="/ppt/viewProps.xml" Id="R74ee6824fc974c15" /><Relationship Type="http://schemas.openxmlformats.org/officeDocument/2006/relationships/tableStyles" Target="/ppt/tableStyles.xml" Id="Rf70c730fa90c4248" /><Relationship Type="http://schemas.openxmlformats.org/officeDocument/2006/relationships/font" Target="/ppt/fonts/font.dat" Id="R2e00174874784a65" /><Relationship Type="http://schemas.openxmlformats.org/officeDocument/2006/relationships/slide" Target="/ppt/slides/slide1.xml" Id="R27d1ee19aa464a54" /><Relationship Type="http://schemas.openxmlformats.org/officeDocument/2006/relationships/slide" Target="/ppt/slides/slide2.xml" Id="R1448b0b8b5c5485a" /><Relationship Type="http://schemas.openxmlformats.org/officeDocument/2006/relationships/slide" Target="/ppt/slides/slide3.xml" Id="R0bfee99553d44042" /><Relationship Type="http://schemas.openxmlformats.org/officeDocument/2006/relationships/slide" Target="/ppt/slides/slide4.xml" Id="Ra5506da3805c4827" /><Relationship Type="http://schemas.openxmlformats.org/officeDocument/2006/relationships/slide" Target="/ppt/slides/slide5.xml" Id="R65a258b87a084fb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e21987cbe2d4ac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fb11077b65f4041" /><Relationship Type="http://schemas.openxmlformats.org/officeDocument/2006/relationships/notesMaster" Target="/ppt/notesMasters/notesMaster1.xml" Id="R86cd386081964191" /></Relationships>
</file>

<file path=ppt/notesSlides/_rels/notesSlide2.xml.rels>&#65279;<?xml version="1.0" encoding="utf-8"?><Relationships xmlns="http://schemas.openxmlformats.org/package/2006/relationships"><Relationship Type="http://schemas.openxmlformats.org/officeDocument/2006/relationships/slide" Target="/ppt/slides/slide2.xml" Id="R43c00bfaaf3e4901" /><Relationship Type="http://schemas.openxmlformats.org/officeDocument/2006/relationships/notesMaster" Target="/ppt/notesMasters/notesMaster1.xml" Id="R18377ece7d324ad4" /></Relationships>
</file>

<file path=ppt/notesSlides/_rels/notesSlide3.xml.rels>&#65279;<?xml version="1.0" encoding="utf-8"?><Relationships xmlns="http://schemas.openxmlformats.org/package/2006/relationships"><Relationship Type="http://schemas.openxmlformats.org/officeDocument/2006/relationships/slide" Target="/ppt/slides/slide3.xml" Id="Rf05d9ad66215490b" /><Relationship Type="http://schemas.openxmlformats.org/officeDocument/2006/relationships/notesMaster" Target="/ppt/notesMasters/notesMaster1.xml" Id="Re14012d3355247db" /></Relationships>
</file>

<file path=ppt/notesSlides/_rels/notesSlide4.xml.rels>&#65279;<?xml version="1.0" encoding="utf-8"?><Relationships xmlns="http://schemas.openxmlformats.org/package/2006/relationships"><Relationship Type="http://schemas.openxmlformats.org/officeDocument/2006/relationships/slide" Target="/ppt/slides/slide4.xml" Id="R9d1864ead8d34938" /><Relationship Type="http://schemas.openxmlformats.org/officeDocument/2006/relationships/notesMaster" Target="/ppt/notesMasters/notesMaster1.xml" Id="Rcab7d162c09e43c5" /></Relationships>
</file>

<file path=ppt/notesSlides/_rels/notesSlide5.xml.rels>&#65279;<?xml version="1.0" encoding="utf-8"?><Relationships xmlns="http://schemas.openxmlformats.org/package/2006/relationships"><Relationship Type="http://schemas.openxmlformats.org/officeDocument/2006/relationships/slide" Target="/ppt/slides/slide5.xml" Id="Rea307a593eee4132" /><Relationship Type="http://schemas.openxmlformats.org/officeDocument/2006/relationships/notesMaster" Target="/ppt/notesMasters/notesMaster1.xml" Id="R9acd59e099cd432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visual template: Choosing Loop Structures - Slides.pptx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visual template: Choosing Loop Structures - Slides.pptx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visual template: Choosing Loop Structures - Slides.pptx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visual template: Choosing Loop Structures - Slides.pptx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visual template: Choosing Loop Structures - Slides.pptx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de156d1b5df491c" /><Relationship Type="http://schemas.openxmlformats.org/officeDocument/2006/relationships/image" Target="/ppt/media/image.png" Id="R1769b9f0d80f4eb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0a80998ef7b4336" /><Relationship Type="http://schemas.openxmlformats.org/officeDocument/2006/relationships/image" Target="/ppt/media/image.png" Id="R93096bb63014400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bd0095d270f4f2a" /><Relationship Type="http://schemas.openxmlformats.org/officeDocument/2006/relationships/image" Target="/ppt/media/image.png" Id="R30da9fef530441a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a4dbb01eeae4ca9" /><Relationship Type="http://schemas.openxmlformats.org/officeDocument/2006/relationships/image" Target="/ppt/media/image.png" Id="R7767a7b735e547b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032b63a3c2f46ea" /><Relationship Type="http://schemas.openxmlformats.org/officeDocument/2006/relationships/image" Target="/ppt/media/image.png" Id="R9d2b3a2f875a4df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f3e018944f64657" /><Relationship Type="http://schemas.openxmlformats.org/officeDocument/2006/relationships/image" Target="/ppt/media/image.png" Id="R9fec8e76924b43d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cf03fa81af44001" /><Relationship Type="http://schemas.openxmlformats.org/officeDocument/2006/relationships/image" Target="/ppt/media/image.png" Id="R39d1c298dabd47e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42d369ca13994dba" /><Relationship Type="http://schemas.openxmlformats.org/officeDocument/2006/relationships/image" Target="/ppt/media/image.png" Id="R6e6065df81b4493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15efa20bcd674b28" /><Relationship Type="http://schemas.openxmlformats.org/officeDocument/2006/relationships/image" Target="/ppt/media/image.png" Id="Rc79be8a960e64ab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105454313c54135" /><Relationship Type="http://schemas.openxmlformats.org/officeDocument/2006/relationships/image" Target="/ppt/media/image.png" Id="R95d44e6452234af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b064beceadb4a1c" /><Relationship Type="http://schemas.openxmlformats.org/officeDocument/2006/relationships/image" Target="/ppt/media/image.png" Id="R50e0171fccc0439a"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FDFF6CC-43FC-990C-9B6B-9217A2FD674A}"/>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58F1D1E5-61EC-84C2-68FB-37DA30B7C33E}"/>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6" name="Slide Number Placeholder 5">
            <a:extLst xmlns:a="http://schemas.openxmlformats.org/drawingml/2006/main">
              <a:ext uri="{FF2B5EF4-FFF2-40B4-BE49-F238E27FC236}">
                <a16:creationId xmlns:a16="http://schemas.microsoft.com/office/drawing/2014/main" id="{47481232-E342-60AC-0C19-E932E468DAF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a:t>
            </a:fld>
          </a:p>
        </p:txBody>
      </p:sp>
      <p:sp>
        <p:nvSpPr>
          <p:cNvPr id="9" name="Footer Placeholder 4">
            <a:extLst xmlns:a="http://schemas.openxmlformats.org/drawingml/2006/main">
              <a:ext uri="{FF2B5EF4-FFF2-40B4-BE49-F238E27FC236}">
                <a16:creationId xmlns:a16="http://schemas.microsoft.com/office/drawing/2014/main" id="{D451A462-1188-9829-7D1E-417EB3274292}"/>
              </a:ext>
            </a:extLst>
          </p:cNvPr>
          <p:cNvSpPr>
            <a:spLocks xmlns:a="http://schemas.openxmlformats.org/drawingml/2006/main" noGrp="1"/>
          </p:cNvSpPr>
          <p:nvPr>
            <p:ph type="ftr" idx="3"/>
          </p:nvPr>
        </p:nvSpPr>
        <p:spPr>
          <a:xfrm xmlns:a="http://schemas.openxmlformats.org/drawingml/2006/main">
            <a:off x="137556" y="6358621"/>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800">
                <a:solidFill>
                  <a:schemeClr val="tx1">
                    <a:tint val="75000"/>
                  </a:schemeClr>
                </a:solidFill>
              </a:defRPr>
            </a:lvl1pPr>
          </a:lstStyle>
          <a:p xmlns:a="http://schemas.openxmlformats.org/drawingml/2006/main">
            <a:r>
              <a:t>© Tim Carpenter 2024</a:t>
            </a:r>
          </a:p>
        </p:txBody>
      </p:sp>
      <p:pic>
        <p:nvPicPr>
          <p:cNvPr id="15" name="Picture 10"/>
          <p:cNvPicPr>
            <a:picLocks xmlns:a="http://schemas.openxmlformats.org/drawingml/2006/main" noChangeAspect="1"/>
          </p:cNvPicPr>
          <p:nvPr/>
        </p:nvPicPr>
        <p:blipFill rotWithShape="1">
          <a:blip xmlns:r="http://schemas.openxmlformats.org/officeDocument/2006/relationships" xmlns:a="http://schemas.openxmlformats.org/drawingml/2006/main" r:embed="R1769b9f0d80f4eba"/>
          <a:stretch xmlns:a="http://schemas.openxmlformats.org/drawingml/2006/main"/>
        </p:blipFill>
        <p:spPr>
          <a:xfrm xmlns:a="http://schemas.openxmlformats.org/drawingml/2006/main" flipH="1">
            <a:off x="9886209" y="4538703"/>
            <a:ext cx="2305791" cy="1808464"/>
          </a:xfrm>
          <a:prstGeom xmlns:a="http://schemas.openxmlformats.org/drawingml/2006/main" prst="rect">
            <a:avLst/>
          </a:prstGeom>
        </p:spPr>
      </p:pic>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8AED0F6-839A-B9DC-89D0-453455FF7C4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atin typeface="+mn-lt"/>
                <a:ea typeface="+mn-lt"/>
                <a:cs typeface="+mn-lt"/>
              </a:defRPr>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B58F53C-9EF7-92DC-D765-8C886206A74B}"/>
              </a:ext>
            </a:extLst>
          </p:cNvPr>
          <p:cNvSpPr>
            <a:spLocks xmlns:a="http://schemas.openxmlformats.org/drawingml/2006/main" noGrp="1"/>
          </p:cNvSpPr>
          <p:nvPr>
            <p:ph idx="1"/>
          </p:nvPr>
        </p:nvSpPr>
        <p:spPr/>
        <p:txBody>
          <a:bodyPr xmlns:a="http://schemas.openxmlformats.org/drawingml/2006/main">
            <a:normAutofit/>
          </a:bodyPr>
          <a:lstStyle xmlns:a="http://schemas.openxmlformats.org/drawingml/2006/main">
            <a:lvl1pPr>
              <a:buNone/>
              <a:defRPr sz="2000"/>
            </a:lvl1pPr>
            <a:lvl2pPr>
              <a:buNone/>
              <a:defRPr sz="1800"/>
            </a:lvl2pPr>
            <a:lvl3pPr>
              <a:buNone/>
              <a:defRPr sz="1600"/>
            </a:lvl3pPr>
            <a:lvl4pPr>
              <a:buNone/>
              <a:defRPr sz="1400"/>
            </a:lvl4pPr>
            <a:lvl5pPr>
              <a:buNone/>
              <a:defRPr sz="140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Slide Number Placeholder 5">
            <a:extLst xmlns:a="http://schemas.openxmlformats.org/drawingml/2006/main">
              <a:ext uri="{FF2B5EF4-FFF2-40B4-BE49-F238E27FC236}">
                <a16:creationId xmlns:a16="http://schemas.microsoft.com/office/drawing/2014/main" id="{6CBFC8B0-5A0E-12F0-38B4-11A4F3EF9A8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a:t>
            </a:fld>
          </a:p>
        </p:txBody>
      </p:sp>
      <p:sp>
        <p:nvSpPr>
          <p:cNvPr id="8" name="Footer Placeholder 4">
            <a:extLst xmlns:a="http://schemas.openxmlformats.org/drawingml/2006/main">
              <a:ext uri="{FF2B5EF4-FFF2-40B4-BE49-F238E27FC236}">
                <a16:creationId xmlns:a16="http://schemas.microsoft.com/office/drawing/2014/main" id="{206D73EA-21DB-DB97-4D76-9405B6C179F8}"/>
              </a:ext>
            </a:extLst>
          </p:cNvPr>
          <p:cNvSpPr>
            <a:spLocks xmlns:a="http://schemas.openxmlformats.org/drawingml/2006/main" noGrp="1"/>
          </p:cNvSpPr>
          <p:nvPr>
            <p:ph type="ftr" idx="3"/>
          </p:nvPr>
        </p:nvSpPr>
        <p:spPr>
          <a:xfrm xmlns:a="http://schemas.openxmlformats.org/drawingml/2006/main">
            <a:off x="137556" y="6358621"/>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800">
                <a:solidFill>
                  <a:schemeClr val="tx1">
                    <a:tint val="75000"/>
                  </a:schemeClr>
                </a:solidFill>
              </a:defRPr>
            </a:lvl1pPr>
          </a:lstStyle>
          <a:p xmlns:a="http://schemas.openxmlformats.org/drawingml/2006/main">
            <a:r>
              <a:t>© Tim Carpenter 2024</a:t>
            </a:r>
          </a:p>
        </p:txBody>
      </p:sp>
      <p:pic>
        <p:nvPicPr>
          <p:cNvPr id="14" name="Picture 10"/>
          <p:cNvPicPr>
            <a:picLocks xmlns:a="http://schemas.openxmlformats.org/drawingml/2006/main" noChangeAspect="1"/>
          </p:cNvPicPr>
          <p:nvPr/>
        </p:nvPicPr>
        <p:blipFill rotWithShape="1">
          <a:blip xmlns:r="http://schemas.openxmlformats.org/officeDocument/2006/relationships" xmlns:a="http://schemas.openxmlformats.org/drawingml/2006/main" r:embed="R93096bb630144009">
            <a:alphaModFix amt="28000"/>
          </a:blip>
          <a:stretch xmlns:a="http://schemas.openxmlformats.org/drawingml/2006/main"/>
        </p:blipFill>
        <p:spPr>
          <a:xfrm xmlns:a="http://schemas.openxmlformats.org/drawingml/2006/main">
            <a:off x="10590687" y="5492510"/>
            <a:ext cx="1526225" cy="1197039"/>
          </a:xfrm>
          <a:prstGeom xmlns:a="http://schemas.openxmlformats.org/drawingml/2006/main" prst="rect">
            <a:avLst/>
          </a:prstGeom>
        </p:spPr>
      </p:pic>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4FC867F-56FF-F385-7E21-9E50A476D191}"/>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F0BBECC5-631B-7421-97E1-98B9F359D5AC}"/>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6" name="Slide Number Placeholder 5">
            <a:extLst xmlns:a="http://schemas.openxmlformats.org/drawingml/2006/main">
              <a:ext uri="{FF2B5EF4-FFF2-40B4-BE49-F238E27FC236}">
                <a16:creationId xmlns:a16="http://schemas.microsoft.com/office/drawing/2014/main" id="{9E8F7E75-9E44-2A95-FBD3-0072178142E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a:t>
            </a:fld>
          </a:p>
        </p:txBody>
      </p:sp>
      <p:sp>
        <p:nvSpPr>
          <p:cNvPr id="7" name="Footer Placeholder 4">
            <a:extLst xmlns:a="http://schemas.openxmlformats.org/drawingml/2006/main">
              <a:ext uri="{FF2B5EF4-FFF2-40B4-BE49-F238E27FC236}">
                <a16:creationId xmlns:a16="http://schemas.microsoft.com/office/drawing/2014/main" id="{3860958F-0114-E4CB-62D5-0B058DD7DCD9}"/>
              </a:ext>
            </a:extLst>
          </p:cNvPr>
          <p:cNvSpPr>
            <a:spLocks xmlns:a="http://schemas.openxmlformats.org/drawingml/2006/main" noGrp="1"/>
          </p:cNvSpPr>
          <p:nvPr>
            <p:ph type="ftr" idx="3"/>
          </p:nvPr>
        </p:nvSpPr>
        <p:spPr>
          <a:xfrm xmlns:a="http://schemas.openxmlformats.org/drawingml/2006/main">
            <a:off x="137556" y="6358621"/>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800">
                <a:solidFill>
                  <a:schemeClr val="tx1">
                    <a:tint val="75000"/>
                  </a:schemeClr>
                </a:solidFill>
              </a:defRPr>
            </a:lvl1pPr>
          </a:lstStyle>
          <a:p xmlns:a="http://schemas.openxmlformats.org/drawingml/2006/main">
            <a:r>
              <a:t>© Tim Carpenter 2024</a:t>
            </a:r>
          </a:p>
        </p:txBody>
      </p:sp>
      <p:pic>
        <p:nvPicPr>
          <p:cNvPr id="13" name="Picture 10"/>
          <p:cNvPicPr>
            <a:picLocks xmlns:a="http://schemas.openxmlformats.org/drawingml/2006/main" noChangeAspect="1"/>
          </p:cNvPicPr>
          <p:nvPr/>
        </p:nvPicPr>
        <p:blipFill rotWithShape="1">
          <a:blip xmlns:r="http://schemas.openxmlformats.org/officeDocument/2006/relationships" xmlns:a="http://schemas.openxmlformats.org/drawingml/2006/main" r:embed="R30da9fef530441a7">
            <a:alphaModFix amt="28000"/>
          </a:blip>
          <a:stretch xmlns:a="http://schemas.openxmlformats.org/drawingml/2006/main"/>
        </p:blipFill>
        <p:spPr>
          <a:xfrm xmlns:a="http://schemas.openxmlformats.org/drawingml/2006/main">
            <a:off x="10590687" y="5492510"/>
            <a:ext cx="1526225" cy="1197039"/>
          </a:xfrm>
          <a:prstGeom xmlns:a="http://schemas.openxmlformats.org/drawingml/2006/main" prst="rect">
            <a:avLst/>
          </a:prstGeom>
        </p:spPr>
      </p:pic>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3B01DDD-AD72-5492-F320-2E7CE01CE0B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B909B796-7446-F558-30BA-08587FEC72F6}"/>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A22B2085-44DC-514D-64F8-CF9AAAFC60B9}"/>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Slide Number Placeholder 6">
            <a:extLst xmlns:a="http://schemas.openxmlformats.org/drawingml/2006/main">
              <a:ext uri="{FF2B5EF4-FFF2-40B4-BE49-F238E27FC236}">
                <a16:creationId xmlns:a16="http://schemas.microsoft.com/office/drawing/2014/main" id="{E39ABB85-F6F1-0C19-E67F-0640F2AD985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a:t>
            </a:fld>
          </a:p>
        </p:txBody>
      </p:sp>
      <p:sp>
        <p:nvSpPr>
          <p:cNvPr id="8" name="Footer Placeholder 4">
            <a:extLst xmlns:a="http://schemas.openxmlformats.org/drawingml/2006/main">
              <a:ext uri="{FF2B5EF4-FFF2-40B4-BE49-F238E27FC236}">
                <a16:creationId xmlns:a16="http://schemas.microsoft.com/office/drawing/2014/main" id="{E1953A55-7744-6468-2338-E73DDA32AA89}"/>
              </a:ext>
            </a:extLst>
          </p:cNvPr>
          <p:cNvSpPr>
            <a:spLocks xmlns:a="http://schemas.openxmlformats.org/drawingml/2006/main" noGrp="1"/>
          </p:cNvSpPr>
          <p:nvPr>
            <p:ph type="ftr" idx="3"/>
          </p:nvPr>
        </p:nvSpPr>
        <p:spPr>
          <a:xfrm xmlns:a="http://schemas.openxmlformats.org/drawingml/2006/main">
            <a:off x="137556" y="6358621"/>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800">
                <a:solidFill>
                  <a:schemeClr val="tx1">
                    <a:tint val="75000"/>
                  </a:schemeClr>
                </a:solidFill>
              </a:defRPr>
            </a:lvl1pPr>
          </a:lstStyle>
          <a:p xmlns:a="http://schemas.openxmlformats.org/drawingml/2006/main">
            <a:r>
              <a:t>© Tim Carpenter 2024</a:t>
            </a:r>
          </a:p>
        </p:txBody>
      </p:sp>
      <p:pic>
        <p:nvPicPr>
          <p:cNvPr id="15" name="Picture 10"/>
          <p:cNvPicPr>
            <a:picLocks xmlns:a="http://schemas.openxmlformats.org/drawingml/2006/main" noChangeAspect="1"/>
          </p:cNvPicPr>
          <p:nvPr/>
        </p:nvPicPr>
        <p:blipFill rotWithShape="1">
          <a:blip xmlns:r="http://schemas.openxmlformats.org/officeDocument/2006/relationships" xmlns:a="http://schemas.openxmlformats.org/drawingml/2006/main" r:embed="R7767a7b735e547b1">
            <a:alphaModFix amt="28000"/>
          </a:blip>
          <a:stretch xmlns:a="http://schemas.openxmlformats.org/drawingml/2006/main"/>
        </p:blipFill>
        <p:spPr>
          <a:xfrm xmlns:a="http://schemas.openxmlformats.org/drawingml/2006/main">
            <a:off x="10590687" y="5492510"/>
            <a:ext cx="1526225" cy="1197039"/>
          </a:xfrm>
          <a:prstGeom xmlns:a="http://schemas.openxmlformats.org/drawingml/2006/main" prst="rect">
            <a:avLst/>
          </a:prstGeom>
        </p:spPr>
      </p:pic>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FFB4B2B-EBD7-897A-C262-268EC4BE9658}"/>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C51E813C-3E6C-AE68-B226-C6FD3EFE476D}"/>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166CD796-C40A-1020-B4D5-B344846D29D7}"/>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B8914628-58A6-DA78-A619-B9BF81D2BCFD}"/>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E4F7B6B7-25B8-12E8-AF86-BF2C33C07444}"/>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Slide Number Placeholder 8">
            <a:extLst xmlns:a="http://schemas.openxmlformats.org/drawingml/2006/main">
              <a:ext uri="{FF2B5EF4-FFF2-40B4-BE49-F238E27FC236}">
                <a16:creationId xmlns:a16="http://schemas.microsoft.com/office/drawing/2014/main" id="{7AD47AF6-33A9-6B39-7A72-07C6D36764E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a:t>
            </a:fld>
          </a:p>
        </p:txBody>
      </p:sp>
      <p:sp>
        <p:nvSpPr>
          <p:cNvPr id="10" name="Footer Placeholder 4">
            <a:extLst xmlns:a="http://schemas.openxmlformats.org/drawingml/2006/main">
              <a:ext uri="{FF2B5EF4-FFF2-40B4-BE49-F238E27FC236}">
                <a16:creationId xmlns:a16="http://schemas.microsoft.com/office/drawing/2014/main" id="{F793A1B9-3B80-9879-3F5C-508512892F5F}"/>
              </a:ext>
            </a:extLst>
          </p:cNvPr>
          <p:cNvSpPr>
            <a:spLocks xmlns:a="http://schemas.openxmlformats.org/drawingml/2006/main" noGrp="1"/>
          </p:cNvSpPr>
          <p:nvPr>
            <p:ph type="ftr" idx="13"/>
          </p:nvPr>
        </p:nvSpPr>
        <p:spPr>
          <a:xfrm xmlns:a="http://schemas.openxmlformats.org/drawingml/2006/main">
            <a:off x="137556" y="6358621"/>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800">
                <a:solidFill>
                  <a:schemeClr val="tx1">
                    <a:tint val="75000"/>
                  </a:schemeClr>
                </a:solidFill>
              </a:defRPr>
            </a:lvl1pPr>
          </a:lstStyle>
          <a:p xmlns:a="http://schemas.openxmlformats.org/drawingml/2006/main">
            <a:r>
              <a:t>© Tim Carpenter 2024</a:t>
            </a:r>
          </a:p>
        </p:txBody>
      </p:sp>
      <p:pic>
        <p:nvPicPr>
          <p:cNvPr id="19" name="Picture 10"/>
          <p:cNvPicPr>
            <a:picLocks xmlns:a="http://schemas.openxmlformats.org/drawingml/2006/main" noChangeAspect="1"/>
          </p:cNvPicPr>
          <p:nvPr/>
        </p:nvPicPr>
        <p:blipFill rotWithShape="1">
          <a:blip xmlns:r="http://schemas.openxmlformats.org/officeDocument/2006/relationships" xmlns:a="http://schemas.openxmlformats.org/drawingml/2006/main" r:embed="R9d2b3a2f875a4df9">
            <a:alphaModFix amt="28000"/>
          </a:blip>
          <a:stretch xmlns:a="http://schemas.openxmlformats.org/drawingml/2006/main"/>
        </p:blipFill>
        <p:spPr>
          <a:xfrm xmlns:a="http://schemas.openxmlformats.org/drawingml/2006/main">
            <a:off x="10590687" y="5492510"/>
            <a:ext cx="1526225" cy="1197039"/>
          </a:xfrm>
          <a:prstGeom xmlns:a="http://schemas.openxmlformats.org/drawingml/2006/main" prst="rect">
            <a:avLst/>
          </a:prstGeom>
        </p:spPr>
      </p:pic>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FCEB483-C8E4-1939-38E2-143E8C2C465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5" name="Slide Number Placeholder 4">
            <a:extLst xmlns:a="http://schemas.openxmlformats.org/drawingml/2006/main">
              <a:ext uri="{FF2B5EF4-FFF2-40B4-BE49-F238E27FC236}">
                <a16:creationId xmlns:a16="http://schemas.microsoft.com/office/drawing/2014/main" id="{146295CF-961A-17C4-4422-5FAAD161AA7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a:t>
            </a:fld>
          </a:p>
        </p:txBody>
      </p:sp>
      <p:sp>
        <p:nvSpPr>
          <p:cNvPr id="6" name="Footer Placeholder 4">
            <a:extLst xmlns:a="http://schemas.openxmlformats.org/drawingml/2006/main">
              <a:ext uri="{FF2B5EF4-FFF2-40B4-BE49-F238E27FC236}">
                <a16:creationId xmlns:a16="http://schemas.microsoft.com/office/drawing/2014/main" id="{E198F76D-7C9E-684E-83A2-F78F7204BBEF}"/>
              </a:ext>
            </a:extLst>
          </p:cNvPr>
          <p:cNvSpPr>
            <a:spLocks xmlns:a="http://schemas.openxmlformats.org/drawingml/2006/main" noGrp="1"/>
          </p:cNvSpPr>
          <p:nvPr>
            <p:ph type="ftr" idx="3"/>
          </p:nvPr>
        </p:nvSpPr>
        <p:spPr>
          <a:xfrm xmlns:a="http://schemas.openxmlformats.org/drawingml/2006/main">
            <a:off x="137556" y="6358621"/>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800">
                <a:solidFill>
                  <a:schemeClr val="tx1">
                    <a:tint val="75000"/>
                  </a:schemeClr>
                </a:solidFill>
              </a:defRPr>
            </a:lvl1pPr>
          </a:lstStyle>
          <a:p xmlns:a="http://schemas.openxmlformats.org/drawingml/2006/main">
            <a:r>
              <a:t>© Tim Carpenter 2024</a:t>
            </a:r>
          </a:p>
        </p:txBody>
      </p:sp>
      <p:pic>
        <p:nvPicPr>
          <p:cNvPr id="11" name="Picture 10"/>
          <p:cNvPicPr>
            <a:picLocks xmlns:a="http://schemas.openxmlformats.org/drawingml/2006/main" noChangeAspect="1"/>
          </p:cNvPicPr>
          <p:nvPr/>
        </p:nvPicPr>
        <p:blipFill rotWithShape="1">
          <a:blip xmlns:r="http://schemas.openxmlformats.org/officeDocument/2006/relationships" xmlns:a="http://schemas.openxmlformats.org/drawingml/2006/main" r:embed="R9fec8e76924b43d6">
            <a:alphaModFix amt="28000"/>
          </a:blip>
          <a:stretch xmlns:a="http://schemas.openxmlformats.org/drawingml/2006/main"/>
        </p:blipFill>
        <p:spPr>
          <a:xfrm xmlns:a="http://schemas.openxmlformats.org/drawingml/2006/main">
            <a:off x="10590687" y="5492510"/>
            <a:ext cx="1526225" cy="1197039"/>
          </a:xfrm>
          <a:prstGeom xmlns:a="http://schemas.openxmlformats.org/drawingml/2006/main" prst="rect">
            <a:avLst/>
          </a:prstGeom>
        </p:spPr>
      </p:pic>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4" name="Slide Number Placeholder 3">
            <a:extLst xmlns:a="http://schemas.openxmlformats.org/drawingml/2006/main">
              <a:ext uri="{FF2B5EF4-FFF2-40B4-BE49-F238E27FC236}">
                <a16:creationId xmlns:a16="http://schemas.microsoft.com/office/drawing/2014/main" id="{7A2153FD-6EE3-927D-E92C-AD8A725CBED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a:t>
            </a:fld>
          </a:p>
        </p:txBody>
      </p:sp>
      <p:sp>
        <p:nvSpPr>
          <p:cNvPr id="5" name="Footer Placeholder 4">
            <a:extLst xmlns:a="http://schemas.openxmlformats.org/drawingml/2006/main">
              <a:ext uri="{FF2B5EF4-FFF2-40B4-BE49-F238E27FC236}">
                <a16:creationId xmlns:a16="http://schemas.microsoft.com/office/drawing/2014/main" id="{E817CC06-6DDB-43E3-DC6C-5B8757B339EF}"/>
              </a:ext>
            </a:extLst>
          </p:cNvPr>
          <p:cNvSpPr>
            <a:spLocks xmlns:a="http://schemas.openxmlformats.org/drawingml/2006/main" noGrp="1"/>
          </p:cNvSpPr>
          <p:nvPr>
            <p:ph type="ftr" idx="3"/>
          </p:nvPr>
        </p:nvSpPr>
        <p:spPr>
          <a:xfrm xmlns:a="http://schemas.openxmlformats.org/drawingml/2006/main">
            <a:off x="137556" y="6358621"/>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800">
                <a:solidFill>
                  <a:schemeClr val="tx1">
                    <a:tint val="75000"/>
                  </a:schemeClr>
                </a:solidFill>
              </a:defRPr>
            </a:lvl1pPr>
          </a:lstStyle>
          <a:p xmlns:a="http://schemas.openxmlformats.org/drawingml/2006/main">
            <a:r>
              <a:t>© Tim Carpenter 2024</a:t>
            </a:r>
          </a:p>
        </p:txBody>
      </p:sp>
      <p:pic>
        <p:nvPicPr>
          <p:cNvPr id="9" name="Picture 10"/>
          <p:cNvPicPr>
            <a:picLocks xmlns:a="http://schemas.openxmlformats.org/drawingml/2006/main" noChangeAspect="1"/>
          </p:cNvPicPr>
          <p:nvPr/>
        </p:nvPicPr>
        <p:blipFill rotWithShape="1">
          <a:blip xmlns:r="http://schemas.openxmlformats.org/officeDocument/2006/relationships" xmlns:a="http://schemas.openxmlformats.org/drawingml/2006/main" r:embed="R39d1c298dabd47e4">
            <a:alphaModFix amt="28000"/>
          </a:blip>
          <a:stretch xmlns:a="http://schemas.openxmlformats.org/drawingml/2006/main"/>
        </p:blipFill>
        <p:spPr>
          <a:xfrm xmlns:a="http://schemas.openxmlformats.org/drawingml/2006/main">
            <a:off x="10590687" y="5492510"/>
            <a:ext cx="1526225" cy="1197039"/>
          </a:xfrm>
          <a:prstGeom xmlns:a="http://schemas.openxmlformats.org/drawingml/2006/main" prst="rect">
            <a:avLst/>
          </a:prstGeom>
        </p:spPr>
      </p:pic>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09BE86E-8041-6262-7462-5F74302C6B38}"/>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1028E74F-C33A-2B50-1388-4D9B8C90B9A4}"/>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83BB12FA-7CBC-383A-FB9A-76C44F3BFEDE}"/>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7" name="Slide Number Placeholder 6">
            <a:extLst xmlns:a="http://schemas.openxmlformats.org/drawingml/2006/main">
              <a:ext uri="{FF2B5EF4-FFF2-40B4-BE49-F238E27FC236}">
                <a16:creationId xmlns:a16="http://schemas.microsoft.com/office/drawing/2014/main" id="{541DD9D1-AA59-4234-5101-B7789D2F77C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a:t>
            </a:fld>
          </a:p>
        </p:txBody>
      </p:sp>
      <p:sp>
        <p:nvSpPr>
          <p:cNvPr id="8" name="Footer Placeholder 4">
            <a:extLst xmlns:a="http://schemas.openxmlformats.org/drawingml/2006/main">
              <a:ext uri="{FF2B5EF4-FFF2-40B4-BE49-F238E27FC236}">
                <a16:creationId xmlns:a16="http://schemas.microsoft.com/office/drawing/2014/main" id="{37516DE9-6B09-3815-23C9-1128F36E2F0F}"/>
              </a:ext>
            </a:extLst>
          </p:cNvPr>
          <p:cNvSpPr>
            <a:spLocks xmlns:a="http://schemas.openxmlformats.org/drawingml/2006/main" noGrp="1"/>
          </p:cNvSpPr>
          <p:nvPr>
            <p:ph type="ftr" idx="3"/>
          </p:nvPr>
        </p:nvSpPr>
        <p:spPr>
          <a:xfrm xmlns:a="http://schemas.openxmlformats.org/drawingml/2006/main">
            <a:off x="137556" y="6358621"/>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800">
                <a:solidFill>
                  <a:schemeClr val="tx1">
                    <a:tint val="75000"/>
                  </a:schemeClr>
                </a:solidFill>
              </a:defRPr>
            </a:lvl1pPr>
          </a:lstStyle>
          <a:p xmlns:a="http://schemas.openxmlformats.org/drawingml/2006/main">
            <a:r>
              <a:t>© Tim Carpenter 2024</a:t>
            </a:r>
          </a:p>
        </p:txBody>
      </p:sp>
      <p:pic>
        <p:nvPicPr>
          <p:cNvPr id="15" name="Picture 10"/>
          <p:cNvPicPr>
            <a:picLocks xmlns:a="http://schemas.openxmlformats.org/drawingml/2006/main" noChangeAspect="1"/>
          </p:cNvPicPr>
          <p:nvPr/>
        </p:nvPicPr>
        <p:blipFill rotWithShape="1">
          <a:blip xmlns:r="http://schemas.openxmlformats.org/officeDocument/2006/relationships" xmlns:a="http://schemas.openxmlformats.org/drawingml/2006/main" r:embed="R6e6065df81b44935">
            <a:alphaModFix amt="28000"/>
          </a:blip>
          <a:stretch xmlns:a="http://schemas.openxmlformats.org/drawingml/2006/main"/>
        </p:blipFill>
        <p:spPr>
          <a:xfrm xmlns:a="http://schemas.openxmlformats.org/drawingml/2006/main">
            <a:off x="10590687" y="5492510"/>
            <a:ext cx="1526225" cy="1197039"/>
          </a:xfrm>
          <a:prstGeom xmlns:a="http://schemas.openxmlformats.org/drawingml/2006/main" prst="rect">
            <a:avLst/>
          </a:prstGeom>
        </p:spPr>
      </p:pic>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FCFA6B7-9D69-735A-E926-4416D17716D2}"/>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C86DB7F7-4E31-55AE-507B-BF19F2D4F507}"/>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p:txBody>
      </p:sp>
      <p:sp>
        <p:nvSpPr>
          <p:cNvPr id="4" name="Text Placeholder 3">
            <a:extLst xmlns:a="http://schemas.openxmlformats.org/drawingml/2006/main">
              <a:ext uri="{FF2B5EF4-FFF2-40B4-BE49-F238E27FC236}">
                <a16:creationId xmlns:a16="http://schemas.microsoft.com/office/drawing/2014/main" id="{0910AB72-D347-A0D1-09AD-464CA22BA74E}"/>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7" name="Slide Number Placeholder 6">
            <a:extLst xmlns:a="http://schemas.openxmlformats.org/drawingml/2006/main">
              <a:ext uri="{FF2B5EF4-FFF2-40B4-BE49-F238E27FC236}">
                <a16:creationId xmlns:a16="http://schemas.microsoft.com/office/drawing/2014/main" id="{FCAC0EC3-9A02-6817-1AD1-E884E7BA54C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a:t>
            </a:fld>
          </a:p>
        </p:txBody>
      </p:sp>
      <p:sp>
        <p:nvSpPr>
          <p:cNvPr id="8" name="Footer Placeholder 4">
            <a:extLst xmlns:a="http://schemas.openxmlformats.org/drawingml/2006/main">
              <a:ext uri="{FF2B5EF4-FFF2-40B4-BE49-F238E27FC236}">
                <a16:creationId xmlns:a16="http://schemas.microsoft.com/office/drawing/2014/main" id="{3CC35688-CEE5-57AE-D35E-231B71BD0ACF}"/>
              </a:ext>
            </a:extLst>
          </p:cNvPr>
          <p:cNvSpPr>
            <a:spLocks xmlns:a="http://schemas.openxmlformats.org/drawingml/2006/main" noGrp="1"/>
          </p:cNvSpPr>
          <p:nvPr>
            <p:ph type="ftr" idx="3"/>
          </p:nvPr>
        </p:nvSpPr>
        <p:spPr>
          <a:xfrm xmlns:a="http://schemas.openxmlformats.org/drawingml/2006/main">
            <a:off x="137556" y="6358621"/>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800">
                <a:solidFill>
                  <a:schemeClr val="tx1">
                    <a:tint val="75000"/>
                  </a:schemeClr>
                </a:solidFill>
              </a:defRPr>
            </a:lvl1pPr>
          </a:lstStyle>
          <a:p xmlns:a="http://schemas.openxmlformats.org/drawingml/2006/main">
            <a:r>
              <a:t>© Tim Carpenter 2024</a:t>
            </a:r>
          </a:p>
        </p:txBody>
      </p:sp>
      <p:pic>
        <p:nvPicPr>
          <p:cNvPr id="15" name="Picture 10"/>
          <p:cNvPicPr>
            <a:picLocks xmlns:a="http://schemas.openxmlformats.org/drawingml/2006/main" noChangeAspect="1"/>
          </p:cNvPicPr>
          <p:nvPr/>
        </p:nvPicPr>
        <p:blipFill rotWithShape="1">
          <a:blip xmlns:r="http://schemas.openxmlformats.org/officeDocument/2006/relationships" xmlns:a="http://schemas.openxmlformats.org/drawingml/2006/main" r:embed="Rc79be8a960e64ab1">
            <a:alphaModFix amt="28000"/>
          </a:blip>
          <a:stretch xmlns:a="http://schemas.openxmlformats.org/drawingml/2006/main"/>
        </p:blipFill>
        <p:spPr>
          <a:xfrm xmlns:a="http://schemas.openxmlformats.org/drawingml/2006/main">
            <a:off x="10590687" y="5492510"/>
            <a:ext cx="1526225" cy="1197039"/>
          </a:xfrm>
          <a:prstGeom xmlns:a="http://schemas.openxmlformats.org/drawingml/2006/main" prst="rect">
            <a:avLst/>
          </a:prstGeom>
        </p:spPr>
      </p:pic>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FD1B9AF-39AC-B0C4-144B-75DC396DA23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F7274C17-AC95-6D65-E5F5-345957FDC054}"/>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Slide Number Placeholder 5">
            <a:extLst xmlns:a="http://schemas.openxmlformats.org/drawingml/2006/main">
              <a:ext uri="{FF2B5EF4-FFF2-40B4-BE49-F238E27FC236}">
                <a16:creationId xmlns:a16="http://schemas.microsoft.com/office/drawing/2014/main" id="{E48C1558-F77E-F6C8-CF31-C04964B8E4C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a:t>
            </a:fld>
          </a:p>
        </p:txBody>
      </p:sp>
      <p:sp>
        <p:nvSpPr>
          <p:cNvPr id="7" name="Footer Placeholder 4">
            <a:extLst xmlns:a="http://schemas.openxmlformats.org/drawingml/2006/main">
              <a:ext uri="{FF2B5EF4-FFF2-40B4-BE49-F238E27FC236}">
                <a16:creationId xmlns:a16="http://schemas.microsoft.com/office/drawing/2014/main" id="{176EA422-06F7-D957-5CC8-8F1F313EC979}"/>
              </a:ext>
            </a:extLst>
          </p:cNvPr>
          <p:cNvSpPr>
            <a:spLocks xmlns:a="http://schemas.openxmlformats.org/drawingml/2006/main" noGrp="1"/>
          </p:cNvSpPr>
          <p:nvPr>
            <p:ph type="ftr" idx="3"/>
          </p:nvPr>
        </p:nvSpPr>
        <p:spPr>
          <a:xfrm xmlns:a="http://schemas.openxmlformats.org/drawingml/2006/main">
            <a:off x="137556" y="6358621"/>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800">
                <a:solidFill>
                  <a:schemeClr val="tx1">
                    <a:tint val="75000"/>
                  </a:schemeClr>
                </a:solidFill>
              </a:defRPr>
            </a:lvl1pPr>
          </a:lstStyle>
          <a:p xmlns:a="http://schemas.openxmlformats.org/drawingml/2006/main">
            <a:r>
              <a:t>© Tim Carpenter 2024</a:t>
            </a:r>
          </a:p>
        </p:txBody>
      </p:sp>
      <p:pic>
        <p:nvPicPr>
          <p:cNvPr id="13" name="Picture 10"/>
          <p:cNvPicPr>
            <a:picLocks xmlns:a="http://schemas.openxmlformats.org/drawingml/2006/main" noChangeAspect="1"/>
          </p:cNvPicPr>
          <p:nvPr/>
        </p:nvPicPr>
        <p:blipFill rotWithShape="1">
          <a:blip xmlns:r="http://schemas.openxmlformats.org/officeDocument/2006/relationships" xmlns:a="http://schemas.openxmlformats.org/drawingml/2006/main" r:embed="R95d44e6452234af5">
            <a:alphaModFix amt="28000"/>
          </a:blip>
          <a:stretch xmlns:a="http://schemas.openxmlformats.org/drawingml/2006/main"/>
        </p:blipFill>
        <p:spPr>
          <a:xfrm xmlns:a="http://schemas.openxmlformats.org/drawingml/2006/main">
            <a:off x="10590687" y="5492510"/>
            <a:ext cx="1526225" cy="1197039"/>
          </a:xfrm>
          <a:prstGeom xmlns:a="http://schemas.openxmlformats.org/drawingml/2006/main" prst="rect">
            <a:avLst/>
          </a:prstGeom>
        </p:spPr>
      </p:pic>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DB701E9E-F58B-AB7A-4F4A-7CF22B8DF100}"/>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D08B1211-BEE6-97FE-18F8-0091FB8F7791}"/>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Slide Number Placeholder 5">
            <a:extLst xmlns:a="http://schemas.openxmlformats.org/drawingml/2006/main">
              <a:ext uri="{FF2B5EF4-FFF2-40B4-BE49-F238E27FC236}">
                <a16:creationId xmlns:a16="http://schemas.microsoft.com/office/drawing/2014/main" id="{82643978-8BED-40E0-988F-1E41DB3473E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a:t>
            </a:fld>
          </a:p>
        </p:txBody>
      </p:sp>
      <p:sp>
        <p:nvSpPr>
          <p:cNvPr id="7" name="Footer Placeholder 4">
            <a:extLst xmlns:a="http://schemas.openxmlformats.org/drawingml/2006/main">
              <a:ext uri="{FF2B5EF4-FFF2-40B4-BE49-F238E27FC236}">
                <a16:creationId xmlns:a16="http://schemas.microsoft.com/office/drawing/2014/main" id="{23512B7D-FB40-4AD4-49F8-ABCCF2DAB553}"/>
              </a:ext>
            </a:extLst>
          </p:cNvPr>
          <p:cNvSpPr>
            <a:spLocks xmlns:a="http://schemas.openxmlformats.org/drawingml/2006/main" noGrp="1"/>
          </p:cNvSpPr>
          <p:nvPr>
            <p:ph type="ftr" idx="3"/>
          </p:nvPr>
        </p:nvSpPr>
        <p:spPr>
          <a:xfrm xmlns:a="http://schemas.openxmlformats.org/drawingml/2006/main">
            <a:off x="137556" y="6358621"/>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800">
                <a:solidFill>
                  <a:schemeClr val="tx1">
                    <a:tint val="75000"/>
                  </a:schemeClr>
                </a:solidFill>
              </a:defRPr>
            </a:lvl1pPr>
          </a:lstStyle>
          <a:p xmlns:a="http://schemas.openxmlformats.org/drawingml/2006/main">
            <a:r>
              <a:t>© Tim Carpenter 2024</a:t>
            </a:r>
          </a:p>
        </p:txBody>
      </p:sp>
      <p:pic>
        <p:nvPicPr>
          <p:cNvPr id="13" name="Picture 10"/>
          <p:cNvPicPr>
            <a:picLocks xmlns:a="http://schemas.openxmlformats.org/drawingml/2006/main" noChangeAspect="1"/>
          </p:cNvPicPr>
          <p:nvPr/>
        </p:nvPicPr>
        <p:blipFill rotWithShape="1">
          <a:blip xmlns:r="http://schemas.openxmlformats.org/officeDocument/2006/relationships" xmlns:a="http://schemas.openxmlformats.org/drawingml/2006/main" r:embed="R50e0171fccc0439a">
            <a:alphaModFix amt="28000"/>
          </a:blip>
          <a:stretch xmlns:a="http://schemas.openxmlformats.org/drawingml/2006/main"/>
        </p:blipFill>
        <p:spPr>
          <a:xfrm xmlns:a="http://schemas.openxmlformats.org/drawingml/2006/main">
            <a:off x="10590687" y="5492510"/>
            <a:ext cx="1526225" cy="1197039"/>
          </a:xfrm>
          <a:prstGeom xmlns:a="http://schemas.openxmlformats.org/drawingml/2006/main" prst="rect">
            <a:avLst/>
          </a:prstGeom>
        </p:spPr>
      </p:pic>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3a8cb6a8d8f4666" /><Relationship Type="http://schemas.openxmlformats.org/officeDocument/2006/relationships/slideLayout" Target="/ppt/slideLayouts/slideLayout1.xml" Id="R1cde1f91301c449b" /><Relationship Type="http://schemas.openxmlformats.org/officeDocument/2006/relationships/slideLayout" Target="/ppt/slideLayouts/slideLayout2.xml" Id="R50a4ef03197e4976" /><Relationship Type="http://schemas.openxmlformats.org/officeDocument/2006/relationships/slideLayout" Target="/ppt/slideLayouts/slideLayout3.xml" Id="R73d31b4c830049ab" /><Relationship Type="http://schemas.openxmlformats.org/officeDocument/2006/relationships/slideLayout" Target="/ppt/slideLayouts/slideLayout4.xml" Id="R61933a4807804822" /><Relationship Type="http://schemas.openxmlformats.org/officeDocument/2006/relationships/slideLayout" Target="/ppt/slideLayouts/slideLayout5.xml" Id="Rcbd1970308cd4967" /><Relationship Type="http://schemas.openxmlformats.org/officeDocument/2006/relationships/slideLayout" Target="/ppt/slideLayouts/slideLayout6.xml" Id="R012f11fb5b7943d2" /><Relationship Type="http://schemas.openxmlformats.org/officeDocument/2006/relationships/slideLayout" Target="/ppt/slideLayouts/slideLayout7.xml" Id="Re81296e804974abe" /><Relationship Type="http://schemas.openxmlformats.org/officeDocument/2006/relationships/slideLayout" Target="/ppt/slideLayouts/slideLayout8.xml" Id="Rcd037f25799c4194" /><Relationship Type="http://schemas.openxmlformats.org/officeDocument/2006/relationships/slideLayout" Target="/ppt/slideLayouts/slideLayout9.xml" Id="R98a44ddb5a0d4c1f" /><Relationship Type="http://schemas.openxmlformats.org/officeDocument/2006/relationships/slideLayout" Target="/ppt/slideLayouts/slideLayout10.xml" Id="R0966ac48bed74d3a" /><Relationship Type="http://schemas.openxmlformats.org/officeDocument/2006/relationships/slideLayout" Target="/ppt/slideLayouts/slideLayout11.xml" Id="R95155b0cdc0049c7"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0F1E21F5-9F35-B093-A31C-887A66DCF43B}"/>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F132DE42-434F-8FAC-25DC-394A4A94E5F2}"/>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Slide Number Placeholder 5">
            <a:extLst xmlns:a="http://schemas.openxmlformats.org/drawingml/2006/main">
              <a:ext uri="{FF2B5EF4-FFF2-40B4-BE49-F238E27FC236}">
                <a16:creationId xmlns:a16="http://schemas.microsoft.com/office/drawing/2014/main" id="{F68EFC8B-5FB5-A137-F95A-878BCA4FEDCF}"/>
              </a:ext>
            </a:extLst>
          </p:cNvPr>
          <p:cNvSpPr>
            <a:spLocks xmlns:a="http://schemas.openxmlformats.org/drawingml/2006/main" noGrp="1"/>
          </p:cNvSpPr>
          <p:nvPr>
            <p:ph type="sldNum" idx="4"/>
          </p:nvPr>
        </p:nvSpPr>
        <p:spPr>
          <a:xfrm xmlns:a="http://schemas.openxmlformats.org/drawingml/2006/main">
            <a:off x="11825222" y="6510367"/>
            <a:ext cx="374325"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solidFill>
              </a:defRPr>
            </a:lvl1pPr>
          </a:lstStyle>
          <a:p xmlns:a="http://schemas.openxmlformats.org/drawingml/2006/main">
            <a:fld id="{61038E6D-FA33-47E9-9599-ABA915C5198A}" type="slidenum">
              <a:t>‹#›</a:t>
            </a:fld>
          </a:p>
        </p:txBody>
      </p:sp>
      <p:sp>
        <p:nvSpPr>
          <p:cNvPr id="15" name="TextBox 14">
            <a:extLst xmlns:a="http://schemas.openxmlformats.org/drawingml/2006/main">
              <a:ext uri="{FF2B5EF4-FFF2-40B4-BE49-F238E27FC236}">
                <a16:creationId xmlns:a16="http://schemas.microsoft.com/office/drawing/2014/main" id="{BE2C9504-6A79-6DD8-74E5-098CA9D6E447}"/>
              </a:ext>
            </a:extLst>
          </p:cNvPr>
          <p:cNvSpPr>
            <a:spLocks xmlns:a="http://schemas.openxmlformats.org/drawingml/2006/main" noGrp="1"/>
          </p:cNvSpPr>
          <p:nvPr/>
        </p:nvSpPr>
        <p:spPr>
          <a:xfrm xmlns:a="http://schemas.openxmlformats.org/drawingml/2006/main">
            <a:off x="179615" y="6492875"/>
            <a:ext cx="6095010" cy="2000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700">
                <a:solidFill>
                  <a:schemeClr val="bg2">
                    <a:lumMod val="90000"/>
                  </a:schemeClr>
                </a:solidFill>
              </a:rPr>
              <a:t>© Tim Carpenter 2024</a:t>
            </a: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cde1f91301c449b"/>
    <p:sldLayoutId xmlns:r="http://schemas.openxmlformats.org/officeDocument/2006/relationships" id="2147483650" r:id="R50a4ef03197e4976"/>
    <p:sldLayoutId xmlns:r="http://schemas.openxmlformats.org/officeDocument/2006/relationships" id="2147483651" r:id="R73d31b4c830049ab"/>
    <p:sldLayoutId xmlns:r="http://schemas.openxmlformats.org/officeDocument/2006/relationships" id="2147483652" r:id="R61933a4807804822"/>
    <p:sldLayoutId xmlns:r="http://schemas.openxmlformats.org/officeDocument/2006/relationships" id="2147483653" r:id="Rcbd1970308cd4967"/>
    <p:sldLayoutId xmlns:r="http://schemas.openxmlformats.org/officeDocument/2006/relationships" id="2147483654" r:id="R012f11fb5b7943d2"/>
    <p:sldLayoutId xmlns:r="http://schemas.openxmlformats.org/officeDocument/2006/relationships" id="2147483655" r:id="Re81296e804974abe"/>
    <p:sldLayoutId xmlns:r="http://schemas.openxmlformats.org/officeDocument/2006/relationships" id="2147483656" r:id="Rcd037f25799c4194"/>
    <p:sldLayoutId xmlns:r="http://schemas.openxmlformats.org/officeDocument/2006/relationships" id="2147483657" r:id="R98a44ddb5a0d4c1f"/>
    <p:sldLayoutId xmlns:r="http://schemas.openxmlformats.org/officeDocument/2006/relationships" id="2147483658" r:id="R0966ac48bed74d3a"/>
    <p:sldLayoutId xmlns:r="http://schemas.openxmlformats.org/officeDocument/2006/relationships" id="2147483659" r:id="R95155b0cdc0049c7"/>
  </p:sldLayoutIdLst>
  <p:hf hdr="0" ftr="0" dt="0"/>
  <p:txStyles>
    <p:titleStyle>
      <a:lvl1pPr xmlns:a="http://schemas.openxmlformats.org/drawingml/2006/main" algn="l" defTabSz="914400">
        <a:lnSpc>
          <a:spcPct val="90000"/>
        </a:lnSpc>
        <a:spcBef>
          <a:spcPct val="0"/>
        </a:spcBef>
        <a:buNone/>
        <a:defRPr sz="4400" b="1" kern="1200">
          <a:solidFill>
            <a:schemeClr val="tx1"/>
          </a:solidFill>
          <a:latin typeface="+mn-lt"/>
          <a:ea typeface="+mn-lt"/>
          <a:cs typeface="+mn-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6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6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2c64ff97e554b66" /><Relationship Type="http://schemas.openxmlformats.org/officeDocument/2006/relationships/notesSlide" Target="/ppt/notesSlides/notesSlide1.xml" Id="R5a53732ff73a41fa"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9b28e44d75e24197" /><Relationship Type="http://schemas.openxmlformats.org/officeDocument/2006/relationships/notesSlide" Target="/ppt/notesSlides/notesSlide2.xml" Id="R707be949c8fc4639"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6d174e6b7aaa416d" /><Relationship Type="http://schemas.openxmlformats.org/officeDocument/2006/relationships/notesSlide" Target="/ppt/notesSlides/notesSlide3.xml" Id="Rbf242a53e3a546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6d3f7fd9b30a4a73" /><Relationship Type="http://schemas.openxmlformats.org/officeDocument/2006/relationships/notesSlide" Target="/ppt/notesSlides/notesSlide4.xml" Id="R7e0164308ef74bbd"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7efe4a5dfc484d73" /><Relationship Type="http://schemas.openxmlformats.org/officeDocument/2006/relationships/notesSlide" Target="/ppt/notesSlides/notesSlide5.xml" Id="Reb2afd149776492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89DEFA5-464B-5CD3-16E7-8CA8E9D38CFA}"/>
              </a:ext>
            </a:extLst>
          </p:cNvPr>
          <p:cNvSpPr>
            <a:spLocks xmlns:a="http://schemas.openxmlformats.org/drawingml/2006/main" noGrp="1"/>
          </p:cNvSpPr>
          <p:nvPr>
            <p:ph type="ctrTitle" idx="0"/>
          </p:nvPr>
        </p:nvSpPr>
        <p:spPr>
          <a:xfrm xmlns:a="http://schemas.openxmlformats.org/drawingml/2006/main">
            <a:off x="1143000" y="1524000"/>
            <a:ext cx="9906000" cy="1190625"/>
          </a:xfrm>
        </p:spPr>
        <p:txBody>
          <a:bodyPr xmlns:a="http://schemas.openxmlformats.org/drawingml/2006/main"/>
          <a:lstStyle xmlns:a="http://schemas.openxmlformats.org/drawingml/2006/main"/>
          <a:p xmlns:a="http://schemas.openxmlformats.org/drawingml/2006/main">
            <a:r>
              <a:rPr>
                <a:latin typeface="+mn-lt"/>
                <a:ea typeface="+mn-lt"/>
                <a:cs typeface="+mn-lt"/>
              </a:rPr>
              <a:t>Arcade Tournament</a:t>
            </a:r>
          </a:p>
        </p:txBody>
      </p:sp>
      <p:sp>
        <p:nvSpPr>
          <p:cNvPr id="3" name="Subtitle 2">
            <a:extLst xmlns:a="http://schemas.openxmlformats.org/drawingml/2006/main">
              <a:ext uri="{FF2B5EF4-FFF2-40B4-BE49-F238E27FC236}">
                <a16:creationId xmlns:a16="http://schemas.microsoft.com/office/drawing/2014/main" id="{6EB4471D-A6DC-90AA-7CE6-A3673F8BDA83}"/>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p xmlns:a="http://schemas.openxmlformats.org/drawingml/2006/main">
            <a:r>
              <a:t>Capstone</a:t>
            </a:r>
          </a:p>
        </p:txBody>
      </p:sp>
      <p:sp>
        <p:nvSpPr>
          <p:cNvPr id="6" name="Slide Number Placeholder 5">
            <a:extLst xmlns:a="http://schemas.openxmlformats.org/drawingml/2006/main">
              <a:ext uri="{FF2B5EF4-FFF2-40B4-BE49-F238E27FC236}">
                <a16:creationId xmlns:a16="http://schemas.microsoft.com/office/drawing/2014/main" id="{3BE4468F-4F18-FF8F-2544-E216C0ACCBB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D75FED6-38D0-DE9C-92C0-6E7FA635581C}" type="slidenum">
              <a:t>1</a:t>
            </a:fld>
          </a:p>
        </p:txBody>
      </p:sp>
    </p:spTree>
    <p:extLst>
      <p:ext uri="{BB962C8B-B14F-4D97-AF65-F5344CB8AC3E}">
        <p14:creationId xmlns:p14="http://schemas.microsoft.com/office/powerpoint/2010/main" val="380085019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42E218C-699D-6EC5-2CB5-B8B2CF083A9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How the finished program works</a:t>
            </a:r>
          </a:p>
        </p:txBody>
      </p:sp>
      <p:sp>
        <p:nvSpPr>
          <p:cNvPr id="9" name="Rectangle 1">
            <a:extLst xmlns:a="http://schemas.openxmlformats.org/drawingml/2006/main">
              <a:ext uri="{FF2B5EF4-FFF2-40B4-BE49-F238E27FC236}">
                <a16:creationId xmlns:a16="http://schemas.microsoft.com/office/drawing/2014/main" id="{426873F0-29A2-F81A-C501-1BA80955C3F5}"/>
              </a:ext>
            </a:extLst>
          </p:cNvPr>
          <p:cNvSpPr>
            <a:spLocks xmlns:a="http://schemas.openxmlformats.org/drawingml/2006/main" noGrp="1"/>
          </p:cNvSpPr>
          <p:nvPr/>
        </p:nvSpPr>
        <p:spPr>
          <a:xfrm xmlns:a="http://schemas.openxmlformats.org/drawingml/2006/main">
            <a:off x="1381125" y="2095500"/>
            <a:ext cx="9525000" cy="3819652"/>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vert="horz" wrap="none" lIns="0" tIns="0" rIns="0" bIns="0" anchor="t">
            <a:spAutoFit/>
          </a:bodyPr>
          <a:lstStyle xmlns:a="http://schemas.openxmlformats.org/drawingml/2006/main">
            <a:lvl1pPr marL="228600" indent="-228600" algn="l" defTabSz="914400">
              <a:lnSpc>
                <a:spcPct val="90000"/>
              </a:lnSpc>
              <a:spcBef>
                <a:spcPts val="1000"/>
              </a:spcBef>
              <a:buFont typeface="Arial"/>
              <a:buChar char="•"/>
              <a:defRPr sz="20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18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6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4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4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8000"/>
              </a:lnSpc>
              <a:spcAft>
                <a:spcPts val="0"/>
              </a:spcAft>
              <a:buNone/>
              <a:defRPr sz="2250">
                <a:solidFill>
                  <a:srgbClr val="000000"/>
                </a:solidFill>
                <a:latin typeface="Arial"/>
                <a:ea typeface="Arial"/>
                <a:cs typeface="Arial"/>
              </a:defRPr>
            </a:pPr>
            <a:r>
              <a:rPr sz="2250">
                <a:solidFill>
                  <a:srgbClr val="000000"/>
                </a:solidFill>
                <a:latin typeface="Arial"/>
                <a:ea typeface="Arial"/>
                <a:cs typeface="Arial"/>
              </a:rPr>
              <a:t>The program asks for a player's name and collects three round scores.</a:t>
            </a:r>
          </a:p>
          <a:p xmlns:a="http://schemas.openxmlformats.org/drawingml/2006/main">
            <a:pPr marL="0" indent="0">
              <a:spcAft>
                <a:spcPts val="0"/>
              </a:spcAft>
              <a:buNone/>
            </a:pPr>
            <a:r>
              <a:rPr sz="2400">
                <a:solidFill>
                  <a:srgbClr val="080808"/>
                </a:solidFill>
                <a:latin typeface="JetBrains Mono"/>
                <a:ea typeface="JetBrains Mono"/>
                <a:cs typeface="JetBrains Mono"/>
              </a:rPr>
              <a:t/>
            </a:r>
          </a:p>
          <a:p xmlns:a="http://schemas.openxmlformats.org/drawingml/2006/main">
            <a:pPr marL="0" indent="0">
              <a:lnSpc>
                <a:spcPct val="108000"/>
              </a:lnSpc>
              <a:spcAft>
                <a:spcPts val="0"/>
              </a:spcAft>
              <a:buNone/>
              <a:defRPr sz="2250">
                <a:solidFill>
                  <a:srgbClr val="000000"/>
                </a:solidFill>
                <a:latin typeface="Arial"/>
                <a:ea typeface="Arial"/>
                <a:cs typeface="Arial"/>
              </a:defRPr>
            </a:pPr>
            <a:r>
              <a:rPr sz="2250">
                <a:solidFill>
                  <a:srgbClr val="000000"/>
                </a:solidFill>
                <a:latin typeface="Arial"/>
                <a:ea typeface="Arial"/>
                <a:cs typeface="Arial"/>
              </a:rPr>
              <a:t>It adds the scores and awards Gold, Silver or Bronze from the total.</a:t>
            </a:r>
          </a:p>
          <a:p xmlns:a="http://schemas.openxmlformats.org/drawingml/2006/main">
            <a:pPr marL="0" indent="0">
              <a:spcAft>
                <a:spcPts val="0"/>
              </a:spcAft>
              <a:buNone/>
            </a:pPr>
            <a:r>
              <a:rPr sz="2400">
                <a:solidFill>
                  <a:srgbClr val="1750EB"/>
                </a:solidFill>
                <a:latin typeface="JetBrains Mono"/>
                <a:ea typeface="JetBrains Mono"/>
                <a:cs typeface="JetBrains Mono"/>
              </a:rPr>
              <a:t/>
            </a:r>
          </a:p>
          <a:p xmlns:a="http://schemas.openxmlformats.org/drawingml/2006/main">
            <a:pPr marL="0" indent="0">
              <a:lnSpc>
                <a:spcPct val="108000"/>
              </a:lnSpc>
              <a:spcAft>
                <a:spcPts val="0"/>
              </a:spcAft>
              <a:buNone/>
              <a:defRPr sz="2250">
                <a:solidFill>
                  <a:srgbClr val="000000"/>
                </a:solidFill>
                <a:latin typeface="Arial"/>
                <a:ea typeface="Arial"/>
                <a:cs typeface="Arial"/>
              </a:defRPr>
            </a:pPr>
            <a:r>
              <a:rPr sz="2250">
                <a:solidFill>
                  <a:srgbClr val="000000"/>
                </a:solidFill>
                <a:latin typeface="Arial"/>
                <a:ea typeface="Arial"/>
                <a:cs typeface="Arial"/>
              </a:rPr>
              <a:t>It then asks whether another player wants a turn.</a:t>
            </a:r>
          </a:p>
          <a:p xmlns:a="http://schemas.openxmlformats.org/drawingml/2006/main">
            <a:pPr marL="0" indent="0">
              <a:lnSpc>
                <a:spcPct val="108000"/>
              </a:lnSpc>
              <a:spcAft>
                <a:spcPts val="0"/>
              </a:spcAft>
              <a:buNone/>
              <a:defRPr sz="2250">
                <a:solidFill>
                  <a:srgbClr val="000000"/>
                </a:solidFill>
                <a:latin typeface="Arial"/>
                <a:ea typeface="Arial"/>
                <a:cs typeface="Arial"/>
              </a:defRPr>
            </a:pPr>
            <a:r>
              <a:rPr sz="2250">
                <a:solidFill>
                  <a:srgbClr val="000000"/>
                </a:solidFill>
                <a:latin typeface="Arial"/>
                <a:ea typeface="Arial"/>
                <a:cs typeface="Arial"/>
              </a:rPr>
              <a:t>A yes answer starts the player steps again. A no answer ends the tournament.</a:t>
            </a:r>
          </a:p>
          <a:p xmlns:a="http://schemas.openxmlformats.org/drawingml/2006/main">
            <a:pPr marL="0" indent="0">
              <a:spcAft>
                <a:spcPts val="0"/>
              </a:spcAft>
              <a:buNone/>
            </a:pPr>
            <a:r>
              <a:rPr sz="2400">
                <a:solidFill>
                  <a:srgbClr val="1750EB"/>
                </a:solidFill>
                <a:latin typeface="JetBrains Mono"/>
                <a:ea typeface="JetBrains Mono"/>
                <a:cs typeface="JetBrains Mono"/>
              </a:rPr>
              <a:t/>
            </a:r>
          </a:p>
          <a:p xmlns:a="http://schemas.openxmlformats.org/drawingml/2006/main">
            <a:pPr marL="0" indent="0">
              <a:lnSpc>
                <a:spcPct val="108000"/>
              </a:lnSpc>
              <a:spcAft>
                <a:spcPts val="0"/>
              </a:spcAft>
              <a:buNone/>
              <a:defRPr sz="2250">
                <a:solidFill>
                  <a:srgbClr val="000000"/>
                </a:solidFill>
                <a:latin typeface="Arial"/>
                <a:ea typeface="Arial"/>
                <a:cs typeface="Arial"/>
              </a:defRPr>
            </a:pPr>
            <a:r>
              <a:rPr sz="2250">
                <a:solidFill>
                  <a:srgbClr val="000000"/>
                </a:solidFill>
                <a:latin typeface="Arial"/>
                <a:ea typeface="Arial"/>
                <a:cs typeface="Arial"/>
              </a:rPr>
              <a:t>Complete, test and save each challenge before moving to the next activity.</a:t>
            </a:r>
          </a:p>
        </p:txBody>
      </p:sp>
      <p:sp>
        <p:nvSpPr>
          <p:cNvPr id="13" name="Slide Number Placeholder 12">
            <a:extLst xmlns:a="http://schemas.openxmlformats.org/drawingml/2006/main">
              <a:ext uri="{FF2B5EF4-FFF2-40B4-BE49-F238E27FC236}">
                <a16:creationId xmlns:a16="http://schemas.microsoft.com/office/drawing/2014/main" id="{D887D507-89E7-7D8D-8C34-78ACD3DB74E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2598689-54C9-18A7-3A19-ED76AA08988F}" type="slidenum">
              <a:t>2</a:t>
            </a:fld>
          </a:p>
        </p:txBody>
      </p:sp>
    </p:spTree>
    <p:extLst>
      <p:ext uri="{BB962C8B-B14F-4D97-AF65-F5344CB8AC3E}">
        <p14:creationId xmlns:p14="http://schemas.microsoft.com/office/powerpoint/2010/main" val="72665308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CFD3ACF-F271-8980-D873-F9D6FB9FB085}"/>
              </a:ext>
            </a:extLst>
          </p:cNvPr>
          <p:cNvSpPr>
            <a:spLocks xmlns:a="http://schemas.openxmlformats.org/drawingml/2006/main" noGrp="1"/>
          </p:cNvSpPr>
          <p:nvPr>
            <p:ph type="title" idx="0"/>
          </p:nvPr>
        </p:nvSpPr>
        <p:spPr>
          <a:xfrm xmlns:a="http://schemas.openxmlformats.org/drawingml/2006/main">
            <a:off x="742950" y="952500"/>
            <a:ext cx="10001250" cy="1000125"/>
          </a:xfrm>
        </p:spPr>
        <p:txBody>
          <a:bodyPr xmlns:a="http://schemas.openxmlformats.org/drawingml/2006/main"/>
          <a:lstStyle xmlns:a="http://schemas.openxmlformats.org/drawingml/2006/main"/>
          <a:p xmlns:a="http://schemas.openxmlformats.org/drawingml/2006/main">
            <a:r>
              <a:t>Challenge 1</a:t>
            </a:r>
          </a:p>
        </p:txBody>
      </p:sp>
      <p:sp>
        <p:nvSpPr>
          <p:cNvPr id="3" name="Content Placeholder 2">
            <a:extLst xmlns:a="http://schemas.openxmlformats.org/drawingml/2006/main">
              <a:ext uri="{FF2B5EF4-FFF2-40B4-BE49-F238E27FC236}">
                <a16:creationId xmlns:a16="http://schemas.microsoft.com/office/drawing/2014/main" id="{FE010D74-B7EC-9185-C8DF-767A2EA671F6}"/>
              </a:ext>
            </a:extLst>
          </p:cNvPr>
          <p:cNvSpPr>
            <a:spLocks xmlns:a="http://schemas.openxmlformats.org/drawingml/2006/main" noGrp="1"/>
          </p:cNvSpPr>
          <p:nvPr>
            <p:ph idx="1"/>
          </p:nvPr>
        </p:nvSpPr>
        <p:spPr>
          <a:xfrm xmlns:a="http://schemas.openxmlformats.org/drawingml/2006/main">
            <a:off x="1381125" y="2047875"/>
            <a:ext cx="9429750" cy="4095750"/>
          </a:xfrm>
        </p:spPr>
        <p:txBody>
          <a:bodyPr xmlns:a="http://schemas.openxmlformats.org/drawingml/2006/main" lIns="0" tIns="0" rIns="0" bIns="0" anchor="t">
            <a:normAutofit fontScale="100000"/>
          </a:bodyPr>
          <a:lstStyle xmlns:a="http://schemas.openxmlformats.org/drawingml/2006/main"/>
          <a:p xmlns:a="http://schemas.openxmlformats.org/drawingml/2006/main">
            <a:pPr marL="0" marR="0" indent="0">
              <a:lnSpc>
                <a:spcPct val="108000"/>
              </a:lnSpc>
              <a:spcBef>
                <a:spcPts val="0"/>
              </a:spcBef>
              <a:spcAft>
                <a:spcPts val="800"/>
              </a:spcAft>
              <a:buNone/>
              <a:defRPr sz="1800">
                <a:solidFill>
                  <a:srgbClr val="000000"/>
                </a:solidFill>
                <a:latin typeface="Arial"/>
                <a:ea typeface="Arial"/>
                <a:cs typeface="Arial"/>
              </a:defRPr>
            </a:pPr>
            <a:r>
              <a:rPr sz="1800">
                <a:solidFill>
                  <a:srgbClr val="000000"/>
                </a:solidFill>
                <a:latin typeface="Arial"/>
                <a:ea typeface="Arial"/>
                <a:cs typeface="Arial"/>
              </a:rPr>
              <a:t>Using what you have learned in previous lessons, create an arcade award program. Ask for the player's name and a total score from 0 to 30. Display [name] earned Gold for a score of 24 or more, [name] earned Silver for a score from 15 to 23, and [name] earned Bronze for any lower score.</a:t>
            </a:r>
          </a:p>
          <a:p xmlns:a="http://schemas.openxmlformats.org/drawingml/2006/main">
            <a:pPr marL="0" marR="0" indent="0">
              <a:lnSpc>
                <a:spcPct val="108000"/>
              </a:lnSpc>
              <a:spcBef>
                <a:spcPts val="0"/>
              </a:spcBef>
              <a:spcAft>
                <a:spcPts val="800"/>
              </a:spcAft>
              <a:buNone/>
              <a:defRPr sz="1800">
                <a:solidFill>
                  <a:srgbClr val="000000"/>
                </a:solidFill>
                <a:latin typeface="Arial"/>
                <a:ea typeface="Arial"/>
                <a:cs typeface="Arial"/>
              </a:defRPr>
            </a:pPr>
            <a:r>
              <a:rPr sz="1800">
                <a:solidFill>
                  <a:srgbClr val="000000"/>
                </a:solidFill>
                <a:latin typeface="Arial"/>
                <a:ea typeface="Arial"/>
                <a:cs typeface="Arial"/>
              </a:rPr>
              <a:t>Run the program with scores of 24, 15 and 14. Check that each score displays the correct award and that the player's name appears in the message.</a:t>
            </a:r>
          </a:p>
          <a:p xmlns:a="http://schemas.openxmlformats.org/drawingml/2006/main">
            <a:pPr marL="0" marR="0" indent="0">
              <a:lnSpc>
                <a:spcPct val="108000"/>
              </a:lnSpc>
              <a:spcBef>
                <a:spcPts val="0"/>
              </a:spcBef>
              <a:spcAft>
                <a:spcPts val="800"/>
              </a:spcAft>
              <a:buNone/>
              <a:defRPr sz="1800">
                <a:solidFill>
                  <a:srgbClr val="000000"/>
                </a:solidFill>
                <a:latin typeface="Arial"/>
                <a:ea typeface="Arial"/>
                <a:cs typeface="Arial"/>
              </a:defRPr>
            </a:pPr>
            <a:r>
              <a:rPr sz="1800">
                <a:solidFill>
                  <a:srgbClr val="000000"/>
                </a:solidFill>
                <a:latin typeface="Arial"/>
                <a:ea typeface="Arial"/>
                <a:cs typeface="Arial"/>
              </a:rPr>
              <a:t>Save as challenge1.py.</a:t>
            </a:r>
          </a:p>
        </p:txBody>
      </p:sp>
      <p:sp>
        <p:nvSpPr>
          <p:cNvPr id="7" name="Slide Number Placeholder 6">
            <a:extLst xmlns:a="http://schemas.openxmlformats.org/drawingml/2006/main">
              <a:ext uri="{FF2B5EF4-FFF2-40B4-BE49-F238E27FC236}">
                <a16:creationId xmlns:a16="http://schemas.microsoft.com/office/drawing/2014/main" id="{90156456-F916-2DFA-3233-CF36D6126AC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202359C0-8A7A-196E-DD58-8E6569619F09}" type="slidenum">
              <a:t>3</a:t>
            </a:fld>
          </a:p>
        </p:txBody>
      </p:sp>
    </p:spTree>
    <p:extLst>
      <p:ext uri="{BB962C8B-B14F-4D97-AF65-F5344CB8AC3E}">
        <p14:creationId xmlns:p14="http://schemas.microsoft.com/office/powerpoint/2010/main" val="252308453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6F32E09-610F-3EC3-B786-50BDF0372E6B}"/>
              </a:ext>
            </a:extLst>
          </p:cNvPr>
          <p:cNvSpPr>
            <a:spLocks xmlns:a="http://schemas.openxmlformats.org/drawingml/2006/main" noGrp="1"/>
          </p:cNvSpPr>
          <p:nvPr>
            <p:ph type="title" idx="0"/>
          </p:nvPr>
        </p:nvSpPr>
        <p:spPr>
          <a:xfrm xmlns:a="http://schemas.openxmlformats.org/drawingml/2006/main">
            <a:off x="742950" y="952500"/>
            <a:ext cx="10001250" cy="1000125"/>
          </a:xfrm>
        </p:spPr>
        <p:txBody>
          <a:bodyPr xmlns:a="http://schemas.openxmlformats.org/drawingml/2006/main"/>
          <a:lstStyle xmlns:a="http://schemas.openxmlformats.org/drawingml/2006/main"/>
          <a:p xmlns:a="http://schemas.openxmlformats.org/drawingml/2006/main">
            <a:r>
              <a:t>Challenge 2</a:t>
            </a:r>
          </a:p>
        </p:txBody>
      </p:sp>
      <p:sp>
        <p:nvSpPr>
          <p:cNvPr id="3" name="Content Placeholder 2">
            <a:extLst xmlns:a="http://schemas.openxmlformats.org/drawingml/2006/main">
              <a:ext uri="{FF2B5EF4-FFF2-40B4-BE49-F238E27FC236}">
                <a16:creationId xmlns:a16="http://schemas.microsoft.com/office/drawing/2014/main" id="{59C6027A-1FB5-B72A-C3EC-60CC3C954B38}"/>
              </a:ext>
            </a:extLst>
          </p:cNvPr>
          <p:cNvSpPr>
            <a:spLocks xmlns:a="http://schemas.openxmlformats.org/drawingml/2006/main" noGrp="1"/>
          </p:cNvSpPr>
          <p:nvPr>
            <p:ph idx="1"/>
          </p:nvPr>
        </p:nvSpPr>
        <p:spPr>
          <a:xfrm xmlns:a="http://schemas.openxmlformats.org/drawingml/2006/main">
            <a:off x="1381125" y="2047875"/>
            <a:ext cx="9429750" cy="4095750"/>
          </a:xfrm>
        </p:spPr>
        <p:txBody>
          <a:bodyPr xmlns:a="http://schemas.openxmlformats.org/drawingml/2006/main" lIns="0" tIns="0" rIns="0" bIns="0" anchor="t">
            <a:normAutofit fontScale="100000"/>
          </a:bodyPr>
          <a:lstStyle xmlns:a="http://schemas.openxmlformats.org/drawingml/2006/main"/>
          <a:p xmlns:a="http://schemas.openxmlformats.org/drawingml/2006/main">
            <a:pPr marL="0" marR="0" indent="0">
              <a:lnSpc>
                <a:spcPct val="108000"/>
              </a:lnSpc>
              <a:spcBef>
                <a:spcPts val="0"/>
              </a:spcBef>
              <a:spcAft>
                <a:spcPts val="800"/>
              </a:spcAft>
              <a:buNone/>
              <a:defRPr sz="1800">
                <a:solidFill>
                  <a:srgbClr val="000000"/>
                </a:solidFill>
                <a:latin typeface="Arial"/>
                <a:ea typeface="Arial"/>
                <a:cs typeface="Arial"/>
              </a:defRPr>
            </a:pPr>
            <a:r>
              <a:rPr sz="1800">
                <a:solidFill>
                  <a:srgbClr val="000000"/>
                </a:solidFill>
                <a:latin typeface="Arial"/>
                <a:ea typeface="Arial"/>
                <a:cs typeface="Arial"/>
              </a:rPr>
              <a:t>Using the code from the previous activity, change the program so it calculates the total score. Set total to 0, then use a for loop to run three rounds. Each time, display the round number, ask for a score from 0 to 10 and add it to total. After the loop, display the total and award Gold, Silver or Bronze.</a:t>
            </a:r>
          </a:p>
          <a:p xmlns:a="http://schemas.openxmlformats.org/drawingml/2006/main">
            <a:pPr marL="0" marR="0" indent="0">
              <a:lnSpc>
                <a:spcPct val="108000"/>
              </a:lnSpc>
              <a:spcBef>
                <a:spcPts val="0"/>
              </a:spcBef>
              <a:spcAft>
                <a:spcPts val="800"/>
              </a:spcAft>
              <a:buNone/>
              <a:defRPr sz="1800">
                <a:solidFill>
                  <a:srgbClr val="000000"/>
                </a:solidFill>
                <a:latin typeface="Arial"/>
                <a:ea typeface="Arial"/>
                <a:cs typeface="Arial"/>
              </a:defRPr>
            </a:pPr>
            <a:r>
              <a:rPr sz="1800">
                <a:solidFill>
                  <a:srgbClr val="000000"/>
                </a:solidFill>
                <a:latin typeface="Arial"/>
                <a:ea typeface="Arial"/>
                <a:cs typeface="Arial"/>
              </a:rPr>
              <a:t>Run the program with 8, 8, 8 and then with 5, 5, 5. Check that it asks for exactly three scores, displays totals of 24 and 15, and chooses the correct award only after round 3.</a:t>
            </a:r>
          </a:p>
          <a:p xmlns:a="http://schemas.openxmlformats.org/drawingml/2006/main">
            <a:pPr marL="0" marR="0" indent="0">
              <a:lnSpc>
                <a:spcPct val="108000"/>
              </a:lnSpc>
              <a:spcBef>
                <a:spcPts val="0"/>
              </a:spcBef>
              <a:spcAft>
                <a:spcPts val="800"/>
              </a:spcAft>
              <a:buNone/>
              <a:defRPr sz="1800">
                <a:solidFill>
                  <a:srgbClr val="000000"/>
                </a:solidFill>
                <a:latin typeface="Arial"/>
                <a:ea typeface="Arial"/>
                <a:cs typeface="Arial"/>
              </a:defRPr>
            </a:pPr>
            <a:r>
              <a:rPr sz="1800">
                <a:solidFill>
                  <a:srgbClr val="000000"/>
                </a:solidFill>
                <a:latin typeface="Arial"/>
                <a:ea typeface="Arial"/>
                <a:cs typeface="Arial"/>
              </a:rPr>
              <a:t>Save as challenge2.py.</a:t>
            </a:r>
          </a:p>
        </p:txBody>
      </p:sp>
      <p:sp>
        <p:nvSpPr>
          <p:cNvPr id="7" name="Slide Number Placeholder 6">
            <a:extLst xmlns:a="http://schemas.openxmlformats.org/drawingml/2006/main">
              <a:ext uri="{FF2B5EF4-FFF2-40B4-BE49-F238E27FC236}">
                <a16:creationId xmlns:a16="http://schemas.microsoft.com/office/drawing/2014/main" id="{70D6E3A5-7CB1-FEBE-DD06-6569C8628B9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FD6AB9A-5F9E-5F59-51AB-3C8734130965}" type="slidenum">
              <a:t>4</a:t>
            </a:fld>
          </a:p>
        </p:txBody>
      </p:sp>
    </p:spTree>
    <p:extLst>
      <p:ext uri="{BB962C8B-B14F-4D97-AF65-F5344CB8AC3E}">
        <p14:creationId xmlns:p14="http://schemas.microsoft.com/office/powerpoint/2010/main" val="130731557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CFD3ACF-F271-8980-D873-F9D6FB9FB085}"/>
              </a:ext>
            </a:extLst>
          </p:cNvPr>
          <p:cNvSpPr>
            <a:spLocks xmlns:a="http://schemas.openxmlformats.org/drawingml/2006/main" noGrp="1"/>
          </p:cNvSpPr>
          <p:nvPr>
            <p:ph type="title" idx="0"/>
          </p:nvPr>
        </p:nvSpPr>
        <p:spPr>
          <a:xfrm xmlns:a="http://schemas.openxmlformats.org/drawingml/2006/main">
            <a:off x="742950" y="952500"/>
            <a:ext cx="10001250" cy="1000125"/>
          </a:xfrm>
        </p:spPr>
        <p:txBody>
          <a:bodyPr xmlns:a="http://schemas.openxmlformats.org/drawingml/2006/main"/>
          <a:lstStyle xmlns:a="http://schemas.openxmlformats.org/drawingml/2006/main"/>
          <a:p xmlns:a="http://schemas.openxmlformats.org/drawingml/2006/main">
            <a:r>
              <a:t>Challenge 3</a:t>
            </a:r>
          </a:p>
        </p:txBody>
      </p:sp>
      <p:sp>
        <p:nvSpPr>
          <p:cNvPr id="3" name="Content Placeholder 2">
            <a:extLst xmlns:a="http://schemas.openxmlformats.org/drawingml/2006/main">
              <a:ext uri="{FF2B5EF4-FFF2-40B4-BE49-F238E27FC236}">
                <a16:creationId xmlns:a16="http://schemas.microsoft.com/office/drawing/2014/main" id="{FE010D74-B7EC-9185-C8DF-767A2EA671F6}"/>
              </a:ext>
            </a:extLst>
          </p:cNvPr>
          <p:cNvSpPr>
            <a:spLocks xmlns:a="http://schemas.openxmlformats.org/drawingml/2006/main" noGrp="1"/>
          </p:cNvSpPr>
          <p:nvPr>
            <p:ph idx="1"/>
          </p:nvPr>
        </p:nvSpPr>
        <p:spPr>
          <a:xfrm xmlns:a="http://schemas.openxmlformats.org/drawingml/2006/main">
            <a:off x="1381125" y="2047875"/>
            <a:ext cx="9429750" cy="4095750"/>
          </a:xfrm>
        </p:spPr>
        <p:txBody>
          <a:bodyPr xmlns:a="http://schemas.openxmlformats.org/drawingml/2006/main" lIns="0" tIns="0" rIns="0" bIns="0" anchor="t">
            <a:normAutofit fontScale="100000"/>
          </a:bodyPr>
          <a:lstStyle xmlns:a="http://schemas.openxmlformats.org/drawingml/2006/main"/>
          <a:p xmlns:a="http://schemas.openxmlformats.org/drawingml/2006/main">
            <a:pPr marL="0" marR="0" indent="0">
              <a:lnSpc>
                <a:spcPct val="108000"/>
              </a:lnSpc>
              <a:spcBef>
                <a:spcPts val="0"/>
              </a:spcBef>
              <a:spcAft>
                <a:spcPts val="800"/>
              </a:spcAft>
              <a:buNone/>
              <a:defRPr sz="1800">
                <a:solidFill>
                  <a:srgbClr val="000000"/>
                </a:solidFill>
                <a:latin typeface="Arial"/>
                <a:ea typeface="Arial"/>
                <a:cs typeface="Arial"/>
              </a:defRPr>
            </a:pPr>
            <a:r>
              <a:rPr sz="1800">
                <a:solidFill>
                  <a:srgbClr val="000000"/>
                </a:solidFill>
                <a:latin typeface="Arial"/>
                <a:ea typeface="Arial"/>
                <a:cs typeface="Arial"/>
              </a:rPr>
              <a:t>Using the code from the previous activity, add a while loop so more than one player can take part. For each player, ask for their name, reset total to 0, collect three round scores, display the total and award, then ask Another player? yes/no. Repeat all the player steps when the answer is yes. When the answer is no, stop the loop and display Tournament complete.</a:t>
            </a:r>
          </a:p>
          <a:p xmlns:a="http://schemas.openxmlformats.org/drawingml/2006/main">
            <a:pPr marL="0" marR="0" indent="0">
              <a:lnSpc>
                <a:spcPct val="108000"/>
              </a:lnSpc>
              <a:spcBef>
                <a:spcPts val="0"/>
              </a:spcBef>
              <a:spcAft>
                <a:spcPts val="800"/>
              </a:spcAft>
              <a:buNone/>
              <a:defRPr sz="1800">
                <a:solidFill>
                  <a:srgbClr val="000000"/>
                </a:solidFill>
                <a:latin typeface="Arial"/>
                <a:ea typeface="Arial"/>
                <a:cs typeface="Arial"/>
              </a:defRPr>
            </a:pPr>
            <a:r>
              <a:rPr sz="1800">
                <a:solidFill>
                  <a:srgbClr val="000000"/>
                </a:solidFill>
                <a:latin typeface="Arial"/>
                <a:ea typeface="Arial"/>
                <a:cs typeface="Arial"/>
              </a:rPr>
              <a:t>Run the program once and answer no. Check that it ends after one player. Run it again for two players by answering yes and then no. Check that each player enters three scores, the second player's total starts at 0, and Tournament complete. appears only after no.</a:t>
            </a:r>
          </a:p>
          <a:p xmlns:a="http://schemas.openxmlformats.org/drawingml/2006/main">
            <a:pPr marL="0" marR="0" indent="0">
              <a:lnSpc>
                <a:spcPct val="108000"/>
              </a:lnSpc>
              <a:spcBef>
                <a:spcPts val="0"/>
              </a:spcBef>
              <a:spcAft>
                <a:spcPts val="800"/>
              </a:spcAft>
              <a:buNone/>
              <a:defRPr sz="1800">
                <a:solidFill>
                  <a:srgbClr val="000000"/>
                </a:solidFill>
                <a:latin typeface="Arial"/>
                <a:ea typeface="Arial"/>
                <a:cs typeface="Arial"/>
              </a:defRPr>
            </a:pPr>
            <a:r>
              <a:rPr sz="1800">
                <a:solidFill>
                  <a:srgbClr val="000000"/>
                </a:solidFill>
                <a:latin typeface="Arial"/>
                <a:ea typeface="Arial"/>
                <a:cs typeface="Arial"/>
              </a:rPr>
              <a:t>Save as challenge3.py.</a:t>
            </a:r>
          </a:p>
        </p:txBody>
      </p:sp>
      <p:sp>
        <p:nvSpPr>
          <p:cNvPr id="7" name="Slide Number Placeholder 6">
            <a:extLst xmlns:a="http://schemas.openxmlformats.org/drawingml/2006/main">
              <a:ext uri="{FF2B5EF4-FFF2-40B4-BE49-F238E27FC236}">
                <a16:creationId xmlns:a16="http://schemas.microsoft.com/office/drawing/2014/main" id="{90156456-F916-2DFA-3233-CF36D6126AC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E5B3003-2C54-13C6-9832-7637201064DE}" type="slidenum">
              <a:t>5</a:t>
            </a:fld>
          </a:p>
        </p:txBody>
      </p:sp>
    </p:spTree>
    <p:extLst>
      <p:ext uri="{BB962C8B-B14F-4D97-AF65-F5344CB8AC3E}">
        <p14:creationId xmlns:p14="http://schemas.microsoft.com/office/powerpoint/2010/main" val="252308453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2026-08-05T11:38:38.3410000Z</dcterms:created>
  <dcterms:modified xsi:type="dcterms:W3CDTF">2026-08-05T11:38:38.3410000Z</dcterms:modified>
</coreProperties>
</file>