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786d421c347df" /><Relationship Type="http://schemas.openxmlformats.org/officeDocument/2006/relationships/extended-properties" Target="/docProps/app.xml" Id="Reb64961e3f2b4723" /><Relationship Type="http://schemas.openxmlformats.org/officeDocument/2006/relationships/officeDocument" Target="/ppt/presentation.xml" Id="Rc629013f36a341b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3ca0fd8593b4561"/>
  </p:sldMasterIdLst>
  <p:notesMasterIdLst>
    <p:notesMasterId xmlns:r="http://schemas.openxmlformats.org/officeDocument/2006/relationships" r:id="R42e345798e5b4615"/>
  </p:notesMasterIdLst>
  <p:sldIdLst>
    <p:sldId xmlns:r="http://schemas.openxmlformats.org/officeDocument/2006/relationships" id="256" r:id="R611efbb41af64b5d"/>
    <p:sldId xmlns:r="http://schemas.openxmlformats.org/officeDocument/2006/relationships" id="257" r:id="Rf0f299da1dfe4dee"/>
    <p:sldId xmlns:r="http://schemas.openxmlformats.org/officeDocument/2006/relationships" id="258" r:id="R180b064a4a5b48dd"/>
    <p:sldId xmlns:r="http://schemas.openxmlformats.org/officeDocument/2006/relationships" id="259" r:id="Rd65cfc37a349490d"/>
    <p:sldId xmlns:r="http://schemas.openxmlformats.org/officeDocument/2006/relationships" id="260" r:id="R3b91943921b14b8b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7b75c7344eb4f2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ea313c075d480b" /><Relationship Type="http://schemas.openxmlformats.org/officeDocument/2006/relationships/slideMaster" Target="/ppt/slideMasters/slideMaster1.xml" Id="Rc3ca0fd8593b4561" /><Relationship Type="http://schemas.openxmlformats.org/officeDocument/2006/relationships/notesMaster" Target="/ppt/notesMasters/notesMaster1.xml" Id="R42e345798e5b4615" /><Relationship Type="http://schemas.openxmlformats.org/officeDocument/2006/relationships/presProps" Target="/ppt/presProps.xml" Id="Rfed208a15f3647f0" /><Relationship Type="http://schemas.openxmlformats.org/officeDocument/2006/relationships/viewProps" Target="/ppt/viewProps.xml" Id="R9c5d2420251b4575" /><Relationship Type="http://schemas.openxmlformats.org/officeDocument/2006/relationships/tableStyles" Target="/ppt/tableStyles.xml" Id="Ra911d19245724be3" /><Relationship Type="http://schemas.openxmlformats.org/officeDocument/2006/relationships/font" Target="/ppt/fonts/font.dat" Id="R47b75c7344eb4f22" /><Relationship Type="http://schemas.openxmlformats.org/officeDocument/2006/relationships/slide" Target="/ppt/slides/slide1.xml" Id="R611efbb41af64b5d" /><Relationship Type="http://schemas.openxmlformats.org/officeDocument/2006/relationships/slide" Target="/ppt/slides/slide2.xml" Id="Rf0f299da1dfe4dee" /><Relationship Type="http://schemas.openxmlformats.org/officeDocument/2006/relationships/slide" Target="/ppt/slides/slide3.xml" Id="R180b064a4a5b48dd" /><Relationship Type="http://schemas.openxmlformats.org/officeDocument/2006/relationships/slide" Target="/ppt/slides/slide4.xml" Id="Rd65cfc37a349490d" /><Relationship Type="http://schemas.openxmlformats.org/officeDocument/2006/relationships/slide" Target="/ppt/slides/slide5.xml" Id="R3b91943921b14b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546f7c9e25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60ef88eb414295" /><Relationship Type="http://schemas.openxmlformats.org/officeDocument/2006/relationships/notesMaster" Target="/ppt/notesMasters/notesMaster1.xml" Id="R82021e3835ae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89c00f577479f" /><Relationship Type="http://schemas.openxmlformats.org/officeDocument/2006/relationships/notesMaster" Target="/ppt/notesMasters/notesMaster1.xml" Id="Ra4b6cd11dbcb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38f9c62d94f93" /><Relationship Type="http://schemas.openxmlformats.org/officeDocument/2006/relationships/notesMaster" Target="/ppt/notesMasters/notesMaster1.xml" Id="R173475b7df9d4d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43dfec87764498" /><Relationship Type="http://schemas.openxmlformats.org/officeDocument/2006/relationships/notesMaster" Target="/ppt/notesMasters/notesMaster1.xml" Id="Rbd381750ae1547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77d93b3bce4753" /><Relationship Type="http://schemas.openxmlformats.org/officeDocument/2006/relationships/notesMaster" Target="/ppt/notesMasters/notesMaster1.xml" Id="R5dad845add88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Arcade Tournament - Slides.pptx</a:t>
            </a:r>
          </a:p>
          <a:p xmlns:a="http://schemas.openxmlformats.org/drawingml/2006/main">
            <a:r>
              <a:t>- Assigned local asset: lesson_compiler/assets/lesson15/camera-canonical.png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a71f186974a56" /><Relationship Type="http://schemas.openxmlformats.org/officeDocument/2006/relationships/image" Target="/ppt/media/image.png" Id="Rbeef048aed5c40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68bb39242436a" /><Relationship Type="http://schemas.openxmlformats.org/officeDocument/2006/relationships/image" Target="/ppt/media/image.png" Id="Ra35a025866da43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3421f2d7e4dbb" /><Relationship Type="http://schemas.openxmlformats.org/officeDocument/2006/relationships/image" Target="/ppt/media/image.png" Id="R9645a069f42c48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580b924d34829" /><Relationship Type="http://schemas.openxmlformats.org/officeDocument/2006/relationships/image" Target="/ppt/media/image.png" Id="R1d213b2f082245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422a6698a4ee1" /><Relationship Type="http://schemas.openxmlformats.org/officeDocument/2006/relationships/image" Target="/ppt/media/image.png" Id="R544ebaa8acb942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b59752c2145f3" /><Relationship Type="http://schemas.openxmlformats.org/officeDocument/2006/relationships/image" Target="/ppt/media/image.png" Id="R8e9d3258502e4c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11439c4ce4555" /><Relationship Type="http://schemas.openxmlformats.org/officeDocument/2006/relationships/image" Target="/ppt/media/image.png" Id="R53a30486eac147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0bb29df60454f" /><Relationship Type="http://schemas.openxmlformats.org/officeDocument/2006/relationships/image" Target="/ppt/media/image.png" Id="Rad222b3f829d4e5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317b394e84825" /><Relationship Type="http://schemas.openxmlformats.org/officeDocument/2006/relationships/image" Target="/ppt/media/image.png" Id="R573825ebc32740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8530d766d4a02" /><Relationship Type="http://schemas.openxmlformats.org/officeDocument/2006/relationships/image" Target="/ppt/media/image.png" Id="Rdf6ef95b4a1247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19b0393434fc6" /><Relationship Type="http://schemas.openxmlformats.org/officeDocument/2006/relationships/image" Target="/ppt/media/image.png" Id="R34327faf7527400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ef048aed5c40c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5a025866da43c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45a069f42c488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213b2f0822455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4ebaa8acb942f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9d3258502e4c4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a30486eac147a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222b3f829d4e5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3825ebc327409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6ef95b4a12476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327faf7527400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5cdc6e0a204649" /><Relationship Type="http://schemas.openxmlformats.org/officeDocument/2006/relationships/slideLayout" Target="/ppt/slideLayouts/slideLayout1.xml" Id="R3f284f69fa4c41c8" /><Relationship Type="http://schemas.openxmlformats.org/officeDocument/2006/relationships/slideLayout" Target="/ppt/slideLayouts/slideLayout2.xml" Id="R002d3c97fc2b4bcb" /><Relationship Type="http://schemas.openxmlformats.org/officeDocument/2006/relationships/slideLayout" Target="/ppt/slideLayouts/slideLayout3.xml" Id="Rb34d8a31b13a4207" /><Relationship Type="http://schemas.openxmlformats.org/officeDocument/2006/relationships/slideLayout" Target="/ppt/slideLayouts/slideLayout4.xml" Id="R4d5085403d9c404f" /><Relationship Type="http://schemas.openxmlformats.org/officeDocument/2006/relationships/slideLayout" Target="/ppt/slideLayouts/slideLayout5.xml" Id="Rb7a4e538b17244d5" /><Relationship Type="http://schemas.openxmlformats.org/officeDocument/2006/relationships/slideLayout" Target="/ppt/slideLayouts/slideLayout6.xml" Id="R8314c961fee844f2" /><Relationship Type="http://schemas.openxmlformats.org/officeDocument/2006/relationships/slideLayout" Target="/ppt/slideLayouts/slideLayout7.xml" Id="R078b024ab2b240f4" /><Relationship Type="http://schemas.openxmlformats.org/officeDocument/2006/relationships/slideLayout" Target="/ppt/slideLayouts/slideLayout8.xml" Id="R07c005ba4c0e40c4" /><Relationship Type="http://schemas.openxmlformats.org/officeDocument/2006/relationships/slideLayout" Target="/ppt/slideLayouts/slideLayout9.xml" Id="R6f54dc439b5c44d7" /><Relationship Type="http://schemas.openxmlformats.org/officeDocument/2006/relationships/slideLayout" Target="/ppt/slideLayouts/slideLayout10.xml" Id="R826f59b6d9254a58" /><Relationship Type="http://schemas.openxmlformats.org/officeDocument/2006/relationships/slideLayout" Target="/ppt/slideLayouts/slideLayout11.xml" Id="R99f6dc9bdfae4d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284f69fa4c41c8"/>
    <p:sldLayoutId xmlns:r="http://schemas.openxmlformats.org/officeDocument/2006/relationships" id="2147483650" r:id="R002d3c97fc2b4bcb"/>
    <p:sldLayoutId xmlns:r="http://schemas.openxmlformats.org/officeDocument/2006/relationships" id="2147483651" r:id="Rb34d8a31b13a4207"/>
    <p:sldLayoutId xmlns:r="http://schemas.openxmlformats.org/officeDocument/2006/relationships" id="2147483652" r:id="R4d5085403d9c404f"/>
    <p:sldLayoutId xmlns:r="http://schemas.openxmlformats.org/officeDocument/2006/relationships" id="2147483653" r:id="Rb7a4e538b17244d5"/>
    <p:sldLayoutId xmlns:r="http://schemas.openxmlformats.org/officeDocument/2006/relationships" id="2147483654" r:id="R8314c961fee844f2"/>
    <p:sldLayoutId xmlns:r="http://schemas.openxmlformats.org/officeDocument/2006/relationships" id="2147483655" r:id="R078b024ab2b240f4"/>
    <p:sldLayoutId xmlns:r="http://schemas.openxmlformats.org/officeDocument/2006/relationships" id="2147483656" r:id="R07c005ba4c0e40c4"/>
    <p:sldLayoutId xmlns:r="http://schemas.openxmlformats.org/officeDocument/2006/relationships" id="2147483657" r:id="R6f54dc439b5c44d7"/>
    <p:sldLayoutId xmlns:r="http://schemas.openxmlformats.org/officeDocument/2006/relationships" id="2147483658" r:id="R826f59b6d9254a58"/>
    <p:sldLayoutId xmlns:r="http://schemas.openxmlformats.org/officeDocument/2006/relationships" id="2147483659" r:id="R99f6dc9bdfae4dd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8f2690fa945ae" /><Relationship Type="http://schemas.openxmlformats.org/officeDocument/2006/relationships/notesSlide" Target="/ppt/notesSlides/notesSlide1.xml" Id="R12ba01300892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b26c3dd6284b27" /><Relationship Type="http://schemas.openxmlformats.org/officeDocument/2006/relationships/notesSlide" Target="/ppt/notesSlides/notesSlide2.xml" Id="R95d88c3e32c742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697322b3ba4441" /><Relationship Type="http://schemas.openxmlformats.org/officeDocument/2006/relationships/notesSlide" Target="/ppt/notesSlides/notesSlide3.xml" Id="R702627413f1346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eba389d894667" /><Relationship Type="http://schemas.openxmlformats.org/officeDocument/2006/relationships/notesSlide" Target="/ppt/notesSlides/notesSlide4.xml" Id="R20c085fc5d0a42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f5d7d415345d4" /><Relationship Type="http://schemas.openxmlformats.org/officeDocument/2006/relationships/notesSlide" Target="/ppt/notesSlides/notesSlide5.xml" Id="Rb6f251a7228347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1524000"/>
            <a:ext cx="9906000" cy="1190625"/>
          </a:xfrm>
        </p:spPr>
        <p:txBody>
          <a:bodyPr xmlns:a="http://schemas.openxmlformats.org/drawingml/2006/main" wrap="none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6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School Club Manager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How the finished program works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525000" cy="3819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>
            <a:normAutofit fontScale="9974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spcAft>
                <a:spcPts val="10"/>
              </a:spcAft>
              <a:buChar char="•"/>
            </a:pPr>
            <a:r>
              <a:rPr sz="30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 complete club records in a 2D list</a:t>
            </a:r>
          </a:p>
          <a:p xmlns:a="http://schemas.openxmlformats.org/drawingml/2006/main">
            <a:pPr marL="228600" indent="-228600">
              <a:spcAft>
                <a:spcPts val="10"/>
              </a:spcAft>
              <a:buChar char="•"/>
            </a:pPr>
            <a:r>
              <a:rPr sz="300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display and search records through subprograms</a:t>
            </a:r>
          </a:p>
          <a:p xmlns:a="http://schemas.openxmlformats.org/drawingml/2006/main">
            <a:pPr marL="228600" indent="-228600">
              <a:spcAft>
                <a:spcPts val="10"/>
              </a:spcAft>
              <a:buChar char="•"/>
            </a:pPr>
            <a:r>
              <a:rPr sz="3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 complete row and update one member-count cell</a:t>
            </a:r>
          </a:p>
          <a:p xmlns:a="http://schemas.openxmlformats.org/drawingml/2006/main">
            <a:pPr marL="228600" indent="-228600">
              <a:spcAft>
                <a:spcPts val="10"/>
              </a:spcAft>
              <a:buChar char="•"/>
            </a:pPr>
            <a:r>
              <a:rPr sz="30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repeat display, search, add and update routes</a:t>
            </a:r>
          </a:p>
          <a:p xmlns:a="http://schemas.openxmlformats.org/drawingml/2006/main">
            <a:pPr marL="228600" indent="-228600">
              <a:spcAft>
                <a:spcPts val="10"/>
              </a:spcAft>
              <a:buChar char="•"/>
            </a:pPr>
            <a:r>
              <a:rPr sz="30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 the final record count on exit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what you have learned in previous lessons, create a program that displays and searches school club records. Store at least three [club name, member count, room] rows in one 2D list, with club names in lower case. Write show_records(records) to display each row and find_members(records, target) to return the matching member count or -1. Ask for a club name, then display Members: followed by the result or Club not found. Test art, code and music; check 12, 15 and not found.</a:t>
            </a:r>
          </a:p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Save as challenge1.py.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the code from the previous activity, add subprograms that create a complete club row and update one member count. Write add_record(records) to ask for a club name, member count and room, normalise the text fields and append one row. Write update_members(records, target, new_members) to change only record[1] and return True or False. Show the original records, add Music with 9 members in R4, update a chosen club, then display every record. Test chess -&gt; 20 and drama -&gt; not found; check the Music row remains.</a:t>
            </a:r>
          </a:p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Save as challenge2.py.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the code from the previous activity, add a repeating menu that calls the club-record subprograms. Keep separate subprograms to display, search, add and update records. Display menu choices for display, search, add, update and exit; show clear found or not-found messages. Invalid choices print Choose a valid option. and repeat. Exit prints Final record count:. Test first and last searches, add Music then update it to 11, and an invalid choice before exit.</a:t>
            </a:r>
          </a:p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marR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Save as challenge3.py.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2026-08-05T12:20:12.6050000Z</dcterms:created>
  <dcterms:modified xsi:type="dcterms:W3CDTF">2026-08-05T12:20:12.6050000Z</dcterms:modified>
</coreProperties>
</file>