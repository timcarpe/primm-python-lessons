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9b88aaec38f4f49" /><Relationship Type="http://schemas.openxmlformats.org/officeDocument/2006/relationships/extended-properties" Target="/docProps/app.xml" Id="R5c8f21cfbc6547fc" /><Relationship Type="http://schemas.openxmlformats.org/officeDocument/2006/relationships/officeDocument" Target="/ppt/presentation.xml" Id="R00a01201f0b24e84"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b5f97a4c3e34a41"/>
  </p:sldMasterIdLst>
  <p:notesMasterIdLst>
    <p:notesMasterId xmlns:r="http://schemas.openxmlformats.org/officeDocument/2006/relationships" r:id="Rb2b77fb6a57c4a1c"/>
  </p:notesMasterIdLst>
  <p:sldIdLst>
    <p:sldId xmlns:r="http://schemas.openxmlformats.org/officeDocument/2006/relationships" id="256" r:id="Rc61b780ada394cc5"/>
    <p:sldId xmlns:r="http://schemas.openxmlformats.org/officeDocument/2006/relationships" id="257" r:id="R7139e2f299de4506"/>
    <p:sldId xmlns:r="http://schemas.openxmlformats.org/officeDocument/2006/relationships" id="258" r:id="Rfd3f61d1470f40ac"/>
    <p:sldId xmlns:r="http://schemas.openxmlformats.org/officeDocument/2006/relationships" id="259" r:id="R6aae0f46d1c7407e"/>
    <p:sldId xmlns:r="http://schemas.openxmlformats.org/officeDocument/2006/relationships" id="260" r:id="R1a9e378527bb4fc2"/>
  </p:sldIdLst>
  <p:sldSz cx="12192000" cy="6858000"/>
  <p:notesSz cx="6858000" cy="9144000"/>
  <p:embeddedFontLst>
    <p:embeddedFont>
      <p:font typeface="JetBrains Mono"/>
      <p:regular xmlns:r="http://schemas.openxmlformats.org/officeDocument/2006/relationships" r:id="R19e109d17b714e6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9127636b362493f" /><Relationship Type="http://schemas.openxmlformats.org/officeDocument/2006/relationships/slideMaster" Target="/ppt/slideMasters/slideMaster1.xml" Id="R2b5f97a4c3e34a41" /><Relationship Type="http://schemas.openxmlformats.org/officeDocument/2006/relationships/notesMaster" Target="/ppt/notesMasters/notesMaster1.xml" Id="Rb2b77fb6a57c4a1c" /><Relationship Type="http://schemas.openxmlformats.org/officeDocument/2006/relationships/presProps" Target="/ppt/presProps.xml" Id="R3736ae8ed4fe4452" /><Relationship Type="http://schemas.openxmlformats.org/officeDocument/2006/relationships/viewProps" Target="/ppt/viewProps.xml" Id="R073c8dd0a12345f8" /><Relationship Type="http://schemas.openxmlformats.org/officeDocument/2006/relationships/tableStyles" Target="/ppt/tableStyles.xml" Id="R76e43bfdf8ed4889" /><Relationship Type="http://schemas.openxmlformats.org/officeDocument/2006/relationships/font" Target="/ppt/fonts/font.dat" Id="R19e109d17b714e66" /><Relationship Type="http://schemas.openxmlformats.org/officeDocument/2006/relationships/slide" Target="/ppt/slides/slide1.xml" Id="Rc61b780ada394cc5" /><Relationship Type="http://schemas.openxmlformats.org/officeDocument/2006/relationships/slide" Target="/ppt/slides/slide2.xml" Id="R7139e2f299de4506" /><Relationship Type="http://schemas.openxmlformats.org/officeDocument/2006/relationships/slide" Target="/ppt/slides/slide3.xml" Id="Rfd3f61d1470f40ac" /><Relationship Type="http://schemas.openxmlformats.org/officeDocument/2006/relationships/slide" Target="/ppt/slides/slide4.xml" Id="R6aae0f46d1c7407e" /><Relationship Type="http://schemas.openxmlformats.org/officeDocument/2006/relationships/slide" Target="/ppt/slides/slide5.xml" Id="R1a9e378527bb4fc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e887e4f30146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497e8a51284bf4" /><Relationship Type="http://schemas.openxmlformats.org/officeDocument/2006/relationships/notesMaster" Target="/ppt/notesMasters/notesMaster1.xml" Id="R6327685ac64d41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e32c07710542ce" /><Relationship Type="http://schemas.openxmlformats.org/officeDocument/2006/relationships/notesMaster" Target="/ppt/notesMasters/notesMaster1.xml" Id="R1d47aabb14bc45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209ff83fa24e93" /><Relationship Type="http://schemas.openxmlformats.org/officeDocument/2006/relationships/notesMaster" Target="/ppt/notesMasters/notesMaster1.xml" Id="R23de3bc8fa9b40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fcd7dc54594065" /><Relationship Type="http://schemas.openxmlformats.org/officeDocument/2006/relationships/notesMaster" Target="/ppt/notesMasters/notesMaster1.xml" Id="R5bee95ca488945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851061c0394240" /><Relationship Type="http://schemas.openxmlformats.org/officeDocument/2006/relationships/notesMaster" Target="/ppt/notesMasters/notesMaster1.xml" Id="R30e7d0106dcd432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reference: Arcade Tournament - Slides.pptx</a:t>
            </a:r>
          </a:p>
          <a:p xmlns:a="http://schemas.openxmlformats.org/drawingml/2006/main">
            <a:r>
              <a:t>- Assigned illustration: lesson_compiler/assets/lesson06/helmet-pencil-v2.png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reference: Arcade Tournament - Slides.pptx</a:t>
            </a:r>
          </a:p>
          <a:p xmlns:a="http://schemas.openxmlformats.org/drawingml/2006/main">
            <a:r>
              <a:t>- Assigned illustration: lesson_compiler/assets/lesson06/helmet-pencil-v2.png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reference: Arcade Tournament - Slides.pptx</a:t>
            </a:r>
          </a:p>
          <a:p xmlns:a="http://schemas.openxmlformats.org/drawingml/2006/main">
            <a:r>
              <a:t>- Assigned illustration: lesson_compiler/assets/lesson06/helmet-pencil-v2.png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reference: Arcade Tournament - Slides.pptx</a:t>
            </a:r>
          </a:p>
          <a:p xmlns:a="http://schemas.openxmlformats.org/drawingml/2006/main">
            <a:r>
              <a:t>- Assigned illustration: lesson_compiler/assets/lesson06/helmet-pencil-v2.png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visual reference: Arcade Tournament - Slides.pptx</a:t>
            </a:r>
          </a:p>
          <a:p xmlns:a="http://schemas.openxmlformats.org/drawingml/2006/main">
            <a:r>
              <a:t>- Assigned illustration: lesson_compiler/assets/lesson06/helmet-pencil-v2.png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dd64f79b6d498f" /><Relationship Type="http://schemas.openxmlformats.org/officeDocument/2006/relationships/image" Target="/ppt/media/image.png" Id="Re8f9694ac83d459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551a04b0c6414f" /><Relationship Type="http://schemas.openxmlformats.org/officeDocument/2006/relationships/image" Target="/ppt/media/image.png" Id="Rbac22c566d3443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f81f81167244a0a" /><Relationship Type="http://schemas.openxmlformats.org/officeDocument/2006/relationships/image" Target="/ppt/media/image.png" Id="Re14cb66391fd4f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a6ed95a57d4063" /><Relationship Type="http://schemas.openxmlformats.org/officeDocument/2006/relationships/image" Target="/ppt/media/image.png" Id="Rf18b12be635a43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2d028ba86045ad" /><Relationship Type="http://schemas.openxmlformats.org/officeDocument/2006/relationships/image" Target="/ppt/media/image.png" Id="Rf2e8973785f74d8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df68766562433c" /><Relationship Type="http://schemas.openxmlformats.org/officeDocument/2006/relationships/image" Target="/ppt/media/image.png" Id="R3e383dffa9d048c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0a7c11a8a2e4043" /><Relationship Type="http://schemas.openxmlformats.org/officeDocument/2006/relationships/image" Target="/ppt/media/image.png" Id="R04aa2c87b8804bc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be78c9a03ed4913" /><Relationship Type="http://schemas.openxmlformats.org/officeDocument/2006/relationships/image" Target="/ppt/media/image.png" Id="R97115a1dcc1b4e8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be99857f84d477b" /><Relationship Type="http://schemas.openxmlformats.org/officeDocument/2006/relationships/image" Target="/ppt/media/image.png" Id="R64c21280d2e4439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cc51ba015a84c75" /><Relationship Type="http://schemas.openxmlformats.org/officeDocument/2006/relationships/image" Target="/ppt/media/image.png" Id="R0f6dc8ebf2fe4a6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cb54fe5151545f5" /><Relationship Type="http://schemas.openxmlformats.org/officeDocument/2006/relationships/image" Target="/ppt/media/image.png" Id="Rd6a03390a505438c"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DFF6CC-43FC-990C-9B6B-9217A2FD674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58F1D1E5-61EC-84C2-68FB-37DA30B7C33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6" name="Slide Number Placeholder 5">
            <a:extLst xmlns:a="http://schemas.openxmlformats.org/drawingml/2006/main">
              <a:ext uri="{FF2B5EF4-FFF2-40B4-BE49-F238E27FC236}">
                <a16:creationId xmlns:a16="http://schemas.microsoft.com/office/drawing/2014/main" id="{47481232-E342-60AC-0C19-E932E468DA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9" name="Footer Placeholder 4">
            <a:extLst xmlns:a="http://schemas.openxmlformats.org/drawingml/2006/main">
              <a:ext uri="{FF2B5EF4-FFF2-40B4-BE49-F238E27FC236}">
                <a16:creationId xmlns:a16="http://schemas.microsoft.com/office/drawing/2014/main" id="{D451A462-1188-9829-7D1E-417EB3274292}"/>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e8f9694ac83d459d"/>
          <a:srcRect xmlns:a="http://schemas.openxmlformats.org/drawingml/2006/main" l="0" t="0" r="0" b="0"/>
          <a:stretch xmlns:a="http://schemas.openxmlformats.org/drawingml/2006/main">
            <a:fillRect l="0" t="0" r="0" b="0"/>
          </a:stretch>
        </p:blipFill>
        <p:spPr>
          <a:xfrm xmlns:a="http://schemas.openxmlformats.org/drawingml/2006/main" flipH="1">
            <a:off x="9886209" y="4538703"/>
            <a:ext cx="2305791" cy="1808464"/>
          </a:xfrm>
          <a:prstGeom xmlns:a="http://schemas.openxmlformats.org/drawingml/2006/main" prst="rect">
            <a:avLst/>
          </a:prstGeom>
        </p:spPr>
      </p:pic>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AED0F6-839A-B9DC-89D0-453455FF7C4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atin typeface="+mn-lt"/>
                <a:ea typeface="+mn-lt"/>
                <a:cs typeface="+mn-lt"/>
              </a:defRPr>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58F53C-9EF7-92DC-D765-8C886206A74B}"/>
              </a:ext>
            </a:extLst>
          </p:cNvPr>
          <p:cNvSpPr>
            <a:spLocks xmlns:a="http://schemas.openxmlformats.org/drawingml/2006/main" noGrp="1"/>
          </p:cNvSpPr>
          <p:nvPr>
            <p:ph idx="1"/>
          </p:nvPr>
        </p:nvSpPr>
        <p:spPr/>
        <p:txBody>
          <a:bodyPr xmlns:a="http://schemas.openxmlformats.org/drawingml/2006/main">
            <a:normAutofit/>
          </a:bodyPr>
          <a:lstStyle xmlns:a="http://schemas.openxmlformats.org/drawingml/2006/main">
            <a:lvl1pPr>
              <a:buNone/>
              <a:defRPr sz="2000"/>
            </a:lvl1pPr>
            <a:lvl2pPr>
              <a:buNone/>
              <a:defRPr sz="1800"/>
            </a:lvl2pPr>
            <a:lvl3pPr>
              <a:buNone/>
              <a:defRPr sz="1600"/>
            </a:lvl3pPr>
            <a:lvl4pPr>
              <a:buNone/>
              <a:defRPr sz="1400"/>
            </a:lvl4pPr>
            <a:lvl5pPr>
              <a:buNone/>
              <a:defRPr sz="1400"/>
            </a:lvl5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6CBFC8B0-5A0E-12F0-38B4-11A4F3EF9A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206D73EA-21DB-DB97-4D76-9405B6C179F8}"/>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4"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bac22c566d34438f">
            <a:alphaModFix amt="28000"/>
          </a:blip>
          <a:srcRect xmlns:a="http://schemas.openxmlformats.org/drawingml/2006/main" l="0" t="0" r="0" b="0"/>
          <a:stretch xmlns:a="http://schemas.openxmlformats.org/drawingml/2006/main">
            <a:fillRect l="0" t="0" r="0" b="0"/>
          </a:stretch>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FC867F-56FF-F385-7E21-9E50A476D191}"/>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0BBECC5-631B-7421-97E1-98B9F359D5AC}"/>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6" name="Slide Number Placeholder 5">
            <a:extLst xmlns:a="http://schemas.openxmlformats.org/drawingml/2006/main">
              <a:ext uri="{FF2B5EF4-FFF2-40B4-BE49-F238E27FC236}">
                <a16:creationId xmlns:a16="http://schemas.microsoft.com/office/drawing/2014/main" id="{9E8F7E75-9E44-2A95-FBD3-0072178142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3860958F-0114-E4CB-62D5-0B058DD7DCD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e14cb66391fd4ffb">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B01DDD-AD72-5492-F320-2E7CE01CE0B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909B796-7446-F558-30BA-08587FEC72F6}"/>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22B2085-44DC-514D-64F8-CF9AAAFC60B9}"/>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Slide Number Placeholder 6">
            <a:extLst xmlns:a="http://schemas.openxmlformats.org/drawingml/2006/main">
              <a:ext uri="{FF2B5EF4-FFF2-40B4-BE49-F238E27FC236}">
                <a16:creationId xmlns:a16="http://schemas.microsoft.com/office/drawing/2014/main" id="{E39ABB85-F6F1-0C19-E67F-0640F2AD985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E1953A55-7744-6468-2338-E73DDA32AA8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f18b12be635a43d6">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FFB4B2B-EBD7-897A-C262-268EC4BE965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51E813C-3E6C-AE68-B226-C6FD3EFE476D}"/>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66CD796-C40A-1020-B4D5-B344846D29D7}"/>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8914628-58A6-DA78-A619-B9BF81D2BCFD}"/>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4F7B6B7-25B8-12E8-AF86-BF2C33C0744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Slide Number Placeholder 8">
            <a:extLst xmlns:a="http://schemas.openxmlformats.org/drawingml/2006/main">
              <a:ext uri="{FF2B5EF4-FFF2-40B4-BE49-F238E27FC236}">
                <a16:creationId xmlns:a16="http://schemas.microsoft.com/office/drawing/2014/main" id="{7AD47AF6-33A9-6B39-7A72-07C6D36764E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10" name="Footer Placeholder 4">
            <a:extLst xmlns:a="http://schemas.openxmlformats.org/drawingml/2006/main">
              <a:ext uri="{FF2B5EF4-FFF2-40B4-BE49-F238E27FC236}">
                <a16:creationId xmlns:a16="http://schemas.microsoft.com/office/drawing/2014/main" id="{F793A1B9-3B80-9879-3F5C-508512892F5F}"/>
              </a:ext>
            </a:extLst>
          </p:cNvPr>
          <p:cNvSpPr>
            <a:spLocks xmlns:a="http://schemas.openxmlformats.org/drawingml/2006/main" noGrp="1"/>
          </p:cNvSpPr>
          <p:nvPr>
            <p:ph type="ftr" idx="1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9"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f2e8973785f74d8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CEB483-C8E4-1939-38E2-143E8C2C465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5" name="Slide Number Placeholder 4">
            <a:extLst xmlns:a="http://schemas.openxmlformats.org/drawingml/2006/main">
              <a:ext uri="{FF2B5EF4-FFF2-40B4-BE49-F238E27FC236}">
                <a16:creationId xmlns:a16="http://schemas.microsoft.com/office/drawing/2014/main" id="{146295CF-961A-17C4-4422-5FAAD161AA7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6" name="Footer Placeholder 4">
            <a:extLst xmlns:a="http://schemas.openxmlformats.org/drawingml/2006/main">
              <a:ext uri="{FF2B5EF4-FFF2-40B4-BE49-F238E27FC236}">
                <a16:creationId xmlns:a16="http://schemas.microsoft.com/office/drawing/2014/main" id="{E198F76D-7C9E-684E-83A2-F78F7204BB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1"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3e383dffa9d048c7">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4" name="Slide Number Placeholder 3">
            <a:extLst xmlns:a="http://schemas.openxmlformats.org/drawingml/2006/main">
              <a:ext uri="{FF2B5EF4-FFF2-40B4-BE49-F238E27FC236}">
                <a16:creationId xmlns:a16="http://schemas.microsoft.com/office/drawing/2014/main" id="{7A2153FD-6EE3-927D-E92C-AD8A725CB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5" name="Footer Placeholder 4">
            <a:extLst xmlns:a="http://schemas.openxmlformats.org/drawingml/2006/main">
              <a:ext uri="{FF2B5EF4-FFF2-40B4-BE49-F238E27FC236}">
                <a16:creationId xmlns:a16="http://schemas.microsoft.com/office/drawing/2014/main" id="{E817CC06-6DDB-43E3-DC6C-5B8757B339E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9"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04aa2c87b8804bc3">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09BE86E-8041-6262-7462-5F74302C6B3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028E74F-C33A-2B50-1388-4D9B8C90B9A4}"/>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3BB12FA-7CBC-383A-FB9A-76C44F3BFED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541DD9D1-AA59-4234-5101-B7789D2F77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7516DE9-6B09-3815-23C9-1128F36E2F0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97115a1dcc1b4e89">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FCFA6B7-9D69-735A-E926-4416D17716D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C86DB7F7-4E31-55AE-507B-BF19F2D4F50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0910AB72-D347-A0D1-09AD-464CA22BA74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7" name="Slide Number Placeholder 6">
            <a:extLst xmlns:a="http://schemas.openxmlformats.org/drawingml/2006/main">
              <a:ext uri="{FF2B5EF4-FFF2-40B4-BE49-F238E27FC236}">
                <a16:creationId xmlns:a16="http://schemas.microsoft.com/office/drawing/2014/main" id="{FCAC0EC3-9A02-6817-1AD1-E884E7BA54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8" name="Footer Placeholder 4">
            <a:extLst xmlns:a="http://schemas.openxmlformats.org/drawingml/2006/main">
              <a:ext uri="{FF2B5EF4-FFF2-40B4-BE49-F238E27FC236}">
                <a16:creationId xmlns:a16="http://schemas.microsoft.com/office/drawing/2014/main" id="{3CC35688-CEE5-57AE-D35E-231B71BD0ACF}"/>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5"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64c21280d2e4439c">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FD1B9AF-39AC-B0C4-144B-75DC396DA2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7274C17-AC95-6D65-E5F5-345957FDC05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E48C1558-F77E-F6C8-CF31-C04964B8E4C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176EA422-06F7-D957-5CC8-8F1F313EC979}"/>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0f6dc8ebf2fe4a67">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DB701E9E-F58B-AB7A-4F4A-7CF22B8DF100}"/>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D08B1211-BEE6-97FE-18F8-0091FB8F7791}"/>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82643978-8BED-40E0-988F-1E41DB3473E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1038E6D-FA33-47E9-9599-ABA915C5198A}" type="slidenum">
              <a:t>‹#›</a:t>
            </a:fld>
          </a:p>
        </p:txBody>
      </p:sp>
      <p:sp>
        <p:nvSpPr>
          <p:cNvPr id="7" name="Footer Placeholder 4">
            <a:extLst xmlns:a="http://schemas.openxmlformats.org/drawingml/2006/main">
              <a:ext uri="{FF2B5EF4-FFF2-40B4-BE49-F238E27FC236}">
                <a16:creationId xmlns:a16="http://schemas.microsoft.com/office/drawing/2014/main" id="{23512B7D-FB40-4AD4-49F8-ABCCF2DAB553}"/>
              </a:ext>
            </a:extLst>
          </p:cNvPr>
          <p:cNvSpPr>
            <a:spLocks xmlns:a="http://schemas.openxmlformats.org/drawingml/2006/main" noGrp="1"/>
          </p:cNvSpPr>
          <p:nvPr>
            <p:ph type="ftr" idx="3"/>
          </p:nvPr>
        </p:nvSpPr>
        <p:spPr>
          <a:xfrm xmlns:a="http://schemas.openxmlformats.org/drawingml/2006/main">
            <a:off x="137556" y="6358621"/>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800">
                <a:solidFill>
                  <a:schemeClr val="tx1">
                    <a:tint val="75000"/>
                  </a:schemeClr>
                </a:solidFill>
              </a:defRPr>
            </a:lvl1pPr>
          </a:lstStyle>
          <a:p xmlns:a="http://schemas.openxmlformats.org/drawingml/2006/main">
            <a:r>
              <a:t>© Tim Carpenter 2024</a:t>
            </a:r>
          </a:p>
        </p:txBody>
      </p:sp>
      <p:pic>
        <p:nvPicPr>
          <p:cNvPr id="13" name="Picture 10"/>
          <p:cNvPicPr>
            <a:picLocks xmlns:a="http://schemas.openxmlformats.org/drawingml/2006/main" noChangeAspect="1"/>
          </p:cNvPicPr>
          <p:nvPr/>
        </p:nvPicPr>
        <p:blipFill rotWithShape="1">
          <a:blip xmlns:r="http://schemas.openxmlformats.org/officeDocument/2006/relationships" xmlns:a="http://schemas.openxmlformats.org/drawingml/2006/main" r:embed="Rd6a03390a505438c">
            <a:alphaModFix amt="28000"/>
          </a:blip>
          <a:stretch xmlns:a="http://schemas.openxmlformats.org/drawingml/2006/main"/>
        </p:blipFill>
        <p:spPr>
          <a:xfrm xmlns:a="http://schemas.openxmlformats.org/drawingml/2006/main">
            <a:off x="10590687" y="5492510"/>
            <a:ext cx="1526225" cy="1197039"/>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a2d417b51c0497b" /><Relationship Type="http://schemas.openxmlformats.org/officeDocument/2006/relationships/slideLayout" Target="/ppt/slideLayouts/slideLayout1.xml" Id="Red73da2efa024ee9" /><Relationship Type="http://schemas.openxmlformats.org/officeDocument/2006/relationships/slideLayout" Target="/ppt/slideLayouts/slideLayout2.xml" Id="R7260a28ec79b42d4" /><Relationship Type="http://schemas.openxmlformats.org/officeDocument/2006/relationships/slideLayout" Target="/ppt/slideLayouts/slideLayout3.xml" Id="Rf1dbd1a69b0343e5" /><Relationship Type="http://schemas.openxmlformats.org/officeDocument/2006/relationships/slideLayout" Target="/ppt/slideLayouts/slideLayout4.xml" Id="Rad545d2b55684b27" /><Relationship Type="http://schemas.openxmlformats.org/officeDocument/2006/relationships/slideLayout" Target="/ppt/slideLayouts/slideLayout5.xml" Id="Rd036fc6500cd48d0" /><Relationship Type="http://schemas.openxmlformats.org/officeDocument/2006/relationships/slideLayout" Target="/ppt/slideLayouts/slideLayout6.xml" Id="R831ac8111b2e4cfa" /><Relationship Type="http://schemas.openxmlformats.org/officeDocument/2006/relationships/slideLayout" Target="/ppt/slideLayouts/slideLayout7.xml" Id="R6acc60253c7d430e" /><Relationship Type="http://schemas.openxmlformats.org/officeDocument/2006/relationships/slideLayout" Target="/ppt/slideLayouts/slideLayout8.xml" Id="Rd304054a70d34f8c" /><Relationship Type="http://schemas.openxmlformats.org/officeDocument/2006/relationships/slideLayout" Target="/ppt/slideLayouts/slideLayout9.xml" Id="R2ef625a4c1944034" /><Relationship Type="http://schemas.openxmlformats.org/officeDocument/2006/relationships/slideLayout" Target="/ppt/slideLayouts/slideLayout10.xml" Id="R7c8be88918aa47b3" /><Relationship Type="http://schemas.openxmlformats.org/officeDocument/2006/relationships/slideLayout" Target="/ppt/slideLayouts/slideLayout11.xml" Id="Rc16b569165e741df"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F1E21F5-9F35-B093-A31C-887A66DCF43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132DE42-434F-8FAC-25DC-394A4A94E5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Slide Number Placeholder 5">
            <a:extLst xmlns:a="http://schemas.openxmlformats.org/drawingml/2006/main">
              <a:ext uri="{FF2B5EF4-FFF2-40B4-BE49-F238E27FC236}">
                <a16:creationId xmlns:a16="http://schemas.microsoft.com/office/drawing/2014/main" id="{F68EFC8B-5FB5-A137-F95A-878BCA4FEDCF}"/>
              </a:ext>
            </a:extLst>
          </p:cNvPr>
          <p:cNvSpPr>
            <a:spLocks xmlns:a="http://schemas.openxmlformats.org/drawingml/2006/main" noGrp="1"/>
          </p:cNvSpPr>
          <p:nvPr>
            <p:ph type="sldNum" idx="4"/>
          </p:nvPr>
        </p:nvSpPr>
        <p:spPr>
          <a:xfrm xmlns:a="http://schemas.openxmlformats.org/drawingml/2006/main">
            <a:off x="11825222" y="6510367"/>
            <a:ext cx="374325"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solidFill>
              </a:defRPr>
            </a:lvl1pPr>
          </a:lstStyle>
          <a:p xmlns:a="http://schemas.openxmlformats.org/drawingml/2006/main">
            <a:fld id="{61038E6D-FA33-47E9-9599-ABA915C5198A}" type="slidenum">
              <a:t>‹#›</a:t>
            </a:fld>
          </a:p>
        </p:txBody>
      </p:sp>
      <p:sp>
        <p:nvSpPr>
          <p:cNvPr id="15" name="TextBox 14">
            <a:extLst xmlns:a="http://schemas.openxmlformats.org/drawingml/2006/main">
              <a:ext uri="{FF2B5EF4-FFF2-40B4-BE49-F238E27FC236}">
                <a16:creationId xmlns:a16="http://schemas.microsoft.com/office/drawing/2014/main" id="{BE2C9504-6A79-6DD8-74E5-098CA9D6E447}"/>
              </a:ext>
            </a:extLst>
          </p:cNvPr>
          <p:cNvSpPr>
            <a:spLocks xmlns:a="http://schemas.openxmlformats.org/drawingml/2006/main" noGrp="1"/>
          </p:cNvSpPr>
          <p:nvPr/>
        </p:nvSpPr>
        <p:spPr>
          <a:xfrm xmlns:a="http://schemas.openxmlformats.org/drawingml/2006/main">
            <a:off x="179615" y="6492875"/>
            <a:ext cx="6095010" cy="20005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700">
                <a:solidFill>
                  <a:schemeClr val="bg2">
                    <a:lumMod val="90000"/>
                  </a:schemeClr>
                </a:solidFill>
              </a:rPr>
              <a:t>© Tim Carpenter 2024</a:t>
            </a: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73da2efa024ee9"/>
    <p:sldLayoutId xmlns:r="http://schemas.openxmlformats.org/officeDocument/2006/relationships" id="2147483650" r:id="R7260a28ec79b42d4"/>
    <p:sldLayoutId xmlns:r="http://schemas.openxmlformats.org/officeDocument/2006/relationships" id="2147483651" r:id="Rf1dbd1a69b0343e5"/>
    <p:sldLayoutId xmlns:r="http://schemas.openxmlformats.org/officeDocument/2006/relationships" id="2147483652" r:id="Rad545d2b55684b27"/>
    <p:sldLayoutId xmlns:r="http://schemas.openxmlformats.org/officeDocument/2006/relationships" id="2147483653" r:id="Rd036fc6500cd48d0"/>
    <p:sldLayoutId xmlns:r="http://schemas.openxmlformats.org/officeDocument/2006/relationships" id="2147483654" r:id="R831ac8111b2e4cfa"/>
    <p:sldLayoutId xmlns:r="http://schemas.openxmlformats.org/officeDocument/2006/relationships" id="2147483655" r:id="R6acc60253c7d430e"/>
    <p:sldLayoutId xmlns:r="http://schemas.openxmlformats.org/officeDocument/2006/relationships" id="2147483656" r:id="Rd304054a70d34f8c"/>
    <p:sldLayoutId xmlns:r="http://schemas.openxmlformats.org/officeDocument/2006/relationships" id="2147483657" r:id="R2ef625a4c1944034"/>
    <p:sldLayoutId xmlns:r="http://schemas.openxmlformats.org/officeDocument/2006/relationships" id="2147483658" r:id="R7c8be88918aa47b3"/>
    <p:sldLayoutId xmlns:r="http://schemas.openxmlformats.org/officeDocument/2006/relationships" id="2147483659" r:id="Rc16b569165e741df"/>
  </p:sldLayoutIdLst>
  <p:hf hdr="0" ftr="0" dt="0"/>
  <p:txStyles>
    <p:titleStyle>
      <a:lvl1pPr xmlns:a="http://schemas.openxmlformats.org/drawingml/2006/main" algn="l" defTabSz="914400">
        <a:lnSpc>
          <a:spcPct val="90000"/>
        </a:lnSpc>
        <a:spcBef>
          <a:spcPct val="0"/>
        </a:spcBef>
        <a:buNone/>
        <a:defRPr sz="4400" b="1" kern="1200">
          <a:solidFill>
            <a:schemeClr val="tx1"/>
          </a:solidFill>
          <a:latin typeface="+mn-lt"/>
          <a:ea typeface="+mn-lt"/>
          <a:cs typeface="+mn-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6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6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d0b67bf8ab4364" /><Relationship Type="http://schemas.openxmlformats.org/officeDocument/2006/relationships/notesSlide" Target="/ppt/notesSlides/notesSlide1.xml" Id="Rf68744e934b742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e648e7be960544f2" /><Relationship Type="http://schemas.openxmlformats.org/officeDocument/2006/relationships/notesSlide" Target="/ppt/notesSlides/notesSlide2.xml" Id="R01cb5da5aa8646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7e8e586821d452d" /><Relationship Type="http://schemas.openxmlformats.org/officeDocument/2006/relationships/notesSlide" Target="/ppt/notesSlides/notesSlide3.xml" Id="R58304b5acf6246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2ec5f4f33074eb2" /><Relationship Type="http://schemas.openxmlformats.org/officeDocument/2006/relationships/notesSlide" Target="/ppt/notesSlides/notesSlide4.xml" Id="R534dfc08d26840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a5432b906884c35" /><Relationship Type="http://schemas.openxmlformats.org/officeDocument/2006/relationships/notesSlide" Target="/ppt/notesSlides/notesSlide5.xml" Id="R19caefe4b726400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89DEFA5-464B-5CD3-16E7-8CA8E9D38CFA}"/>
              </a:ext>
            </a:extLst>
          </p:cNvPr>
          <p:cNvSpPr>
            <a:spLocks xmlns:a="http://schemas.openxmlformats.org/drawingml/2006/main" noGrp="1"/>
          </p:cNvSpPr>
          <p:nvPr>
            <p:ph type="ctrTitle" idx="0"/>
          </p:nvPr>
        </p:nvSpPr>
        <p:spPr>
          <a:xfrm xmlns:a="http://schemas.openxmlformats.org/drawingml/2006/main">
            <a:off x="1143000" y="1524000"/>
            <a:ext cx="9906000" cy="1190625"/>
          </a:xfrm>
        </p:spPr>
        <p:txBody>
          <a:bodyPr xmlns:a="http://schemas.openxmlformats.org/drawingml/2006/main"/>
          <a:lstStyle xmlns:a="http://schemas.openxmlformats.org/drawingml/2006/main"/>
          <a:p xmlns:a="http://schemas.openxmlformats.org/drawingml/2006/main">
            <a:r>
              <a:rPr>
                <a:latin typeface="+mn-lt"/>
                <a:ea typeface="+mn-lt"/>
                <a:cs typeface="+mn-lt"/>
              </a:rPr>
              <a:t>School Fair Prize Draw</a:t>
            </a:r>
          </a:p>
        </p:txBody>
      </p:sp>
      <p:sp>
        <p:nvSpPr>
          <p:cNvPr id="6" name="Slide Number Placeholder 5">
            <a:extLst xmlns:a="http://schemas.openxmlformats.org/drawingml/2006/main">
              <a:ext uri="{FF2B5EF4-FFF2-40B4-BE49-F238E27FC236}">
                <a16:creationId xmlns:a16="http://schemas.microsoft.com/office/drawing/2014/main" id="{3BE4468F-4F18-FF8F-2544-E216C0ACCB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AD75FED6-38D0-DE9C-92C0-6E7FA635581C}" type="slidenum">
              <a:t>1</a:t>
            </a:fld>
          </a:p>
        </p:txBody>
      </p:sp>
      <p:sp>
        <p:nvSpPr>
          <p:cNvPr id="7" name="Subtitle 2">
            <a:extLst xmlns:a="http://schemas.openxmlformats.org/drawingml/2006/main">
              <a:ext uri="{FF2B5EF4-FFF2-40B4-BE49-F238E27FC236}">
                <a16:creationId xmlns:a16="http://schemas.microsoft.com/office/drawing/2014/main" id="{6EB4471D-A6DC-90AA-7CE6-A3673F8BDA83}"/>
              </a:ext>
            </a:extLst>
          </p:cNvPr>
          <p:cNvSpPr>
            <a:spLocks xmlns:a="http://schemas.openxmlformats.org/drawingml/2006/main" noGrp="1"/>
          </p:cNvSpPr>
          <p:nvPr>
            <p:ph type="subTitle" idx="1"/>
          </p:nvPr>
        </p:nvSpPr>
        <p:spPr/>
        <p:txBody>
          <a:bodyPr xmlns:a="http://schemas.openxmlformats.org/drawingml/2006/main"/>
          <a:lstStyle xmlns:a="http://schemas.openxmlformats.org/drawingml/2006/main"/>
          <a:p xmlns:a="http://schemas.openxmlformats.org/drawingml/2006/main">
            <a:r>
              <a:t>Capstone</a:t>
            </a:r>
          </a:p>
        </p:txBody>
      </p:sp>
    </p:spTree>
    <p:extLst>
      <p:ext uri="{BB962C8B-B14F-4D97-AF65-F5344CB8AC3E}">
        <p14:creationId xmlns:p14="http://schemas.microsoft.com/office/powerpoint/2010/main" val="380085019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2E218C-699D-6EC5-2CB5-B8B2CF083A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How the finished program works</a:t>
            </a:r>
          </a:p>
        </p:txBody>
      </p:sp>
      <p:sp>
        <p:nvSpPr>
          <p:cNvPr id="9" name="Rectangle 1">
            <a:extLst xmlns:a="http://schemas.openxmlformats.org/drawingml/2006/main">
              <a:ext uri="{FF2B5EF4-FFF2-40B4-BE49-F238E27FC236}">
                <a16:creationId xmlns:a16="http://schemas.microsoft.com/office/drawing/2014/main" id="{426873F0-29A2-F81A-C501-1BA80955C3F5}"/>
              </a:ext>
            </a:extLst>
          </p:cNvPr>
          <p:cNvSpPr>
            <a:spLocks xmlns:a="http://schemas.openxmlformats.org/drawingml/2006/main" noGrp="1"/>
          </p:cNvSpPr>
          <p:nvPr/>
        </p:nvSpPr>
        <p:spPr>
          <a:xfrm xmlns:a="http://schemas.openxmlformats.org/drawingml/2006/main">
            <a:off x="1381125" y="2095500"/>
            <a:ext cx="9525000" cy="4225544"/>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vert="horz" wrap="none" lIns="0" tIns="0" rIns="0" bIns="0" anchor="t">
            <a:spAutoFit/>
          </a:bodyPr>
          <a:lstStyle xmlns:a="http://schemas.openxmlformats.org/drawingml/2006/main">
            <a:lvl1pPr marL="228600" indent="-228600" algn="l" defTabSz="914400">
              <a:lnSpc>
                <a:spcPct val="90000"/>
              </a:lnSpc>
              <a:spcBef>
                <a:spcPts val="1000"/>
              </a:spcBef>
              <a:buFont typeface="Arial"/>
              <a:buChar char="•"/>
              <a:defRPr sz="20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18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6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4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4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The program starts with three normalised entrant names.</a:t>
            </a:r>
          </a:p>
          <a:p xmlns:a="http://schemas.openxmlformats.org/drawingml/2006/main">
            <a:pPr marL="0" indent="0">
              <a:spcAft>
                <a:spcPts val="0"/>
              </a:spcAft>
              <a:buNone/>
            </a:pPr>
            <a:r>
              <a:rPr sz="2400">
                <a:solidFill>
                  <a:srgbClr val="080808"/>
                </a:solidFill>
                <a:latin typeface="JetBrains Mono"/>
                <a:ea typeface="JetBrains Mono"/>
                <a:cs typeface="JetBrains Mono"/>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Its menu can list, add or replace entrants.</a:t>
            </a:r>
          </a:p>
          <a:p xmlns:a="http://schemas.openxmlformats.org/drawingml/2006/main">
            <a:pPr marL="0" indent="0">
              <a:spcAft>
                <a:spcPts val="0"/>
              </a:spcAft>
              <a:buNone/>
            </a:pPr>
            <a:r>
              <a:rPr sz="2400">
                <a:solidFill>
                  <a:srgbClr val="1750EB"/>
                </a:solidFill>
                <a:latin typeface="JetBrains Mono"/>
                <a:ea typeface="JetBrains Mono"/>
                <a:cs typeface="JetBrains Mono"/>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A draw picks a winner and prize, then generates bonus tokens.</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Each draw uses the organiser's chosen range.</a:t>
            </a:r>
          </a:p>
          <a:p xmlns:a="http://schemas.openxmlformats.org/drawingml/2006/main">
            <a:pPr marL="0" indent="0">
              <a:spcAft>
                <a:spcPts val="0"/>
              </a:spcAft>
              <a:buNone/>
              <a:defRPr>
                <a:solidFill>
                  <a:srgbClr val="000000"/>
                </a:solidFill>
              </a:defRPr>
            </a:pPr>
            <a:r>
              <a:rPr sz="2400">
                <a:solidFill>
                  <a:srgbClr val="000000"/>
                </a:solidFill>
                <a:latin typeface="JetBrains Mono"/>
                <a:ea typeface="JetBrains Mono"/>
                <a:cs typeface="JetBrains Mono"/>
              </a:rPr>
              <a:t>The loop repeats until exit, then displays the number of entrants remaining.</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
            </a:r>
          </a:p>
          <a:p xmlns:a="http://schemas.openxmlformats.org/drawingml/2006/main">
            <a:pPr marL="0" indent="0">
              <a:lnSpc>
                <a:spcPct val="108000"/>
              </a:lnSpc>
              <a:spcAft>
                <a:spcPts val="0"/>
              </a:spcAft>
              <a:buNone/>
              <a:defRPr sz="2250">
                <a:solidFill>
                  <a:srgbClr val="000000"/>
                </a:solidFill>
                <a:latin typeface="Arial"/>
                <a:ea typeface="Arial"/>
                <a:cs typeface="Arial"/>
              </a:defRPr>
            </a:pPr>
            <a:r>
              <a:rPr sz="2250">
                <a:solidFill>
                  <a:srgbClr val="000000"/>
                </a:solidFill>
                <a:latin typeface="Arial"/>
                <a:ea typeface="Arial"/>
                <a:cs typeface="Arial"/>
              </a:rPr>
              <a:t>Complete, test and save each challenge before moving to the next activity.</a:t>
            </a:r>
          </a:p>
        </p:txBody>
      </p:sp>
      <p:sp>
        <p:nvSpPr>
          <p:cNvPr id="13" name="Slide Number Placeholder 12">
            <a:extLst xmlns:a="http://schemas.openxmlformats.org/drawingml/2006/main">
              <a:ext uri="{FF2B5EF4-FFF2-40B4-BE49-F238E27FC236}">
                <a16:creationId xmlns:a16="http://schemas.microsoft.com/office/drawing/2014/main" id="{D887D507-89E7-7D8D-8C34-78ACD3DB74E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2598689-54C9-18A7-3A19-ED76AA08988F}" type="slidenum">
              <a:t>2</a:t>
            </a:fld>
          </a:p>
        </p:txBody>
      </p:sp>
    </p:spTree>
    <p:extLst>
      <p:ext uri="{BB962C8B-B14F-4D97-AF65-F5344CB8AC3E}">
        <p14:creationId xmlns:p14="http://schemas.microsoft.com/office/powerpoint/2010/main" val="72665308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FD3ACF-F271-8980-D873-F9D6FB9FB085}"/>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1</a:t>
            </a:r>
          </a:p>
        </p:txBody>
      </p:sp>
      <p:sp>
        <p:nvSpPr>
          <p:cNvPr id="3" name="Content Placeholder 2">
            <a:extLst xmlns:a="http://schemas.openxmlformats.org/drawingml/2006/main">
              <a:ext uri="{FF2B5EF4-FFF2-40B4-BE49-F238E27FC236}">
                <a16:creationId xmlns:a16="http://schemas.microsoft.com/office/drawing/2014/main" id="{FE010D74-B7EC-9185-C8DF-767A2EA671F6}"/>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what you have learned in previous lessons, create a school fair prize draw. Ask for exactly three entrant names. Strip spaces, use title case and add each name to the entrants list. Choose one winner with random.choice() and display bonus tokens from 1 to 10.</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it with Ana Lee, BAO and cleo. Check that the displayed names use title case, the winner is one of the entrants and the bonus is from 1 to 10.</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challenge1.py.</a:t>
            </a:r>
          </a:p>
        </p:txBody>
      </p:sp>
      <p:sp>
        <p:nvSpPr>
          <p:cNvPr id="7" name="Slide Number Placeholder 6">
            <a:extLst xmlns:a="http://schemas.openxmlformats.org/drawingml/2006/main">
              <a:ext uri="{FF2B5EF4-FFF2-40B4-BE49-F238E27FC236}">
                <a16:creationId xmlns:a16="http://schemas.microsoft.com/office/drawing/2014/main" id="{90156456-F916-2DFA-3233-CF36D6126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202359C0-8A7A-196E-DD58-8E6569619F09}" type="slidenum">
              <a:t>3</a:t>
            </a:fld>
          </a:p>
        </p:txBody>
      </p:sp>
    </p:spTree>
    <p:extLst>
      <p:ext uri="{BB962C8B-B14F-4D97-AF65-F5344CB8AC3E}">
        <p14:creationId xmlns:p14="http://schemas.microsoft.com/office/powerpoint/2010/main" val="252308453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F32E09-610F-3EC3-B786-50BDF0372E6B}"/>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2</a:t>
            </a:r>
          </a:p>
        </p:txBody>
      </p:sp>
      <p:sp>
        <p:nvSpPr>
          <p:cNvPr id="3" name="Content Placeholder 2">
            <a:extLst xmlns:a="http://schemas.openxmlformats.org/drawingml/2006/main">
              <a:ext uri="{FF2B5EF4-FFF2-40B4-BE49-F238E27FC236}">
                <a16:creationId xmlns:a16="http://schemas.microsoft.com/office/drawing/2014/main" id="{59C6027A-1FB5-B72A-C3EC-60CC3C954B38}"/>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the code from the previous activity, add three prizes and let the organiser change the entrants before the draw. Replace the name at a valid position, remove one withdrawing entrant, then display a random winner, prize and bonus tokens from 1 to 10.</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it by replacing position 1 with Dara and withdrawing Ana. Check that the winner is Dara or Cleo, the prize is from the list and the bonus is from 1 to 10.</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challenge2.py.</a:t>
            </a:r>
          </a:p>
        </p:txBody>
      </p:sp>
      <p:sp>
        <p:nvSpPr>
          <p:cNvPr id="7" name="Slide Number Placeholder 6">
            <a:extLst xmlns:a="http://schemas.openxmlformats.org/drawingml/2006/main">
              <a:ext uri="{FF2B5EF4-FFF2-40B4-BE49-F238E27FC236}">
                <a16:creationId xmlns:a16="http://schemas.microsoft.com/office/drawing/2014/main" id="{70D6E3A5-7CB1-FEBE-DD06-6569C8628B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FD6AB9A-5F9E-5F59-51AB-3C8734130965}" type="slidenum">
              <a:t>4</a:t>
            </a:fld>
          </a:p>
        </p:txBody>
      </p:sp>
    </p:spTree>
    <p:extLst>
      <p:ext uri="{BB962C8B-B14F-4D97-AF65-F5344CB8AC3E}">
        <p14:creationId xmlns:p14="http://schemas.microsoft.com/office/powerpoint/2010/main" val="13073155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FD3ACF-F271-8980-D873-F9D6FB9FB085}"/>
              </a:ext>
            </a:extLst>
          </p:cNvPr>
          <p:cNvSpPr>
            <a:spLocks xmlns:a="http://schemas.openxmlformats.org/drawingml/2006/main" noGrp="1"/>
          </p:cNvSpPr>
          <p:nvPr>
            <p:ph type="title" idx="0"/>
          </p:nvPr>
        </p:nvSpPr>
        <p:spPr>
          <a:xfrm xmlns:a="http://schemas.openxmlformats.org/drawingml/2006/main">
            <a:off x="742950" y="952500"/>
            <a:ext cx="10001250" cy="1000125"/>
          </a:xfrm>
        </p:spPr>
        <p:txBody>
          <a:bodyPr xmlns:a="http://schemas.openxmlformats.org/drawingml/2006/main"/>
          <a:lstStyle xmlns:a="http://schemas.openxmlformats.org/drawingml/2006/main"/>
          <a:p xmlns:a="http://schemas.openxmlformats.org/drawingml/2006/main">
            <a:r>
              <a:t>Challenge 3</a:t>
            </a:r>
          </a:p>
        </p:txBody>
      </p:sp>
      <p:sp>
        <p:nvSpPr>
          <p:cNvPr id="3" name="Content Placeholder 2">
            <a:extLst xmlns:a="http://schemas.openxmlformats.org/drawingml/2006/main">
              <a:ext uri="{FF2B5EF4-FFF2-40B4-BE49-F238E27FC236}">
                <a16:creationId xmlns:a16="http://schemas.microsoft.com/office/drawing/2014/main" id="{FE010D74-B7EC-9185-C8DF-767A2EA671F6}"/>
              </a:ext>
            </a:extLst>
          </p:cNvPr>
          <p:cNvSpPr>
            <a:spLocks xmlns:a="http://schemas.openxmlformats.org/drawingml/2006/main" noGrp="1"/>
          </p:cNvSpPr>
          <p:nvPr>
            <p:ph idx="1"/>
          </p:nvPr>
        </p:nvSpPr>
        <p:spPr>
          <a:xfrm xmlns:a="http://schemas.openxmlformats.org/drawingml/2006/main">
            <a:off x="1381125" y="2047875"/>
            <a:ext cx="9429750" cy="4095750"/>
          </a:xfrm>
        </p:spPr>
        <p:txBody>
          <a:bodyPr xmlns:a="http://schemas.openxmlformats.org/drawingml/2006/main" lIns="0" tIns="0" rIns="0" bIns="0" anchor="t">
            <a:normAutofit fontScale="100000"/>
          </a:bodyPr>
          <a:lstStyle xmlns:a="http://schemas.openxmlformats.org/drawingml/2006/main"/>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Using the code from the previous activity, replace the one-time changes with a repeating menu. Let the organiser list entrants, add a name, replace a valid position, draw a winner, or exit. Normalise names on add and replace. The draw asks for lower and upper bonus limits and uses random values inside them. Invalid choices display Choose a valid option. and repeat. Exit displays Entrants remaining:.</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Run add/list/exit, draw with 5 and 5 then exit, and other then exit. Check the named outputs and the final count.</a:t>
            </a:r>
          </a:p>
          <a:p xmlns:a="http://schemas.openxmlformats.org/drawingml/2006/main">
            <a:pPr marL="0" marR="0" indent="0">
              <a:lnSpc>
                <a:spcPct val="108000"/>
              </a:lnSpc>
              <a:spcBef>
                <a:spcPts val="0"/>
              </a:spcBef>
              <a:spcAft>
                <a:spcPts val="800"/>
              </a:spcAft>
              <a:buNone/>
              <a:defRPr sz="1800">
                <a:solidFill>
                  <a:srgbClr val="000000"/>
                </a:solidFill>
                <a:latin typeface="Arial"/>
                <a:ea typeface="Arial"/>
                <a:cs typeface="Arial"/>
              </a:defRPr>
            </a:pPr>
            <a:r>
              <a:rPr sz="1800">
                <a:solidFill>
                  <a:srgbClr val="000000"/>
                </a:solidFill>
                <a:latin typeface="Arial"/>
                <a:ea typeface="Arial"/>
                <a:cs typeface="Arial"/>
              </a:rPr>
              <a:t>Save as challenge3.py.</a:t>
            </a:r>
          </a:p>
        </p:txBody>
      </p:sp>
      <p:sp>
        <p:nvSpPr>
          <p:cNvPr id="7" name="Slide Number Placeholder 6">
            <a:extLst xmlns:a="http://schemas.openxmlformats.org/drawingml/2006/main">
              <a:ext uri="{FF2B5EF4-FFF2-40B4-BE49-F238E27FC236}">
                <a16:creationId xmlns:a16="http://schemas.microsoft.com/office/drawing/2014/main" id="{90156456-F916-2DFA-3233-CF36D6126A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E5B3003-2C54-13C6-9832-7637201064DE}" type="slidenum">
              <a:t>5</a:t>
            </a:fld>
          </a:p>
        </p:txBody>
      </p:sp>
    </p:spTree>
    <p:extLst>
      <p:ext uri="{BB962C8B-B14F-4D97-AF65-F5344CB8AC3E}">
        <p14:creationId xmlns:p14="http://schemas.microsoft.com/office/powerpoint/2010/main" val="252308453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2026-09-28T04:47:45.7820000Z</dcterms:created>
  <dcterms:modified xsi:type="dcterms:W3CDTF">2026-09-28T04:47:45.7820000Z</dcterms:modified>
</coreProperties>
</file>