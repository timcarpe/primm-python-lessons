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21d7f0988894b1a" /><Relationship Type="http://schemas.openxmlformats.org/officeDocument/2006/relationships/extended-properties" Target="/docProps/app.xml" Id="Rc533c5d4ec954142" /><Relationship Type="http://schemas.openxmlformats.org/officeDocument/2006/relationships/officeDocument" Target="/ppt/presentation.xml" Id="R4c93ae524dac4e62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e243026a39e744d8"/>
  </p:sldMasterIdLst>
  <p:notesMasterIdLst>
    <p:notesMasterId xmlns:r="http://schemas.openxmlformats.org/officeDocument/2006/relationships" r:id="R9af62b6119434a73"/>
  </p:notesMasterIdLst>
  <p:sldIdLst>
    <p:sldId xmlns:r="http://schemas.openxmlformats.org/officeDocument/2006/relationships" id="256" r:id="Rba1a77db66df4708"/>
    <p:sldId xmlns:r="http://schemas.openxmlformats.org/officeDocument/2006/relationships" id="257" r:id="Re9d209c07083458e"/>
    <p:sldId xmlns:r="http://schemas.openxmlformats.org/officeDocument/2006/relationships" id="258" r:id="R1a0541d933e644e2"/>
    <p:sldId xmlns:r="http://schemas.openxmlformats.org/officeDocument/2006/relationships" id="259" r:id="Rfbabc51da10042fb"/>
    <p:sldId xmlns:r="http://schemas.openxmlformats.org/officeDocument/2006/relationships" id="260" r:id="Rdaa90c58f83342a7"/>
    <p:sldId xmlns:r="http://schemas.openxmlformats.org/officeDocument/2006/relationships" id="261" r:id="R7a814aa3ae184eb1"/>
    <p:sldId xmlns:r="http://schemas.openxmlformats.org/officeDocument/2006/relationships" id="262" r:id="Rc0e69b9c78ec4d26"/>
    <p:sldId xmlns:r="http://schemas.openxmlformats.org/officeDocument/2006/relationships" id="263" r:id="R0d673d096d6c4916"/>
    <p:sldId xmlns:r="http://schemas.openxmlformats.org/officeDocument/2006/relationships" id="264" r:id="Ra51f3f5b08dd443a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0b177af8f3c74ca4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f14be5d8fba44d7" /><Relationship Type="http://schemas.openxmlformats.org/officeDocument/2006/relationships/slideMaster" Target="/ppt/slideMasters/slideMaster1.xml" Id="Re243026a39e744d8" /><Relationship Type="http://schemas.openxmlformats.org/officeDocument/2006/relationships/notesMaster" Target="/ppt/notesMasters/notesMaster1.xml" Id="R9af62b6119434a73" /><Relationship Type="http://schemas.openxmlformats.org/officeDocument/2006/relationships/presProps" Target="/ppt/presProps.xml" Id="R2fd06d1e9be840ec" /><Relationship Type="http://schemas.openxmlformats.org/officeDocument/2006/relationships/viewProps" Target="/ppt/viewProps.xml" Id="R700718838edf49ad" /><Relationship Type="http://schemas.openxmlformats.org/officeDocument/2006/relationships/tableStyles" Target="/ppt/tableStyles.xml" Id="R01a00211d24c432f" /><Relationship Type="http://schemas.openxmlformats.org/officeDocument/2006/relationships/font" Target="/ppt/fonts/font.dat" Id="R0b177af8f3c74ca4" /><Relationship Type="http://schemas.openxmlformats.org/officeDocument/2006/relationships/slide" Target="/ppt/slides/slide1.xml" Id="Rba1a77db66df4708" /><Relationship Type="http://schemas.openxmlformats.org/officeDocument/2006/relationships/slide" Target="/ppt/slides/slide2.xml" Id="Re9d209c07083458e" /><Relationship Type="http://schemas.openxmlformats.org/officeDocument/2006/relationships/slide" Target="/ppt/slides/slide3.xml" Id="R1a0541d933e644e2" /><Relationship Type="http://schemas.openxmlformats.org/officeDocument/2006/relationships/slide" Target="/ppt/slides/slide4.xml" Id="Rfbabc51da10042fb" /><Relationship Type="http://schemas.openxmlformats.org/officeDocument/2006/relationships/slide" Target="/ppt/slides/slide5.xml" Id="Rdaa90c58f83342a7" /><Relationship Type="http://schemas.openxmlformats.org/officeDocument/2006/relationships/slide" Target="/ppt/slides/slide6.xml" Id="R7a814aa3ae184eb1" /><Relationship Type="http://schemas.openxmlformats.org/officeDocument/2006/relationships/slide" Target="/ppt/slides/slide7.xml" Id="Rc0e69b9c78ec4d26" /><Relationship Type="http://schemas.openxmlformats.org/officeDocument/2006/relationships/slide" Target="/ppt/slides/slide8.xml" Id="R0d673d096d6c4916" /><Relationship Type="http://schemas.openxmlformats.org/officeDocument/2006/relationships/slide" Target="/ppt/slides/slide9.xml" Id="Ra51f3f5b08dd443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7ff032c54f2434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50fb3aa15634290" /><Relationship Type="http://schemas.openxmlformats.org/officeDocument/2006/relationships/notesMaster" Target="/ppt/notesMasters/notesMaster1.xml" Id="Rccf9f6f7ab04404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70bb579916143b8" /><Relationship Type="http://schemas.openxmlformats.org/officeDocument/2006/relationships/notesMaster" Target="/ppt/notesMasters/notesMaster1.xml" Id="R8464d6c967e9488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289986af0b64c74" /><Relationship Type="http://schemas.openxmlformats.org/officeDocument/2006/relationships/notesMaster" Target="/ppt/notesMasters/notesMaster1.xml" Id="R0b58ae8157404e8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8a8e64f57ca43e4" /><Relationship Type="http://schemas.openxmlformats.org/officeDocument/2006/relationships/notesMaster" Target="/ppt/notesMasters/notesMaster1.xml" Id="Rcd8b20c5d4c944a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46145b08b094769" /><Relationship Type="http://schemas.openxmlformats.org/officeDocument/2006/relationships/notesMaster" Target="/ppt/notesMasters/notesMaster1.xml" Id="R35c93f790dae49a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8efe2e98a894363" /><Relationship Type="http://schemas.openxmlformats.org/officeDocument/2006/relationships/notesMaster" Target="/ppt/notesMasters/notesMaster1.xml" Id="R5fc676103ec34d3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f5ed773855a4239" /><Relationship Type="http://schemas.openxmlformats.org/officeDocument/2006/relationships/notesMaster" Target="/ppt/notesMasters/notesMaster1.xml" Id="R7c33edc4555d4c1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752cb1fe8b8491a" /><Relationship Type="http://schemas.openxmlformats.org/officeDocument/2006/relationships/notesMaster" Target="/ppt/notesMasters/notesMaster1.xml" Id="Rdd5ddb3ae5224e8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a77e532b4384fa2" /><Relationship Type="http://schemas.openxmlformats.org/officeDocument/2006/relationships/notesMaster" Target="/ppt/notesMasters/notesMaster1.xml" Id="R39fe14a9b4bf4d3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24e3e998cc42b2" /><Relationship Type="http://schemas.openxmlformats.org/officeDocument/2006/relationships/image" Target="/ppt/media/image.png" Id="R3167ac073a3845f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ec0b22eee84b02" /><Relationship Type="http://schemas.openxmlformats.org/officeDocument/2006/relationships/image" Target="/ppt/media/image.png" Id="R39b9d7f9dedc4a5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8b73cf2b73427e" /><Relationship Type="http://schemas.openxmlformats.org/officeDocument/2006/relationships/image" Target="/ppt/media/image.png" Id="Re2a3961b93f34e5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9bd9f9a7314100" /><Relationship Type="http://schemas.openxmlformats.org/officeDocument/2006/relationships/image" Target="/ppt/media/image.png" Id="Ra25d8cba69ec44b6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6b85b5cf7e4d48" /><Relationship Type="http://schemas.openxmlformats.org/officeDocument/2006/relationships/image" Target="/ppt/media/image.png" Id="R53fb17f159554c1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86016a270b412e" /><Relationship Type="http://schemas.openxmlformats.org/officeDocument/2006/relationships/image" Target="/ppt/media/image.png" Id="R730aa03ca7fd4ff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fb852e44e64f00" /><Relationship Type="http://schemas.openxmlformats.org/officeDocument/2006/relationships/image" Target="/ppt/media/image.png" Id="R2c8c32732a1e44eb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acd8c59c504115" /><Relationship Type="http://schemas.openxmlformats.org/officeDocument/2006/relationships/image" Target="/ppt/media/image.png" Id="R9455138d60054a65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b61ff3898940d2" /><Relationship Type="http://schemas.openxmlformats.org/officeDocument/2006/relationships/image" Target="/ppt/media/image.png" Id="Ra978dee07e084e5b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d3a76e57a2946b6" /><Relationship Type="http://schemas.openxmlformats.org/officeDocument/2006/relationships/image" Target="/ppt/media/image.png" Id="Rdb9bed8a26cf41df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77c4a5292a492c" /><Relationship Type="http://schemas.openxmlformats.org/officeDocument/2006/relationships/image" Target="/ppt/media/image.png" Id="R77bd9222fff643f0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167ac073a3845f9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9b9d7f9dedc4a5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2a3961b93f34e5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25d8cba69ec44b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3fb17f159554c1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30aa03ca7fd4ff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c8c32732a1e44e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455138d60054a6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978dee07e084e5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b9bed8a26cf41d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7bd9222fff643f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f2994cf0fea4194" /><Relationship Type="http://schemas.openxmlformats.org/officeDocument/2006/relationships/slideLayout" Target="/ppt/slideLayouts/slideLayout1.xml" Id="R1a7d4bd9ad2f4585" /><Relationship Type="http://schemas.openxmlformats.org/officeDocument/2006/relationships/slideLayout" Target="/ppt/slideLayouts/slideLayout2.xml" Id="Re5409db6fd91481b" /><Relationship Type="http://schemas.openxmlformats.org/officeDocument/2006/relationships/slideLayout" Target="/ppt/slideLayouts/slideLayout3.xml" Id="Rcb2db27a0b3f44c2" /><Relationship Type="http://schemas.openxmlformats.org/officeDocument/2006/relationships/slideLayout" Target="/ppt/slideLayouts/slideLayout4.xml" Id="R070c979a13004f09" /><Relationship Type="http://schemas.openxmlformats.org/officeDocument/2006/relationships/slideLayout" Target="/ppt/slideLayouts/slideLayout5.xml" Id="Re419f09ee1464b2a" /><Relationship Type="http://schemas.openxmlformats.org/officeDocument/2006/relationships/slideLayout" Target="/ppt/slideLayouts/slideLayout6.xml" Id="R83bdcf49c5c84feb" /><Relationship Type="http://schemas.openxmlformats.org/officeDocument/2006/relationships/slideLayout" Target="/ppt/slideLayouts/slideLayout7.xml" Id="R372adc4662684cf8" /><Relationship Type="http://schemas.openxmlformats.org/officeDocument/2006/relationships/slideLayout" Target="/ppt/slideLayouts/slideLayout8.xml" Id="Ref3c897167d144fb" /><Relationship Type="http://schemas.openxmlformats.org/officeDocument/2006/relationships/slideLayout" Target="/ppt/slideLayouts/slideLayout9.xml" Id="Ra4d48853d5134fe7" /><Relationship Type="http://schemas.openxmlformats.org/officeDocument/2006/relationships/slideLayout" Target="/ppt/slideLayouts/slideLayout10.xml" Id="R4eb65545e2a14377" /><Relationship Type="http://schemas.openxmlformats.org/officeDocument/2006/relationships/slideLayout" Target="/ppt/slideLayouts/slideLayout11.xml" Id="R450c36776af048df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a7d4bd9ad2f4585"/>
    <p:sldLayoutId xmlns:r="http://schemas.openxmlformats.org/officeDocument/2006/relationships" id="2147483650" r:id="Re5409db6fd91481b"/>
    <p:sldLayoutId xmlns:r="http://schemas.openxmlformats.org/officeDocument/2006/relationships" id="2147483651" r:id="Rcb2db27a0b3f44c2"/>
    <p:sldLayoutId xmlns:r="http://schemas.openxmlformats.org/officeDocument/2006/relationships" id="2147483652" r:id="R070c979a13004f09"/>
    <p:sldLayoutId xmlns:r="http://schemas.openxmlformats.org/officeDocument/2006/relationships" id="2147483653" r:id="Re419f09ee1464b2a"/>
    <p:sldLayoutId xmlns:r="http://schemas.openxmlformats.org/officeDocument/2006/relationships" id="2147483654" r:id="R83bdcf49c5c84feb"/>
    <p:sldLayoutId xmlns:r="http://schemas.openxmlformats.org/officeDocument/2006/relationships" id="2147483655" r:id="R372adc4662684cf8"/>
    <p:sldLayoutId xmlns:r="http://schemas.openxmlformats.org/officeDocument/2006/relationships" id="2147483656" r:id="Ref3c897167d144fb"/>
    <p:sldLayoutId xmlns:r="http://schemas.openxmlformats.org/officeDocument/2006/relationships" id="2147483657" r:id="Ra4d48853d5134fe7"/>
    <p:sldLayoutId xmlns:r="http://schemas.openxmlformats.org/officeDocument/2006/relationships" id="2147483658" r:id="R4eb65545e2a14377"/>
    <p:sldLayoutId xmlns:r="http://schemas.openxmlformats.org/officeDocument/2006/relationships" id="2147483659" r:id="R450c36776af048df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8adf17f73f4696" /><Relationship Type="http://schemas.openxmlformats.org/officeDocument/2006/relationships/notesSlide" Target="/ppt/notesSlides/notesSlide1.xml" Id="R847b5ccffff2416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95de28cd3d24b92" /><Relationship Type="http://schemas.openxmlformats.org/officeDocument/2006/relationships/notesSlide" Target="/ppt/notesSlides/notesSlide2.xml" Id="Rbc6361fa90be431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89b1690168a41c8" /><Relationship Type="http://schemas.openxmlformats.org/officeDocument/2006/relationships/notesSlide" Target="/ppt/notesSlides/notesSlide3.xml" Id="R2f8ea3572093403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aa61cd745644398" /><Relationship Type="http://schemas.openxmlformats.org/officeDocument/2006/relationships/notesSlide" Target="/ppt/notesSlides/notesSlide4.xml" Id="R371cce7a08eb44a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0be3f17cbd64339" /><Relationship Type="http://schemas.openxmlformats.org/officeDocument/2006/relationships/notesSlide" Target="/ppt/notesSlides/notesSlide5.xml" Id="R76626009ae6c4e2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f2023e890d644fa" /><Relationship Type="http://schemas.openxmlformats.org/officeDocument/2006/relationships/notesSlide" Target="/ppt/notesSlides/notesSlide6.xml" Id="R27f00d3699f7401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04137b995fb4eb5" /><Relationship Type="http://schemas.openxmlformats.org/officeDocument/2006/relationships/notesSlide" Target="/ppt/notesSlides/notesSlide7.xml" Id="R5f50424e6e46451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f5dd89279ad4b1b" /><Relationship Type="http://schemas.openxmlformats.org/officeDocument/2006/relationships/notesSlide" Target="/ppt/notesSlides/notesSlide8.xml" Id="R11ca8880f376416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cb3adcfad2940f4" /><Relationship Type="http://schemas.openxmlformats.org/officeDocument/2006/relationships/notesSlide" Target="/ppt/notesSlides/notesSlide9.xml" Id="R5871271e66a343b8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Condition Loops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09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7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attempts = 0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guess = 0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guess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attempts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3: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guess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"Guess 1 to 10: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attempts = attempts + 1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"Finished in"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attempts,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"tries."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7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attempts = 0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guess = 0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guess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attempts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3: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guess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"Guess 1 to 10: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attempts = attempts + 1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"Finished in"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attempts,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"tries."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7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attempts = 0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guess = 0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guess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attempts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3: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guess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"Guess 1 to 10: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attempts = attempts + 1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"Finished in"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attempts,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"tries."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Which two stored values change each time the loop runs?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does the terminating guess still increase the attempt counter?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If the guesses are 2 and then 7, what does the final line display?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Why does the loop stop after three wrong guesses even though the target was not found?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7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attempts = 0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guess = 0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guess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attempts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3: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guess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"Guess 1 to 10: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attempts = attempts + 1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"Finished in"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attempts,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"tries."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the final message explains why the loop stopped. After the loop, use an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statement to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"Correct!"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when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guess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equals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target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; otherwise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"Out of guesses. It was 7."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Test 7, then test 1, 2 and 3.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7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attempts = 0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guess = 0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guess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attempts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3: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guess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"Guess 1 to 10: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attempts = attempts + 1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"Finished in"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attempts,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"tries."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example so each wrong guess gets a hint. Inside the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loop,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"Too low"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"Too high"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after each guess that is not 7. For example, 5, 9 and 7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"Too low"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"Too high"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7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attempts = 0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guess = 0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guess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attempts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3: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guess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"Guess 1 to 10: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attempts = attempts + 1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"Finished in"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attempts,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"tries."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door-code checker. Store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"open"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password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Use a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ask for a code until it is correct or three attempts are used.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"Door opened."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"Door locked."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the attempts used. For example,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"green"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"Door locked. Attempts used: 3"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7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attempts = 0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guess = 0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guess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attempts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3: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guess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"Guess 1 to 10: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attempts = attempts + 1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"Finished in"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attempts,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"tries."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5493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target = 7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attempts = 0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guess = 0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guess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target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and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attempts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&lt;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3: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guess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"Guess 1 to 10: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attempts = attempts +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"1"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"Finished in"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attempts,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"tries."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2026-09-28T06:17:10.7250000Z</dcterms:created>
  <dcterms:modified xsi:type="dcterms:W3CDTF">2026-09-28T06:17:10.7250000Z</dcterms:modified>
</coreProperties>
</file>