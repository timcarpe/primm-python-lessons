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1a59cf4eea9451f" /><Relationship Type="http://schemas.openxmlformats.org/officeDocument/2006/relationships/extended-properties" Target="/docProps/app.xml" Id="R08fde5cebbc64811" /><Relationship Type="http://schemas.openxmlformats.org/officeDocument/2006/relationships/officeDocument" Target="/ppt/presentation.xml" Id="R18e41c6e1b8444bc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0f1e529144ed4be8"/>
  </p:sldMasterIdLst>
  <p:notesMasterIdLst>
    <p:notesMasterId xmlns:r="http://schemas.openxmlformats.org/officeDocument/2006/relationships" r:id="R5140b687e3b548cf"/>
  </p:notesMasterIdLst>
  <p:sldIdLst>
    <p:sldId xmlns:r="http://schemas.openxmlformats.org/officeDocument/2006/relationships" id="256" r:id="R729eb39b1e14449e"/>
    <p:sldId xmlns:r="http://schemas.openxmlformats.org/officeDocument/2006/relationships" id="257" r:id="R60ff76491f0d4305"/>
    <p:sldId xmlns:r="http://schemas.openxmlformats.org/officeDocument/2006/relationships" id="258" r:id="R847631b7595e4269"/>
    <p:sldId xmlns:r="http://schemas.openxmlformats.org/officeDocument/2006/relationships" id="259" r:id="Ree2bcc46e8ed4f17"/>
    <p:sldId xmlns:r="http://schemas.openxmlformats.org/officeDocument/2006/relationships" id="260" r:id="Rcf2dd50a8d8f4320"/>
    <p:sldId xmlns:r="http://schemas.openxmlformats.org/officeDocument/2006/relationships" id="261" r:id="R44d4a8a144d141c0"/>
    <p:sldId xmlns:r="http://schemas.openxmlformats.org/officeDocument/2006/relationships" id="262" r:id="Rc2be5b21e31049d0"/>
    <p:sldId xmlns:r="http://schemas.openxmlformats.org/officeDocument/2006/relationships" id="263" r:id="Rd32a98cb40b04fac"/>
    <p:sldId xmlns:r="http://schemas.openxmlformats.org/officeDocument/2006/relationships" id="264" r:id="R244e6e210f5846bd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48d2ac66fd6543c4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68d2dfb1553456f" /><Relationship Type="http://schemas.openxmlformats.org/officeDocument/2006/relationships/slideMaster" Target="/ppt/slideMasters/slideMaster1.xml" Id="R0f1e529144ed4be8" /><Relationship Type="http://schemas.openxmlformats.org/officeDocument/2006/relationships/notesMaster" Target="/ppt/notesMasters/notesMaster1.xml" Id="R5140b687e3b548cf" /><Relationship Type="http://schemas.openxmlformats.org/officeDocument/2006/relationships/presProps" Target="/ppt/presProps.xml" Id="R698d7d542a8e4c4a" /><Relationship Type="http://schemas.openxmlformats.org/officeDocument/2006/relationships/viewProps" Target="/ppt/viewProps.xml" Id="R8b3056e3566546d3" /><Relationship Type="http://schemas.openxmlformats.org/officeDocument/2006/relationships/tableStyles" Target="/ppt/tableStyles.xml" Id="R36c5253bca10432f" /><Relationship Type="http://schemas.openxmlformats.org/officeDocument/2006/relationships/font" Target="/ppt/fonts/font.dat" Id="R48d2ac66fd6543c4" /><Relationship Type="http://schemas.openxmlformats.org/officeDocument/2006/relationships/slide" Target="/ppt/slides/slide1.xml" Id="R729eb39b1e14449e" /><Relationship Type="http://schemas.openxmlformats.org/officeDocument/2006/relationships/slide" Target="/ppt/slides/slide2.xml" Id="R60ff76491f0d4305" /><Relationship Type="http://schemas.openxmlformats.org/officeDocument/2006/relationships/slide" Target="/ppt/slides/slide3.xml" Id="R847631b7595e4269" /><Relationship Type="http://schemas.openxmlformats.org/officeDocument/2006/relationships/slide" Target="/ppt/slides/slide4.xml" Id="Ree2bcc46e8ed4f17" /><Relationship Type="http://schemas.openxmlformats.org/officeDocument/2006/relationships/slide" Target="/ppt/slides/slide5.xml" Id="Rcf2dd50a8d8f4320" /><Relationship Type="http://schemas.openxmlformats.org/officeDocument/2006/relationships/slide" Target="/ppt/slides/slide6.xml" Id="R44d4a8a144d141c0" /><Relationship Type="http://schemas.openxmlformats.org/officeDocument/2006/relationships/slide" Target="/ppt/slides/slide7.xml" Id="Rc2be5b21e31049d0" /><Relationship Type="http://schemas.openxmlformats.org/officeDocument/2006/relationships/slide" Target="/ppt/slides/slide8.xml" Id="Rd32a98cb40b04fac" /><Relationship Type="http://schemas.openxmlformats.org/officeDocument/2006/relationships/slide" Target="/ppt/slides/slide9.xml" Id="R244e6e210f5846b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599ff2bc3ad470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b07a20636a74422" /><Relationship Type="http://schemas.openxmlformats.org/officeDocument/2006/relationships/notesMaster" Target="/ppt/notesMasters/notesMaster1.xml" Id="R4b936cbbb0154e3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17e7eced6c0426f" /><Relationship Type="http://schemas.openxmlformats.org/officeDocument/2006/relationships/notesMaster" Target="/ppt/notesMasters/notesMaster1.xml" Id="R9ba03b77f1ea4d0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338f1ac4c094289" /><Relationship Type="http://schemas.openxmlformats.org/officeDocument/2006/relationships/notesMaster" Target="/ppt/notesMasters/notesMaster1.xml" Id="R8af3a3c30d11439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bc157669c854333" /><Relationship Type="http://schemas.openxmlformats.org/officeDocument/2006/relationships/notesMaster" Target="/ppt/notesMasters/notesMaster1.xml" Id="Rf888ddcc18494d3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abffa7821084d04" /><Relationship Type="http://schemas.openxmlformats.org/officeDocument/2006/relationships/notesMaster" Target="/ppt/notesMasters/notesMaster1.xml" Id="Rb046e20b8c1e4ff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6fa713d191346a1" /><Relationship Type="http://schemas.openxmlformats.org/officeDocument/2006/relationships/notesMaster" Target="/ppt/notesMasters/notesMaster1.xml" Id="R9443b003948d48d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1bd32b5bb5d427e" /><Relationship Type="http://schemas.openxmlformats.org/officeDocument/2006/relationships/notesMaster" Target="/ppt/notesMasters/notesMaster1.xml" Id="R3a8d9323002e4ca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bd2d896fd3c43d0" /><Relationship Type="http://schemas.openxmlformats.org/officeDocument/2006/relationships/notesMaster" Target="/ppt/notesMasters/notesMaster1.xml" Id="R779c129bf9da42a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5f59d0203104955" /><Relationship Type="http://schemas.openxmlformats.org/officeDocument/2006/relationships/notesMaster" Target="/ppt/notesMasters/notesMaster1.xml" Id="Rfc17e4d1a5c5443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a122963d944407" /><Relationship Type="http://schemas.openxmlformats.org/officeDocument/2006/relationships/image" Target="/ppt/media/image.png" Id="Rd22871687602480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a6e934f3da465c" /><Relationship Type="http://schemas.openxmlformats.org/officeDocument/2006/relationships/image" Target="/ppt/media/image.png" Id="R2e682f9c7d0e4c4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beef03ea514598" /><Relationship Type="http://schemas.openxmlformats.org/officeDocument/2006/relationships/image" Target="/ppt/media/image.png" Id="R5fee070e01a840d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712ab2a0d442b7" /><Relationship Type="http://schemas.openxmlformats.org/officeDocument/2006/relationships/image" Target="/ppt/media/image.png" Id="R60bcdb4088f4451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6a919149ac4a47" /><Relationship Type="http://schemas.openxmlformats.org/officeDocument/2006/relationships/image" Target="/ppt/media/image.png" Id="R1f3f6dd0ed71491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62bad382c145ea" /><Relationship Type="http://schemas.openxmlformats.org/officeDocument/2006/relationships/image" Target="/ppt/media/image.png" Id="R989f06f8c74544e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46cbaebd564240" /><Relationship Type="http://schemas.openxmlformats.org/officeDocument/2006/relationships/image" Target="/ppt/media/image.png" Id="Rd63655ba0a8e443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96b5f2deb448f0" /><Relationship Type="http://schemas.openxmlformats.org/officeDocument/2006/relationships/image" Target="/ppt/media/image.png" Id="R8df2e1dac2384ff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1d2fb8c9b64587" /><Relationship Type="http://schemas.openxmlformats.org/officeDocument/2006/relationships/image" Target="/ppt/media/image.png" Id="Re3daa741df9f4ef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ac56aa046e4a35" /><Relationship Type="http://schemas.openxmlformats.org/officeDocument/2006/relationships/image" Target="/ppt/media/image.png" Id="Rf1687f87411a494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8f071031664fd6" /><Relationship Type="http://schemas.openxmlformats.org/officeDocument/2006/relationships/image" Target="/ppt/media/image.png" Id="R9ee967e3d5c04478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228716876024804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e682f9c7d0e4c4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fee070e01a840d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0bcdb4088f4451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f3f6dd0ed71491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89f06f8c74544e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63655ba0a8e443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df2e1dac2384ff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3daa741df9f4ef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1687f87411a494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ee967e3d5c0447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c93cae1db164c68" /><Relationship Type="http://schemas.openxmlformats.org/officeDocument/2006/relationships/slideLayout" Target="/ppt/slideLayouts/slideLayout1.xml" Id="R0c049b8170e64b93" /><Relationship Type="http://schemas.openxmlformats.org/officeDocument/2006/relationships/slideLayout" Target="/ppt/slideLayouts/slideLayout2.xml" Id="Rdb104da063394f98" /><Relationship Type="http://schemas.openxmlformats.org/officeDocument/2006/relationships/slideLayout" Target="/ppt/slideLayouts/slideLayout3.xml" Id="R086e966c34f74d44" /><Relationship Type="http://schemas.openxmlformats.org/officeDocument/2006/relationships/slideLayout" Target="/ppt/slideLayouts/slideLayout4.xml" Id="R92501ce68fa5418b" /><Relationship Type="http://schemas.openxmlformats.org/officeDocument/2006/relationships/slideLayout" Target="/ppt/slideLayouts/slideLayout5.xml" Id="Ra27d8e82d3f244b7" /><Relationship Type="http://schemas.openxmlformats.org/officeDocument/2006/relationships/slideLayout" Target="/ppt/slideLayouts/slideLayout6.xml" Id="Rda1bca6fdc89441f" /><Relationship Type="http://schemas.openxmlformats.org/officeDocument/2006/relationships/slideLayout" Target="/ppt/slideLayouts/slideLayout7.xml" Id="R71af6029e78f4a86" /><Relationship Type="http://schemas.openxmlformats.org/officeDocument/2006/relationships/slideLayout" Target="/ppt/slideLayouts/slideLayout8.xml" Id="R3b222f2e8b674382" /><Relationship Type="http://schemas.openxmlformats.org/officeDocument/2006/relationships/slideLayout" Target="/ppt/slideLayouts/slideLayout9.xml" Id="R6aaad299479d470a" /><Relationship Type="http://schemas.openxmlformats.org/officeDocument/2006/relationships/slideLayout" Target="/ppt/slideLayouts/slideLayout10.xml" Id="R214773dd2a1b4386" /><Relationship Type="http://schemas.openxmlformats.org/officeDocument/2006/relationships/slideLayout" Target="/ppt/slideLayouts/slideLayout11.xml" Id="Rbfef5207c56c4eb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c049b8170e64b93"/>
    <p:sldLayoutId xmlns:r="http://schemas.openxmlformats.org/officeDocument/2006/relationships" id="2147483650" r:id="Rdb104da063394f98"/>
    <p:sldLayoutId xmlns:r="http://schemas.openxmlformats.org/officeDocument/2006/relationships" id="2147483651" r:id="R086e966c34f74d44"/>
    <p:sldLayoutId xmlns:r="http://schemas.openxmlformats.org/officeDocument/2006/relationships" id="2147483652" r:id="R92501ce68fa5418b"/>
    <p:sldLayoutId xmlns:r="http://schemas.openxmlformats.org/officeDocument/2006/relationships" id="2147483653" r:id="Ra27d8e82d3f244b7"/>
    <p:sldLayoutId xmlns:r="http://schemas.openxmlformats.org/officeDocument/2006/relationships" id="2147483654" r:id="Rda1bca6fdc89441f"/>
    <p:sldLayoutId xmlns:r="http://schemas.openxmlformats.org/officeDocument/2006/relationships" id="2147483655" r:id="R71af6029e78f4a86"/>
    <p:sldLayoutId xmlns:r="http://schemas.openxmlformats.org/officeDocument/2006/relationships" id="2147483656" r:id="R3b222f2e8b674382"/>
    <p:sldLayoutId xmlns:r="http://schemas.openxmlformats.org/officeDocument/2006/relationships" id="2147483657" r:id="R6aaad299479d470a"/>
    <p:sldLayoutId xmlns:r="http://schemas.openxmlformats.org/officeDocument/2006/relationships" id="2147483658" r:id="R214773dd2a1b4386"/>
    <p:sldLayoutId xmlns:r="http://schemas.openxmlformats.org/officeDocument/2006/relationships" id="2147483659" r:id="Rbfef5207c56c4ebf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aea2d2a93a4f5e" /><Relationship Type="http://schemas.openxmlformats.org/officeDocument/2006/relationships/notesSlide" Target="/ppt/notesSlides/notesSlide1.xml" Id="R5d94ec8b4a5c41f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3eba5ab2d994606" /><Relationship Type="http://schemas.openxmlformats.org/officeDocument/2006/relationships/notesSlide" Target="/ppt/notesSlides/notesSlide2.xml" Id="Rc24dc1ab5b21407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6b837fd5cc84b60" /><Relationship Type="http://schemas.openxmlformats.org/officeDocument/2006/relationships/notesSlide" Target="/ppt/notesSlides/notesSlide3.xml" Id="R3b7eb3b6dfe643a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a1daf6716c4d4a" /><Relationship Type="http://schemas.openxmlformats.org/officeDocument/2006/relationships/notesSlide" Target="/ppt/notesSlides/notesSlide4.xml" Id="R8a5b03bfcdac456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5d28602234249dc" /><Relationship Type="http://schemas.openxmlformats.org/officeDocument/2006/relationships/notesSlide" Target="/ppt/notesSlides/notesSlide5.xml" Id="Raf156397bc49423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903f29c8364ada" /><Relationship Type="http://schemas.openxmlformats.org/officeDocument/2006/relationships/notesSlide" Target="/ppt/notesSlides/notesSlide6.xml" Id="Rdade985a4029408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7940b514124c47" /><Relationship Type="http://schemas.openxmlformats.org/officeDocument/2006/relationships/notesSlide" Target="/ppt/notesSlides/notesSlide7.xml" Id="Re85ff503c06f42b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988a49eb75c4850" /><Relationship Type="http://schemas.openxmlformats.org/officeDocument/2006/relationships/notesSlide" Target="/ppt/notesSlides/notesSlide8.xml" Id="R61b267fc4ee647b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7755315035f4704" /><Relationship Type="http://schemas.openxmlformats.org/officeDocument/2006/relationships/notesSlide" Target="/ppt/notesSlides/notesSlide9.xml" Id="Rde3b52742dbb411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Condition Loops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09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Which two stored values change each time the loop runs?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the terminating guess still increase the attempt counter?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If the guesses are 2 and then 7, what does the final line display?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Why does the loop stop after three wrong guesses even though the target was not found?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maximum number of attempts from 3 to 2. Change the final output to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"Attempts used:"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[attempts].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"7"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"Attempts used: 1"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"4"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"5"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"Attempts used: 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Give the player five attempts. Update the finishing message to report the guesses used. Test an early correct guess and five unsuccessful guesses; both counts must be accurate.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92683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Store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"open"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[password]. Use a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ask for a door code until the user enters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"open"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or [attempts] reaches 3. Add 1 to [attempts] after each answer.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"open"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"Door opened. Attempts used: 1"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"green"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"Door locked. Attempts used: 3"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2026-08-28T09:21:24.2970000Z</dcterms:created>
  <dcterms:modified xsi:type="dcterms:W3CDTF">2026-08-28T09:21:24.2970000Z</dcterms:modified>
</coreProperties>
</file>