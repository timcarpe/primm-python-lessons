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e8f73a70154960" /><Relationship Type="http://schemas.openxmlformats.org/officeDocument/2006/relationships/extended-properties" Target="/docProps/app.xml" Id="R0ccec26e10204659" /><Relationship Type="http://schemas.openxmlformats.org/officeDocument/2006/relationships/officeDocument" Target="/ppt/presentation.xml" Id="R0a6468b63f8b4e4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062b02495a7443c"/>
  </p:sldMasterIdLst>
  <p:notesMasterIdLst>
    <p:notesMasterId xmlns:r="http://schemas.openxmlformats.org/officeDocument/2006/relationships" r:id="R09c3fcc6ed77453c"/>
  </p:notesMasterIdLst>
  <p:sldIdLst>
    <p:sldId xmlns:r="http://schemas.openxmlformats.org/officeDocument/2006/relationships" id="256" r:id="Ra4915fce809342c7"/>
    <p:sldId xmlns:r="http://schemas.openxmlformats.org/officeDocument/2006/relationships" id="257" r:id="R969e8ae863b64669"/>
    <p:sldId xmlns:r="http://schemas.openxmlformats.org/officeDocument/2006/relationships" id="258" r:id="R22225a13b9664e53"/>
    <p:sldId xmlns:r="http://schemas.openxmlformats.org/officeDocument/2006/relationships" id="259" r:id="R78d0c8aa00ec43fb"/>
    <p:sldId xmlns:r="http://schemas.openxmlformats.org/officeDocument/2006/relationships" id="260" r:id="Rf18e2d8de0894696"/>
    <p:sldId xmlns:r="http://schemas.openxmlformats.org/officeDocument/2006/relationships" id="261" r:id="R8036c67879f1461c"/>
    <p:sldId xmlns:r="http://schemas.openxmlformats.org/officeDocument/2006/relationships" id="262" r:id="Re388b7f21d254535"/>
    <p:sldId xmlns:r="http://schemas.openxmlformats.org/officeDocument/2006/relationships" id="263" r:id="R103670b89f1e4b9e"/>
    <p:sldId xmlns:r="http://schemas.openxmlformats.org/officeDocument/2006/relationships" id="264" r:id="Re2a4fc1ca97f431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0262d164e6142d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2675df3e254f47" /><Relationship Type="http://schemas.openxmlformats.org/officeDocument/2006/relationships/slideMaster" Target="/ppt/slideMasters/slideMaster1.xml" Id="R1062b02495a7443c" /><Relationship Type="http://schemas.openxmlformats.org/officeDocument/2006/relationships/notesMaster" Target="/ppt/notesMasters/notesMaster1.xml" Id="R09c3fcc6ed77453c" /><Relationship Type="http://schemas.openxmlformats.org/officeDocument/2006/relationships/presProps" Target="/ppt/presProps.xml" Id="Rf51ac7545c3a47cf" /><Relationship Type="http://schemas.openxmlformats.org/officeDocument/2006/relationships/viewProps" Target="/ppt/viewProps.xml" Id="R8be5530288db403a" /><Relationship Type="http://schemas.openxmlformats.org/officeDocument/2006/relationships/tableStyles" Target="/ppt/tableStyles.xml" Id="R7af5102492944f4d" /><Relationship Type="http://schemas.openxmlformats.org/officeDocument/2006/relationships/font" Target="/ppt/fonts/font.dat" Id="Ra0262d164e6142de" /><Relationship Type="http://schemas.openxmlformats.org/officeDocument/2006/relationships/slide" Target="/ppt/slides/slide1.xml" Id="Ra4915fce809342c7" /><Relationship Type="http://schemas.openxmlformats.org/officeDocument/2006/relationships/slide" Target="/ppt/slides/slide2.xml" Id="R969e8ae863b64669" /><Relationship Type="http://schemas.openxmlformats.org/officeDocument/2006/relationships/slide" Target="/ppt/slides/slide3.xml" Id="R22225a13b9664e53" /><Relationship Type="http://schemas.openxmlformats.org/officeDocument/2006/relationships/slide" Target="/ppt/slides/slide4.xml" Id="R78d0c8aa00ec43fb" /><Relationship Type="http://schemas.openxmlformats.org/officeDocument/2006/relationships/slide" Target="/ppt/slides/slide5.xml" Id="Rf18e2d8de0894696" /><Relationship Type="http://schemas.openxmlformats.org/officeDocument/2006/relationships/slide" Target="/ppt/slides/slide6.xml" Id="R8036c67879f1461c" /><Relationship Type="http://schemas.openxmlformats.org/officeDocument/2006/relationships/slide" Target="/ppt/slides/slide7.xml" Id="Re388b7f21d254535" /><Relationship Type="http://schemas.openxmlformats.org/officeDocument/2006/relationships/slide" Target="/ppt/slides/slide8.xml" Id="R103670b89f1e4b9e" /><Relationship Type="http://schemas.openxmlformats.org/officeDocument/2006/relationships/slide" Target="/ppt/slides/slide9.xml" Id="Re2a4fc1ca97f43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9a5c7f7be043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50fbf420684d6b" /><Relationship Type="http://schemas.openxmlformats.org/officeDocument/2006/relationships/notesMaster" Target="/ppt/notesMasters/notesMaster1.xml" Id="Rce62368be62d4f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7cf8b20dbd49e7" /><Relationship Type="http://schemas.openxmlformats.org/officeDocument/2006/relationships/notesMaster" Target="/ppt/notesMasters/notesMaster1.xml" Id="Re5e605ee007642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e602572e5545ad" /><Relationship Type="http://schemas.openxmlformats.org/officeDocument/2006/relationships/notesMaster" Target="/ppt/notesMasters/notesMaster1.xml" Id="R0140173579d14a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f85fdc022d46b7" /><Relationship Type="http://schemas.openxmlformats.org/officeDocument/2006/relationships/notesMaster" Target="/ppt/notesMasters/notesMaster1.xml" Id="R9e2805c734c947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08aacd53294119" /><Relationship Type="http://schemas.openxmlformats.org/officeDocument/2006/relationships/notesMaster" Target="/ppt/notesMasters/notesMaster1.xml" Id="R5bcc600e881242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bc8de7f615459d" /><Relationship Type="http://schemas.openxmlformats.org/officeDocument/2006/relationships/notesMaster" Target="/ppt/notesMasters/notesMaster1.xml" Id="Rbbdaa1a53d804e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68440d981a44df" /><Relationship Type="http://schemas.openxmlformats.org/officeDocument/2006/relationships/notesMaster" Target="/ppt/notesMasters/notesMaster1.xml" Id="R05e346116f9649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e2dda1417c43fe" /><Relationship Type="http://schemas.openxmlformats.org/officeDocument/2006/relationships/notesMaster" Target="/ppt/notesMasters/notesMaster1.xml" Id="Re021e136338c4b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183cede30842a9" /><Relationship Type="http://schemas.openxmlformats.org/officeDocument/2006/relationships/notesMaster" Target="/ppt/notesMasters/notesMaster1.xml" Id="R4994e1bda2414b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0eaddf875d48e4" /><Relationship Type="http://schemas.openxmlformats.org/officeDocument/2006/relationships/image" Target="/ppt/media/image.png" Id="Reb55186f2af843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e71f130e5e4c56" /><Relationship Type="http://schemas.openxmlformats.org/officeDocument/2006/relationships/image" Target="/ppt/media/image.png" Id="R4f695b7800cb472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5f8acc4b6a4d9c" /><Relationship Type="http://schemas.openxmlformats.org/officeDocument/2006/relationships/image" Target="/ppt/media/image.png" Id="Rc5069f05a0f1400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097c69b0ac431e" /><Relationship Type="http://schemas.openxmlformats.org/officeDocument/2006/relationships/image" Target="/ppt/media/image.png" Id="R01b7c1bb9f864fa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e4458d815b45c2" /><Relationship Type="http://schemas.openxmlformats.org/officeDocument/2006/relationships/image" Target="/ppt/media/image.png" Id="Raa8914efcb6e409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2624c647da4b45" /><Relationship Type="http://schemas.openxmlformats.org/officeDocument/2006/relationships/image" Target="/ppt/media/image.png" Id="Ra71a142374d8438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cc46d08dee4182" /><Relationship Type="http://schemas.openxmlformats.org/officeDocument/2006/relationships/image" Target="/ppt/media/image.png" Id="Re2d66aa115044c8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00e35f99b34921" /><Relationship Type="http://schemas.openxmlformats.org/officeDocument/2006/relationships/image" Target="/ppt/media/image.png" Id="R1aa675b732ab48f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4d60164bf14a85" /><Relationship Type="http://schemas.openxmlformats.org/officeDocument/2006/relationships/image" Target="/ppt/media/image.png" Id="Raa6239960c814a2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e1c212c3a641b2" /><Relationship Type="http://schemas.openxmlformats.org/officeDocument/2006/relationships/image" Target="/ppt/media/image.png" Id="R263312342eef482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7ffffa0b3f4124" /><Relationship Type="http://schemas.openxmlformats.org/officeDocument/2006/relationships/image" Target="/ppt/media/image.png" Id="R7973f6425f54421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55186f2af843a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695b7800cb47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069f05a0f140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b7c1bb9f864fa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8914efcb6e409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1a142374d8438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d66aa115044c8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a675b732ab48f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6239960c814a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3312342eef48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73f6425f54421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8951e9817343d7" /><Relationship Type="http://schemas.openxmlformats.org/officeDocument/2006/relationships/slideLayout" Target="/ppt/slideLayouts/slideLayout1.xml" Id="Re62f681134694e34" /><Relationship Type="http://schemas.openxmlformats.org/officeDocument/2006/relationships/slideLayout" Target="/ppt/slideLayouts/slideLayout2.xml" Id="Raa3bd7f7a3834652" /><Relationship Type="http://schemas.openxmlformats.org/officeDocument/2006/relationships/slideLayout" Target="/ppt/slideLayouts/slideLayout3.xml" Id="R2564c95ca1064635" /><Relationship Type="http://schemas.openxmlformats.org/officeDocument/2006/relationships/slideLayout" Target="/ppt/slideLayouts/slideLayout4.xml" Id="R35229a05e49b481b" /><Relationship Type="http://schemas.openxmlformats.org/officeDocument/2006/relationships/slideLayout" Target="/ppt/slideLayouts/slideLayout5.xml" Id="Rddd07262c22a4419" /><Relationship Type="http://schemas.openxmlformats.org/officeDocument/2006/relationships/slideLayout" Target="/ppt/slideLayouts/slideLayout6.xml" Id="Rdcdc901b6f074be7" /><Relationship Type="http://schemas.openxmlformats.org/officeDocument/2006/relationships/slideLayout" Target="/ppt/slideLayouts/slideLayout7.xml" Id="R0ed3a5b7f3d7462b" /><Relationship Type="http://schemas.openxmlformats.org/officeDocument/2006/relationships/slideLayout" Target="/ppt/slideLayouts/slideLayout8.xml" Id="Rb2e3d4404de34e2d" /><Relationship Type="http://schemas.openxmlformats.org/officeDocument/2006/relationships/slideLayout" Target="/ppt/slideLayouts/slideLayout9.xml" Id="Rc2125084884e4b65" /><Relationship Type="http://schemas.openxmlformats.org/officeDocument/2006/relationships/slideLayout" Target="/ppt/slideLayouts/slideLayout10.xml" Id="R393373a5ef6d4d70" /><Relationship Type="http://schemas.openxmlformats.org/officeDocument/2006/relationships/slideLayout" Target="/ppt/slideLayouts/slideLayout11.xml" Id="R4404ccc4e8ed4e5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2f681134694e34"/>
    <p:sldLayoutId xmlns:r="http://schemas.openxmlformats.org/officeDocument/2006/relationships" id="2147483650" r:id="Raa3bd7f7a3834652"/>
    <p:sldLayoutId xmlns:r="http://schemas.openxmlformats.org/officeDocument/2006/relationships" id="2147483651" r:id="R2564c95ca1064635"/>
    <p:sldLayoutId xmlns:r="http://schemas.openxmlformats.org/officeDocument/2006/relationships" id="2147483652" r:id="R35229a05e49b481b"/>
    <p:sldLayoutId xmlns:r="http://schemas.openxmlformats.org/officeDocument/2006/relationships" id="2147483653" r:id="Rddd07262c22a4419"/>
    <p:sldLayoutId xmlns:r="http://schemas.openxmlformats.org/officeDocument/2006/relationships" id="2147483654" r:id="Rdcdc901b6f074be7"/>
    <p:sldLayoutId xmlns:r="http://schemas.openxmlformats.org/officeDocument/2006/relationships" id="2147483655" r:id="R0ed3a5b7f3d7462b"/>
    <p:sldLayoutId xmlns:r="http://schemas.openxmlformats.org/officeDocument/2006/relationships" id="2147483656" r:id="Rb2e3d4404de34e2d"/>
    <p:sldLayoutId xmlns:r="http://schemas.openxmlformats.org/officeDocument/2006/relationships" id="2147483657" r:id="Rc2125084884e4b65"/>
    <p:sldLayoutId xmlns:r="http://schemas.openxmlformats.org/officeDocument/2006/relationships" id="2147483658" r:id="R393373a5ef6d4d70"/>
    <p:sldLayoutId xmlns:r="http://schemas.openxmlformats.org/officeDocument/2006/relationships" id="2147483659" r:id="R4404ccc4e8ed4e5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88f3ad2934fe6" /><Relationship Type="http://schemas.openxmlformats.org/officeDocument/2006/relationships/notesSlide" Target="/ppt/notesSlides/notesSlide1.xml" Id="R73a3df90cf2740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804b1e161cd4103" /><Relationship Type="http://schemas.openxmlformats.org/officeDocument/2006/relationships/notesSlide" Target="/ppt/notesSlides/notesSlide2.xml" Id="Ref7eea883eeb49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d83123a5b14cb8" /><Relationship Type="http://schemas.openxmlformats.org/officeDocument/2006/relationships/notesSlide" Target="/ppt/notesSlides/notesSlide3.xml" Id="R07aa6b4ac4a847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29ac7bb8d44f4f" /><Relationship Type="http://schemas.openxmlformats.org/officeDocument/2006/relationships/notesSlide" Target="/ppt/notesSlides/notesSlide4.xml" Id="R8831430ebb754c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62f0aef7684a24" /><Relationship Type="http://schemas.openxmlformats.org/officeDocument/2006/relationships/notesSlide" Target="/ppt/notesSlides/notesSlide5.xml" Id="Rb28b0e453e4745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1337fd82174afe" /><Relationship Type="http://schemas.openxmlformats.org/officeDocument/2006/relationships/notesSlide" Target="/ppt/notesSlides/notesSlide6.xml" Id="R7a9f506d77c444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2f96d2290149fa" /><Relationship Type="http://schemas.openxmlformats.org/officeDocument/2006/relationships/notesSlide" Target="/ppt/notesSlides/notesSlide7.xml" Id="R70268c7d21104a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93c24ccd034c0e" /><Relationship Type="http://schemas.openxmlformats.org/officeDocument/2006/relationships/notesSlide" Target="/ppt/notesSlides/notesSlide8.xml" Id="Rd2f068bc3f1f42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01c0bffee7423d" /><Relationship Type="http://schemas.openxmlformats.org/officeDocument/2006/relationships/notesSlide" Target="/ppt/notesSlides/notesSlide9.xml" Id="Refceea9bae5c49d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Condition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two stored values change each time the loop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terminating guess still increase the attempt counter?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the guesses are 2 and then 7, what does the final line display?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loop stop after three wrong guesses even though the target was not found?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final message explains why the loop stopped. After the loop, use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"Correct!"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guess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equals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"Out of guesses. It was 7."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7, then test 1, 2 and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each wrong guess gets a hint. Inside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loop,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high"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each guess that is not 7. For example, 5, 9 and 7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high"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door-code checker. Store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"open"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password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a code until it is correct or three attempts are used.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opened."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locked."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attempts used.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locked. Attempts used: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2026-09-29T02:04:36.4390000Z</dcterms:created>
  <dcterms:modified xsi:type="dcterms:W3CDTF">2026-09-29T02:04:36.4390000Z</dcterms:modified>
</coreProperties>
</file>