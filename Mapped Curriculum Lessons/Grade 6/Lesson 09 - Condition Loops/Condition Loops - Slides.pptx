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1ad2e687b94e98" /><Relationship Type="http://schemas.openxmlformats.org/officeDocument/2006/relationships/extended-properties" Target="/docProps/app.xml" Id="Re11bcd1121cc4adb" /><Relationship Type="http://schemas.openxmlformats.org/officeDocument/2006/relationships/officeDocument" Target="/ppt/presentation.xml" Id="Re99378858777438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6ea8d58f3a34019"/>
  </p:sldMasterIdLst>
  <p:notesMasterIdLst>
    <p:notesMasterId xmlns:r="http://schemas.openxmlformats.org/officeDocument/2006/relationships" r:id="R94e191d5215b476e"/>
  </p:notesMasterIdLst>
  <p:sldIdLst>
    <p:sldId xmlns:r="http://schemas.openxmlformats.org/officeDocument/2006/relationships" id="256" r:id="R843ba6b0101c4fde"/>
    <p:sldId xmlns:r="http://schemas.openxmlformats.org/officeDocument/2006/relationships" id="257" r:id="Rf571f55f36cf4829"/>
    <p:sldId xmlns:r="http://schemas.openxmlformats.org/officeDocument/2006/relationships" id="258" r:id="R05962cbd485d48fc"/>
    <p:sldId xmlns:r="http://schemas.openxmlformats.org/officeDocument/2006/relationships" id="259" r:id="R9fee1265e040427f"/>
    <p:sldId xmlns:r="http://schemas.openxmlformats.org/officeDocument/2006/relationships" id="260" r:id="R2853f20f8f3540db"/>
    <p:sldId xmlns:r="http://schemas.openxmlformats.org/officeDocument/2006/relationships" id="261" r:id="Reed8ed4293ce43da"/>
    <p:sldId xmlns:r="http://schemas.openxmlformats.org/officeDocument/2006/relationships" id="262" r:id="Rf71a110a50874bbf"/>
    <p:sldId xmlns:r="http://schemas.openxmlformats.org/officeDocument/2006/relationships" id="263" r:id="R2fcd15234a1840ba"/>
    <p:sldId xmlns:r="http://schemas.openxmlformats.org/officeDocument/2006/relationships" id="264" r:id="R72703660054c4cc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7bbb1587f1445b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0a338f5dba4902" /><Relationship Type="http://schemas.openxmlformats.org/officeDocument/2006/relationships/slideMaster" Target="/ppt/slideMasters/slideMaster1.xml" Id="R66ea8d58f3a34019" /><Relationship Type="http://schemas.openxmlformats.org/officeDocument/2006/relationships/notesMaster" Target="/ppt/notesMasters/notesMaster1.xml" Id="R94e191d5215b476e" /><Relationship Type="http://schemas.openxmlformats.org/officeDocument/2006/relationships/presProps" Target="/ppt/presProps.xml" Id="R1e8eb11156474b01" /><Relationship Type="http://schemas.openxmlformats.org/officeDocument/2006/relationships/viewProps" Target="/ppt/viewProps.xml" Id="R36ec1a707d6547f0" /><Relationship Type="http://schemas.openxmlformats.org/officeDocument/2006/relationships/tableStyles" Target="/ppt/tableStyles.xml" Id="Rc6a604af05b04e0d" /><Relationship Type="http://schemas.openxmlformats.org/officeDocument/2006/relationships/font" Target="/ppt/fonts/font.dat" Id="R37bbb1587f1445be" /><Relationship Type="http://schemas.openxmlformats.org/officeDocument/2006/relationships/slide" Target="/ppt/slides/slide1.xml" Id="R843ba6b0101c4fde" /><Relationship Type="http://schemas.openxmlformats.org/officeDocument/2006/relationships/slide" Target="/ppt/slides/slide2.xml" Id="Rf571f55f36cf4829" /><Relationship Type="http://schemas.openxmlformats.org/officeDocument/2006/relationships/slide" Target="/ppt/slides/slide3.xml" Id="R05962cbd485d48fc" /><Relationship Type="http://schemas.openxmlformats.org/officeDocument/2006/relationships/slide" Target="/ppt/slides/slide4.xml" Id="R9fee1265e040427f" /><Relationship Type="http://schemas.openxmlformats.org/officeDocument/2006/relationships/slide" Target="/ppt/slides/slide5.xml" Id="R2853f20f8f3540db" /><Relationship Type="http://schemas.openxmlformats.org/officeDocument/2006/relationships/slide" Target="/ppt/slides/slide6.xml" Id="Reed8ed4293ce43da" /><Relationship Type="http://schemas.openxmlformats.org/officeDocument/2006/relationships/slide" Target="/ppt/slides/slide7.xml" Id="Rf71a110a50874bbf" /><Relationship Type="http://schemas.openxmlformats.org/officeDocument/2006/relationships/slide" Target="/ppt/slides/slide8.xml" Id="R2fcd15234a1840ba" /><Relationship Type="http://schemas.openxmlformats.org/officeDocument/2006/relationships/slide" Target="/ppt/slides/slide9.xml" Id="R72703660054c4c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ff8143a7994f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5f0f82e0744488" /><Relationship Type="http://schemas.openxmlformats.org/officeDocument/2006/relationships/notesMaster" Target="/ppt/notesMasters/notesMaster1.xml" Id="Rd6e67405d8584c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8421bab6014936" /><Relationship Type="http://schemas.openxmlformats.org/officeDocument/2006/relationships/notesMaster" Target="/ppt/notesMasters/notesMaster1.xml" Id="R1e1db82eb27c41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e2fc4efcbc47ef" /><Relationship Type="http://schemas.openxmlformats.org/officeDocument/2006/relationships/notesMaster" Target="/ppt/notesMasters/notesMaster1.xml" Id="Rf9631c5d12fb40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f8056ef56649c2" /><Relationship Type="http://schemas.openxmlformats.org/officeDocument/2006/relationships/notesMaster" Target="/ppt/notesMasters/notesMaster1.xml" Id="Rb4eea78de8de47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a51dcdaa9a4132" /><Relationship Type="http://schemas.openxmlformats.org/officeDocument/2006/relationships/notesMaster" Target="/ppt/notesMasters/notesMaster1.xml" Id="R60dd71f463b54d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e6fafa3bfb4268" /><Relationship Type="http://schemas.openxmlformats.org/officeDocument/2006/relationships/notesMaster" Target="/ppt/notesMasters/notesMaster1.xml" Id="R5e50f3726e2a40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a6f3f9419d4f52" /><Relationship Type="http://schemas.openxmlformats.org/officeDocument/2006/relationships/notesMaster" Target="/ppt/notesMasters/notesMaster1.xml" Id="R62eae8570fe340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e1f0a5f16f4dba" /><Relationship Type="http://schemas.openxmlformats.org/officeDocument/2006/relationships/notesMaster" Target="/ppt/notesMasters/notesMaster1.xml" Id="Re3afa1d2feea49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c938a215f34109" /><Relationship Type="http://schemas.openxmlformats.org/officeDocument/2006/relationships/notesMaster" Target="/ppt/notesMasters/notesMaster1.xml" Id="R03a369d6af0d4d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988d304d214c5b" /><Relationship Type="http://schemas.openxmlformats.org/officeDocument/2006/relationships/image" Target="/ppt/media/image.png" Id="R5d7b921722bb41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3856b15da64e0a" /><Relationship Type="http://schemas.openxmlformats.org/officeDocument/2006/relationships/image" Target="/ppt/media/image.png" Id="R9e998021e8754c1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cc39acc66641a9" /><Relationship Type="http://schemas.openxmlformats.org/officeDocument/2006/relationships/image" Target="/ppt/media/image.png" Id="R0309e4846e3748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e671040b9c43f2" /><Relationship Type="http://schemas.openxmlformats.org/officeDocument/2006/relationships/image" Target="/ppt/media/image.png" Id="Re74d005cce154e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208a626e54a0f" /><Relationship Type="http://schemas.openxmlformats.org/officeDocument/2006/relationships/image" Target="/ppt/media/image.png" Id="R08e2a97fc2a044e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92b794fba844c8" /><Relationship Type="http://schemas.openxmlformats.org/officeDocument/2006/relationships/image" Target="/ppt/media/image.png" Id="R1e3edac2cda140a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4ad287f83944f7" /><Relationship Type="http://schemas.openxmlformats.org/officeDocument/2006/relationships/image" Target="/ppt/media/image.png" Id="R965900aee4b6485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84b00d35084412" /><Relationship Type="http://schemas.openxmlformats.org/officeDocument/2006/relationships/image" Target="/ppt/media/image.png" Id="R759870f509724fa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12a9410dbf47d8" /><Relationship Type="http://schemas.openxmlformats.org/officeDocument/2006/relationships/image" Target="/ppt/media/image.png" Id="R57e7e171285044a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e1ef7717394abb" /><Relationship Type="http://schemas.openxmlformats.org/officeDocument/2006/relationships/image" Target="/ppt/media/image.png" Id="R65b72657a2404cc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90a5e1348b4a15" /><Relationship Type="http://schemas.openxmlformats.org/officeDocument/2006/relationships/image" Target="/ppt/media/image.png" Id="R75ad7ff766d14cd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7b921722bb41f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998021e8754c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09e4846e3748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4d005cce154e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e2a97fc2a044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3edac2cda140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5900aee4b648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9870f509724f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e7e171285044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b72657a2404c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ad7ff766d14cd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17685032884a90" /><Relationship Type="http://schemas.openxmlformats.org/officeDocument/2006/relationships/slideLayout" Target="/ppt/slideLayouts/slideLayout1.xml" Id="Re691d24dd1d749bb" /><Relationship Type="http://schemas.openxmlformats.org/officeDocument/2006/relationships/slideLayout" Target="/ppt/slideLayouts/slideLayout2.xml" Id="R46450e7bfc5b43e3" /><Relationship Type="http://schemas.openxmlformats.org/officeDocument/2006/relationships/slideLayout" Target="/ppt/slideLayouts/slideLayout3.xml" Id="Re2f48e60c1d64727" /><Relationship Type="http://schemas.openxmlformats.org/officeDocument/2006/relationships/slideLayout" Target="/ppt/slideLayouts/slideLayout4.xml" Id="R3466500c986140e5" /><Relationship Type="http://schemas.openxmlformats.org/officeDocument/2006/relationships/slideLayout" Target="/ppt/slideLayouts/slideLayout5.xml" Id="Rf8961c9a68cb45ca" /><Relationship Type="http://schemas.openxmlformats.org/officeDocument/2006/relationships/slideLayout" Target="/ppt/slideLayouts/slideLayout6.xml" Id="R3c05aaf9894140d5" /><Relationship Type="http://schemas.openxmlformats.org/officeDocument/2006/relationships/slideLayout" Target="/ppt/slideLayouts/slideLayout7.xml" Id="R6a3ad36b7d8c46f3" /><Relationship Type="http://schemas.openxmlformats.org/officeDocument/2006/relationships/slideLayout" Target="/ppt/slideLayouts/slideLayout8.xml" Id="R5a40b67d04794af7" /><Relationship Type="http://schemas.openxmlformats.org/officeDocument/2006/relationships/slideLayout" Target="/ppt/slideLayouts/slideLayout9.xml" Id="R959cd011e0174b0f" /><Relationship Type="http://schemas.openxmlformats.org/officeDocument/2006/relationships/slideLayout" Target="/ppt/slideLayouts/slideLayout10.xml" Id="R7c3a1d7674b743f4" /><Relationship Type="http://schemas.openxmlformats.org/officeDocument/2006/relationships/slideLayout" Target="/ppt/slideLayouts/slideLayout11.xml" Id="Rfb89f2ec8ff74c6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91d24dd1d749bb"/>
    <p:sldLayoutId xmlns:r="http://schemas.openxmlformats.org/officeDocument/2006/relationships" id="2147483650" r:id="R46450e7bfc5b43e3"/>
    <p:sldLayoutId xmlns:r="http://schemas.openxmlformats.org/officeDocument/2006/relationships" id="2147483651" r:id="Re2f48e60c1d64727"/>
    <p:sldLayoutId xmlns:r="http://schemas.openxmlformats.org/officeDocument/2006/relationships" id="2147483652" r:id="R3466500c986140e5"/>
    <p:sldLayoutId xmlns:r="http://schemas.openxmlformats.org/officeDocument/2006/relationships" id="2147483653" r:id="Rf8961c9a68cb45ca"/>
    <p:sldLayoutId xmlns:r="http://schemas.openxmlformats.org/officeDocument/2006/relationships" id="2147483654" r:id="R3c05aaf9894140d5"/>
    <p:sldLayoutId xmlns:r="http://schemas.openxmlformats.org/officeDocument/2006/relationships" id="2147483655" r:id="R6a3ad36b7d8c46f3"/>
    <p:sldLayoutId xmlns:r="http://schemas.openxmlformats.org/officeDocument/2006/relationships" id="2147483656" r:id="R5a40b67d04794af7"/>
    <p:sldLayoutId xmlns:r="http://schemas.openxmlformats.org/officeDocument/2006/relationships" id="2147483657" r:id="R959cd011e0174b0f"/>
    <p:sldLayoutId xmlns:r="http://schemas.openxmlformats.org/officeDocument/2006/relationships" id="2147483658" r:id="R7c3a1d7674b743f4"/>
    <p:sldLayoutId xmlns:r="http://schemas.openxmlformats.org/officeDocument/2006/relationships" id="2147483659" r:id="Rfb89f2ec8ff74c6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f5cf83186452b" /><Relationship Type="http://schemas.openxmlformats.org/officeDocument/2006/relationships/notesSlide" Target="/ppt/notesSlides/notesSlide1.xml" Id="Re7fefdc51e9046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8c855157c9423e" /><Relationship Type="http://schemas.openxmlformats.org/officeDocument/2006/relationships/notesSlide" Target="/ppt/notesSlides/notesSlide2.xml" Id="R699abb10b48c4e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24709c35a24d76" /><Relationship Type="http://schemas.openxmlformats.org/officeDocument/2006/relationships/notesSlide" Target="/ppt/notesSlides/notesSlide3.xml" Id="R26685611d83348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463a6f37814d60" /><Relationship Type="http://schemas.openxmlformats.org/officeDocument/2006/relationships/notesSlide" Target="/ppt/notesSlides/notesSlide4.xml" Id="R7281f58b33b14b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2dc75d65084e34" /><Relationship Type="http://schemas.openxmlformats.org/officeDocument/2006/relationships/notesSlide" Target="/ppt/notesSlides/notesSlide5.xml" Id="R16f787a0c34b4d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33a240583548f9" /><Relationship Type="http://schemas.openxmlformats.org/officeDocument/2006/relationships/notesSlide" Target="/ppt/notesSlides/notesSlide6.xml" Id="R920d2a836d8240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2b5890845c45bd" /><Relationship Type="http://schemas.openxmlformats.org/officeDocument/2006/relationships/notesSlide" Target="/ppt/notesSlides/notesSlide7.xml" Id="R2dba250c7e6441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9c79642db484f" /><Relationship Type="http://schemas.openxmlformats.org/officeDocument/2006/relationships/notesSlide" Target="/ppt/notesSlides/notesSlide8.xml" Id="Rab2ed01ee6aa43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908a8c3f794dd7" /><Relationship Type="http://schemas.openxmlformats.org/officeDocument/2006/relationships/notesSlide" Target="/ppt/notesSlides/notesSlide9.xml" Id="Rfbc3c0a24fc64c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Condition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two stored values change each time the loop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terminating guess still increase the attempt counter?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the guesses are 2 and then 7, what does the final line display?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loop stop after three wrong guesses even though the target was not found?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final message explains why the loop stopped. After the loop,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"Out of guesses. It was 7."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7, then test 1, 2 and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each wrong guess gets a hint. Inside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each guess that is not 7. For example, 5, 9 and 7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door-code checker. Store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password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a code until it is correct or three attempts are used.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opened."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attempts used.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 Attempts used: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2026-09-28T08:26:12.8770000Z</dcterms:created>
  <dcterms:modified xsi:type="dcterms:W3CDTF">2026-09-28T08:26:12.8770000Z</dcterms:modified>
</coreProperties>
</file>