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a098ddef134839" /><Relationship Type="http://schemas.openxmlformats.org/officeDocument/2006/relationships/extended-properties" Target="/docProps/app.xml" Id="R84cae728166f499c" /><Relationship Type="http://schemas.openxmlformats.org/officeDocument/2006/relationships/officeDocument" Target="/ppt/presentation.xml" Id="R8bfdc043ff78488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b3210e9cba84c33"/>
  </p:sldMasterIdLst>
  <p:notesMasterIdLst>
    <p:notesMasterId xmlns:r="http://schemas.openxmlformats.org/officeDocument/2006/relationships" r:id="R47dc29a5796b4409"/>
  </p:notesMasterIdLst>
  <p:sldIdLst>
    <p:sldId xmlns:r="http://schemas.openxmlformats.org/officeDocument/2006/relationships" id="256" r:id="R08e28fd6c41d4055"/>
    <p:sldId xmlns:r="http://schemas.openxmlformats.org/officeDocument/2006/relationships" id="257" r:id="Rade3f6229787421d"/>
    <p:sldId xmlns:r="http://schemas.openxmlformats.org/officeDocument/2006/relationships" id="258" r:id="Re9bd7d8b2356469a"/>
    <p:sldId xmlns:r="http://schemas.openxmlformats.org/officeDocument/2006/relationships" id="259" r:id="R6f98e8d0f5134ba0"/>
    <p:sldId xmlns:r="http://schemas.openxmlformats.org/officeDocument/2006/relationships" id="260" r:id="R1ae4270777194b9b"/>
    <p:sldId xmlns:r="http://schemas.openxmlformats.org/officeDocument/2006/relationships" id="261" r:id="R6674dd8375e34e52"/>
    <p:sldId xmlns:r="http://schemas.openxmlformats.org/officeDocument/2006/relationships" id="262" r:id="R1654aa8c519f49eb"/>
    <p:sldId xmlns:r="http://schemas.openxmlformats.org/officeDocument/2006/relationships" id="263" r:id="R7fb2257f480049f3"/>
    <p:sldId xmlns:r="http://schemas.openxmlformats.org/officeDocument/2006/relationships" id="264" r:id="Rc3c7d510753643e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3013af8db744f4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979cef587d4186" /><Relationship Type="http://schemas.openxmlformats.org/officeDocument/2006/relationships/slideMaster" Target="/ppt/slideMasters/slideMaster1.xml" Id="Rdb3210e9cba84c33" /><Relationship Type="http://schemas.openxmlformats.org/officeDocument/2006/relationships/notesMaster" Target="/ppt/notesMasters/notesMaster1.xml" Id="R47dc29a5796b4409" /><Relationship Type="http://schemas.openxmlformats.org/officeDocument/2006/relationships/presProps" Target="/ppt/presProps.xml" Id="Rd227520cf8554d9a" /><Relationship Type="http://schemas.openxmlformats.org/officeDocument/2006/relationships/viewProps" Target="/ppt/viewProps.xml" Id="R74a2485312064f38" /><Relationship Type="http://schemas.openxmlformats.org/officeDocument/2006/relationships/tableStyles" Target="/ppt/tableStyles.xml" Id="R3dcb441eacae4eef" /><Relationship Type="http://schemas.openxmlformats.org/officeDocument/2006/relationships/font" Target="/ppt/fonts/font.dat" Id="Rc3013af8db744f46" /><Relationship Type="http://schemas.openxmlformats.org/officeDocument/2006/relationships/slide" Target="/ppt/slides/slide1.xml" Id="R08e28fd6c41d4055" /><Relationship Type="http://schemas.openxmlformats.org/officeDocument/2006/relationships/slide" Target="/ppt/slides/slide2.xml" Id="Rade3f6229787421d" /><Relationship Type="http://schemas.openxmlformats.org/officeDocument/2006/relationships/slide" Target="/ppt/slides/slide3.xml" Id="Re9bd7d8b2356469a" /><Relationship Type="http://schemas.openxmlformats.org/officeDocument/2006/relationships/slide" Target="/ppt/slides/slide4.xml" Id="R6f98e8d0f5134ba0" /><Relationship Type="http://schemas.openxmlformats.org/officeDocument/2006/relationships/slide" Target="/ppt/slides/slide5.xml" Id="R1ae4270777194b9b" /><Relationship Type="http://schemas.openxmlformats.org/officeDocument/2006/relationships/slide" Target="/ppt/slides/slide6.xml" Id="R6674dd8375e34e52" /><Relationship Type="http://schemas.openxmlformats.org/officeDocument/2006/relationships/slide" Target="/ppt/slides/slide7.xml" Id="R1654aa8c519f49eb" /><Relationship Type="http://schemas.openxmlformats.org/officeDocument/2006/relationships/slide" Target="/ppt/slides/slide8.xml" Id="R7fb2257f480049f3" /><Relationship Type="http://schemas.openxmlformats.org/officeDocument/2006/relationships/slide" Target="/ppt/slides/slide9.xml" Id="Rc3c7d510753643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8974c7b73743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c2ce82af904463" /><Relationship Type="http://schemas.openxmlformats.org/officeDocument/2006/relationships/notesMaster" Target="/ppt/notesMasters/notesMaster1.xml" Id="Re3bfa5407ac34d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d357c57843474f" /><Relationship Type="http://schemas.openxmlformats.org/officeDocument/2006/relationships/notesMaster" Target="/ppt/notesMasters/notesMaster1.xml" Id="R64d9e09923654d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57cdfe77b64f46" /><Relationship Type="http://schemas.openxmlformats.org/officeDocument/2006/relationships/notesMaster" Target="/ppt/notesMasters/notesMaster1.xml" Id="Rf04cda1c6df740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50163686514d90" /><Relationship Type="http://schemas.openxmlformats.org/officeDocument/2006/relationships/notesMaster" Target="/ppt/notesMasters/notesMaster1.xml" Id="Ree866a1f4cd045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2184644cac40a9" /><Relationship Type="http://schemas.openxmlformats.org/officeDocument/2006/relationships/notesMaster" Target="/ppt/notesMasters/notesMaster1.xml" Id="Re24af1ee0d5247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2b1dedb3384a6f" /><Relationship Type="http://schemas.openxmlformats.org/officeDocument/2006/relationships/notesMaster" Target="/ppt/notesMasters/notesMaster1.xml" Id="R74e19ad19b5c4b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abcf99e9404545" /><Relationship Type="http://schemas.openxmlformats.org/officeDocument/2006/relationships/notesMaster" Target="/ppt/notesMasters/notesMaster1.xml" Id="R702be24952a147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783bd6f51b42be" /><Relationship Type="http://schemas.openxmlformats.org/officeDocument/2006/relationships/notesMaster" Target="/ppt/notesMasters/notesMaster1.xml" Id="R46c9384fd1b64b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aa7aff5ba147e3" /><Relationship Type="http://schemas.openxmlformats.org/officeDocument/2006/relationships/notesMaster" Target="/ppt/notesMasters/notesMaster1.xml" Id="R49ba9d6b5fa344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be06cf7f3c4aaf" /><Relationship Type="http://schemas.openxmlformats.org/officeDocument/2006/relationships/image" Target="/ppt/media/image.png" Id="Rec355e16770845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16c697e4142d5" /><Relationship Type="http://schemas.openxmlformats.org/officeDocument/2006/relationships/image" Target="/ppt/media/image.png" Id="Rd2a9465326794c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78868bb6b54065" /><Relationship Type="http://schemas.openxmlformats.org/officeDocument/2006/relationships/image" Target="/ppt/media/image.png" Id="Rb07bd616ae1344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6d2aa878bd41c3" /><Relationship Type="http://schemas.openxmlformats.org/officeDocument/2006/relationships/image" Target="/ppt/media/image.png" Id="R9810ad6ae5014c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5e80057d234f3a" /><Relationship Type="http://schemas.openxmlformats.org/officeDocument/2006/relationships/image" Target="/ppt/media/image.png" Id="R314001cadd5f4f8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edaf2e4bff4505" /><Relationship Type="http://schemas.openxmlformats.org/officeDocument/2006/relationships/image" Target="/ppt/media/image.png" Id="Rd08159bac69b41e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9c22d52c9f45b4" /><Relationship Type="http://schemas.openxmlformats.org/officeDocument/2006/relationships/image" Target="/ppt/media/image.png" Id="R1ca6365c7df9448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a4fbb778154ff7" /><Relationship Type="http://schemas.openxmlformats.org/officeDocument/2006/relationships/image" Target="/ppt/media/image.png" Id="R7ecbc03b3e614be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848e8545c94f85" /><Relationship Type="http://schemas.openxmlformats.org/officeDocument/2006/relationships/image" Target="/ppt/media/image.png" Id="Rae03e5c2c10747c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296033faff4550" /><Relationship Type="http://schemas.openxmlformats.org/officeDocument/2006/relationships/image" Target="/ppt/media/image.png" Id="R4cb4617fdc9e40f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fab9b06b4c405b" /><Relationship Type="http://schemas.openxmlformats.org/officeDocument/2006/relationships/image" Target="/ppt/media/image.png" Id="R4a6d62c9de1d43f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355e16770845f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a9465326794c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7bd616ae1344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10ad6ae5014c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4001cadd5f4f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8159bac69b41e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a6365c7df944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ecbc03b3e614be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03e5c2c10747c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b4617fdc9e40f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6d62c9de1d43f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ab895a37b14882" /><Relationship Type="http://schemas.openxmlformats.org/officeDocument/2006/relationships/slideLayout" Target="/ppt/slideLayouts/slideLayout1.xml" Id="Re40f5293bd1b4a0c" /><Relationship Type="http://schemas.openxmlformats.org/officeDocument/2006/relationships/slideLayout" Target="/ppt/slideLayouts/slideLayout2.xml" Id="Rd8af89a419804a58" /><Relationship Type="http://schemas.openxmlformats.org/officeDocument/2006/relationships/slideLayout" Target="/ppt/slideLayouts/slideLayout3.xml" Id="Rd4ad58b35ade4720" /><Relationship Type="http://schemas.openxmlformats.org/officeDocument/2006/relationships/slideLayout" Target="/ppt/slideLayouts/slideLayout4.xml" Id="R876b7ac6f56a44d9" /><Relationship Type="http://schemas.openxmlformats.org/officeDocument/2006/relationships/slideLayout" Target="/ppt/slideLayouts/slideLayout5.xml" Id="R4dd155605e7f42ca" /><Relationship Type="http://schemas.openxmlformats.org/officeDocument/2006/relationships/slideLayout" Target="/ppt/slideLayouts/slideLayout6.xml" Id="R1b8cb9ed97dc402f" /><Relationship Type="http://schemas.openxmlformats.org/officeDocument/2006/relationships/slideLayout" Target="/ppt/slideLayouts/slideLayout7.xml" Id="R415f9f44335a405d" /><Relationship Type="http://schemas.openxmlformats.org/officeDocument/2006/relationships/slideLayout" Target="/ppt/slideLayouts/slideLayout8.xml" Id="R11840e30506c4d34" /><Relationship Type="http://schemas.openxmlformats.org/officeDocument/2006/relationships/slideLayout" Target="/ppt/slideLayouts/slideLayout9.xml" Id="R6403b8c12af54d62" /><Relationship Type="http://schemas.openxmlformats.org/officeDocument/2006/relationships/slideLayout" Target="/ppt/slideLayouts/slideLayout10.xml" Id="R0094bfaa74154d5e" /><Relationship Type="http://schemas.openxmlformats.org/officeDocument/2006/relationships/slideLayout" Target="/ppt/slideLayouts/slideLayout11.xml" Id="Reb9c87e9a69a474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0f5293bd1b4a0c"/>
    <p:sldLayoutId xmlns:r="http://schemas.openxmlformats.org/officeDocument/2006/relationships" id="2147483650" r:id="Rd8af89a419804a58"/>
    <p:sldLayoutId xmlns:r="http://schemas.openxmlformats.org/officeDocument/2006/relationships" id="2147483651" r:id="Rd4ad58b35ade4720"/>
    <p:sldLayoutId xmlns:r="http://schemas.openxmlformats.org/officeDocument/2006/relationships" id="2147483652" r:id="R876b7ac6f56a44d9"/>
    <p:sldLayoutId xmlns:r="http://schemas.openxmlformats.org/officeDocument/2006/relationships" id="2147483653" r:id="R4dd155605e7f42ca"/>
    <p:sldLayoutId xmlns:r="http://schemas.openxmlformats.org/officeDocument/2006/relationships" id="2147483654" r:id="R1b8cb9ed97dc402f"/>
    <p:sldLayoutId xmlns:r="http://schemas.openxmlformats.org/officeDocument/2006/relationships" id="2147483655" r:id="R415f9f44335a405d"/>
    <p:sldLayoutId xmlns:r="http://schemas.openxmlformats.org/officeDocument/2006/relationships" id="2147483656" r:id="R11840e30506c4d34"/>
    <p:sldLayoutId xmlns:r="http://schemas.openxmlformats.org/officeDocument/2006/relationships" id="2147483657" r:id="R6403b8c12af54d62"/>
    <p:sldLayoutId xmlns:r="http://schemas.openxmlformats.org/officeDocument/2006/relationships" id="2147483658" r:id="R0094bfaa74154d5e"/>
    <p:sldLayoutId xmlns:r="http://schemas.openxmlformats.org/officeDocument/2006/relationships" id="2147483659" r:id="Reb9c87e9a69a474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53105fdf04c4e" /><Relationship Type="http://schemas.openxmlformats.org/officeDocument/2006/relationships/notesSlide" Target="/ppt/notesSlides/notesSlide1.xml" Id="Rfcbc19ad279b40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4958b95a3042fb" /><Relationship Type="http://schemas.openxmlformats.org/officeDocument/2006/relationships/notesSlide" Target="/ppt/notesSlides/notesSlide2.xml" Id="R990d2a22a6214b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c3a90a01cf424b" /><Relationship Type="http://schemas.openxmlformats.org/officeDocument/2006/relationships/notesSlide" Target="/ppt/notesSlides/notesSlide3.xml" Id="R225dbcfc61f049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edd865493f4e4f" /><Relationship Type="http://schemas.openxmlformats.org/officeDocument/2006/relationships/notesSlide" Target="/ppt/notesSlides/notesSlide4.xml" Id="R6592d86b757142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d796b42d0d4fed" /><Relationship Type="http://schemas.openxmlformats.org/officeDocument/2006/relationships/notesSlide" Target="/ppt/notesSlides/notesSlide5.xml" Id="Rb3ae1100a36e42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483d344e4741a9" /><Relationship Type="http://schemas.openxmlformats.org/officeDocument/2006/relationships/notesSlide" Target="/ppt/notesSlides/notesSlide6.xml" Id="R6dae07f8ff494b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5643e1c84c4ec6" /><Relationship Type="http://schemas.openxmlformats.org/officeDocument/2006/relationships/notesSlide" Target="/ppt/notesSlides/notesSlide7.xml" Id="R86fb05f4a72846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fc9b3e6b4644fc" /><Relationship Type="http://schemas.openxmlformats.org/officeDocument/2006/relationships/notesSlide" Target="/ppt/notesSlides/notesSlide8.xml" Id="R1bfda307fdfe40f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f98dc4348d4f32" /><Relationship Type="http://schemas.openxmlformats.org/officeDocument/2006/relationships/notesSlide" Target="/ppt/notesSlides/notesSlide9.xml" Id="Red465ee7c3f1477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Condition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two stored values change each time the loop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terminating guess still increase the attempt counter?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the guesses are 2 and then 7, what does the final line display?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loop stop after three wrong guesses even though the target was not found?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program so the user has two attempts. Test one run by guessing 7 first and another with two wrong guesses. The program should display 1 try and 2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Give the player five attempts. Update the finishing message to report the guesses used. Test an early correct guess and five unsuccessful guesses; both counts must be accurate.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door-code checker with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that allows at most three attempts. Stop early when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entered, then display either a success message or a final locked message with the attempts used.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2026-08-26T04:02:46.5360000Z</dcterms:created>
  <dcterms:modified xsi:type="dcterms:W3CDTF">2026-08-26T04:02:46.5360000Z</dcterms:modified>
</coreProperties>
</file>