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ba5b407a7f40df" /><Relationship Type="http://schemas.openxmlformats.org/officeDocument/2006/relationships/extended-properties" Target="/docProps/app.xml" Id="Rcb589ba6afb14d91" /><Relationship Type="http://schemas.openxmlformats.org/officeDocument/2006/relationships/officeDocument" Target="/ppt/presentation.xml" Id="R7901e46eaefc4d2f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a8f46a84e8114b22"/>
  </p:sldMasterIdLst>
  <p:notesMasterIdLst>
    <p:notesMasterId xmlns:r="http://schemas.openxmlformats.org/officeDocument/2006/relationships" r:id="Rf19c2fed98ab4b3e"/>
  </p:notesMasterIdLst>
  <p:sldIdLst>
    <p:sldId xmlns:r="http://schemas.openxmlformats.org/officeDocument/2006/relationships" id="256" r:id="R4921b7a0848e4ba3"/>
    <p:sldId xmlns:r="http://schemas.openxmlformats.org/officeDocument/2006/relationships" id="257" r:id="R30b8ea47c3164cd0"/>
    <p:sldId xmlns:r="http://schemas.openxmlformats.org/officeDocument/2006/relationships" id="258" r:id="Rd9fc3a13bc12442c"/>
    <p:sldId xmlns:r="http://schemas.openxmlformats.org/officeDocument/2006/relationships" id="259" r:id="Rab2ede6ee6884d50"/>
    <p:sldId xmlns:r="http://schemas.openxmlformats.org/officeDocument/2006/relationships" id="260" r:id="R4d4de09bc7a14f5a"/>
    <p:sldId xmlns:r="http://schemas.openxmlformats.org/officeDocument/2006/relationships" id="261" r:id="R6ead61f9f4b146bd"/>
    <p:sldId xmlns:r="http://schemas.openxmlformats.org/officeDocument/2006/relationships" id="262" r:id="R63b3b7affaf04958"/>
    <p:sldId xmlns:r="http://schemas.openxmlformats.org/officeDocument/2006/relationships" id="263" r:id="R0b2fd366b67c4d30"/>
    <p:sldId xmlns:r="http://schemas.openxmlformats.org/officeDocument/2006/relationships" id="264" r:id="R3f85356a374b4f44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c5e45d7b239245d3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3d520c4ae7f4278" /><Relationship Type="http://schemas.openxmlformats.org/officeDocument/2006/relationships/slideMaster" Target="/ppt/slideMasters/slideMaster1.xml" Id="Ra8f46a84e8114b22" /><Relationship Type="http://schemas.openxmlformats.org/officeDocument/2006/relationships/notesMaster" Target="/ppt/notesMasters/notesMaster1.xml" Id="Rf19c2fed98ab4b3e" /><Relationship Type="http://schemas.openxmlformats.org/officeDocument/2006/relationships/presProps" Target="/ppt/presProps.xml" Id="R1e34e50116db45e7" /><Relationship Type="http://schemas.openxmlformats.org/officeDocument/2006/relationships/viewProps" Target="/ppt/viewProps.xml" Id="R78a76d672dfd4268" /><Relationship Type="http://schemas.openxmlformats.org/officeDocument/2006/relationships/tableStyles" Target="/ppt/tableStyles.xml" Id="R4320cc2e0aa645ba" /><Relationship Type="http://schemas.openxmlformats.org/officeDocument/2006/relationships/font" Target="/ppt/fonts/font.dat" Id="Rc5e45d7b239245d3" /><Relationship Type="http://schemas.openxmlformats.org/officeDocument/2006/relationships/slide" Target="/ppt/slides/slide1.xml" Id="R4921b7a0848e4ba3" /><Relationship Type="http://schemas.openxmlformats.org/officeDocument/2006/relationships/slide" Target="/ppt/slides/slide2.xml" Id="R30b8ea47c3164cd0" /><Relationship Type="http://schemas.openxmlformats.org/officeDocument/2006/relationships/slide" Target="/ppt/slides/slide3.xml" Id="Rd9fc3a13bc12442c" /><Relationship Type="http://schemas.openxmlformats.org/officeDocument/2006/relationships/slide" Target="/ppt/slides/slide4.xml" Id="Rab2ede6ee6884d50" /><Relationship Type="http://schemas.openxmlformats.org/officeDocument/2006/relationships/slide" Target="/ppt/slides/slide5.xml" Id="R4d4de09bc7a14f5a" /><Relationship Type="http://schemas.openxmlformats.org/officeDocument/2006/relationships/slide" Target="/ppt/slides/slide6.xml" Id="R6ead61f9f4b146bd" /><Relationship Type="http://schemas.openxmlformats.org/officeDocument/2006/relationships/slide" Target="/ppt/slides/slide7.xml" Id="R63b3b7affaf04958" /><Relationship Type="http://schemas.openxmlformats.org/officeDocument/2006/relationships/slide" Target="/ppt/slides/slide8.xml" Id="R0b2fd366b67c4d30" /><Relationship Type="http://schemas.openxmlformats.org/officeDocument/2006/relationships/slide" Target="/ppt/slides/slide9.xml" Id="R3f85356a374b4f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3c50d54b1674b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64cf6d92514d5c" /><Relationship Type="http://schemas.openxmlformats.org/officeDocument/2006/relationships/notesMaster" Target="/ppt/notesMasters/notesMaster1.xml" Id="R0c5826fc779f40f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648c0a71b94944" /><Relationship Type="http://schemas.openxmlformats.org/officeDocument/2006/relationships/notesMaster" Target="/ppt/notesMasters/notesMaster1.xml" Id="Rd4bdc132876f4f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47e850308264d45" /><Relationship Type="http://schemas.openxmlformats.org/officeDocument/2006/relationships/notesMaster" Target="/ppt/notesMasters/notesMaster1.xml" Id="R0cf1bed2e06946e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1559f8fb5a847e0" /><Relationship Type="http://schemas.openxmlformats.org/officeDocument/2006/relationships/notesMaster" Target="/ppt/notesMasters/notesMaster1.xml" Id="Ra4edb1564c8f4c2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47620610fb045ff" /><Relationship Type="http://schemas.openxmlformats.org/officeDocument/2006/relationships/notesMaster" Target="/ppt/notesMasters/notesMaster1.xml" Id="R3bb9029d719c4d9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5c1602591647df" /><Relationship Type="http://schemas.openxmlformats.org/officeDocument/2006/relationships/notesMaster" Target="/ppt/notesMasters/notesMaster1.xml" Id="R3d47966c38e241b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0c16b3c02354986" /><Relationship Type="http://schemas.openxmlformats.org/officeDocument/2006/relationships/notesMaster" Target="/ppt/notesMasters/notesMaster1.xml" Id="Ra103e0449af3402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9ee1cce4fd44721" /><Relationship Type="http://schemas.openxmlformats.org/officeDocument/2006/relationships/notesMaster" Target="/ppt/notesMasters/notesMaster1.xml" Id="Rf2233bc3b52248f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22a1d052d7b44d3" /><Relationship Type="http://schemas.openxmlformats.org/officeDocument/2006/relationships/notesMaster" Target="/ppt/notesMasters/notesMaster1.xml" Id="Rb86b5ced25994aa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4bc5035cfa4fe7" /><Relationship Type="http://schemas.openxmlformats.org/officeDocument/2006/relationships/image" Target="/ppt/media/image.png" Id="R33e1f33c2c414c3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bb0c2c11384a48" /><Relationship Type="http://schemas.openxmlformats.org/officeDocument/2006/relationships/image" Target="/ppt/media/image.png" Id="R6d3dd968e1ce41b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c4babf87614224" /><Relationship Type="http://schemas.openxmlformats.org/officeDocument/2006/relationships/image" Target="/ppt/media/image.png" Id="R3efa27706efd4e1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f44ec4cc174a4c" /><Relationship Type="http://schemas.openxmlformats.org/officeDocument/2006/relationships/image" Target="/ppt/media/image.png" Id="R1a678d58f44b4bd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aebe12edba4305" /><Relationship Type="http://schemas.openxmlformats.org/officeDocument/2006/relationships/image" Target="/ppt/media/image.png" Id="R385ac46b532b4cf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18f0c961304752" /><Relationship Type="http://schemas.openxmlformats.org/officeDocument/2006/relationships/image" Target="/ppt/media/image.png" Id="R0ee52106f9d3432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1712a9d24f4202" /><Relationship Type="http://schemas.openxmlformats.org/officeDocument/2006/relationships/image" Target="/ppt/media/image.png" Id="Raba885602b964dd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e5a863aa474f3b" /><Relationship Type="http://schemas.openxmlformats.org/officeDocument/2006/relationships/image" Target="/ppt/media/image.png" Id="R129c6650a2ca47d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3a646a3a2842c8" /><Relationship Type="http://schemas.openxmlformats.org/officeDocument/2006/relationships/image" Target="/ppt/media/image.png" Id="R4134243021494b0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5e45a9b75f4e97" /><Relationship Type="http://schemas.openxmlformats.org/officeDocument/2006/relationships/image" Target="/ppt/media/image.png" Id="Ra290eb3cc90c4af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566470c1c141aa" /><Relationship Type="http://schemas.openxmlformats.org/officeDocument/2006/relationships/image" Target="/ppt/media/image.png" Id="Rd7ea8055b20e446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3e1f33c2c414c3d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d3dd968e1ce41b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efa27706efd4e1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a678d58f44b4bd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85ac46b532b4cf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ee52106f9d3432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ba885602b964dd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29c6650a2ca47d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134243021494b0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290eb3cc90c4af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7ea8055b20e446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8cf83a6449b4835" /><Relationship Type="http://schemas.openxmlformats.org/officeDocument/2006/relationships/slideLayout" Target="/ppt/slideLayouts/slideLayout1.xml" Id="R445c4b952ee345b3" /><Relationship Type="http://schemas.openxmlformats.org/officeDocument/2006/relationships/slideLayout" Target="/ppt/slideLayouts/slideLayout2.xml" Id="R976aec75e4534d02" /><Relationship Type="http://schemas.openxmlformats.org/officeDocument/2006/relationships/slideLayout" Target="/ppt/slideLayouts/slideLayout3.xml" Id="Rbe286c813141452c" /><Relationship Type="http://schemas.openxmlformats.org/officeDocument/2006/relationships/slideLayout" Target="/ppt/slideLayouts/slideLayout4.xml" Id="Rfdea138a9edc4224" /><Relationship Type="http://schemas.openxmlformats.org/officeDocument/2006/relationships/slideLayout" Target="/ppt/slideLayouts/slideLayout5.xml" Id="R6534f5234a4a474b" /><Relationship Type="http://schemas.openxmlformats.org/officeDocument/2006/relationships/slideLayout" Target="/ppt/slideLayouts/slideLayout6.xml" Id="R24f73624eadb46f0" /><Relationship Type="http://schemas.openxmlformats.org/officeDocument/2006/relationships/slideLayout" Target="/ppt/slideLayouts/slideLayout7.xml" Id="Rdfe9723b62934968" /><Relationship Type="http://schemas.openxmlformats.org/officeDocument/2006/relationships/slideLayout" Target="/ppt/slideLayouts/slideLayout8.xml" Id="R1254612fb2e44485" /><Relationship Type="http://schemas.openxmlformats.org/officeDocument/2006/relationships/slideLayout" Target="/ppt/slideLayouts/slideLayout9.xml" Id="Rac24c3b272b44245" /><Relationship Type="http://schemas.openxmlformats.org/officeDocument/2006/relationships/slideLayout" Target="/ppt/slideLayouts/slideLayout10.xml" Id="R11160a551bb04d97" /><Relationship Type="http://schemas.openxmlformats.org/officeDocument/2006/relationships/slideLayout" Target="/ppt/slideLayouts/slideLayout11.xml" Id="R0f571497778740b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45c4b952ee345b3"/>
    <p:sldLayoutId xmlns:r="http://schemas.openxmlformats.org/officeDocument/2006/relationships" id="2147483650" r:id="R976aec75e4534d02"/>
    <p:sldLayoutId xmlns:r="http://schemas.openxmlformats.org/officeDocument/2006/relationships" id="2147483651" r:id="Rbe286c813141452c"/>
    <p:sldLayoutId xmlns:r="http://schemas.openxmlformats.org/officeDocument/2006/relationships" id="2147483652" r:id="Rfdea138a9edc4224"/>
    <p:sldLayoutId xmlns:r="http://schemas.openxmlformats.org/officeDocument/2006/relationships" id="2147483653" r:id="R6534f5234a4a474b"/>
    <p:sldLayoutId xmlns:r="http://schemas.openxmlformats.org/officeDocument/2006/relationships" id="2147483654" r:id="R24f73624eadb46f0"/>
    <p:sldLayoutId xmlns:r="http://schemas.openxmlformats.org/officeDocument/2006/relationships" id="2147483655" r:id="Rdfe9723b62934968"/>
    <p:sldLayoutId xmlns:r="http://schemas.openxmlformats.org/officeDocument/2006/relationships" id="2147483656" r:id="R1254612fb2e44485"/>
    <p:sldLayoutId xmlns:r="http://schemas.openxmlformats.org/officeDocument/2006/relationships" id="2147483657" r:id="Rac24c3b272b44245"/>
    <p:sldLayoutId xmlns:r="http://schemas.openxmlformats.org/officeDocument/2006/relationships" id="2147483658" r:id="R11160a551bb04d97"/>
    <p:sldLayoutId xmlns:r="http://schemas.openxmlformats.org/officeDocument/2006/relationships" id="2147483659" r:id="R0f571497778740b0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e59ed5d7be4cf0" /><Relationship Type="http://schemas.openxmlformats.org/officeDocument/2006/relationships/notesSlide" Target="/ppt/notesSlides/notesSlide1.xml" Id="R9241193532a8458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a733efa29434e3d" /><Relationship Type="http://schemas.openxmlformats.org/officeDocument/2006/relationships/notesSlide" Target="/ppt/notesSlides/notesSlide2.xml" Id="R69fa7585f59a47b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9aec6820f14e92" /><Relationship Type="http://schemas.openxmlformats.org/officeDocument/2006/relationships/notesSlide" Target="/ppt/notesSlides/notesSlide3.xml" Id="R7395f9823b3e4b8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aa8d262fc44721" /><Relationship Type="http://schemas.openxmlformats.org/officeDocument/2006/relationships/notesSlide" Target="/ppt/notesSlides/notesSlide4.xml" Id="R3be59927235746a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6e61c53fad4c60" /><Relationship Type="http://schemas.openxmlformats.org/officeDocument/2006/relationships/notesSlide" Target="/ppt/notesSlides/notesSlide5.xml" Id="Rb5fb6c75e12b48b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b2a34d7f7b4ffd" /><Relationship Type="http://schemas.openxmlformats.org/officeDocument/2006/relationships/notesSlide" Target="/ppt/notesSlides/notesSlide6.xml" Id="Raf932350c1f14cd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4a0e259de64ffe" /><Relationship Type="http://schemas.openxmlformats.org/officeDocument/2006/relationships/notesSlide" Target="/ppt/notesSlides/notesSlide7.xml" Id="Rdf294704808d490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bc4db8106c44a3" /><Relationship Type="http://schemas.openxmlformats.org/officeDocument/2006/relationships/notesSlide" Target="/ppt/notesSlides/notesSlide8.xml" Id="R14367d2cc7b4419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cb30f672954cc7" /><Relationship Type="http://schemas.openxmlformats.org/officeDocument/2006/relationships/notesSlide" Target="/ppt/notesSlides/notesSlide9.xml" Id="R04e44bd41a374c6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Condition Loops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09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Which two stored values change each time the loop runs?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the terminating guess still increase the attempt counter?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the guesses are 2 and then 7, what does the final line display?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does the loop stop after three wrong guesses even though the target was not found?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the final message explains why the loop stopped. After the loop, use an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"Correct!"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when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guess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equals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target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otherwise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"Out of guesses. It was 7."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Test 7, then test 1, 2 and 3.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each wrong guess gets a hint. Inside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loop, use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"Too low"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"Too high"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each guess that is not 7. For example, 5, 9 and 7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"Too low"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"Too high"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door-code checker. Store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"open"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password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ask for a code until it is correct or three attempts are used.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"Door opened."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"Door locked."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attempts used.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"green"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"Door locked. Attempts used: 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2026-09-28T09:06:43.9640000Z</dcterms:created>
  <dcterms:modified xsi:type="dcterms:W3CDTF">2026-09-28T09:06:43.9640000Z</dcterms:modified>
</coreProperties>
</file>