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c7f70aa8a348a3" /><Relationship Type="http://schemas.openxmlformats.org/officeDocument/2006/relationships/extended-properties" Target="/docProps/app.xml" Id="R1ba5e19b4e054b9c" /><Relationship Type="http://schemas.openxmlformats.org/officeDocument/2006/relationships/officeDocument" Target="/ppt/presentation.xml" Id="Rd36ea02d98b34c0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cb0252770334e39"/>
  </p:sldMasterIdLst>
  <p:notesMasterIdLst>
    <p:notesMasterId xmlns:r="http://schemas.openxmlformats.org/officeDocument/2006/relationships" r:id="Rac06a949a8fb42ac"/>
  </p:notesMasterIdLst>
  <p:sldIdLst>
    <p:sldId xmlns:r="http://schemas.openxmlformats.org/officeDocument/2006/relationships" id="256" r:id="R461bfca9b8824614"/>
    <p:sldId xmlns:r="http://schemas.openxmlformats.org/officeDocument/2006/relationships" id="257" r:id="Rd603734444bb45e3"/>
    <p:sldId xmlns:r="http://schemas.openxmlformats.org/officeDocument/2006/relationships" id="258" r:id="Rf1976f0104c2441f"/>
    <p:sldId xmlns:r="http://schemas.openxmlformats.org/officeDocument/2006/relationships" id="259" r:id="R6a4648f8150b4a0f"/>
    <p:sldId xmlns:r="http://schemas.openxmlformats.org/officeDocument/2006/relationships" id="260" r:id="R8be46c39f4d34a31"/>
    <p:sldId xmlns:r="http://schemas.openxmlformats.org/officeDocument/2006/relationships" id="261" r:id="R731f4fe7129949fa"/>
    <p:sldId xmlns:r="http://schemas.openxmlformats.org/officeDocument/2006/relationships" id="262" r:id="Rae30b0528bd34cfb"/>
    <p:sldId xmlns:r="http://schemas.openxmlformats.org/officeDocument/2006/relationships" id="263" r:id="Re914731971934bfc"/>
    <p:sldId xmlns:r="http://schemas.openxmlformats.org/officeDocument/2006/relationships" id="264" r:id="R5b4858318b674506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cb8c198411954a4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1ce832bb824c44" /><Relationship Type="http://schemas.openxmlformats.org/officeDocument/2006/relationships/slideMaster" Target="/ppt/slideMasters/slideMaster1.xml" Id="R7cb0252770334e39" /><Relationship Type="http://schemas.openxmlformats.org/officeDocument/2006/relationships/notesMaster" Target="/ppt/notesMasters/notesMaster1.xml" Id="Rac06a949a8fb42ac" /><Relationship Type="http://schemas.openxmlformats.org/officeDocument/2006/relationships/presProps" Target="/ppt/presProps.xml" Id="R96995e108b7244b4" /><Relationship Type="http://schemas.openxmlformats.org/officeDocument/2006/relationships/viewProps" Target="/ppt/viewProps.xml" Id="Ra09df1ec78724fdd" /><Relationship Type="http://schemas.openxmlformats.org/officeDocument/2006/relationships/tableStyles" Target="/ppt/tableStyles.xml" Id="Ra56ff9d922a34e87" /><Relationship Type="http://schemas.openxmlformats.org/officeDocument/2006/relationships/font" Target="/ppt/fonts/font.dat" Id="Rcb8c198411954a4e" /><Relationship Type="http://schemas.openxmlformats.org/officeDocument/2006/relationships/slide" Target="/ppt/slides/slide1.xml" Id="R461bfca9b8824614" /><Relationship Type="http://schemas.openxmlformats.org/officeDocument/2006/relationships/slide" Target="/ppt/slides/slide2.xml" Id="Rd603734444bb45e3" /><Relationship Type="http://schemas.openxmlformats.org/officeDocument/2006/relationships/slide" Target="/ppt/slides/slide3.xml" Id="Rf1976f0104c2441f" /><Relationship Type="http://schemas.openxmlformats.org/officeDocument/2006/relationships/slide" Target="/ppt/slides/slide4.xml" Id="R6a4648f8150b4a0f" /><Relationship Type="http://schemas.openxmlformats.org/officeDocument/2006/relationships/slide" Target="/ppt/slides/slide5.xml" Id="R8be46c39f4d34a31" /><Relationship Type="http://schemas.openxmlformats.org/officeDocument/2006/relationships/slide" Target="/ppt/slides/slide6.xml" Id="R731f4fe7129949fa" /><Relationship Type="http://schemas.openxmlformats.org/officeDocument/2006/relationships/slide" Target="/ppt/slides/slide7.xml" Id="Rae30b0528bd34cfb" /><Relationship Type="http://schemas.openxmlformats.org/officeDocument/2006/relationships/slide" Target="/ppt/slides/slide8.xml" Id="Re914731971934bfc" /><Relationship Type="http://schemas.openxmlformats.org/officeDocument/2006/relationships/slide" Target="/ppt/slides/slide9.xml" Id="R5b4858318b6745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a88f19dd1242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6945ee70684644" /><Relationship Type="http://schemas.openxmlformats.org/officeDocument/2006/relationships/notesMaster" Target="/ppt/notesMasters/notesMaster1.xml" Id="R90e0e66fe93744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d750ecf722425d" /><Relationship Type="http://schemas.openxmlformats.org/officeDocument/2006/relationships/notesMaster" Target="/ppt/notesMasters/notesMaster1.xml" Id="R44fb12ae10b949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3e5f59295a4341" /><Relationship Type="http://schemas.openxmlformats.org/officeDocument/2006/relationships/notesMaster" Target="/ppt/notesMasters/notesMaster1.xml" Id="Raedc77606a184c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9d51ac05724fef" /><Relationship Type="http://schemas.openxmlformats.org/officeDocument/2006/relationships/notesMaster" Target="/ppt/notesMasters/notesMaster1.xml" Id="Ra27c1fa2a20c47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afa85c880f4bee" /><Relationship Type="http://schemas.openxmlformats.org/officeDocument/2006/relationships/notesMaster" Target="/ppt/notesMasters/notesMaster1.xml" Id="R6345cfe7165e48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f9f6f19c254cce" /><Relationship Type="http://schemas.openxmlformats.org/officeDocument/2006/relationships/notesMaster" Target="/ppt/notesMasters/notesMaster1.xml" Id="Re7b70095d4ba46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53b7ffd9ac4157" /><Relationship Type="http://schemas.openxmlformats.org/officeDocument/2006/relationships/notesMaster" Target="/ppt/notesMasters/notesMaster1.xml" Id="R059dee0d3a9741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53f5b18a14455a" /><Relationship Type="http://schemas.openxmlformats.org/officeDocument/2006/relationships/notesMaster" Target="/ppt/notesMasters/notesMaster1.xml" Id="R08e4e383f6364f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1b2bcb782f4b1b" /><Relationship Type="http://schemas.openxmlformats.org/officeDocument/2006/relationships/notesMaster" Target="/ppt/notesMasters/notesMaster1.xml" Id="R11c8460d5c4742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d5a667628a412d" /><Relationship Type="http://schemas.openxmlformats.org/officeDocument/2006/relationships/image" Target="/ppt/media/image.png" Id="R506611feb8e547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103763363b414b" /><Relationship Type="http://schemas.openxmlformats.org/officeDocument/2006/relationships/image" Target="/ppt/media/image.png" Id="R708c431301d844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6494b9a3e147a6" /><Relationship Type="http://schemas.openxmlformats.org/officeDocument/2006/relationships/image" Target="/ppt/media/image.png" Id="R85b3b62004c642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3538956e9c4a16" /><Relationship Type="http://schemas.openxmlformats.org/officeDocument/2006/relationships/image" Target="/ppt/media/image.png" Id="R3ffcbca0246040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1920287a414dee" /><Relationship Type="http://schemas.openxmlformats.org/officeDocument/2006/relationships/image" Target="/ppt/media/image.png" Id="R82a7ec0d76ca4b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ed54c552a4a8d" /><Relationship Type="http://schemas.openxmlformats.org/officeDocument/2006/relationships/image" Target="/ppt/media/image.png" Id="R17ea85aed3c54bd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7a2552a05547fb" /><Relationship Type="http://schemas.openxmlformats.org/officeDocument/2006/relationships/image" Target="/ppt/media/image.png" Id="R0a56222a5141401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6c66a6bde14bd5" /><Relationship Type="http://schemas.openxmlformats.org/officeDocument/2006/relationships/image" Target="/ppt/media/image.png" Id="R784480e9bf70440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fc8e12b8974bb6" /><Relationship Type="http://schemas.openxmlformats.org/officeDocument/2006/relationships/image" Target="/ppt/media/image.png" Id="R55a445607a3c4c2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4f8c29064423f" /><Relationship Type="http://schemas.openxmlformats.org/officeDocument/2006/relationships/image" Target="/ppt/media/image.png" Id="R4c2c98287e07465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b84448504d437b" /><Relationship Type="http://schemas.openxmlformats.org/officeDocument/2006/relationships/image" Target="/ppt/media/image.png" Id="Rf54e7e23ab0545c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6611feb8e54706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8c431301d844f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b3b62004c642a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ffcbca0246040d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2a7ec0d76ca4b0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ea85aed3c54bd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56222a5141401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84480e9bf70440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5a445607a3c4c2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2c98287e07465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54e7e23ab0545c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1c7fcd7e384f42" /><Relationship Type="http://schemas.openxmlformats.org/officeDocument/2006/relationships/slideLayout" Target="/ppt/slideLayouts/slideLayout1.xml" Id="R00549220412a4e8d" /><Relationship Type="http://schemas.openxmlformats.org/officeDocument/2006/relationships/slideLayout" Target="/ppt/slideLayouts/slideLayout2.xml" Id="Reb48cb218d8141fd" /><Relationship Type="http://schemas.openxmlformats.org/officeDocument/2006/relationships/slideLayout" Target="/ppt/slideLayouts/slideLayout3.xml" Id="R5c7f08b991fd41a3" /><Relationship Type="http://schemas.openxmlformats.org/officeDocument/2006/relationships/slideLayout" Target="/ppt/slideLayouts/slideLayout4.xml" Id="Rdc167078eabd404a" /><Relationship Type="http://schemas.openxmlformats.org/officeDocument/2006/relationships/slideLayout" Target="/ppt/slideLayouts/slideLayout5.xml" Id="Rf0bd14df6596426a" /><Relationship Type="http://schemas.openxmlformats.org/officeDocument/2006/relationships/slideLayout" Target="/ppt/slideLayouts/slideLayout6.xml" Id="R45df11e2cfc14656" /><Relationship Type="http://schemas.openxmlformats.org/officeDocument/2006/relationships/slideLayout" Target="/ppt/slideLayouts/slideLayout7.xml" Id="Rf268e133bbc74801" /><Relationship Type="http://schemas.openxmlformats.org/officeDocument/2006/relationships/slideLayout" Target="/ppt/slideLayouts/slideLayout8.xml" Id="R68916bc8a0c54f4f" /><Relationship Type="http://schemas.openxmlformats.org/officeDocument/2006/relationships/slideLayout" Target="/ppt/slideLayouts/slideLayout9.xml" Id="Rcde709861c834177" /><Relationship Type="http://schemas.openxmlformats.org/officeDocument/2006/relationships/slideLayout" Target="/ppt/slideLayouts/slideLayout10.xml" Id="Re82104030ed14416" /><Relationship Type="http://schemas.openxmlformats.org/officeDocument/2006/relationships/slideLayout" Target="/ppt/slideLayouts/slideLayout11.xml" Id="R34c5e8520fb948a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549220412a4e8d"/>
    <p:sldLayoutId xmlns:r="http://schemas.openxmlformats.org/officeDocument/2006/relationships" id="2147483650" r:id="Reb48cb218d8141fd"/>
    <p:sldLayoutId xmlns:r="http://schemas.openxmlformats.org/officeDocument/2006/relationships" id="2147483651" r:id="R5c7f08b991fd41a3"/>
    <p:sldLayoutId xmlns:r="http://schemas.openxmlformats.org/officeDocument/2006/relationships" id="2147483652" r:id="Rdc167078eabd404a"/>
    <p:sldLayoutId xmlns:r="http://schemas.openxmlformats.org/officeDocument/2006/relationships" id="2147483653" r:id="Rf0bd14df6596426a"/>
    <p:sldLayoutId xmlns:r="http://schemas.openxmlformats.org/officeDocument/2006/relationships" id="2147483654" r:id="R45df11e2cfc14656"/>
    <p:sldLayoutId xmlns:r="http://schemas.openxmlformats.org/officeDocument/2006/relationships" id="2147483655" r:id="Rf268e133bbc74801"/>
    <p:sldLayoutId xmlns:r="http://schemas.openxmlformats.org/officeDocument/2006/relationships" id="2147483656" r:id="R68916bc8a0c54f4f"/>
    <p:sldLayoutId xmlns:r="http://schemas.openxmlformats.org/officeDocument/2006/relationships" id="2147483657" r:id="Rcde709861c834177"/>
    <p:sldLayoutId xmlns:r="http://schemas.openxmlformats.org/officeDocument/2006/relationships" id="2147483658" r:id="Re82104030ed14416"/>
    <p:sldLayoutId xmlns:r="http://schemas.openxmlformats.org/officeDocument/2006/relationships" id="2147483659" r:id="R34c5e8520fb948a8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0be56de684137" /><Relationship Type="http://schemas.openxmlformats.org/officeDocument/2006/relationships/notesSlide" Target="/ppt/notesSlides/notesSlide1.xml" Id="R0850d9cecf684e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0fbefb46ea4787" /><Relationship Type="http://schemas.openxmlformats.org/officeDocument/2006/relationships/notesSlide" Target="/ppt/notesSlides/notesSlide2.xml" Id="Ra7c040d01d6f44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4066f51a1d4947" /><Relationship Type="http://schemas.openxmlformats.org/officeDocument/2006/relationships/notesSlide" Target="/ppt/notesSlides/notesSlide3.xml" Id="R7d3f3cc5bfad48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3dfd88f0e5483b" /><Relationship Type="http://schemas.openxmlformats.org/officeDocument/2006/relationships/notesSlide" Target="/ppt/notesSlides/notesSlide4.xml" Id="Rb26ca2e82ef142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7182e076504e55" /><Relationship Type="http://schemas.openxmlformats.org/officeDocument/2006/relationships/notesSlide" Target="/ppt/notesSlides/notesSlide5.xml" Id="R68f9c39dcc0f4a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8fecc1fda54cd4" /><Relationship Type="http://schemas.openxmlformats.org/officeDocument/2006/relationships/notesSlide" Target="/ppt/notesSlides/notesSlide6.xml" Id="R08368acd68c84f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7169f53c944993" /><Relationship Type="http://schemas.openxmlformats.org/officeDocument/2006/relationships/notesSlide" Target="/ppt/notesSlides/notesSlide7.xml" Id="R35ab7ad28de849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66e7c136464b9e" /><Relationship Type="http://schemas.openxmlformats.org/officeDocument/2006/relationships/notesSlide" Target="/ppt/notesSlides/notesSlide8.xml" Id="R4dee23cec96b48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93ab7527aa4364" /><Relationship Type="http://schemas.openxmlformats.org/officeDocument/2006/relationships/notesSlide" Target="/ppt/notesSlides/notesSlide9.xml" Id="Ra315795be2cd442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Condition Loops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09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7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attempts = 0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guess = 0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guess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attempts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3: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guess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"Guess 1 to 10: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attempts = attempts + 1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"Finished in"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attempts,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"tries."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7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attempts = 0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guess = 0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guess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attempts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3: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guess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"Guess 1 to 10: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attempts = attempts + 1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"Finished in"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attempts,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"tries."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7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attempts = 0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guess = 0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guess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attempts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3: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guess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"Guess 1 to 10: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attempts = attempts + 1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"Finished in"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attempts,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"tries."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Which two stored values change each time the loop runs?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Why does the terminating guess still increase the attempt counter?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If the guesses are 2 and then 7, what does the final line display?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Why does the loop stop after three wrong guesses even though the target was not found?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7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attempts = 0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guess = 0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guess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attempts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3: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guess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"Guess 1 to 10: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attempts = attempts + 1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"Finished in"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attempts,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"tries."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program so the user has two attempts. Test one run by guessing 7 first and another with two wrong guesses. The program should display 1 try and 2 tries.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7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attempts = 0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guess = 0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guess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attempts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3: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guess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"Guess 1 to 10: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attempts = attempts + 1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"Finished in"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attempts,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"tries."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Give the player five attempts. Update the finishing message to report the guesses used. Test an early correct guess and five unsuccessful guesses; both counts must be accurate.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7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attempts = 0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guess = 0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guess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attempts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3: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guess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"Guess 1 to 10: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attempts = attempts + 1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"Finished in"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attempts,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"tries."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door-code checker with a </a:t>
            </a:r>
            <a:r>
              <a:rPr sz="240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that allows at most three attempts. Stop early when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"open"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is entered, then display either a success message or a final locked message with the attempts used.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7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attempts = 0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guess = 0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guess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attempts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3: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guess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"Guess 1 to 10: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attempts = attempts + 1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"Finished in"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attempts,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"tries."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54933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7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attempts = 0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guess = 0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guess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attempts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3: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guess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"Guess 1 to 10: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attempts = attempts +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"Finished in"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attempts,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"tries."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2026-08-27T03:51:10.3630000Z</dcterms:created>
  <dcterms:modified xsi:type="dcterms:W3CDTF">2026-08-27T03:51:10.3630000Z</dcterms:modified>
</coreProperties>
</file>