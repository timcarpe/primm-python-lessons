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41bd1e08374781" /><Relationship Type="http://schemas.openxmlformats.org/officeDocument/2006/relationships/extended-properties" Target="/docProps/app.xml" Id="R9fc16bf238a54291" /><Relationship Type="http://schemas.openxmlformats.org/officeDocument/2006/relationships/officeDocument" Target="/ppt/presentation.xml" Id="Rb472e6c4c6a74d5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e0a611128dd4170"/>
  </p:sldMasterIdLst>
  <p:notesMasterIdLst>
    <p:notesMasterId xmlns:r="http://schemas.openxmlformats.org/officeDocument/2006/relationships" r:id="R2cd36355edfc4e98"/>
  </p:notesMasterIdLst>
  <p:sldIdLst>
    <p:sldId xmlns:r="http://schemas.openxmlformats.org/officeDocument/2006/relationships" id="256" r:id="R063b4f0ae0884387"/>
    <p:sldId xmlns:r="http://schemas.openxmlformats.org/officeDocument/2006/relationships" id="257" r:id="R46d9ba7a2c914349"/>
    <p:sldId xmlns:r="http://schemas.openxmlformats.org/officeDocument/2006/relationships" id="258" r:id="Rabe70907b70d41d1"/>
    <p:sldId xmlns:r="http://schemas.openxmlformats.org/officeDocument/2006/relationships" id="259" r:id="Rf610d8af261048fa"/>
    <p:sldId xmlns:r="http://schemas.openxmlformats.org/officeDocument/2006/relationships" id="260" r:id="R6d09999c69784ade"/>
    <p:sldId xmlns:r="http://schemas.openxmlformats.org/officeDocument/2006/relationships" id="261" r:id="R8c0c796196e54325"/>
    <p:sldId xmlns:r="http://schemas.openxmlformats.org/officeDocument/2006/relationships" id="262" r:id="R5b083e6aa6b74dda"/>
    <p:sldId xmlns:r="http://schemas.openxmlformats.org/officeDocument/2006/relationships" id="263" r:id="R88b4d04f7f3946e4"/>
    <p:sldId xmlns:r="http://schemas.openxmlformats.org/officeDocument/2006/relationships" id="264" r:id="R54e2f18ec5aa41c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abe71e92841477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2df7ffcce348b3" /><Relationship Type="http://schemas.openxmlformats.org/officeDocument/2006/relationships/slideMaster" Target="/ppt/slideMasters/slideMaster1.xml" Id="R8e0a611128dd4170" /><Relationship Type="http://schemas.openxmlformats.org/officeDocument/2006/relationships/notesMaster" Target="/ppt/notesMasters/notesMaster1.xml" Id="R2cd36355edfc4e98" /><Relationship Type="http://schemas.openxmlformats.org/officeDocument/2006/relationships/presProps" Target="/ppt/presProps.xml" Id="R49799621b9154bf3" /><Relationship Type="http://schemas.openxmlformats.org/officeDocument/2006/relationships/viewProps" Target="/ppt/viewProps.xml" Id="R9407cc9475994595" /><Relationship Type="http://schemas.openxmlformats.org/officeDocument/2006/relationships/tableStyles" Target="/ppt/tableStyles.xml" Id="R5733bdb5bf504f6d" /><Relationship Type="http://schemas.openxmlformats.org/officeDocument/2006/relationships/font" Target="/ppt/fonts/font.dat" Id="R4abe71e928414777" /><Relationship Type="http://schemas.openxmlformats.org/officeDocument/2006/relationships/slide" Target="/ppt/slides/slide1.xml" Id="R063b4f0ae0884387" /><Relationship Type="http://schemas.openxmlformats.org/officeDocument/2006/relationships/slide" Target="/ppt/slides/slide2.xml" Id="R46d9ba7a2c914349" /><Relationship Type="http://schemas.openxmlformats.org/officeDocument/2006/relationships/slide" Target="/ppt/slides/slide3.xml" Id="Rabe70907b70d41d1" /><Relationship Type="http://schemas.openxmlformats.org/officeDocument/2006/relationships/slide" Target="/ppt/slides/slide4.xml" Id="Rf610d8af261048fa" /><Relationship Type="http://schemas.openxmlformats.org/officeDocument/2006/relationships/slide" Target="/ppt/slides/slide5.xml" Id="R6d09999c69784ade" /><Relationship Type="http://schemas.openxmlformats.org/officeDocument/2006/relationships/slide" Target="/ppt/slides/slide6.xml" Id="R8c0c796196e54325" /><Relationship Type="http://schemas.openxmlformats.org/officeDocument/2006/relationships/slide" Target="/ppt/slides/slide7.xml" Id="R5b083e6aa6b74dda" /><Relationship Type="http://schemas.openxmlformats.org/officeDocument/2006/relationships/slide" Target="/ppt/slides/slide8.xml" Id="R88b4d04f7f3946e4" /><Relationship Type="http://schemas.openxmlformats.org/officeDocument/2006/relationships/slide" Target="/ppt/slides/slide9.xml" Id="R54e2f18ec5aa41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0ca8b1a40140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56053855fb4d92" /><Relationship Type="http://schemas.openxmlformats.org/officeDocument/2006/relationships/notesMaster" Target="/ppt/notesMasters/notesMaster1.xml" Id="R1115194ef67247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2282a138224660" /><Relationship Type="http://schemas.openxmlformats.org/officeDocument/2006/relationships/notesMaster" Target="/ppt/notesMasters/notesMaster1.xml" Id="R6460db433fac4f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1902cb2bd24e59" /><Relationship Type="http://schemas.openxmlformats.org/officeDocument/2006/relationships/notesMaster" Target="/ppt/notesMasters/notesMaster1.xml" Id="Rffbb1ede475840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0ba6494c204b7b" /><Relationship Type="http://schemas.openxmlformats.org/officeDocument/2006/relationships/notesMaster" Target="/ppt/notesMasters/notesMaster1.xml" Id="R0ec355a257314c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4347e6ef3541ae" /><Relationship Type="http://schemas.openxmlformats.org/officeDocument/2006/relationships/notesMaster" Target="/ppt/notesMasters/notesMaster1.xml" Id="R09eea1986f5947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7106ab51794e5c" /><Relationship Type="http://schemas.openxmlformats.org/officeDocument/2006/relationships/notesMaster" Target="/ppt/notesMasters/notesMaster1.xml" Id="R42ef266cbf9f4f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114530f19e4c0c" /><Relationship Type="http://schemas.openxmlformats.org/officeDocument/2006/relationships/notesMaster" Target="/ppt/notesMasters/notesMaster1.xml" Id="R12f9b0e43a9949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853ebc8727405c" /><Relationship Type="http://schemas.openxmlformats.org/officeDocument/2006/relationships/notesMaster" Target="/ppt/notesMasters/notesMaster1.xml" Id="R55e898804049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04b3d4416d45a8" /><Relationship Type="http://schemas.openxmlformats.org/officeDocument/2006/relationships/notesMaster" Target="/ppt/notesMasters/notesMaster1.xml" Id="Rd1833b6546d241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558c17fb7f4543" /><Relationship Type="http://schemas.openxmlformats.org/officeDocument/2006/relationships/image" Target="/ppt/media/image.png" Id="R06f49d733be241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3e6303212d4d43" /><Relationship Type="http://schemas.openxmlformats.org/officeDocument/2006/relationships/image" Target="/ppt/media/image.png" Id="Rd3f2a1b0cf7a41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f6af4187cf46d4" /><Relationship Type="http://schemas.openxmlformats.org/officeDocument/2006/relationships/image" Target="/ppt/media/image.png" Id="R18bd8decb8fe4a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3a0646922d4273" /><Relationship Type="http://schemas.openxmlformats.org/officeDocument/2006/relationships/image" Target="/ppt/media/image.png" Id="R268a3eb8b54b41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b34599d5b45f9" /><Relationship Type="http://schemas.openxmlformats.org/officeDocument/2006/relationships/image" Target="/ppt/media/image.png" Id="Rec040692cc7746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6bd111c084352" /><Relationship Type="http://schemas.openxmlformats.org/officeDocument/2006/relationships/image" Target="/ppt/media/image.png" Id="R5a00db0c5674445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e63fcf816143f0" /><Relationship Type="http://schemas.openxmlformats.org/officeDocument/2006/relationships/image" Target="/ppt/media/image.png" Id="R373b63b24d7847e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13abcbd7146fa" /><Relationship Type="http://schemas.openxmlformats.org/officeDocument/2006/relationships/image" Target="/ppt/media/image.png" Id="R6b29be69e59949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d5b5744344f89" /><Relationship Type="http://schemas.openxmlformats.org/officeDocument/2006/relationships/image" Target="/ppt/media/image.png" Id="R7bbe82d0ba164e1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36a35f1aa84b27" /><Relationship Type="http://schemas.openxmlformats.org/officeDocument/2006/relationships/image" Target="/ppt/media/image.png" Id="R5a957d2ae5754c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3740af62b7441b" /><Relationship Type="http://schemas.openxmlformats.org/officeDocument/2006/relationships/image" Target="/ppt/media/image.png" Id="Rc3271f4edcaf48a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f49d733be2410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f2a1b0cf7a41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bd8decb8fe4a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8a3eb8b54b41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040692cc77466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00db0c567444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3b63b24d7847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29be69e599490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be82d0ba164e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957d2ae5754c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271f4edcaf48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5165a34cb441bd" /><Relationship Type="http://schemas.openxmlformats.org/officeDocument/2006/relationships/slideLayout" Target="/ppt/slideLayouts/slideLayout1.xml" Id="Rc39a9c72450245a0" /><Relationship Type="http://schemas.openxmlformats.org/officeDocument/2006/relationships/slideLayout" Target="/ppt/slideLayouts/slideLayout2.xml" Id="R0eaa84a6e03d43a9" /><Relationship Type="http://schemas.openxmlformats.org/officeDocument/2006/relationships/slideLayout" Target="/ppt/slideLayouts/slideLayout3.xml" Id="Rbc4bfc2412a745f9" /><Relationship Type="http://schemas.openxmlformats.org/officeDocument/2006/relationships/slideLayout" Target="/ppt/slideLayouts/slideLayout4.xml" Id="R183e89eec3164a8d" /><Relationship Type="http://schemas.openxmlformats.org/officeDocument/2006/relationships/slideLayout" Target="/ppt/slideLayouts/slideLayout5.xml" Id="R8af6c2e0ea1348d0" /><Relationship Type="http://schemas.openxmlformats.org/officeDocument/2006/relationships/slideLayout" Target="/ppt/slideLayouts/slideLayout6.xml" Id="R9caadd38a4cf478f" /><Relationship Type="http://schemas.openxmlformats.org/officeDocument/2006/relationships/slideLayout" Target="/ppt/slideLayouts/slideLayout7.xml" Id="R73b8801e2d374741" /><Relationship Type="http://schemas.openxmlformats.org/officeDocument/2006/relationships/slideLayout" Target="/ppt/slideLayouts/slideLayout8.xml" Id="Rf79b19a6f7644ab0" /><Relationship Type="http://schemas.openxmlformats.org/officeDocument/2006/relationships/slideLayout" Target="/ppt/slideLayouts/slideLayout9.xml" Id="R90714c02a23a4080" /><Relationship Type="http://schemas.openxmlformats.org/officeDocument/2006/relationships/slideLayout" Target="/ppt/slideLayouts/slideLayout10.xml" Id="Rf197317515b443ad" /><Relationship Type="http://schemas.openxmlformats.org/officeDocument/2006/relationships/slideLayout" Target="/ppt/slideLayouts/slideLayout11.xml" Id="Rc4a8c2066f4e409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9a9c72450245a0"/>
    <p:sldLayoutId xmlns:r="http://schemas.openxmlformats.org/officeDocument/2006/relationships" id="2147483650" r:id="R0eaa84a6e03d43a9"/>
    <p:sldLayoutId xmlns:r="http://schemas.openxmlformats.org/officeDocument/2006/relationships" id="2147483651" r:id="Rbc4bfc2412a745f9"/>
    <p:sldLayoutId xmlns:r="http://schemas.openxmlformats.org/officeDocument/2006/relationships" id="2147483652" r:id="R183e89eec3164a8d"/>
    <p:sldLayoutId xmlns:r="http://schemas.openxmlformats.org/officeDocument/2006/relationships" id="2147483653" r:id="R8af6c2e0ea1348d0"/>
    <p:sldLayoutId xmlns:r="http://schemas.openxmlformats.org/officeDocument/2006/relationships" id="2147483654" r:id="R9caadd38a4cf478f"/>
    <p:sldLayoutId xmlns:r="http://schemas.openxmlformats.org/officeDocument/2006/relationships" id="2147483655" r:id="R73b8801e2d374741"/>
    <p:sldLayoutId xmlns:r="http://schemas.openxmlformats.org/officeDocument/2006/relationships" id="2147483656" r:id="Rf79b19a6f7644ab0"/>
    <p:sldLayoutId xmlns:r="http://schemas.openxmlformats.org/officeDocument/2006/relationships" id="2147483657" r:id="R90714c02a23a4080"/>
    <p:sldLayoutId xmlns:r="http://schemas.openxmlformats.org/officeDocument/2006/relationships" id="2147483658" r:id="Rf197317515b443ad"/>
    <p:sldLayoutId xmlns:r="http://schemas.openxmlformats.org/officeDocument/2006/relationships" id="2147483659" r:id="Rc4a8c2066f4e409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5bdaca5224cae" /><Relationship Type="http://schemas.openxmlformats.org/officeDocument/2006/relationships/notesSlide" Target="/ppt/notesSlides/notesSlide1.xml" Id="R102f117577e0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a159edf3c24904" /><Relationship Type="http://schemas.openxmlformats.org/officeDocument/2006/relationships/notesSlide" Target="/ppt/notesSlides/notesSlide2.xml" Id="R3e6bd71847c944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6c62ff0def40b8" /><Relationship Type="http://schemas.openxmlformats.org/officeDocument/2006/relationships/notesSlide" Target="/ppt/notesSlides/notesSlide3.xml" Id="R76c2644cc41740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64a2f542224ff0" /><Relationship Type="http://schemas.openxmlformats.org/officeDocument/2006/relationships/notesSlide" Target="/ppt/notesSlides/notesSlide4.xml" Id="R648d9b0ab59344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ab5a97302482f" /><Relationship Type="http://schemas.openxmlformats.org/officeDocument/2006/relationships/notesSlide" Target="/ppt/notesSlides/notesSlide5.xml" Id="Rc94ffdfd4cda42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e926ad14ec4479" /><Relationship Type="http://schemas.openxmlformats.org/officeDocument/2006/relationships/notesSlide" Target="/ppt/notesSlides/notesSlide6.xml" Id="R1031c6bb12234a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3b37852dc24c35" /><Relationship Type="http://schemas.openxmlformats.org/officeDocument/2006/relationships/notesSlide" Target="/ppt/notesSlides/notesSlide7.xml" Id="Re4ecf318130443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1759bd41784568" /><Relationship Type="http://schemas.openxmlformats.org/officeDocument/2006/relationships/notesSlide" Target="/ppt/notesSlides/notesSlide8.xml" Id="R649193f5a8134b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5f2b8b104c4c1f" /><Relationship Type="http://schemas.openxmlformats.org/officeDocument/2006/relationships/notesSlide" Target="/ppt/notesSlides/notesSlide9.xml" Id="Rdf492d7f93d04ae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Replace the walk route with a cycle route. Update the prompt, the if comparison and its message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"cycle"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"Ride a bike in the park."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Keep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route unchanged.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"cycle"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Personalise both routes: ask for the user's name, then include it in whichever recommendation appears. Check that the name is shown for both possible choices.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cafe asks,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want tea?"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build a two-way choice: yes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is ready."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every other answer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another drink."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one input for each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2026-08-27T03:49:58.1370000Z</dcterms:created>
  <dcterms:modified xsi:type="dcterms:W3CDTF">2026-08-27T03:49:58.1370000Z</dcterms:modified>
</coreProperties>
</file>