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65cb8ff5a24d9e" /><Relationship Type="http://schemas.openxmlformats.org/officeDocument/2006/relationships/extended-properties" Target="/docProps/app.xml" Id="R2191f04701bb4af5" /><Relationship Type="http://schemas.openxmlformats.org/officeDocument/2006/relationships/officeDocument" Target="/ppt/presentation.xml" Id="R3500b9465fa1406a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bc30f27cce24734"/>
  </p:sldMasterIdLst>
  <p:notesMasterIdLst>
    <p:notesMasterId xmlns:r="http://schemas.openxmlformats.org/officeDocument/2006/relationships" r:id="R14bdb1abd5d14226"/>
  </p:notesMasterIdLst>
  <p:sldIdLst>
    <p:sldId xmlns:r="http://schemas.openxmlformats.org/officeDocument/2006/relationships" id="256" r:id="Rfcf11cb2c2384da1"/>
    <p:sldId xmlns:r="http://schemas.openxmlformats.org/officeDocument/2006/relationships" id="257" r:id="Rafefc96f5ec640c2"/>
    <p:sldId xmlns:r="http://schemas.openxmlformats.org/officeDocument/2006/relationships" id="258" r:id="R8b6927b9d504445c"/>
    <p:sldId xmlns:r="http://schemas.openxmlformats.org/officeDocument/2006/relationships" id="259" r:id="Re75d8d63787d46e3"/>
    <p:sldId xmlns:r="http://schemas.openxmlformats.org/officeDocument/2006/relationships" id="260" r:id="Rb9833b45e4cf4213"/>
    <p:sldId xmlns:r="http://schemas.openxmlformats.org/officeDocument/2006/relationships" id="261" r:id="Rcdd81b798a304d31"/>
    <p:sldId xmlns:r="http://schemas.openxmlformats.org/officeDocument/2006/relationships" id="262" r:id="R749025031ab84952"/>
    <p:sldId xmlns:r="http://schemas.openxmlformats.org/officeDocument/2006/relationships" id="263" r:id="R8ba6f59c5d5f409f"/>
    <p:sldId xmlns:r="http://schemas.openxmlformats.org/officeDocument/2006/relationships" id="264" r:id="R47bfde2783964886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79b841eb6cf4ef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b0448c4c164585" /><Relationship Type="http://schemas.openxmlformats.org/officeDocument/2006/relationships/slideMaster" Target="/ppt/slideMasters/slideMaster1.xml" Id="R4bc30f27cce24734" /><Relationship Type="http://schemas.openxmlformats.org/officeDocument/2006/relationships/notesMaster" Target="/ppt/notesMasters/notesMaster1.xml" Id="R14bdb1abd5d14226" /><Relationship Type="http://schemas.openxmlformats.org/officeDocument/2006/relationships/presProps" Target="/ppt/presProps.xml" Id="R107284f25ca042f8" /><Relationship Type="http://schemas.openxmlformats.org/officeDocument/2006/relationships/viewProps" Target="/ppt/viewProps.xml" Id="R8e902557ce6b4263" /><Relationship Type="http://schemas.openxmlformats.org/officeDocument/2006/relationships/tableStyles" Target="/ppt/tableStyles.xml" Id="Rfe0eab68f716434e" /><Relationship Type="http://schemas.openxmlformats.org/officeDocument/2006/relationships/font" Target="/ppt/fonts/font.dat" Id="R379b841eb6cf4ef5" /><Relationship Type="http://schemas.openxmlformats.org/officeDocument/2006/relationships/slide" Target="/ppt/slides/slide1.xml" Id="Rfcf11cb2c2384da1" /><Relationship Type="http://schemas.openxmlformats.org/officeDocument/2006/relationships/slide" Target="/ppt/slides/slide2.xml" Id="Rafefc96f5ec640c2" /><Relationship Type="http://schemas.openxmlformats.org/officeDocument/2006/relationships/slide" Target="/ppt/slides/slide3.xml" Id="R8b6927b9d504445c" /><Relationship Type="http://schemas.openxmlformats.org/officeDocument/2006/relationships/slide" Target="/ppt/slides/slide4.xml" Id="Re75d8d63787d46e3" /><Relationship Type="http://schemas.openxmlformats.org/officeDocument/2006/relationships/slide" Target="/ppt/slides/slide5.xml" Id="Rb9833b45e4cf4213" /><Relationship Type="http://schemas.openxmlformats.org/officeDocument/2006/relationships/slide" Target="/ppt/slides/slide6.xml" Id="Rcdd81b798a304d31" /><Relationship Type="http://schemas.openxmlformats.org/officeDocument/2006/relationships/slide" Target="/ppt/slides/slide7.xml" Id="R749025031ab84952" /><Relationship Type="http://schemas.openxmlformats.org/officeDocument/2006/relationships/slide" Target="/ppt/slides/slide8.xml" Id="R8ba6f59c5d5f409f" /><Relationship Type="http://schemas.openxmlformats.org/officeDocument/2006/relationships/slide" Target="/ppt/slides/slide9.xml" Id="R47bfde27839648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0b61219fb349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d9c063d3154ae1" /><Relationship Type="http://schemas.openxmlformats.org/officeDocument/2006/relationships/notesMaster" Target="/ppt/notesMasters/notesMaster1.xml" Id="Rafc04b7a994d400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f533d8ff4d45fc" /><Relationship Type="http://schemas.openxmlformats.org/officeDocument/2006/relationships/notesMaster" Target="/ppt/notesMasters/notesMaster1.xml" Id="R45fffe49b31548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c5a9bdff6e4487" /><Relationship Type="http://schemas.openxmlformats.org/officeDocument/2006/relationships/notesMaster" Target="/ppt/notesMasters/notesMaster1.xml" Id="Rc66ef1512ef64f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060a1046cd45c1" /><Relationship Type="http://schemas.openxmlformats.org/officeDocument/2006/relationships/notesMaster" Target="/ppt/notesMasters/notesMaster1.xml" Id="R66342b45dc15416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98525b00a214eeb" /><Relationship Type="http://schemas.openxmlformats.org/officeDocument/2006/relationships/notesMaster" Target="/ppt/notesMasters/notesMaster1.xml" Id="R906364b89bab4a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584c7bbf2d4390" /><Relationship Type="http://schemas.openxmlformats.org/officeDocument/2006/relationships/notesMaster" Target="/ppt/notesMasters/notesMaster1.xml" Id="Rec69b50a93144b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ef51f36affe429d" /><Relationship Type="http://schemas.openxmlformats.org/officeDocument/2006/relationships/notesMaster" Target="/ppt/notesMasters/notesMaster1.xml" Id="Rb237f1fead9e466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7122b93723b4d3c" /><Relationship Type="http://schemas.openxmlformats.org/officeDocument/2006/relationships/notesMaster" Target="/ppt/notesMasters/notesMaster1.xml" Id="Ra7bf395641464e4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ff532be70eb4252" /><Relationship Type="http://schemas.openxmlformats.org/officeDocument/2006/relationships/notesMaster" Target="/ppt/notesMasters/notesMaster1.xml" Id="R93efc31f9c554b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1fd33443d4177" /><Relationship Type="http://schemas.openxmlformats.org/officeDocument/2006/relationships/image" Target="/ppt/media/image.png" Id="R06d7ed5f806344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6b15d3b2094369" /><Relationship Type="http://schemas.openxmlformats.org/officeDocument/2006/relationships/image" Target="/ppt/media/image.png" Id="R91f71ba64aaf459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5febb3701940c6" /><Relationship Type="http://schemas.openxmlformats.org/officeDocument/2006/relationships/image" Target="/ppt/media/image.png" Id="R0d22803f0f1a4f0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d3c38e02f14250" /><Relationship Type="http://schemas.openxmlformats.org/officeDocument/2006/relationships/image" Target="/ppt/media/image.png" Id="R3ea8ce5f88664e7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6720c456a94a23" /><Relationship Type="http://schemas.openxmlformats.org/officeDocument/2006/relationships/image" Target="/ppt/media/image.png" Id="R178d8459b3d146b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f9d39bcc8b4ce2" /><Relationship Type="http://schemas.openxmlformats.org/officeDocument/2006/relationships/image" Target="/ppt/media/image.png" Id="R1451f5bfc48a4d3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7117c6bd994be7" /><Relationship Type="http://schemas.openxmlformats.org/officeDocument/2006/relationships/image" Target="/ppt/media/image.png" Id="R52fa6fac753741c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6c0a313c064c06" /><Relationship Type="http://schemas.openxmlformats.org/officeDocument/2006/relationships/image" Target="/ppt/media/image.png" Id="R60724b6f3a064e4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31ff9fb9284d2e" /><Relationship Type="http://schemas.openxmlformats.org/officeDocument/2006/relationships/image" Target="/ppt/media/image.png" Id="Rb29d125846564b5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cd615428ef4fe1" /><Relationship Type="http://schemas.openxmlformats.org/officeDocument/2006/relationships/image" Target="/ppt/media/image.png" Id="R1b7cc8e22002404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31da2e813249dc" /><Relationship Type="http://schemas.openxmlformats.org/officeDocument/2006/relationships/image" Target="/ppt/media/image.png" Id="R73665283da9f408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6d7ed5f8063440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1f71ba64aaf459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d22803f0f1a4f0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a8ce5f88664e7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8d8459b3d146b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51f5bfc48a4d3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2fa6fac753741c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724b6f3a064e4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29d125846564b5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b7cc8e22002404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665283da9f408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7238bb5e4a4d01" /><Relationship Type="http://schemas.openxmlformats.org/officeDocument/2006/relationships/slideLayout" Target="/ppt/slideLayouts/slideLayout1.xml" Id="R6cd422fcec3e43ed" /><Relationship Type="http://schemas.openxmlformats.org/officeDocument/2006/relationships/slideLayout" Target="/ppt/slideLayouts/slideLayout2.xml" Id="R267ffb63c5fa4ebe" /><Relationship Type="http://schemas.openxmlformats.org/officeDocument/2006/relationships/slideLayout" Target="/ppt/slideLayouts/slideLayout3.xml" Id="R5c9fb18c72744651" /><Relationship Type="http://schemas.openxmlformats.org/officeDocument/2006/relationships/slideLayout" Target="/ppt/slideLayouts/slideLayout4.xml" Id="R4d7e12e6067c48e3" /><Relationship Type="http://schemas.openxmlformats.org/officeDocument/2006/relationships/slideLayout" Target="/ppt/slideLayouts/slideLayout5.xml" Id="R0c82dd32e1024733" /><Relationship Type="http://schemas.openxmlformats.org/officeDocument/2006/relationships/slideLayout" Target="/ppt/slideLayouts/slideLayout6.xml" Id="Rbdae871291114e31" /><Relationship Type="http://schemas.openxmlformats.org/officeDocument/2006/relationships/slideLayout" Target="/ppt/slideLayouts/slideLayout7.xml" Id="Rd1d7d8885f4c4b86" /><Relationship Type="http://schemas.openxmlformats.org/officeDocument/2006/relationships/slideLayout" Target="/ppt/slideLayouts/slideLayout8.xml" Id="Rec8f67dd17fb458b" /><Relationship Type="http://schemas.openxmlformats.org/officeDocument/2006/relationships/slideLayout" Target="/ppt/slideLayouts/slideLayout9.xml" Id="Re289b532a08a4419" /><Relationship Type="http://schemas.openxmlformats.org/officeDocument/2006/relationships/slideLayout" Target="/ppt/slideLayouts/slideLayout10.xml" Id="R89c069b6df834393" /><Relationship Type="http://schemas.openxmlformats.org/officeDocument/2006/relationships/slideLayout" Target="/ppt/slideLayouts/slideLayout11.xml" Id="R82c7683eb3f049b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d422fcec3e43ed"/>
    <p:sldLayoutId xmlns:r="http://schemas.openxmlformats.org/officeDocument/2006/relationships" id="2147483650" r:id="R267ffb63c5fa4ebe"/>
    <p:sldLayoutId xmlns:r="http://schemas.openxmlformats.org/officeDocument/2006/relationships" id="2147483651" r:id="R5c9fb18c72744651"/>
    <p:sldLayoutId xmlns:r="http://schemas.openxmlformats.org/officeDocument/2006/relationships" id="2147483652" r:id="R4d7e12e6067c48e3"/>
    <p:sldLayoutId xmlns:r="http://schemas.openxmlformats.org/officeDocument/2006/relationships" id="2147483653" r:id="R0c82dd32e1024733"/>
    <p:sldLayoutId xmlns:r="http://schemas.openxmlformats.org/officeDocument/2006/relationships" id="2147483654" r:id="Rbdae871291114e31"/>
    <p:sldLayoutId xmlns:r="http://schemas.openxmlformats.org/officeDocument/2006/relationships" id="2147483655" r:id="Rd1d7d8885f4c4b86"/>
    <p:sldLayoutId xmlns:r="http://schemas.openxmlformats.org/officeDocument/2006/relationships" id="2147483656" r:id="Rec8f67dd17fb458b"/>
    <p:sldLayoutId xmlns:r="http://schemas.openxmlformats.org/officeDocument/2006/relationships" id="2147483657" r:id="Re289b532a08a4419"/>
    <p:sldLayoutId xmlns:r="http://schemas.openxmlformats.org/officeDocument/2006/relationships" id="2147483658" r:id="R89c069b6df834393"/>
    <p:sldLayoutId xmlns:r="http://schemas.openxmlformats.org/officeDocument/2006/relationships" id="2147483659" r:id="R82c7683eb3f049b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0495e0791e493c" /><Relationship Type="http://schemas.openxmlformats.org/officeDocument/2006/relationships/notesSlide" Target="/ppt/notesSlides/notesSlide1.xml" Id="Rd60f6874d81c40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4c50134ebf494b" /><Relationship Type="http://schemas.openxmlformats.org/officeDocument/2006/relationships/notesSlide" Target="/ppt/notesSlides/notesSlide2.xml" Id="Rc6fa87b9ec7b48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5d67d17d084baa" /><Relationship Type="http://schemas.openxmlformats.org/officeDocument/2006/relationships/notesSlide" Target="/ppt/notesSlides/notesSlide3.xml" Id="R48a0dccf3c354f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cb26a235264475" /><Relationship Type="http://schemas.openxmlformats.org/officeDocument/2006/relationships/notesSlide" Target="/ppt/notesSlides/notesSlide4.xml" Id="R4fa117529db4493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7836ee2d7a455c" /><Relationship Type="http://schemas.openxmlformats.org/officeDocument/2006/relationships/notesSlide" Target="/ppt/notesSlides/notesSlide5.xml" Id="R94b24bb4faf040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8e79c6dbbf4356" /><Relationship Type="http://schemas.openxmlformats.org/officeDocument/2006/relationships/notesSlide" Target="/ppt/notesSlides/notesSlide6.xml" Id="R584b4e5b03f74b0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38dc6bcb6b4d41" /><Relationship Type="http://schemas.openxmlformats.org/officeDocument/2006/relationships/notesSlide" Target="/ppt/notesSlides/notesSlide7.xml" Id="R74c2d8aed01b444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e1254d3c4e4e5b" /><Relationship Type="http://schemas.openxmlformats.org/officeDocument/2006/relationships/notesSlide" Target="/ppt/notesSlides/notesSlide8.xml" Id="Rba00abaf5a5e4fa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27555534484639" /><Relationship Type="http://schemas.openxmlformats.org/officeDocument/2006/relationships/notesSlide" Target="/ppt/notesSlides/notesSlide9.xml" Id="Ra699791a21024f9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walk run the if block but Walk run the else block?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does the program display if the user types cycle, even though cycle is not one of the suggested choices?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type read, what message appears and which block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can the if and else blocks not both run during the same decision?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condition in the example so it checks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instead of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Swap the two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lines so each choice still gets the right message. Predict what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"swim"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will display, then test it.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asks for the user's name first and stores it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Include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both messages.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"Sam takes a walk in the park."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program that asks two friends for their favourite colour and stores the answers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colour_1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colour_2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an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compare them.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match!"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if they are the same;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"Different, but both great choices."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"walk"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display_choice)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2026-09-29T02:03:33.2410000Z</dcterms:created>
  <dcterms:modified xsi:type="dcterms:W3CDTF">2026-09-29T02:03:33.2410000Z</dcterms:modified>
</coreProperties>
</file>