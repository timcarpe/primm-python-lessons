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5ae36525d3472e" /><Relationship Type="http://schemas.openxmlformats.org/officeDocument/2006/relationships/extended-properties" Target="/docProps/app.xml" Id="Rd3b73791b5dc4b79" /><Relationship Type="http://schemas.openxmlformats.org/officeDocument/2006/relationships/officeDocument" Target="/ppt/presentation.xml" Id="R7476c1db5b3347b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1c548d078004890"/>
  </p:sldMasterIdLst>
  <p:notesMasterIdLst>
    <p:notesMasterId xmlns:r="http://schemas.openxmlformats.org/officeDocument/2006/relationships" r:id="R4859f0e208574960"/>
  </p:notesMasterIdLst>
  <p:sldIdLst>
    <p:sldId xmlns:r="http://schemas.openxmlformats.org/officeDocument/2006/relationships" id="256" r:id="Re32879e109204885"/>
    <p:sldId xmlns:r="http://schemas.openxmlformats.org/officeDocument/2006/relationships" id="257" r:id="Reec4d9f66c654803"/>
    <p:sldId xmlns:r="http://schemas.openxmlformats.org/officeDocument/2006/relationships" id="258" r:id="Rd7707083a23747a0"/>
    <p:sldId xmlns:r="http://schemas.openxmlformats.org/officeDocument/2006/relationships" id="259" r:id="Rf4d355711e754358"/>
    <p:sldId xmlns:r="http://schemas.openxmlformats.org/officeDocument/2006/relationships" id="260" r:id="Rc27dd664c8064118"/>
    <p:sldId xmlns:r="http://schemas.openxmlformats.org/officeDocument/2006/relationships" id="261" r:id="Rdae52104226a43d8"/>
    <p:sldId xmlns:r="http://schemas.openxmlformats.org/officeDocument/2006/relationships" id="262" r:id="Rb7001109c4894e02"/>
    <p:sldId xmlns:r="http://schemas.openxmlformats.org/officeDocument/2006/relationships" id="263" r:id="R597927a8a9cf4891"/>
    <p:sldId xmlns:r="http://schemas.openxmlformats.org/officeDocument/2006/relationships" id="264" r:id="Ree7d33caf15e49a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ee370abf5e341b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7938c17f954273" /><Relationship Type="http://schemas.openxmlformats.org/officeDocument/2006/relationships/slideMaster" Target="/ppt/slideMasters/slideMaster1.xml" Id="Rc1c548d078004890" /><Relationship Type="http://schemas.openxmlformats.org/officeDocument/2006/relationships/notesMaster" Target="/ppt/notesMasters/notesMaster1.xml" Id="R4859f0e208574960" /><Relationship Type="http://schemas.openxmlformats.org/officeDocument/2006/relationships/presProps" Target="/ppt/presProps.xml" Id="R8ae7c523d287425f" /><Relationship Type="http://schemas.openxmlformats.org/officeDocument/2006/relationships/viewProps" Target="/ppt/viewProps.xml" Id="R9a92e0cbca574709" /><Relationship Type="http://schemas.openxmlformats.org/officeDocument/2006/relationships/tableStyles" Target="/ppt/tableStyles.xml" Id="R466ce2cf529945a6" /><Relationship Type="http://schemas.openxmlformats.org/officeDocument/2006/relationships/font" Target="/ppt/fonts/font.dat" Id="Rdee370abf5e341b1" /><Relationship Type="http://schemas.openxmlformats.org/officeDocument/2006/relationships/slide" Target="/ppt/slides/slide1.xml" Id="Re32879e109204885" /><Relationship Type="http://schemas.openxmlformats.org/officeDocument/2006/relationships/slide" Target="/ppt/slides/slide2.xml" Id="Reec4d9f66c654803" /><Relationship Type="http://schemas.openxmlformats.org/officeDocument/2006/relationships/slide" Target="/ppt/slides/slide3.xml" Id="Rd7707083a23747a0" /><Relationship Type="http://schemas.openxmlformats.org/officeDocument/2006/relationships/slide" Target="/ppt/slides/slide4.xml" Id="Rf4d355711e754358" /><Relationship Type="http://schemas.openxmlformats.org/officeDocument/2006/relationships/slide" Target="/ppt/slides/slide5.xml" Id="Rc27dd664c8064118" /><Relationship Type="http://schemas.openxmlformats.org/officeDocument/2006/relationships/slide" Target="/ppt/slides/slide6.xml" Id="Rdae52104226a43d8" /><Relationship Type="http://schemas.openxmlformats.org/officeDocument/2006/relationships/slide" Target="/ppt/slides/slide7.xml" Id="Rb7001109c4894e02" /><Relationship Type="http://schemas.openxmlformats.org/officeDocument/2006/relationships/slide" Target="/ppt/slides/slide8.xml" Id="R597927a8a9cf4891" /><Relationship Type="http://schemas.openxmlformats.org/officeDocument/2006/relationships/slide" Target="/ppt/slides/slide9.xml" Id="Ree7d33caf15e49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332b255b7a48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21f359c2854ba4" /><Relationship Type="http://schemas.openxmlformats.org/officeDocument/2006/relationships/notesMaster" Target="/ppt/notesMasters/notesMaster1.xml" Id="Rc61f3b87299649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f03ff00011424c" /><Relationship Type="http://schemas.openxmlformats.org/officeDocument/2006/relationships/notesMaster" Target="/ppt/notesMasters/notesMaster1.xml" Id="R6d4678ae11c3484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90aa078cbb4a3d" /><Relationship Type="http://schemas.openxmlformats.org/officeDocument/2006/relationships/notesMaster" Target="/ppt/notesMasters/notesMaster1.xml" Id="R10623369a48a4a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24451b705f4f12" /><Relationship Type="http://schemas.openxmlformats.org/officeDocument/2006/relationships/notesMaster" Target="/ppt/notesMasters/notesMaster1.xml" Id="Re5f1cbdcc7ad4a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bd554b1d4a40f1" /><Relationship Type="http://schemas.openxmlformats.org/officeDocument/2006/relationships/notesMaster" Target="/ppt/notesMasters/notesMaster1.xml" Id="Rf1b1595e331c47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c1b179cc61748c6" /><Relationship Type="http://schemas.openxmlformats.org/officeDocument/2006/relationships/notesMaster" Target="/ppt/notesMasters/notesMaster1.xml" Id="R01992303119a4a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f8136291f74e89" /><Relationship Type="http://schemas.openxmlformats.org/officeDocument/2006/relationships/notesMaster" Target="/ppt/notesMasters/notesMaster1.xml" Id="R99de8fa9162d44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9fefa67eff42f0" /><Relationship Type="http://schemas.openxmlformats.org/officeDocument/2006/relationships/notesMaster" Target="/ppt/notesMasters/notesMaster1.xml" Id="R2a882e20b1744b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b99f34cd8f47a3" /><Relationship Type="http://schemas.openxmlformats.org/officeDocument/2006/relationships/notesMaster" Target="/ppt/notesMasters/notesMaster1.xml" Id="Rf51f9771dc4342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ac69bbb38f406c" /><Relationship Type="http://schemas.openxmlformats.org/officeDocument/2006/relationships/image" Target="/ppt/media/image.png" Id="R517fc0363765401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d55ac721a44e15" /><Relationship Type="http://schemas.openxmlformats.org/officeDocument/2006/relationships/image" Target="/ppt/media/image.png" Id="R0765d3d37c3942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ddaf1dc86940b4" /><Relationship Type="http://schemas.openxmlformats.org/officeDocument/2006/relationships/image" Target="/ppt/media/image.png" Id="R85d1b514d1ce420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64c409daa4409c" /><Relationship Type="http://schemas.openxmlformats.org/officeDocument/2006/relationships/image" Target="/ppt/media/image.png" Id="Rda719206fd5b40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2f7387361f4f39" /><Relationship Type="http://schemas.openxmlformats.org/officeDocument/2006/relationships/image" Target="/ppt/media/image.png" Id="R50401dbc8c934db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37857d23a64ed5" /><Relationship Type="http://schemas.openxmlformats.org/officeDocument/2006/relationships/image" Target="/ppt/media/image.png" Id="Rb448823a00bf4ce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dfb40348c84faf" /><Relationship Type="http://schemas.openxmlformats.org/officeDocument/2006/relationships/image" Target="/ppt/media/image.png" Id="R33b75da68565431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f39a944c324b8f" /><Relationship Type="http://schemas.openxmlformats.org/officeDocument/2006/relationships/image" Target="/ppt/media/image.png" Id="R840d9474f9c446d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e180caf76f4c0b" /><Relationship Type="http://schemas.openxmlformats.org/officeDocument/2006/relationships/image" Target="/ppt/media/image.png" Id="Rb66f01e2baf1453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924e95d85c4b43" /><Relationship Type="http://schemas.openxmlformats.org/officeDocument/2006/relationships/image" Target="/ppt/media/image.png" Id="Rcabd9d0b45464d5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52509dea42428a" /><Relationship Type="http://schemas.openxmlformats.org/officeDocument/2006/relationships/image" Target="/ppt/media/image.png" Id="R014b29c3dd6d439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7fc0363765401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65d3d37c39422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d1b514d1ce420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719206fd5b404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401dbc8c934db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48823a00bf4c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b75da68565431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0d9474f9c446d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6f01e2baf1453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bd9d0b45464d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4b29c3dd6d439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7da8b952214ecf" /><Relationship Type="http://schemas.openxmlformats.org/officeDocument/2006/relationships/slideLayout" Target="/ppt/slideLayouts/slideLayout1.xml" Id="R06956a1179b74dcd" /><Relationship Type="http://schemas.openxmlformats.org/officeDocument/2006/relationships/slideLayout" Target="/ppt/slideLayouts/slideLayout2.xml" Id="R34d3c8fe142f452d" /><Relationship Type="http://schemas.openxmlformats.org/officeDocument/2006/relationships/slideLayout" Target="/ppt/slideLayouts/slideLayout3.xml" Id="Ra58c203de2ad44b3" /><Relationship Type="http://schemas.openxmlformats.org/officeDocument/2006/relationships/slideLayout" Target="/ppt/slideLayouts/slideLayout4.xml" Id="R72a873fad488482b" /><Relationship Type="http://schemas.openxmlformats.org/officeDocument/2006/relationships/slideLayout" Target="/ppt/slideLayouts/slideLayout5.xml" Id="R53338048d6a6446e" /><Relationship Type="http://schemas.openxmlformats.org/officeDocument/2006/relationships/slideLayout" Target="/ppt/slideLayouts/slideLayout6.xml" Id="R93ea15e119d3405c" /><Relationship Type="http://schemas.openxmlformats.org/officeDocument/2006/relationships/slideLayout" Target="/ppt/slideLayouts/slideLayout7.xml" Id="Ra4d115c884f94985" /><Relationship Type="http://schemas.openxmlformats.org/officeDocument/2006/relationships/slideLayout" Target="/ppt/slideLayouts/slideLayout8.xml" Id="Rd3d655c23d514f78" /><Relationship Type="http://schemas.openxmlformats.org/officeDocument/2006/relationships/slideLayout" Target="/ppt/slideLayouts/slideLayout9.xml" Id="R3e33368b831b403f" /><Relationship Type="http://schemas.openxmlformats.org/officeDocument/2006/relationships/slideLayout" Target="/ppt/slideLayouts/slideLayout10.xml" Id="Rfbcf1886b3df4638" /><Relationship Type="http://schemas.openxmlformats.org/officeDocument/2006/relationships/slideLayout" Target="/ppt/slideLayouts/slideLayout11.xml" Id="R6166fc2c5e4645a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956a1179b74dcd"/>
    <p:sldLayoutId xmlns:r="http://schemas.openxmlformats.org/officeDocument/2006/relationships" id="2147483650" r:id="R34d3c8fe142f452d"/>
    <p:sldLayoutId xmlns:r="http://schemas.openxmlformats.org/officeDocument/2006/relationships" id="2147483651" r:id="Ra58c203de2ad44b3"/>
    <p:sldLayoutId xmlns:r="http://schemas.openxmlformats.org/officeDocument/2006/relationships" id="2147483652" r:id="R72a873fad488482b"/>
    <p:sldLayoutId xmlns:r="http://schemas.openxmlformats.org/officeDocument/2006/relationships" id="2147483653" r:id="R53338048d6a6446e"/>
    <p:sldLayoutId xmlns:r="http://schemas.openxmlformats.org/officeDocument/2006/relationships" id="2147483654" r:id="R93ea15e119d3405c"/>
    <p:sldLayoutId xmlns:r="http://schemas.openxmlformats.org/officeDocument/2006/relationships" id="2147483655" r:id="Ra4d115c884f94985"/>
    <p:sldLayoutId xmlns:r="http://schemas.openxmlformats.org/officeDocument/2006/relationships" id="2147483656" r:id="Rd3d655c23d514f78"/>
    <p:sldLayoutId xmlns:r="http://schemas.openxmlformats.org/officeDocument/2006/relationships" id="2147483657" r:id="R3e33368b831b403f"/>
    <p:sldLayoutId xmlns:r="http://schemas.openxmlformats.org/officeDocument/2006/relationships" id="2147483658" r:id="Rfbcf1886b3df4638"/>
    <p:sldLayoutId xmlns:r="http://schemas.openxmlformats.org/officeDocument/2006/relationships" id="2147483659" r:id="R6166fc2c5e4645ab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dcec7b8a04d40" /><Relationship Type="http://schemas.openxmlformats.org/officeDocument/2006/relationships/notesSlide" Target="/ppt/notesSlides/notesSlide1.xml" Id="R1c903e84bdd24e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3f9f88f7b64f68" /><Relationship Type="http://schemas.openxmlformats.org/officeDocument/2006/relationships/notesSlide" Target="/ppt/notesSlides/notesSlide2.xml" Id="Rb0c0060c0ece44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467f9d519945a6" /><Relationship Type="http://schemas.openxmlformats.org/officeDocument/2006/relationships/notesSlide" Target="/ppt/notesSlides/notesSlide3.xml" Id="Rd958def154e645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3364a057c34003" /><Relationship Type="http://schemas.openxmlformats.org/officeDocument/2006/relationships/notesSlide" Target="/ppt/notesSlides/notesSlide4.xml" Id="R514ca11b02bc43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aaf731bbce4906" /><Relationship Type="http://schemas.openxmlformats.org/officeDocument/2006/relationships/notesSlide" Target="/ppt/notesSlides/notesSlide5.xml" Id="Rc99daaa52d9749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76a576095042a4" /><Relationship Type="http://schemas.openxmlformats.org/officeDocument/2006/relationships/notesSlide" Target="/ppt/notesSlides/notesSlide6.xml" Id="R7d5fa636425f47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b906cbec724aa0" /><Relationship Type="http://schemas.openxmlformats.org/officeDocument/2006/relationships/notesSlide" Target="/ppt/notesSlides/notesSlide7.xml" Id="R0fd2c355a8e944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58654c111a4ce9" /><Relationship Type="http://schemas.openxmlformats.org/officeDocument/2006/relationships/notesSlide" Target="/ppt/notesSlides/notesSlide8.xml" Id="R8c4fbd8c482e4f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4c76ebb8024f71" /><Relationship Type="http://schemas.openxmlformats.org/officeDocument/2006/relationships/notesSlide" Target="/ppt/notesSlides/notesSlide9.xml" Id="Rd112454691cb48a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walk run the if block but Walk run the else block?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program display if the user types cycle, even though cycle is not one of the suggested choices?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type read, what message appears and which block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can the if and else blocks not both run during the same decision?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in the example so it checks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instead of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Swap the two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lines so each choice still gets the right message. Predict what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"swim"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will display, then test it.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the user's name first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Include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both messages.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"Sam takes a walk in the park."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two friends for their favourite colour and stores the answers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colour_1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colour_2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compare them.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match!"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if they are the same;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"Different, but both great choices."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display_choice)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2026-09-28T09:05:40.0950000Z</dcterms:created>
  <dcterms:modified xsi:type="dcterms:W3CDTF">2026-09-28T09:05:40.0950000Z</dcterms:modified>
</coreProperties>
</file>