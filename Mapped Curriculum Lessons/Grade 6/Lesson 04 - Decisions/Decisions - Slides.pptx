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95662a6fe04717" /><Relationship Type="http://schemas.openxmlformats.org/officeDocument/2006/relationships/extended-properties" Target="/docProps/app.xml" Id="R2c231fc152c84f07" /><Relationship Type="http://schemas.openxmlformats.org/officeDocument/2006/relationships/officeDocument" Target="/ppt/presentation.xml" Id="R7039038c32994ce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a49058899bbf4668"/>
  </p:sldMasterIdLst>
  <p:notesMasterIdLst>
    <p:notesMasterId xmlns:r="http://schemas.openxmlformats.org/officeDocument/2006/relationships" r:id="Rffc1c6efbcb44709"/>
  </p:notesMasterIdLst>
  <p:sldIdLst>
    <p:sldId xmlns:r="http://schemas.openxmlformats.org/officeDocument/2006/relationships" id="256" r:id="R10ef252e7b0140fe"/>
    <p:sldId xmlns:r="http://schemas.openxmlformats.org/officeDocument/2006/relationships" id="257" r:id="R621f2cc1e342469f"/>
    <p:sldId xmlns:r="http://schemas.openxmlformats.org/officeDocument/2006/relationships" id="258" r:id="Re045bdbdc72b4ad0"/>
    <p:sldId xmlns:r="http://schemas.openxmlformats.org/officeDocument/2006/relationships" id="259" r:id="R20f1052699334893"/>
    <p:sldId xmlns:r="http://schemas.openxmlformats.org/officeDocument/2006/relationships" id="260" r:id="Rf43bc290eee14fc4"/>
    <p:sldId xmlns:r="http://schemas.openxmlformats.org/officeDocument/2006/relationships" id="261" r:id="R0f36d9f118eb4fac"/>
    <p:sldId xmlns:r="http://schemas.openxmlformats.org/officeDocument/2006/relationships" id="262" r:id="Rec8d40649cec4cde"/>
    <p:sldId xmlns:r="http://schemas.openxmlformats.org/officeDocument/2006/relationships" id="263" r:id="R09b55aa7e9224f21"/>
    <p:sldId xmlns:r="http://schemas.openxmlformats.org/officeDocument/2006/relationships" id="264" r:id="R3b1c485e52694bc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a81bee1d83f426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3824f2c6e14e19" /><Relationship Type="http://schemas.openxmlformats.org/officeDocument/2006/relationships/slideMaster" Target="/ppt/slideMasters/slideMaster1.xml" Id="Ra49058899bbf4668" /><Relationship Type="http://schemas.openxmlformats.org/officeDocument/2006/relationships/notesMaster" Target="/ppt/notesMasters/notesMaster1.xml" Id="Rffc1c6efbcb44709" /><Relationship Type="http://schemas.openxmlformats.org/officeDocument/2006/relationships/presProps" Target="/ppt/presProps.xml" Id="Rf2e15161b73c44bc" /><Relationship Type="http://schemas.openxmlformats.org/officeDocument/2006/relationships/viewProps" Target="/ppt/viewProps.xml" Id="R1e1b3ac134eb402c" /><Relationship Type="http://schemas.openxmlformats.org/officeDocument/2006/relationships/tableStyles" Target="/ppt/tableStyles.xml" Id="Rdc9ec9ffa93e4615" /><Relationship Type="http://schemas.openxmlformats.org/officeDocument/2006/relationships/font" Target="/ppt/fonts/font.dat" Id="Rea81bee1d83f4266" /><Relationship Type="http://schemas.openxmlformats.org/officeDocument/2006/relationships/slide" Target="/ppt/slides/slide1.xml" Id="R10ef252e7b0140fe" /><Relationship Type="http://schemas.openxmlformats.org/officeDocument/2006/relationships/slide" Target="/ppt/slides/slide2.xml" Id="R621f2cc1e342469f" /><Relationship Type="http://schemas.openxmlformats.org/officeDocument/2006/relationships/slide" Target="/ppt/slides/slide3.xml" Id="Re045bdbdc72b4ad0" /><Relationship Type="http://schemas.openxmlformats.org/officeDocument/2006/relationships/slide" Target="/ppt/slides/slide4.xml" Id="R20f1052699334893" /><Relationship Type="http://schemas.openxmlformats.org/officeDocument/2006/relationships/slide" Target="/ppt/slides/slide5.xml" Id="Rf43bc290eee14fc4" /><Relationship Type="http://schemas.openxmlformats.org/officeDocument/2006/relationships/slide" Target="/ppt/slides/slide6.xml" Id="R0f36d9f118eb4fac" /><Relationship Type="http://schemas.openxmlformats.org/officeDocument/2006/relationships/slide" Target="/ppt/slides/slide7.xml" Id="Rec8d40649cec4cde" /><Relationship Type="http://schemas.openxmlformats.org/officeDocument/2006/relationships/slide" Target="/ppt/slides/slide8.xml" Id="R09b55aa7e9224f21" /><Relationship Type="http://schemas.openxmlformats.org/officeDocument/2006/relationships/slide" Target="/ppt/slides/slide9.xml" Id="R3b1c485e52694b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3e26da4b8a43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272ed1795c4600" /><Relationship Type="http://schemas.openxmlformats.org/officeDocument/2006/relationships/notesMaster" Target="/ppt/notesMasters/notesMaster1.xml" Id="R02d32eafadd340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814c945bbb4ed8" /><Relationship Type="http://schemas.openxmlformats.org/officeDocument/2006/relationships/notesMaster" Target="/ppt/notesMasters/notesMaster1.xml" Id="R5ae6e64fc55148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fa8b0af3664fe4" /><Relationship Type="http://schemas.openxmlformats.org/officeDocument/2006/relationships/notesMaster" Target="/ppt/notesMasters/notesMaster1.xml" Id="R675d0cd05cf844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52daa16ba74c61" /><Relationship Type="http://schemas.openxmlformats.org/officeDocument/2006/relationships/notesMaster" Target="/ppt/notesMasters/notesMaster1.xml" Id="R22dc959b80254e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64b1d71ff2449d" /><Relationship Type="http://schemas.openxmlformats.org/officeDocument/2006/relationships/notesMaster" Target="/ppt/notesMasters/notesMaster1.xml" Id="R1a386edd680d46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42f0b287334e34" /><Relationship Type="http://schemas.openxmlformats.org/officeDocument/2006/relationships/notesMaster" Target="/ppt/notesMasters/notesMaster1.xml" Id="Ra2fb7fcfa7aa40f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229dc4198d424c" /><Relationship Type="http://schemas.openxmlformats.org/officeDocument/2006/relationships/notesMaster" Target="/ppt/notesMasters/notesMaster1.xml" Id="R68cb108d8f8a4c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6463980b73429a" /><Relationship Type="http://schemas.openxmlformats.org/officeDocument/2006/relationships/notesMaster" Target="/ppt/notesMasters/notesMaster1.xml" Id="Rc103dad6e7354e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e9e071733a4865" /><Relationship Type="http://schemas.openxmlformats.org/officeDocument/2006/relationships/notesMaster" Target="/ppt/notesMasters/notesMaster1.xml" Id="R0460bfdcd7b24f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0f2e68510346dc" /><Relationship Type="http://schemas.openxmlformats.org/officeDocument/2006/relationships/image" Target="/ppt/media/image.png" Id="R2a1b71966cfa45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2a5d9bcc3644e1" /><Relationship Type="http://schemas.openxmlformats.org/officeDocument/2006/relationships/image" Target="/ppt/media/image.png" Id="R395e297911c343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749c316eb941f0" /><Relationship Type="http://schemas.openxmlformats.org/officeDocument/2006/relationships/image" Target="/ppt/media/image.png" Id="Rddec2093c83c4fa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2b34afa094405" /><Relationship Type="http://schemas.openxmlformats.org/officeDocument/2006/relationships/image" Target="/ppt/media/image.png" Id="R00634f5a3bec43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c94b6c67c4500" /><Relationship Type="http://schemas.openxmlformats.org/officeDocument/2006/relationships/image" Target="/ppt/media/image.png" Id="R1c3d4826329948f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136dd33f07469d" /><Relationship Type="http://schemas.openxmlformats.org/officeDocument/2006/relationships/image" Target="/ppt/media/image.png" Id="R3fc5d66dd77141c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4753d90fa04be6" /><Relationship Type="http://schemas.openxmlformats.org/officeDocument/2006/relationships/image" Target="/ppt/media/image.png" Id="R15f0bc73e7e8493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5e78132de24f48" /><Relationship Type="http://schemas.openxmlformats.org/officeDocument/2006/relationships/image" Target="/ppt/media/image.png" Id="R98bfa4912763433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4ffc8134e64423" /><Relationship Type="http://schemas.openxmlformats.org/officeDocument/2006/relationships/image" Target="/ppt/media/image.png" Id="R679b309b7cf1477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1561499cda4f79" /><Relationship Type="http://schemas.openxmlformats.org/officeDocument/2006/relationships/image" Target="/ppt/media/image.png" Id="Rc4a52261eeb64e8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bbd762eae14148" /><Relationship Type="http://schemas.openxmlformats.org/officeDocument/2006/relationships/image" Target="/ppt/media/image.png" Id="R3770906b612746a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1b71966cfa455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5e297911c343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ec2093c83c4f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634f5a3bec435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3d4826329948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c5d66dd77141c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f0bc73e7e849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bfa4912763433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9b309b7cf147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4a52261eeb64e8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70906b612746a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4d702e600c484a" /><Relationship Type="http://schemas.openxmlformats.org/officeDocument/2006/relationships/slideLayout" Target="/ppt/slideLayouts/slideLayout1.xml" Id="Rd63cc376519e4da3" /><Relationship Type="http://schemas.openxmlformats.org/officeDocument/2006/relationships/slideLayout" Target="/ppt/slideLayouts/slideLayout2.xml" Id="R665e322d59dc4067" /><Relationship Type="http://schemas.openxmlformats.org/officeDocument/2006/relationships/slideLayout" Target="/ppt/slideLayouts/slideLayout3.xml" Id="Ra99b3d98316540d6" /><Relationship Type="http://schemas.openxmlformats.org/officeDocument/2006/relationships/slideLayout" Target="/ppt/slideLayouts/slideLayout4.xml" Id="R5d286a23e349499b" /><Relationship Type="http://schemas.openxmlformats.org/officeDocument/2006/relationships/slideLayout" Target="/ppt/slideLayouts/slideLayout5.xml" Id="R60787c27fa3f4650" /><Relationship Type="http://schemas.openxmlformats.org/officeDocument/2006/relationships/slideLayout" Target="/ppt/slideLayouts/slideLayout6.xml" Id="R8557ca9d22a6449c" /><Relationship Type="http://schemas.openxmlformats.org/officeDocument/2006/relationships/slideLayout" Target="/ppt/slideLayouts/slideLayout7.xml" Id="R15ce0c62ebcf457e" /><Relationship Type="http://schemas.openxmlformats.org/officeDocument/2006/relationships/slideLayout" Target="/ppt/slideLayouts/slideLayout8.xml" Id="R9163e4529d56430a" /><Relationship Type="http://schemas.openxmlformats.org/officeDocument/2006/relationships/slideLayout" Target="/ppt/slideLayouts/slideLayout9.xml" Id="R84917692d95a4fc9" /><Relationship Type="http://schemas.openxmlformats.org/officeDocument/2006/relationships/slideLayout" Target="/ppt/slideLayouts/slideLayout10.xml" Id="R012aa0a6c78d45f4" /><Relationship Type="http://schemas.openxmlformats.org/officeDocument/2006/relationships/slideLayout" Target="/ppt/slideLayouts/slideLayout11.xml" Id="Rc13ff63436ce400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3cc376519e4da3"/>
    <p:sldLayoutId xmlns:r="http://schemas.openxmlformats.org/officeDocument/2006/relationships" id="2147483650" r:id="R665e322d59dc4067"/>
    <p:sldLayoutId xmlns:r="http://schemas.openxmlformats.org/officeDocument/2006/relationships" id="2147483651" r:id="Ra99b3d98316540d6"/>
    <p:sldLayoutId xmlns:r="http://schemas.openxmlformats.org/officeDocument/2006/relationships" id="2147483652" r:id="R5d286a23e349499b"/>
    <p:sldLayoutId xmlns:r="http://schemas.openxmlformats.org/officeDocument/2006/relationships" id="2147483653" r:id="R60787c27fa3f4650"/>
    <p:sldLayoutId xmlns:r="http://schemas.openxmlformats.org/officeDocument/2006/relationships" id="2147483654" r:id="R8557ca9d22a6449c"/>
    <p:sldLayoutId xmlns:r="http://schemas.openxmlformats.org/officeDocument/2006/relationships" id="2147483655" r:id="R15ce0c62ebcf457e"/>
    <p:sldLayoutId xmlns:r="http://schemas.openxmlformats.org/officeDocument/2006/relationships" id="2147483656" r:id="R9163e4529d56430a"/>
    <p:sldLayoutId xmlns:r="http://schemas.openxmlformats.org/officeDocument/2006/relationships" id="2147483657" r:id="R84917692d95a4fc9"/>
    <p:sldLayoutId xmlns:r="http://schemas.openxmlformats.org/officeDocument/2006/relationships" id="2147483658" r:id="R012aa0a6c78d45f4"/>
    <p:sldLayoutId xmlns:r="http://schemas.openxmlformats.org/officeDocument/2006/relationships" id="2147483659" r:id="Rc13ff63436ce400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aaba94d954cfd" /><Relationship Type="http://schemas.openxmlformats.org/officeDocument/2006/relationships/notesSlide" Target="/ppt/notesSlides/notesSlide1.xml" Id="R7743e7da16514e8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558241f6b641bb" /><Relationship Type="http://schemas.openxmlformats.org/officeDocument/2006/relationships/notesSlide" Target="/ppt/notesSlides/notesSlide2.xml" Id="R7f58c0633fe54b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c242e58b54cda" /><Relationship Type="http://schemas.openxmlformats.org/officeDocument/2006/relationships/notesSlide" Target="/ppt/notesSlides/notesSlide3.xml" Id="Rdd1cd84f339a43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c673a479454733" /><Relationship Type="http://schemas.openxmlformats.org/officeDocument/2006/relationships/notesSlide" Target="/ppt/notesSlides/notesSlide4.xml" Id="R3c37d7cdfa3d44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ae7d470c154116" /><Relationship Type="http://schemas.openxmlformats.org/officeDocument/2006/relationships/notesSlide" Target="/ppt/notesSlides/notesSlide5.xml" Id="R76016ab757ff47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c98c3ac6c64d5f" /><Relationship Type="http://schemas.openxmlformats.org/officeDocument/2006/relationships/notesSlide" Target="/ppt/notesSlides/notesSlide6.xml" Id="Rd7a171a80d2946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7100a1dd374ab4" /><Relationship Type="http://schemas.openxmlformats.org/officeDocument/2006/relationships/notesSlide" Target="/ppt/notesSlides/notesSlide7.xml" Id="R2ef1d372522d4e4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7ac1031ddf4620" /><Relationship Type="http://schemas.openxmlformats.org/officeDocument/2006/relationships/notesSlide" Target="/ppt/notesSlides/notesSlide8.xml" Id="Ra0fbee723a804e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e97530d6714e59" /><Relationship Type="http://schemas.openxmlformats.org/officeDocument/2006/relationships/notesSlide" Target="/ppt/notesSlides/notesSlide9.xml" Id="Rf7bc17ef3d4740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walk run the if block but Walk run the else block?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program display if the user types cycle, even though cycle is not one of the suggested choices?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type read, what message appears and which block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can the if and else blocks not both run during the same decision?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in the example so it checks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instead of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Swap the two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lines so each choice still gets the right message. Predict what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"swim"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will display, then test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asks for the user's name first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Include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both messages.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"Sam takes a walk in the park."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two friends for their favourite colour and stores the answers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colour_2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compare them.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match!"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if they are the same;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"Different, but both great choices."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6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72131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walk or read: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 walk in the park."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"Read a book at home."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display_choice)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2026-09-28T06:16:07.4910000Z</dcterms:created>
  <dcterms:modified xsi:type="dcterms:W3CDTF">2026-09-28T06:16:07.4910000Z</dcterms:modified>
</coreProperties>
</file>