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c2f29a290e41e6" /><Relationship Type="http://schemas.openxmlformats.org/officeDocument/2006/relationships/extended-properties" Target="/docProps/app.xml" Id="R9644bcb143614195" /><Relationship Type="http://schemas.openxmlformats.org/officeDocument/2006/relationships/officeDocument" Target="/ppt/presentation.xml" Id="Rc9c8b09c4af2413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2f9ad8c6b04f74"/>
  </p:sldMasterIdLst>
  <p:notesMasterIdLst>
    <p:notesMasterId xmlns:r="http://schemas.openxmlformats.org/officeDocument/2006/relationships" r:id="R0863fa843b04442d"/>
  </p:notesMasterIdLst>
  <p:sldIdLst>
    <p:sldId xmlns:r="http://schemas.openxmlformats.org/officeDocument/2006/relationships" id="256" r:id="Rd01dfcb637b44d6e"/>
    <p:sldId xmlns:r="http://schemas.openxmlformats.org/officeDocument/2006/relationships" id="257" r:id="R90330be9dda34bdf"/>
    <p:sldId xmlns:r="http://schemas.openxmlformats.org/officeDocument/2006/relationships" id="258" r:id="R2aea9cbe91164bbe"/>
    <p:sldId xmlns:r="http://schemas.openxmlformats.org/officeDocument/2006/relationships" id="259" r:id="Rb9f326fe38c648e1"/>
    <p:sldId xmlns:r="http://schemas.openxmlformats.org/officeDocument/2006/relationships" id="260" r:id="Rf50c98c474d14db4"/>
    <p:sldId xmlns:r="http://schemas.openxmlformats.org/officeDocument/2006/relationships" id="261" r:id="Redff20ff52ad4f39"/>
    <p:sldId xmlns:r="http://schemas.openxmlformats.org/officeDocument/2006/relationships" id="262" r:id="R899e97b07f8643f4"/>
    <p:sldId xmlns:r="http://schemas.openxmlformats.org/officeDocument/2006/relationships" id="263" r:id="R4625afc608364e96"/>
    <p:sldId xmlns:r="http://schemas.openxmlformats.org/officeDocument/2006/relationships" id="264" r:id="R719b8fc317ea4ef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c3853e63bed460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5663b36dc540b0" /><Relationship Type="http://schemas.openxmlformats.org/officeDocument/2006/relationships/slideMaster" Target="/ppt/slideMasters/slideMaster1.xml" Id="Rf82f9ad8c6b04f74" /><Relationship Type="http://schemas.openxmlformats.org/officeDocument/2006/relationships/notesMaster" Target="/ppt/notesMasters/notesMaster1.xml" Id="R0863fa843b04442d" /><Relationship Type="http://schemas.openxmlformats.org/officeDocument/2006/relationships/presProps" Target="/ppt/presProps.xml" Id="Rda010a93962e4d0d" /><Relationship Type="http://schemas.openxmlformats.org/officeDocument/2006/relationships/viewProps" Target="/ppt/viewProps.xml" Id="Ra92c0237626e475f" /><Relationship Type="http://schemas.openxmlformats.org/officeDocument/2006/relationships/tableStyles" Target="/ppt/tableStyles.xml" Id="R6aaeb7e60095499a" /><Relationship Type="http://schemas.openxmlformats.org/officeDocument/2006/relationships/font" Target="/ppt/fonts/font.dat" Id="Rac3853e63bed4605" /><Relationship Type="http://schemas.openxmlformats.org/officeDocument/2006/relationships/slide" Target="/ppt/slides/slide1.xml" Id="Rd01dfcb637b44d6e" /><Relationship Type="http://schemas.openxmlformats.org/officeDocument/2006/relationships/slide" Target="/ppt/slides/slide2.xml" Id="R90330be9dda34bdf" /><Relationship Type="http://schemas.openxmlformats.org/officeDocument/2006/relationships/slide" Target="/ppt/slides/slide3.xml" Id="R2aea9cbe91164bbe" /><Relationship Type="http://schemas.openxmlformats.org/officeDocument/2006/relationships/slide" Target="/ppt/slides/slide4.xml" Id="Rb9f326fe38c648e1" /><Relationship Type="http://schemas.openxmlformats.org/officeDocument/2006/relationships/slide" Target="/ppt/slides/slide5.xml" Id="Rf50c98c474d14db4" /><Relationship Type="http://schemas.openxmlformats.org/officeDocument/2006/relationships/slide" Target="/ppt/slides/slide6.xml" Id="Redff20ff52ad4f39" /><Relationship Type="http://schemas.openxmlformats.org/officeDocument/2006/relationships/slide" Target="/ppt/slides/slide7.xml" Id="R899e97b07f8643f4" /><Relationship Type="http://schemas.openxmlformats.org/officeDocument/2006/relationships/slide" Target="/ppt/slides/slide8.xml" Id="R4625afc608364e96" /><Relationship Type="http://schemas.openxmlformats.org/officeDocument/2006/relationships/slide" Target="/ppt/slides/slide9.xml" Id="R719b8fc317ea4e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577d8b7e384d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868e50e6804703" /><Relationship Type="http://schemas.openxmlformats.org/officeDocument/2006/relationships/notesMaster" Target="/ppt/notesMasters/notesMaster1.xml" Id="R97d8a1094e1d4d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9d565a3e8040e0" /><Relationship Type="http://schemas.openxmlformats.org/officeDocument/2006/relationships/notesMaster" Target="/ppt/notesMasters/notesMaster1.xml" Id="Rc5c04e9a1c314c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4c00aeeb1b42c4" /><Relationship Type="http://schemas.openxmlformats.org/officeDocument/2006/relationships/notesMaster" Target="/ppt/notesMasters/notesMaster1.xml" Id="Raeaed68f67214b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dc8b2de65f41ad" /><Relationship Type="http://schemas.openxmlformats.org/officeDocument/2006/relationships/notesMaster" Target="/ppt/notesMasters/notesMaster1.xml" Id="R9cbc2bd103b746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7ec2c8a4e942b2" /><Relationship Type="http://schemas.openxmlformats.org/officeDocument/2006/relationships/notesMaster" Target="/ppt/notesMasters/notesMaster1.xml" Id="Re5ec9ad3ab7443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1dcc7c86b44829" /><Relationship Type="http://schemas.openxmlformats.org/officeDocument/2006/relationships/notesMaster" Target="/ppt/notesMasters/notesMaster1.xml" Id="R9d68ece3d80d4e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de5b85a5ac4d00" /><Relationship Type="http://schemas.openxmlformats.org/officeDocument/2006/relationships/notesMaster" Target="/ppt/notesMasters/notesMaster1.xml" Id="R2d08f6c02a4c47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e069b26d9f4987" /><Relationship Type="http://schemas.openxmlformats.org/officeDocument/2006/relationships/notesMaster" Target="/ppt/notesMasters/notesMaster1.xml" Id="R40b6484f6f4849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ea918b97c3403d" /><Relationship Type="http://schemas.openxmlformats.org/officeDocument/2006/relationships/notesMaster" Target="/ppt/notesMasters/notesMaster1.xml" Id="R593d24eff3cc41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a78332eab4f65" /><Relationship Type="http://schemas.openxmlformats.org/officeDocument/2006/relationships/image" Target="/ppt/media/image.png" Id="R0f0c7f27bece48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f7f88908134355" /><Relationship Type="http://schemas.openxmlformats.org/officeDocument/2006/relationships/image" Target="/ppt/media/image.png" Id="R957501035f4e44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4226883808439e" /><Relationship Type="http://schemas.openxmlformats.org/officeDocument/2006/relationships/image" Target="/ppt/media/image.png" Id="R4b97cecf201547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4b1f70ff14c11" /><Relationship Type="http://schemas.openxmlformats.org/officeDocument/2006/relationships/image" Target="/ppt/media/image.png" Id="R49f5f9446daf4e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9f966ba914680" /><Relationship Type="http://schemas.openxmlformats.org/officeDocument/2006/relationships/image" Target="/ppt/media/image.png" Id="R45fa4f8ff20a44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702da2b704060" /><Relationship Type="http://schemas.openxmlformats.org/officeDocument/2006/relationships/image" Target="/ppt/media/image.png" Id="Rd25cf624c2324b2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ed3e7edac0461d" /><Relationship Type="http://schemas.openxmlformats.org/officeDocument/2006/relationships/image" Target="/ppt/media/image.png" Id="R2115cad081cd416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be31638e24590" /><Relationship Type="http://schemas.openxmlformats.org/officeDocument/2006/relationships/image" Target="/ppt/media/image.png" Id="Rbc72c04481d2401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adfe576ad24bb0" /><Relationship Type="http://schemas.openxmlformats.org/officeDocument/2006/relationships/image" Target="/ppt/media/image.png" Id="R135ce3e256564b5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682bcce03640f3" /><Relationship Type="http://schemas.openxmlformats.org/officeDocument/2006/relationships/image" Target="/ppt/media/image.png" Id="R3bc2c8a44270480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15c12eeda4455" /><Relationship Type="http://schemas.openxmlformats.org/officeDocument/2006/relationships/image" Target="/ppt/media/image.png" Id="R4ea3b2ceda7c43d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0c7f27bece488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7501035f4e44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97cecf201547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f5f9446daf4e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fa4f8ff20a44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5cf624c2324b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15cad081cd416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72c04481d240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5ce3e256564b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c2c8a4427048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a3b2ceda7c43d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7f0fd95ed74cee" /><Relationship Type="http://schemas.openxmlformats.org/officeDocument/2006/relationships/slideLayout" Target="/ppt/slideLayouts/slideLayout1.xml" Id="Rd04ba1d8eb124579" /><Relationship Type="http://schemas.openxmlformats.org/officeDocument/2006/relationships/slideLayout" Target="/ppt/slideLayouts/slideLayout2.xml" Id="R156c27790a584853" /><Relationship Type="http://schemas.openxmlformats.org/officeDocument/2006/relationships/slideLayout" Target="/ppt/slideLayouts/slideLayout3.xml" Id="R0a00165a71784d5a" /><Relationship Type="http://schemas.openxmlformats.org/officeDocument/2006/relationships/slideLayout" Target="/ppt/slideLayouts/slideLayout4.xml" Id="Rd27b4d605ff544dd" /><Relationship Type="http://schemas.openxmlformats.org/officeDocument/2006/relationships/slideLayout" Target="/ppt/slideLayouts/slideLayout5.xml" Id="Rf6e1486245dd410f" /><Relationship Type="http://schemas.openxmlformats.org/officeDocument/2006/relationships/slideLayout" Target="/ppt/slideLayouts/slideLayout6.xml" Id="R4e8a974498fa47ee" /><Relationship Type="http://schemas.openxmlformats.org/officeDocument/2006/relationships/slideLayout" Target="/ppt/slideLayouts/slideLayout7.xml" Id="R8ae292caed6a4b23" /><Relationship Type="http://schemas.openxmlformats.org/officeDocument/2006/relationships/slideLayout" Target="/ppt/slideLayouts/slideLayout8.xml" Id="R2b8b4fb99ed542fa" /><Relationship Type="http://schemas.openxmlformats.org/officeDocument/2006/relationships/slideLayout" Target="/ppt/slideLayouts/slideLayout9.xml" Id="Rcfc57c4f7dab44c9" /><Relationship Type="http://schemas.openxmlformats.org/officeDocument/2006/relationships/slideLayout" Target="/ppt/slideLayouts/slideLayout10.xml" Id="R307aeba563fc43c1" /><Relationship Type="http://schemas.openxmlformats.org/officeDocument/2006/relationships/slideLayout" Target="/ppt/slideLayouts/slideLayout11.xml" Id="Rf46885684a3f4fb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4ba1d8eb124579"/>
    <p:sldLayoutId xmlns:r="http://schemas.openxmlformats.org/officeDocument/2006/relationships" id="2147483650" r:id="R156c27790a584853"/>
    <p:sldLayoutId xmlns:r="http://schemas.openxmlformats.org/officeDocument/2006/relationships" id="2147483651" r:id="R0a00165a71784d5a"/>
    <p:sldLayoutId xmlns:r="http://schemas.openxmlformats.org/officeDocument/2006/relationships" id="2147483652" r:id="Rd27b4d605ff544dd"/>
    <p:sldLayoutId xmlns:r="http://schemas.openxmlformats.org/officeDocument/2006/relationships" id="2147483653" r:id="Rf6e1486245dd410f"/>
    <p:sldLayoutId xmlns:r="http://schemas.openxmlformats.org/officeDocument/2006/relationships" id="2147483654" r:id="R4e8a974498fa47ee"/>
    <p:sldLayoutId xmlns:r="http://schemas.openxmlformats.org/officeDocument/2006/relationships" id="2147483655" r:id="R8ae292caed6a4b23"/>
    <p:sldLayoutId xmlns:r="http://schemas.openxmlformats.org/officeDocument/2006/relationships" id="2147483656" r:id="R2b8b4fb99ed542fa"/>
    <p:sldLayoutId xmlns:r="http://schemas.openxmlformats.org/officeDocument/2006/relationships" id="2147483657" r:id="Rcfc57c4f7dab44c9"/>
    <p:sldLayoutId xmlns:r="http://schemas.openxmlformats.org/officeDocument/2006/relationships" id="2147483658" r:id="R307aeba563fc43c1"/>
    <p:sldLayoutId xmlns:r="http://schemas.openxmlformats.org/officeDocument/2006/relationships" id="2147483659" r:id="Rf46885684a3f4fb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2ece6c89c442f" /><Relationship Type="http://schemas.openxmlformats.org/officeDocument/2006/relationships/notesSlide" Target="/ppt/notesSlides/notesSlide1.xml" Id="Rb5bcb8f3c70b43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6c797b7f104db2" /><Relationship Type="http://schemas.openxmlformats.org/officeDocument/2006/relationships/notesSlide" Target="/ppt/notesSlides/notesSlide2.xml" Id="Rf6778a8e3ae24c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2b7ce58cfd423a" /><Relationship Type="http://schemas.openxmlformats.org/officeDocument/2006/relationships/notesSlide" Target="/ppt/notesSlides/notesSlide3.xml" Id="R8763696032f344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6646021fe444bf" /><Relationship Type="http://schemas.openxmlformats.org/officeDocument/2006/relationships/notesSlide" Target="/ppt/notesSlides/notesSlide4.xml" Id="R947f0339bcc948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699a4dbd6c464b" /><Relationship Type="http://schemas.openxmlformats.org/officeDocument/2006/relationships/notesSlide" Target="/ppt/notesSlides/notesSlide5.xml" Id="Ra9bff99b863845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f89f31d77f4faf" /><Relationship Type="http://schemas.openxmlformats.org/officeDocument/2006/relationships/notesSlide" Target="/ppt/notesSlides/notesSlide6.xml" Id="R23104a524e7c42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9f09c96842494f" /><Relationship Type="http://schemas.openxmlformats.org/officeDocument/2006/relationships/notesSlide" Target="/ppt/notesSlides/notesSlide7.xml" Id="R4d51c2f7dae840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317a027ab643c3" /><Relationship Type="http://schemas.openxmlformats.org/officeDocument/2006/relationships/notesSlide" Target="/ppt/notesSlides/notesSlide8.xml" Id="Rb7b7c8da30814d7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a4b2aae6ad4ba4" /><Relationship Type="http://schemas.openxmlformats.org/officeDocument/2006/relationships/notesSlide" Target="/ppt/notesSlides/notesSlide9.xml" Id="R3e816d8279d24bd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in the example so it checks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instead of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Swap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lines so each choice still gets the right message. Predict what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"swim"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will display, then test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the user's name first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Include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both messages.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 takes a walk in the park."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two friends for their favourite colour and stores the answers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compare them.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match!"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they are the same;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"Different, but both great choices."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2026-09-28T08:25:09.9710000Z</dcterms:created>
  <dcterms:modified xsi:type="dcterms:W3CDTF">2026-09-28T08:25:09.9710000Z</dcterms:modified>
</coreProperties>
</file>