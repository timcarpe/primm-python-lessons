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c7730690404c28" /><Relationship Type="http://schemas.openxmlformats.org/officeDocument/2006/relationships/extended-properties" Target="/docProps/app.xml" Id="Rb4f678a087a84608" /><Relationship Type="http://schemas.openxmlformats.org/officeDocument/2006/relationships/officeDocument" Target="/ppt/presentation.xml" Id="R32fea128e0ef4e76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2d2169a4ba184157"/>
  </p:sldMasterIdLst>
  <p:notesMasterIdLst>
    <p:notesMasterId xmlns:r="http://schemas.openxmlformats.org/officeDocument/2006/relationships" r:id="Rbd6a24eba3d24b74"/>
  </p:notesMasterIdLst>
  <p:sldIdLst>
    <p:sldId xmlns:r="http://schemas.openxmlformats.org/officeDocument/2006/relationships" id="256" r:id="R393b67ce76a94f9c"/>
    <p:sldId xmlns:r="http://schemas.openxmlformats.org/officeDocument/2006/relationships" id="257" r:id="R90159627a1804b60"/>
    <p:sldId xmlns:r="http://schemas.openxmlformats.org/officeDocument/2006/relationships" id="258" r:id="Ra15482000c104cdd"/>
    <p:sldId xmlns:r="http://schemas.openxmlformats.org/officeDocument/2006/relationships" id="259" r:id="R9d6a02dd846244ff"/>
    <p:sldId xmlns:r="http://schemas.openxmlformats.org/officeDocument/2006/relationships" id="260" r:id="R0b0371e4e1564d84"/>
    <p:sldId xmlns:r="http://schemas.openxmlformats.org/officeDocument/2006/relationships" id="261" r:id="Re8a8cceb84074260"/>
    <p:sldId xmlns:r="http://schemas.openxmlformats.org/officeDocument/2006/relationships" id="262" r:id="Rc78bd60a06204e5a"/>
    <p:sldId xmlns:r="http://schemas.openxmlformats.org/officeDocument/2006/relationships" id="263" r:id="R73dfcf4d0a9147d6"/>
    <p:sldId xmlns:r="http://schemas.openxmlformats.org/officeDocument/2006/relationships" id="264" r:id="R0b584f9742e643d1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3e99000227d94082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763cbd94734f91" /><Relationship Type="http://schemas.openxmlformats.org/officeDocument/2006/relationships/slideMaster" Target="/ppt/slideMasters/slideMaster1.xml" Id="R2d2169a4ba184157" /><Relationship Type="http://schemas.openxmlformats.org/officeDocument/2006/relationships/notesMaster" Target="/ppt/notesMasters/notesMaster1.xml" Id="Rbd6a24eba3d24b74" /><Relationship Type="http://schemas.openxmlformats.org/officeDocument/2006/relationships/presProps" Target="/ppt/presProps.xml" Id="R1447b6d562d74488" /><Relationship Type="http://schemas.openxmlformats.org/officeDocument/2006/relationships/viewProps" Target="/ppt/viewProps.xml" Id="R5edceed7e195425d" /><Relationship Type="http://schemas.openxmlformats.org/officeDocument/2006/relationships/tableStyles" Target="/ppt/tableStyles.xml" Id="Rad012e612c1b4950" /><Relationship Type="http://schemas.openxmlformats.org/officeDocument/2006/relationships/font" Target="/ppt/fonts/font.dat" Id="R3e99000227d94082" /><Relationship Type="http://schemas.openxmlformats.org/officeDocument/2006/relationships/slide" Target="/ppt/slides/slide1.xml" Id="R393b67ce76a94f9c" /><Relationship Type="http://schemas.openxmlformats.org/officeDocument/2006/relationships/slide" Target="/ppt/slides/slide2.xml" Id="R90159627a1804b60" /><Relationship Type="http://schemas.openxmlformats.org/officeDocument/2006/relationships/slide" Target="/ppt/slides/slide3.xml" Id="Ra15482000c104cdd" /><Relationship Type="http://schemas.openxmlformats.org/officeDocument/2006/relationships/slide" Target="/ppt/slides/slide4.xml" Id="R9d6a02dd846244ff" /><Relationship Type="http://schemas.openxmlformats.org/officeDocument/2006/relationships/slide" Target="/ppt/slides/slide5.xml" Id="R0b0371e4e1564d84" /><Relationship Type="http://schemas.openxmlformats.org/officeDocument/2006/relationships/slide" Target="/ppt/slides/slide6.xml" Id="Re8a8cceb84074260" /><Relationship Type="http://schemas.openxmlformats.org/officeDocument/2006/relationships/slide" Target="/ppt/slides/slide7.xml" Id="Rc78bd60a06204e5a" /><Relationship Type="http://schemas.openxmlformats.org/officeDocument/2006/relationships/slide" Target="/ppt/slides/slide8.xml" Id="R73dfcf4d0a9147d6" /><Relationship Type="http://schemas.openxmlformats.org/officeDocument/2006/relationships/slide" Target="/ppt/slides/slide9.xml" Id="R0b584f9742e643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7891cda06543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ecd0c470514cc1" /><Relationship Type="http://schemas.openxmlformats.org/officeDocument/2006/relationships/notesMaster" Target="/ppt/notesMasters/notesMaster1.xml" Id="R98e733d102f34d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3e4487e9df4bf9" /><Relationship Type="http://schemas.openxmlformats.org/officeDocument/2006/relationships/notesMaster" Target="/ppt/notesMasters/notesMaster1.xml" Id="R7e60b1bf30ff4e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d664be201640e4" /><Relationship Type="http://schemas.openxmlformats.org/officeDocument/2006/relationships/notesMaster" Target="/ppt/notesMasters/notesMaster1.xml" Id="R6e65921ff3164c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9e7e450d6e4a07" /><Relationship Type="http://schemas.openxmlformats.org/officeDocument/2006/relationships/notesMaster" Target="/ppt/notesMasters/notesMaster1.xml" Id="R34342fb8dff249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631e1da6d24453" /><Relationship Type="http://schemas.openxmlformats.org/officeDocument/2006/relationships/notesMaster" Target="/ppt/notesMasters/notesMaster1.xml" Id="R001a34bf01de43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0f13c93c454c2b" /><Relationship Type="http://schemas.openxmlformats.org/officeDocument/2006/relationships/notesMaster" Target="/ppt/notesMasters/notesMaster1.xml" Id="R32acee86379d4e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fc8b7c54bc4a26" /><Relationship Type="http://schemas.openxmlformats.org/officeDocument/2006/relationships/notesMaster" Target="/ppt/notesMasters/notesMaster1.xml" Id="Rb3c19097815c4e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577093e9db4aaa" /><Relationship Type="http://schemas.openxmlformats.org/officeDocument/2006/relationships/notesMaster" Target="/ppt/notesMasters/notesMaster1.xml" Id="R22ea77990d4c4d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6f71c543b54530" /><Relationship Type="http://schemas.openxmlformats.org/officeDocument/2006/relationships/notesMaster" Target="/ppt/notesMasters/notesMaster1.xml" Id="Rd281e357891f4d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8960f928834b4b" /><Relationship Type="http://schemas.openxmlformats.org/officeDocument/2006/relationships/image" Target="/ppt/media/image.png" Id="R22a1479f7d7e4d8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3e2e79fdc84cfe" /><Relationship Type="http://schemas.openxmlformats.org/officeDocument/2006/relationships/image" Target="/ppt/media/image.png" Id="R2ebacfe9a6dc4b1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3c3ab5276c48de" /><Relationship Type="http://schemas.openxmlformats.org/officeDocument/2006/relationships/image" Target="/ppt/media/image.png" Id="R5838127b7a394f2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50a9892fa64512" /><Relationship Type="http://schemas.openxmlformats.org/officeDocument/2006/relationships/image" Target="/ppt/media/image.png" Id="Rcb3c116ee852457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296afdea41417a" /><Relationship Type="http://schemas.openxmlformats.org/officeDocument/2006/relationships/image" Target="/ppt/media/image.png" Id="R276fed3b1ba9454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82963a08624545" /><Relationship Type="http://schemas.openxmlformats.org/officeDocument/2006/relationships/image" Target="/ppt/media/image.png" Id="Rf435a44f3d43476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76d69d56f14a7c" /><Relationship Type="http://schemas.openxmlformats.org/officeDocument/2006/relationships/image" Target="/ppt/media/image.png" Id="Rd06b252bc8b84ef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53682233374263" /><Relationship Type="http://schemas.openxmlformats.org/officeDocument/2006/relationships/image" Target="/ppt/media/image.png" Id="R9e34282b6b7e427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3fe8d36ad54103" /><Relationship Type="http://schemas.openxmlformats.org/officeDocument/2006/relationships/image" Target="/ppt/media/image.png" Id="R1e8146b7e54e400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1a9820e3384d8f" /><Relationship Type="http://schemas.openxmlformats.org/officeDocument/2006/relationships/image" Target="/ppt/media/image.png" Id="Red44a44fb319446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aac84b2b80494e" /><Relationship Type="http://schemas.openxmlformats.org/officeDocument/2006/relationships/image" Target="/ppt/media/image.png" Id="R5148d84cbc244196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2a1479f7d7e4d81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ebacfe9a6dc4b1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838127b7a394f21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b3c116ee8524577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76fed3b1ba94549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435a44f3d43476c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06b252bc8b84ef3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e34282b6b7e4276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e8146b7e54e4004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d44a44fb3194469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148d84cbc244196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4c589d4cac435f" /><Relationship Type="http://schemas.openxmlformats.org/officeDocument/2006/relationships/slideLayout" Target="/ppt/slideLayouts/slideLayout1.xml" Id="Re46b3c7b596d43bd" /><Relationship Type="http://schemas.openxmlformats.org/officeDocument/2006/relationships/slideLayout" Target="/ppt/slideLayouts/slideLayout2.xml" Id="R2097e76a7621407f" /><Relationship Type="http://schemas.openxmlformats.org/officeDocument/2006/relationships/slideLayout" Target="/ppt/slideLayouts/slideLayout3.xml" Id="R4f9f18fdd2e74ef7" /><Relationship Type="http://schemas.openxmlformats.org/officeDocument/2006/relationships/slideLayout" Target="/ppt/slideLayouts/slideLayout4.xml" Id="R78d6fb53817d431f" /><Relationship Type="http://schemas.openxmlformats.org/officeDocument/2006/relationships/slideLayout" Target="/ppt/slideLayouts/slideLayout5.xml" Id="Ra0665b770c9d4272" /><Relationship Type="http://schemas.openxmlformats.org/officeDocument/2006/relationships/slideLayout" Target="/ppt/slideLayouts/slideLayout6.xml" Id="R491da08793cd41c8" /><Relationship Type="http://schemas.openxmlformats.org/officeDocument/2006/relationships/slideLayout" Target="/ppt/slideLayouts/slideLayout7.xml" Id="R433f23921cfe4a1a" /><Relationship Type="http://schemas.openxmlformats.org/officeDocument/2006/relationships/slideLayout" Target="/ppt/slideLayouts/slideLayout8.xml" Id="R844c44ba63db4e03" /><Relationship Type="http://schemas.openxmlformats.org/officeDocument/2006/relationships/slideLayout" Target="/ppt/slideLayouts/slideLayout9.xml" Id="R755bdceb85e54dec" /><Relationship Type="http://schemas.openxmlformats.org/officeDocument/2006/relationships/slideLayout" Target="/ppt/slideLayouts/slideLayout10.xml" Id="Raff1d9a0ac2c4df2" /><Relationship Type="http://schemas.openxmlformats.org/officeDocument/2006/relationships/slideLayout" Target="/ppt/slideLayouts/slideLayout11.xml" Id="Rd1f90bc536f240a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6b3c7b596d43bd"/>
    <p:sldLayoutId xmlns:r="http://schemas.openxmlformats.org/officeDocument/2006/relationships" id="2147483650" r:id="R2097e76a7621407f"/>
    <p:sldLayoutId xmlns:r="http://schemas.openxmlformats.org/officeDocument/2006/relationships" id="2147483651" r:id="R4f9f18fdd2e74ef7"/>
    <p:sldLayoutId xmlns:r="http://schemas.openxmlformats.org/officeDocument/2006/relationships" id="2147483652" r:id="R78d6fb53817d431f"/>
    <p:sldLayoutId xmlns:r="http://schemas.openxmlformats.org/officeDocument/2006/relationships" id="2147483653" r:id="Ra0665b770c9d4272"/>
    <p:sldLayoutId xmlns:r="http://schemas.openxmlformats.org/officeDocument/2006/relationships" id="2147483654" r:id="R491da08793cd41c8"/>
    <p:sldLayoutId xmlns:r="http://schemas.openxmlformats.org/officeDocument/2006/relationships" id="2147483655" r:id="R433f23921cfe4a1a"/>
    <p:sldLayoutId xmlns:r="http://schemas.openxmlformats.org/officeDocument/2006/relationships" id="2147483656" r:id="R844c44ba63db4e03"/>
    <p:sldLayoutId xmlns:r="http://schemas.openxmlformats.org/officeDocument/2006/relationships" id="2147483657" r:id="R755bdceb85e54dec"/>
    <p:sldLayoutId xmlns:r="http://schemas.openxmlformats.org/officeDocument/2006/relationships" id="2147483658" r:id="Raff1d9a0ac2c4df2"/>
    <p:sldLayoutId xmlns:r="http://schemas.openxmlformats.org/officeDocument/2006/relationships" id="2147483659" r:id="Rd1f90bc536f240a7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30b25983147db" /><Relationship Type="http://schemas.openxmlformats.org/officeDocument/2006/relationships/notesSlide" Target="/ppt/notesSlides/notesSlide1.xml" Id="R16d0d7a832b447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36682e804db4e6a" /><Relationship Type="http://schemas.openxmlformats.org/officeDocument/2006/relationships/notesSlide" Target="/ppt/notesSlides/notesSlide2.xml" Id="Rccb9f14f5c9d41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34c0386b6e4fe7" /><Relationship Type="http://schemas.openxmlformats.org/officeDocument/2006/relationships/notesSlide" Target="/ppt/notesSlides/notesSlide3.xml" Id="Rea547a25678a41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618ee70535440c" /><Relationship Type="http://schemas.openxmlformats.org/officeDocument/2006/relationships/notesSlide" Target="/ppt/notesSlides/notesSlide4.xml" Id="R2a2bac9f221c43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8dc5767c484ed0" /><Relationship Type="http://schemas.openxmlformats.org/officeDocument/2006/relationships/notesSlide" Target="/ppt/notesSlides/notesSlide5.xml" Id="R102fec1d6e5046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061958d47d4229" /><Relationship Type="http://schemas.openxmlformats.org/officeDocument/2006/relationships/notesSlide" Target="/ppt/notesSlides/notesSlide6.xml" Id="Rfeb46d69bdd141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c3a6f02ea547e0" /><Relationship Type="http://schemas.openxmlformats.org/officeDocument/2006/relationships/notesSlide" Target="/ppt/notesSlides/notesSlide7.xml" Id="R6e29300d445447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6b2f466f074ac7" /><Relationship Type="http://schemas.openxmlformats.org/officeDocument/2006/relationships/notesSlide" Target="/ppt/notesSlides/notesSlide8.xml" Id="R0512a834a80d49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a2c16fa5134604" /><Relationship Type="http://schemas.openxmlformats.org/officeDocument/2006/relationships/notesSlide" Target="/ppt/notesSlides/notesSlide9.xml" Id="R783544c2920f4e2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Decisions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04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choice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"Choose walk or read: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"walk"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"Take a walk in the park."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"Read a book at home."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choice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"Choose walk or read: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"walk"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"Take a walk in the park."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"Read a book at home."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choice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"Choose walk or read: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"walk"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"Take a walk in the park."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"Read a book at home."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Why does walk run the if block but Walk run the else block?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What does the program display if the user types cycle, even though cycle is not one of the suggested choices?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If you type read, what message appears and which block runs?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4. Why can the if and else blocks not both run during the same decision?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280160"/>
            <a:ext cx="6474775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choice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"Choose walk or read: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"walk"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"Take a walk in the park."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"Read a book at home."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91261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Change the first choice from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"walk"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to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"cycle"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Update the input message, the </a:t>
            </a:r>
            <a:r>
              <a:rPr sz="240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comparison and its output so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"cycle"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displays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"Ride a bike in the park."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Keep the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"read"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choice and its output unchanged. Test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"cycle"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; display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"Ride a bike in the park."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Test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"read"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; display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"Read a book at home."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choice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"Choose walk or read: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"walk"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"Take a walk in the park."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"Read a book at home."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Start with your Challenge 1 program. Ask for the user's name and store it in [name] before asking for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"cycle"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or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"read"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Include [name] in both outputs. Test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"Sam"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"cycle"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; display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"Sam rides a bike in the park."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Test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"Sam"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"read"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; display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"Sam reads a book at home."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choice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"Choose cycle or read: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"cycle"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"Ride a bike in the park."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"Read a book at home."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Ask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 you want tea?"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store the answer in [answer]. Use </a:t>
            </a:r>
            <a:r>
              <a:rPr sz="240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40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so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displays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 is ready."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every other answer displays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"Choose another drink."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Test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; display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 is ready."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Test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"no"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; display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"Choose another drink."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choice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"Choose walk or read: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"walk"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"Take a walk in the park."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"Read a book at home."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72131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choice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"Choose walk or read: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"walk"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"Take a walk in the park."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"Read a book at home."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display_choice)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2026-08-28T09:20:15.8150000Z</dcterms:created>
  <dcterms:modified xsi:type="dcterms:W3CDTF">2026-08-28T09:20:15.8150000Z</dcterms:modified>
</coreProperties>
</file>