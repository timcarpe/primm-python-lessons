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fd7b13449cb49b5" /><Relationship Type="http://schemas.openxmlformats.org/officeDocument/2006/relationships/extended-properties" Target="/docProps/app.xml" Id="R7d9bccbcb082488e" /><Relationship Type="http://schemas.openxmlformats.org/officeDocument/2006/relationships/officeDocument" Target="/ppt/presentation.xml" Id="R2861bb34c9fb412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f0767beba5e4271"/>
  </p:sldMasterIdLst>
  <p:notesMasterIdLst>
    <p:notesMasterId xmlns:r="http://schemas.openxmlformats.org/officeDocument/2006/relationships" r:id="Rabd2671e7087415c"/>
  </p:notesMasterIdLst>
  <p:sldIdLst>
    <p:sldId xmlns:r="http://schemas.openxmlformats.org/officeDocument/2006/relationships" id="256" r:id="R01f4737ae2624c80"/>
    <p:sldId xmlns:r="http://schemas.openxmlformats.org/officeDocument/2006/relationships" id="257" r:id="R69205dffda7f4520"/>
    <p:sldId xmlns:r="http://schemas.openxmlformats.org/officeDocument/2006/relationships" id="258" r:id="R6aa52d51b38646b1"/>
    <p:sldId xmlns:r="http://schemas.openxmlformats.org/officeDocument/2006/relationships" id="259" r:id="Rf0f3f1b9bf5d43e0"/>
    <p:sldId xmlns:r="http://schemas.openxmlformats.org/officeDocument/2006/relationships" id="260" r:id="R79d34bb72f224007"/>
    <p:sldId xmlns:r="http://schemas.openxmlformats.org/officeDocument/2006/relationships" id="261" r:id="Rf9288499c16a4ec8"/>
    <p:sldId xmlns:r="http://schemas.openxmlformats.org/officeDocument/2006/relationships" id="262" r:id="R8b0ec39a7c7c4131"/>
    <p:sldId xmlns:r="http://schemas.openxmlformats.org/officeDocument/2006/relationships" id="263" r:id="R5a9a9afcc75a4924"/>
    <p:sldId xmlns:r="http://schemas.openxmlformats.org/officeDocument/2006/relationships" id="264" r:id="R1d221ee18a2b48b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503f5f466dd143c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4da0546a6746c1" /><Relationship Type="http://schemas.openxmlformats.org/officeDocument/2006/relationships/slideMaster" Target="/ppt/slideMasters/slideMaster1.xml" Id="R6f0767beba5e4271" /><Relationship Type="http://schemas.openxmlformats.org/officeDocument/2006/relationships/notesMaster" Target="/ppt/notesMasters/notesMaster1.xml" Id="Rabd2671e7087415c" /><Relationship Type="http://schemas.openxmlformats.org/officeDocument/2006/relationships/presProps" Target="/ppt/presProps.xml" Id="R56bfcbd1748f4b91" /><Relationship Type="http://schemas.openxmlformats.org/officeDocument/2006/relationships/viewProps" Target="/ppt/viewProps.xml" Id="Ra4262a4af6e148c7" /><Relationship Type="http://schemas.openxmlformats.org/officeDocument/2006/relationships/tableStyles" Target="/ppt/tableStyles.xml" Id="R125804677b5e401f" /><Relationship Type="http://schemas.openxmlformats.org/officeDocument/2006/relationships/font" Target="/ppt/fonts/font.dat" Id="R503f5f466dd143c6" /><Relationship Type="http://schemas.openxmlformats.org/officeDocument/2006/relationships/slide" Target="/ppt/slides/slide1.xml" Id="R01f4737ae2624c80" /><Relationship Type="http://schemas.openxmlformats.org/officeDocument/2006/relationships/slide" Target="/ppt/slides/slide2.xml" Id="R69205dffda7f4520" /><Relationship Type="http://schemas.openxmlformats.org/officeDocument/2006/relationships/slide" Target="/ppt/slides/slide3.xml" Id="R6aa52d51b38646b1" /><Relationship Type="http://schemas.openxmlformats.org/officeDocument/2006/relationships/slide" Target="/ppt/slides/slide4.xml" Id="Rf0f3f1b9bf5d43e0" /><Relationship Type="http://schemas.openxmlformats.org/officeDocument/2006/relationships/slide" Target="/ppt/slides/slide5.xml" Id="R79d34bb72f224007" /><Relationship Type="http://schemas.openxmlformats.org/officeDocument/2006/relationships/slide" Target="/ppt/slides/slide6.xml" Id="Rf9288499c16a4ec8" /><Relationship Type="http://schemas.openxmlformats.org/officeDocument/2006/relationships/slide" Target="/ppt/slides/slide7.xml" Id="R8b0ec39a7c7c4131" /><Relationship Type="http://schemas.openxmlformats.org/officeDocument/2006/relationships/slide" Target="/ppt/slides/slide8.xml" Id="R5a9a9afcc75a4924" /><Relationship Type="http://schemas.openxmlformats.org/officeDocument/2006/relationships/slide" Target="/ppt/slides/slide9.xml" Id="R1d221ee18a2b48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3e94c498de41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ce174d96674665" /><Relationship Type="http://schemas.openxmlformats.org/officeDocument/2006/relationships/notesMaster" Target="/ppt/notesMasters/notesMaster1.xml" Id="R4518c71df7ad41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83c49b658c24a1f" /><Relationship Type="http://schemas.openxmlformats.org/officeDocument/2006/relationships/notesMaster" Target="/ppt/notesMasters/notesMaster1.xml" Id="Rd6728a136ee748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fd1e6d06b74aa3" /><Relationship Type="http://schemas.openxmlformats.org/officeDocument/2006/relationships/notesMaster" Target="/ppt/notesMasters/notesMaster1.xml" Id="R9d039831119e4fc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204c86d8df4bbf" /><Relationship Type="http://schemas.openxmlformats.org/officeDocument/2006/relationships/notesMaster" Target="/ppt/notesMasters/notesMaster1.xml" Id="Rb2cc83ea16a740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060f78b00e4808" /><Relationship Type="http://schemas.openxmlformats.org/officeDocument/2006/relationships/notesMaster" Target="/ppt/notesMasters/notesMaster1.xml" Id="Rbb35ae2668204b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a6ee2fca5b437a" /><Relationship Type="http://schemas.openxmlformats.org/officeDocument/2006/relationships/notesMaster" Target="/ppt/notesMasters/notesMaster1.xml" Id="Rda922ef4ec9242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f6cae7a2f84ae4" /><Relationship Type="http://schemas.openxmlformats.org/officeDocument/2006/relationships/notesMaster" Target="/ppt/notesMasters/notesMaster1.xml" Id="R60af5f2c41a741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705d012d561441d" /><Relationship Type="http://schemas.openxmlformats.org/officeDocument/2006/relationships/notesMaster" Target="/ppt/notesMasters/notesMaster1.xml" Id="R42965eda4c3040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10bb2541e74782" /><Relationship Type="http://schemas.openxmlformats.org/officeDocument/2006/relationships/notesMaster" Target="/ppt/notesMasters/notesMaster1.xml" Id="Rc5a5017610fd45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5e526fadf04fb2" /><Relationship Type="http://schemas.openxmlformats.org/officeDocument/2006/relationships/image" Target="/ppt/media/image.png" Id="Ree9a726ec521446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d1eead1cf44e8b" /><Relationship Type="http://schemas.openxmlformats.org/officeDocument/2006/relationships/image" Target="/ppt/media/image.png" Id="Reecc23fec2ce428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cca534325143be" /><Relationship Type="http://schemas.openxmlformats.org/officeDocument/2006/relationships/image" Target="/ppt/media/image.png" Id="Re067d53738204b1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ec140c3bbe4365" /><Relationship Type="http://schemas.openxmlformats.org/officeDocument/2006/relationships/image" Target="/ppt/media/image.png" Id="Rfc4c58609e7147e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617520ef394374" /><Relationship Type="http://schemas.openxmlformats.org/officeDocument/2006/relationships/image" Target="/ppt/media/image.png" Id="R31cb2da0113e426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ebb40864be40d5" /><Relationship Type="http://schemas.openxmlformats.org/officeDocument/2006/relationships/image" Target="/ppt/media/image.png" Id="R0c593d76a03a4c4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ac83863b2c4fa4" /><Relationship Type="http://schemas.openxmlformats.org/officeDocument/2006/relationships/image" Target="/ppt/media/image.png" Id="Rb09ad847176d466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eebddff4e64a84" /><Relationship Type="http://schemas.openxmlformats.org/officeDocument/2006/relationships/image" Target="/ppt/media/image.png" Id="R7d2e7d3d377d495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8dd7c870a94080" /><Relationship Type="http://schemas.openxmlformats.org/officeDocument/2006/relationships/image" Target="/ppt/media/image.png" Id="R8867243042ab4b5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b6560370fe470c" /><Relationship Type="http://schemas.openxmlformats.org/officeDocument/2006/relationships/image" Target="/ppt/media/image.png" Id="R4f469e15ffdb4ac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f16d3db2424ebe" /><Relationship Type="http://schemas.openxmlformats.org/officeDocument/2006/relationships/image" Target="/ppt/media/image.png" Id="R0e861f0f783d469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9a726ec521446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cc23fec2ce428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67d53738204b1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4c58609e7147e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cb2da0113e426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593d76a03a4c4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9ad847176d466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d2e7d3d377d495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67243042ab4b5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469e15ffdb4ac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e861f0f783d469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bf4afdfc2e2462a" /><Relationship Type="http://schemas.openxmlformats.org/officeDocument/2006/relationships/slideLayout" Target="/ppt/slideLayouts/slideLayout1.xml" Id="R17fc8541b63847dc" /><Relationship Type="http://schemas.openxmlformats.org/officeDocument/2006/relationships/slideLayout" Target="/ppt/slideLayouts/slideLayout2.xml" Id="R31d0c983fea0455f" /><Relationship Type="http://schemas.openxmlformats.org/officeDocument/2006/relationships/slideLayout" Target="/ppt/slideLayouts/slideLayout3.xml" Id="R377895bb3d4c41d4" /><Relationship Type="http://schemas.openxmlformats.org/officeDocument/2006/relationships/slideLayout" Target="/ppt/slideLayouts/slideLayout4.xml" Id="R7c6e67f248764391" /><Relationship Type="http://schemas.openxmlformats.org/officeDocument/2006/relationships/slideLayout" Target="/ppt/slideLayouts/slideLayout5.xml" Id="Rbd116ed7ff604873" /><Relationship Type="http://schemas.openxmlformats.org/officeDocument/2006/relationships/slideLayout" Target="/ppt/slideLayouts/slideLayout6.xml" Id="R95c7c019507147c4" /><Relationship Type="http://schemas.openxmlformats.org/officeDocument/2006/relationships/slideLayout" Target="/ppt/slideLayouts/slideLayout7.xml" Id="R5dfb270f5c35487c" /><Relationship Type="http://schemas.openxmlformats.org/officeDocument/2006/relationships/slideLayout" Target="/ppt/slideLayouts/slideLayout8.xml" Id="Rb096f10e0df2469d" /><Relationship Type="http://schemas.openxmlformats.org/officeDocument/2006/relationships/slideLayout" Target="/ppt/slideLayouts/slideLayout9.xml" Id="R1fc6bb467a9b42d6" /><Relationship Type="http://schemas.openxmlformats.org/officeDocument/2006/relationships/slideLayout" Target="/ppt/slideLayouts/slideLayout10.xml" Id="R27da47eab4a84171" /><Relationship Type="http://schemas.openxmlformats.org/officeDocument/2006/relationships/slideLayout" Target="/ppt/slideLayouts/slideLayout11.xml" Id="Rb3317495d0c449c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fc8541b63847dc"/>
    <p:sldLayoutId xmlns:r="http://schemas.openxmlformats.org/officeDocument/2006/relationships" id="2147483650" r:id="R31d0c983fea0455f"/>
    <p:sldLayoutId xmlns:r="http://schemas.openxmlformats.org/officeDocument/2006/relationships" id="2147483651" r:id="R377895bb3d4c41d4"/>
    <p:sldLayoutId xmlns:r="http://schemas.openxmlformats.org/officeDocument/2006/relationships" id="2147483652" r:id="R7c6e67f248764391"/>
    <p:sldLayoutId xmlns:r="http://schemas.openxmlformats.org/officeDocument/2006/relationships" id="2147483653" r:id="Rbd116ed7ff604873"/>
    <p:sldLayoutId xmlns:r="http://schemas.openxmlformats.org/officeDocument/2006/relationships" id="2147483654" r:id="R95c7c019507147c4"/>
    <p:sldLayoutId xmlns:r="http://schemas.openxmlformats.org/officeDocument/2006/relationships" id="2147483655" r:id="R5dfb270f5c35487c"/>
    <p:sldLayoutId xmlns:r="http://schemas.openxmlformats.org/officeDocument/2006/relationships" id="2147483656" r:id="Rb096f10e0df2469d"/>
    <p:sldLayoutId xmlns:r="http://schemas.openxmlformats.org/officeDocument/2006/relationships" id="2147483657" r:id="R1fc6bb467a9b42d6"/>
    <p:sldLayoutId xmlns:r="http://schemas.openxmlformats.org/officeDocument/2006/relationships" id="2147483658" r:id="R27da47eab4a84171"/>
    <p:sldLayoutId xmlns:r="http://schemas.openxmlformats.org/officeDocument/2006/relationships" id="2147483659" r:id="Rb3317495d0c449c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a46a57101e4331" /><Relationship Type="http://schemas.openxmlformats.org/officeDocument/2006/relationships/notesSlide" Target="/ppt/notesSlides/notesSlide1.xml" Id="R86e492e0b10d49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f1498ed40740e1" /><Relationship Type="http://schemas.openxmlformats.org/officeDocument/2006/relationships/notesSlide" Target="/ppt/notesSlides/notesSlide2.xml" Id="R3cf3e59d4b4642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bd64d0e96a47db" /><Relationship Type="http://schemas.openxmlformats.org/officeDocument/2006/relationships/notesSlide" Target="/ppt/notesSlides/notesSlide3.xml" Id="R4342b08130bd41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b21a2cff434837" /><Relationship Type="http://schemas.openxmlformats.org/officeDocument/2006/relationships/notesSlide" Target="/ppt/notesSlides/notesSlide4.xml" Id="Rdd261f0fd6bf49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4a0e722a4c417a" /><Relationship Type="http://schemas.openxmlformats.org/officeDocument/2006/relationships/notesSlide" Target="/ppt/notesSlides/notesSlide5.xml" Id="R6fbee01d19ca4d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015fe902844e49" /><Relationship Type="http://schemas.openxmlformats.org/officeDocument/2006/relationships/notesSlide" Target="/ppt/notesSlides/notesSlide6.xml" Id="R1d27b2883df54c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186fc351bb4dc3" /><Relationship Type="http://schemas.openxmlformats.org/officeDocument/2006/relationships/notesSlide" Target="/ppt/notesSlides/notesSlide7.xml" Id="R9bb7441c5b714b1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365f67048f42e3" /><Relationship Type="http://schemas.openxmlformats.org/officeDocument/2006/relationships/notesSlide" Target="/ppt/notesSlides/notesSlide8.xml" Id="Rc94b1ad44bc64f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cb622a51564567" /><Relationship Type="http://schemas.openxmlformats.org/officeDocument/2006/relationships/notesSlide" Target="/ppt/notesSlides/notesSlide9.xml" Id="R93ea358e3a48426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walk run the if block but Walk run the else block?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does the program display if the user types cycle, even though cycle is not one of the suggested choices?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type read, what message appears and which block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can the if and else blocks not both run during the same decision?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Replace the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route with a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"cycle"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route. Update the prompt, the if comparison and its message so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"cycle"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"Ride a bike in the park."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Keep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route unchanged.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"cycle"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Personalise both routes: ask for the user's name, then include it in whichever recommendation appears. Check that the name is shown for both possible choices.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cafe asks,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want tea?"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build a two-way choice: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 is ready."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every other answer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another drink."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one input for each route.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display_choice)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2026-08-26T04:01:42.5290000Z</dcterms:created>
  <dcterms:modified xsi:type="dcterms:W3CDTF">2026-08-26T04:01:42.5290000Z</dcterms:modified>
</coreProperties>
</file>