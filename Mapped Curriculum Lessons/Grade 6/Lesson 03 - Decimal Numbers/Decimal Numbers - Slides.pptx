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c4aef886c14e70" /><Relationship Type="http://schemas.openxmlformats.org/officeDocument/2006/relationships/extended-properties" Target="/docProps/app.xml" Id="R78c22a483f0f40e0" /><Relationship Type="http://schemas.openxmlformats.org/officeDocument/2006/relationships/officeDocument" Target="/ppt/presentation.xml" Id="R2a1cf9b4628b4e4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783e3d55cae4eab"/>
  </p:sldMasterIdLst>
  <p:notesMasterIdLst>
    <p:notesMasterId xmlns:r="http://schemas.openxmlformats.org/officeDocument/2006/relationships" r:id="R530896dfa9604edb"/>
  </p:notesMasterIdLst>
  <p:sldIdLst>
    <p:sldId xmlns:r="http://schemas.openxmlformats.org/officeDocument/2006/relationships" id="256" r:id="R2afcae82a3e5432c"/>
    <p:sldId xmlns:r="http://schemas.openxmlformats.org/officeDocument/2006/relationships" id="257" r:id="R71586a9e2bfd426b"/>
    <p:sldId xmlns:r="http://schemas.openxmlformats.org/officeDocument/2006/relationships" id="258" r:id="R53aa22ae03ae4144"/>
    <p:sldId xmlns:r="http://schemas.openxmlformats.org/officeDocument/2006/relationships" id="259" r:id="R13ba26406b4245d0"/>
    <p:sldId xmlns:r="http://schemas.openxmlformats.org/officeDocument/2006/relationships" id="260" r:id="R93471970e5794b30"/>
    <p:sldId xmlns:r="http://schemas.openxmlformats.org/officeDocument/2006/relationships" id="261" r:id="R7c764dde70db4e79"/>
    <p:sldId xmlns:r="http://schemas.openxmlformats.org/officeDocument/2006/relationships" id="262" r:id="R024bced41b214f35"/>
    <p:sldId xmlns:r="http://schemas.openxmlformats.org/officeDocument/2006/relationships" id="263" r:id="Ra571d61cf66a4208"/>
    <p:sldId xmlns:r="http://schemas.openxmlformats.org/officeDocument/2006/relationships" id="264" r:id="R7d00569730c34464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bb9d7883cda9452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83b06bb7eb4b29" /><Relationship Type="http://schemas.openxmlformats.org/officeDocument/2006/relationships/slideMaster" Target="/ppt/slideMasters/slideMaster1.xml" Id="R7783e3d55cae4eab" /><Relationship Type="http://schemas.openxmlformats.org/officeDocument/2006/relationships/notesMaster" Target="/ppt/notesMasters/notesMaster1.xml" Id="R530896dfa9604edb" /><Relationship Type="http://schemas.openxmlformats.org/officeDocument/2006/relationships/presProps" Target="/ppt/presProps.xml" Id="R4260b9de6b794798" /><Relationship Type="http://schemas.openxmlformats.org/officeDocument/2006/relationships/viewProps" Target="/ppt/viewProps.xml" Id="R94080e9fc96e4278" /><Relationship Type="http://schemas.openxmlformats.org/officeDocument/2006/relationships/tableStyles" Target="/ppt/tableStyles.xml" Id="R9db8e664de5d4de9" /><Relationship Type="http://schemas.openxmlformats.org/officeDocument/2006/relationships/font" Target="/ppt/fonts/font.dat" Id="Rbb9d7883cda94521" /><Relationship Type="http://schemas.openxmlformats.org/officeDocument/2006/relationships/slide" Target="/ppt/slides/slide1.xml" Id="R2afcae82a3e5432c" /><Relationship Type="http://schemas.openxmlformats.org/officeDocument/2006/relationships/slide" Target="/ppt/slides/slide2.xml" Id="R71586a9e2bfd426b" /><Relationship Type="http://schemas.openxmlformats.org/officeDocument/2006/relationships/slide" Target="/ppt/slides/slide3.xml" Id="R53aa22ae03ae4144" /><Relationship Type="http://schemas.openxmlformats.org/officeDocument/2006/relationships/slide" Target="/ppt/slides/slide4.xml" Id="R13ba26406b4245d0" /><Relationship Type="http://schemas.openxmlformats.org/officeDocument/2006/relationships/slide" Target="/ppt/slides/slide5.xml" Id="R93471970e5794b30" /><Relationship Type="http://schemas.openxmlformats.org/officeDocument/2006/relationships/slide" Target="/ppt/slides/slide6.xml" Id="R7c764dde70db4e79" /><Relationship Type="http://schemas.openxmlformats.org/officeDocument/2006/relationships/slide" Target="/ppt/slides/slide7.xml" Id="R024bced41b214f35" /><Relationship Type="http://schemas.openxmlformats.org/officeDocument/2006/relationships/slide" Target="/ppt/slides/slide8.xml" Id="Ra571d61cf66a4208" /><Relationship Type="http://schemas.openxmlformats.org/officeDocument/2006/relationships/slide" Target="/ppt/slides/slide9.xml" Id="R7d00569730c344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de7ba6db9b45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1831994a634b95" /><Relationship Type="http://schemas.openxmlformats.org/officeDocument/2006/relationships/notesMaster" Target="/ppt/notesMasters/notesMaster1.xml" Id="Rede09fa861cf4d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3717bcf6ff4181" /><Relationship Type="http://schemas.openxmlformats.org/officeDocument/2006/relationships/notesMaster" Target="/ppt/notesMasters/notesMaster1.xml" Id="Rfe4ecd4324c847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1ada61162b4357" /><Relationship Type="http://schemas.openxmlformats.org/officeDocument/2006/relationships/notesMaster" Target="/ppt/notesMasters/notesMaster1.xml" Id="R49a01db18c7f44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472aa5fe894647" /><Relationship Type="http://schemas.openxmlformats.org/officeDocument/2006/relationships/notesMaster" Target="/ppt/notesMasters/notesMaster1.xml" Id="R2589bc44123448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cf3f127a524309" /><Relationship Type="http://schemas.openxmlformats.org/officeDocument/2006/relationships/notesMaster" Target="/ppt/notesMasters/notesMaster1.xml" Id="R4ae62d610cec4a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4a5bd38d404295" /><Relationship Type="http://schemas.openxmlformats.org/officeDocument/2006/relationships/notesMaster" Target="/ppt/notesMasters/notesMaster1.xml" Id="Rd618eef0ddcb4e9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7c227f72b345cc" /><Relationship Type="http://schemas.openxmlformats.org/officeDocument/2006/relationships/notesMaster" Target="/ppt/notesMasters/notesMaster1.xml" Id="R9c1921ed519247e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0fd89b6ca148e5" /><Relationship Type="http://schemas.openxmlformats.org/officeDocument/2006/relationships/notesMaster" Target="/ppt/notesMasters/notesMaster1.xml" Id="R4b30913ec25a40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c8eeebdab534b12" /><Relationship Type="http://schemas.openxmlformats.org/officeDocument/2006/relationships/notesMaster" Target="/ppt/notesMasters/notesMaster1.xml" Id="Rd2ae2ccf150a4d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8a4972c678477f" /><Relationship Type="http://schemas.openxmlformats.org/officeDocument/2006/relationships/image" Target="/ppt/media/image.png" Id="Rf3b0c68d13444ea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74dd3787554e82" /><Relationship Type="http://schemas.openxmlformats.org/officeDocument/2006/relationships/image" Target="/ppt/media/image.png" Id="R3255e8b4d5594dd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0ff7a6bcd64a9b" /><Relationship Type="http://schemas.openxmlformats.org/officeDocument/2006/relationships/image" Target="/ppt/media/image.png" Id="R37ac4fc2da93464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3f7ada7d8a4d69" /><Relationship Type="http://schemas.openxmlformats.org/officeDocument/2006/relationships/image" Target="/ppt/media/image.png" Id="R74b7ca21ee1443a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e20246f6f440eb" /><Relationship Type="http://schemas.openxmlformats.org/officeDocument/2006/relationships/image" Target="/ppt/media/image.png" Id="R90034e01099f43a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537832aac34744" /><Relationship Type="http://schemas.openxmlformats.org/officeDocument/2006/relationships/image" Target="/ppt/media/image.png" Id="Rb9b1d6904bcf4d7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7cb0c78d6b408e" /><Relationship Type="http://schemas.openxmlformats.org/officeDocument/2006/relationships/image" Target="/ppt/media/image.png" Id="R0fc5f7c9a7d840d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0fa932cefc4209" /><Relationship Type="http://schemas.openxmlformats.org/officeDocument/2006/relationships/image" Target="/ppt/media/image.png" Id="R5051f3f972c5428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3fdffae272447e" /><Relationship Type="http://schemas.openxmlformats.org/officeDocument/2006/relationships/image" Target="/ppt/media/image.png" Id="Rb1640e443b9e403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8ed91e9b6b4e33" /><Relationship Type="http://schemas.openxmlformats.org/officeDocument/2006/relationships/image" Target="/ppt/media/image.png" Id="Rb528e274a5934ef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06a43be60e419d" /><Relationship Type="http://schemas.openxmlformats.org/officeDocument/2006/relationships/image" Target="/ppt/media/image.png" Id="R6e1f2431766940d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b0c68d13444ead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255e8b4d5594dd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ac4fc2da93464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b7ca21ee1443a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034e01099f43a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b1d6904bcf4d7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c5f7c9a7d840d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051f3f972c5428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640e443b9e403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28e274a5934ef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1f2431766940d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a3488b90794757" /><Relationship Type="http://schemas.openxmlformats.org/officeDocument/2006/relationships/slideLayout" Target="/ppt/slideLayouts/slideLayout1.xml" Id="Rf6a233f75e02414f" /><Relationship Type="http://schemas.openxmlformats.org/officeDocument/2006/relationships/slideLayout" Target="/ppt/slideLayouts/slideLayout2.xml" Id="Rc9a1923947df4ce7" /><Relationship Type="http://schemas.openxmlformats.org/officeDocument/2006/relationships/slideLayout" Target="/ppt/slideLayouts/slideLayout3.xml" Id="R904fac739bf44974" /><Relationship Type="http://schemas.openxmlformats.org/officeDocument/2006/relationships/slideLayout" Target="/ppt/slideLayouts/slideLayout4.xml" Id="R74fbfc345bb846a3" /><Relationship Type="http://schemas.openxmlformats.org/officeDocument/2006/relationships/slideLayout" Target="/ppt/slideLayouts/slideLayout5.xml" Id="Ref26710d7cb04330" /><Relationship Type="http://schemas.openxmlformats.org/officeDocument/2006/relationships/slideLayout" Target="/ppt/slideLayouts/slideLayout6.xml" Id="Rf4322aa1429b4ffb" /><Relationship Type="http://schemas.openxmlformats.org/officeDocument/2006/relationships/slideLayout" Target="/ppt/slideLayouts/slideLayout7.xml" Id="Rb8cea31717d741d5" /><Relationship Type="http://schemas.openxmlformats.org/officeDocument/2006/relationships/slideLayout" Target="/ppt/slideLayouts/slideLayout8.xml" Id="R28bddcdba0fc4580" /><Relationship Type="http://schemas.openxmlformats.org/officeDocument/2006/relationships/slideLayout" Target="/ppt/slideLayouts/slideLayout9.xml" Id="R288c87821bfa4c2c" /><Relationship Type="http://schemas.openxmlformats.org/officeDocument/2006/relationships/slideLayout" Target="/ppt/slideLayouts/slideLayout10.xml" Id="Rc82ac4e99f524b64" /><Relationship Type="http://schemas.openxmlformats.org/officeDocument/2006/relationships/slideLayout" Target="/ppt/slideLayouts/slideLayout11.xml" Id="R54190650a70e428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a233f75e02414f"/>
    <p:sldLayoutId xmlns:r="http://schemas.openxmlformats.org/officeDocument/2006/relationships" id="2147483650" r:id="Rc9a1923947df4ce7"/>
    <p:sldLayoutId xmlns:r="http://schemas.openxmlformats.org/officeDocument/2006/relationships" id="2147483651" r:id="R904fac739bf44974"/>
    <p:sldLayoutId xmlns:r="http://schemas.openxmlformats.org/officeDocument/2006/relationships" id="2147483652" r:id="R74fbfc345bb846a3"/>
    <p:sldLayoutId xmlns:r="http://schemas.openxmlformats.org/officeDocument/2006/relationships" id="2147483653" r:id="Ref26710d7cb04330"/>
    <p:sldLayoutId xmlns:r="http://schemas.openxmlformats.org/officeDocument/2006/relationships" id="2147483654" r:id="Rf4322aa1429b4ffb"/>
    <p:sldLayoutId xmlns:r="http://schemas.openxmlformats.org/officeDocument/2006/relationships" id="2147483655" r:id="Rb8cea31717d741d5"/>
    <p:sldLayoutId xmlns:r="http://schemas.openxmlformats.org/officeDocument/2006/relationships" id="2147483656" r:id="R28bddcdba0fc4580"/>
    <p:sldLayoutId xmlns:r="http://schemas.openxmlformats.org/officeDocument/2006/relationships" id="2147483657" r:id="R288c87821bfa4c2c"/>
    <p:sldLayoutId xmlns:r="http://schemas.openxmlformats.org/officeDocument/2006/relationships" id="2147483658" r:id="Rc82ac4e99f524b64"/>
    <p:sldLayoutId xmlns:r="http://schemas.openxmlformats.org/officeDocument/2006/relationships" id="2147483659" r:id="R54190650a70e428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eaf3fa591e4644" /><Relationship Type="http://schemas.openxmlformats.org/officeDocument/2006/relationships/notesSlide" Target="/ppt/notesSlides/notesSlide1.xml" Id="R8207e8d5177945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8eebb338ef5435c" /><Relationship Type="http://schemas.openxmlformats.org/officeDocument/2006/relationships/notesSlide" Target="/ppt/notesSlides/notesSlide2.xml" Id="R58bbcb7346864d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1519549b094e6c" /><Relationship Type="http://schemas.openxmlformats.org/officeDocument/2006/relationships/notesSlide" Target="/ppt/notesSlides/notesSlide3.xml" Id="Re128cdd2b03c4b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974f0c50c046b9" /><Relationship Type="http://schemas.openxmlformats.org/officeDocument/2006/relationships/notesSlide" Target="/ppt/notesSlides/notesSlide4.xml" Id="Rc57ec8d144734d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a5d3f63a574940" /><Relationship Type="http://schemas.openxmlformats.org/officeDocument/2006/relationships/notesSlide" Target="/ppt/notesSlides/notesSlide5.xml" Id="R5791e8f964d848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571f129be540e2" /><Relationship Type="http://schemas.openxmlformats.org/officeDocument/2006/relationships/notesSlide" Target="/ppt/notesSlides/notesSlide6.xml" Id="R26ec43311c9f4a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f9391e5905488d" /><Relationship Type="http://schemas.openxmlformats.org/officeDocument/2006/relationships/notesSlide" Target="/ppt/notesSlides/notesSlide7.xml" Id="Rc55d50e45cf544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adfd2fc6da4187" /><Relationship Type="http://schemas.openxmlformats.org/officeDocument/2006/relationships/notesSlide" Target="/ppt/notesSlides/notesSlide8.xml" Id="R915dfcb9c5e249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7b67a68db846f1" /><Relationship Type="http://schemas.openxmlformats.org/officeDocument/2006/relationships/notesSlide" Target="/ppt/notesSlides/notesSlide9.xml" Id="R5b468db0b3b2415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Decimal Numbers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33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5089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5089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7.5, which value is stored in distance?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this program use float() instead of int() for 7.5?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9 and 3, what complete line appears on screen?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For inputs 7.5 and 3, why is the result 2.5 rather than 2?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divides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distance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by 2 and stores the result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halfway_distance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"Halfway distance:"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this value before the speed. For example, 9 and 3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"Halfway distance: 4.5"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asks for rest minutes, converts the answer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float()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stores it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rest_minutes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travel_minutes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rest_minutes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minutes:"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result. For example, 10, 12.5 and 2.5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minutes: 15.0"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carpet calculator. Ask for a room's length, width and the carpet price per square metre, converting each answer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float()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"Floor area:"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"Carpet cost:"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results. For example, 4.5, 2 and 10.5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"Floor area: 9.0"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"Carpet cost: 94.5"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minutes = float(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minutes: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minute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2026-09-28T08:24:57.4920000Z</dcterms:created>
  <dcterms:modified xsi:type="dcterms:W3CDTF">2026-09-28T08:24:57.4920000Z</dcterms:modified>
</coreProperties>
</file>