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ec8ecfc8054b8c" /><Relationship Type="http://schemas.openxmlformats.org/officeDocument/2006/relationships/extended-properties" Target="/docProps/app.xml" Id="Rbfc3ab067ef24ec1" /><Relationship Type="http://schemas.openxmlformats.org/officeDocument/2006/relationships/officeDocument" Target="/ppt/presentation.xml" Id="R2288c52aa0b84ac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486d95a59e64811"/>
  </p:sldMasterIdLst>
  <p:notesMasterIdLst>
    <p:notesMasterId xmlns:r="http://schemas.openxmlformats.org/officeDocument/2006/relationships" r:id="R670c186c7ce84b4e"/>
  </p:notesMasterIdLst>
  <p:sldIdLst>
    <p:sldId xmlns:r="http://schemas.openxmlformats.org/officeDocument/2006/relationships" id="256" r:id="R37840970763e4539"/>
    <p:sldId xmlns:r="http://schemas.openxmlformats.org/officeDocument/2006/relationships" id="257" r:id="Ra3a0e096321347c0"/>
    <p:sldId xmlns:r="http://schemas.openxmlformats.org/officeDocument/2006/relationships" id="258" r:id="R69d7daaacd7c469f"/>
    <p:sldId xmlns:r="http://schemas.openxmlformats.org/officeDocument/2006/relationships" id="259" r:id="R9311b1d43b624677"/>
    <p:sldId xmlns:r="http://schemas.openxmlformats.org/officeDocument/2006/relationships" id="260" r:id="Rfc81fb319d5c451e"/>
    <p:sldId xmlns:r="http://schemas.openxmlformats.org/officeDocument/2006/relationships" id="261" r:id="R1b380e6e0e4e4d55"/>
    <p:sldId xmlns:r="http://schemas.openxmlformats.org/officeDocument/2006/relationships" id="262" r:id="R541ebd46277c44c7"/>
    <p:sldId xmlns:r="http://schemas.openxmlformats.org/officeDocument/2006/relationships" id="263" r:id="R2500df70224e46b2"/>
    <p:sldId xmlns:r="http://schemas.openxmlformats.org/officeDocument/2006/relationships" id="264" r:id="R289542f8c2ef45d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6d13f39aae2454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c31b67ee7c4b93" /><Relationship Type="http://schemas.openxmlformats.org/officeDocument/2006/relationships/slideMaster" Target="/ppt/slideMasters/slideMaster1.xml" Id="Rf486d95a59e64811" /><Relationship Type="http://schemas.openxmlformats.org/officeDocument/2006/relationships/notesMaster" Target="/ppt/notesMasters/notesMaster1.xml" Id="R670c186c7ce84b4e" /><Relationship Type="http://schemas.openxmlformats.org/officeDocument/2006/relationships/presProps" Target="/ppt/presProps.xml" Id="R6e809fc22aca4491" /><Relationship Type="http://schemas.openxmlformats.org/officeDocument/2006/relationships/viewProps" Target="/ppt/viewProps.xml" Id="R14bc5ef80d5247be" /><Relationship Type="http://schemas.openxmlformats.org/officeDocument/2006/relationships/tableStyles" Target="/ppt/tableStyles.xml" Id="Rc42886a1bd4f4b3a" /><Relationship Type="http://schemas.openxmlformats.org/officeDocument/2006/relationships/font" Target="/ppt/fonts/font.dat" Id="R56d13f39aae2454e" /><Relationship Type="http://schemas.openxmlformats.org/officeDocument/2006/relationships/slide" Target="/ppt/slides/slide1.xml" Id="R37840970763e4539" /><Relationship Type="http://schemas.openxmlformats.org/officeDocument/2006/relationships/slide" Target="/ppt/slides/slide2.xml" Id="Ra3a0e096321347c0" /><Relationship Type="http://schemas.openxmlformats.org/officeDocument/2006/relationships/slide" Target="/ppt/slides/slide3.xml" Id="R69d7daaacd7c469f" /><Relationship Type="http://schemas.openxmlformats.org/officeDocument/2006/relationships/slide" Target="/ppt/slides/slide4.xml" Id="R9311b1d43b624677" /><Relationship Type="http://schemas.openxmlformats.org/officeDocument/2006/relationships/slide" Target="/ppt/slides/slide5.xml" Id="Rfc81fb319d5c451e" /><Relationship Type="http://schemas.openxmlformats.org/officeDocument/2006/relationships/slide" Target="/ppt/slides/slide6.xml" Id="R1b380e6e0e4e4d55" /><Relationship Type="http://schemas.openxmlformats.org/officeDocument/2006/relationships/slide" Target="/ppt/slides/slide7.xml" Id="R541ebd46277c44c7" /><Relationship Type="http://schemas.openxmlformats.org/officeDocument/2006/relationships/slide" Target="/ppt/slides/slide8.xml" Id="R2500df70224e46b2" /><Relationship Type="http://schemas.openxmlformats.org/officeDocument/2006/relationships/slide" Target="/ppt/slides/slide9.xml" Id="R289542f8c2ef45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888ff571974f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6a9efeaf5f43fd" /><Relationship Type="http://schemas.openxmlformats.org/officeDocument/2006/relationships/notesMaster" Target="/ppt/notesMasters/notesMaster1.xml" Id="R032357a3a0a64b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d975c081564eb6" /><Relationship Type="http://schemas.openxmlformats.org/officeDocument/2006/relationships/notesMaster" Target="/ppt/notesMasters/notesMaster1.xml" Id="R2634ffebb4b84f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e547b9ce8049ca" /><Relationship Type="http://schemas.openxmlformats.org/officeDocument/2006/relationships/notesMaster" Target="/ppt/notesMasters/notesMaster1.xml" Id="R5eae1f13bf164e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418a64e56544cf" /><Relationship Type="http://schemas.openxmlformats.org/officeDocument/2006/relationships/notesMaster" Target="/ppt/notesMasters/notesMaster1.xml" Id="Rfce0621eb60743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c3a626628a4ffa" /><Relationship Type="http://schemas.openxmlformats.org/officeDocument/2006/relationships/notesMaster" Target="/ppt/notesMasters/notesMaster1.xml" Id="R4615ea237ef742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4b78f412574b01" /><Relationship Type="http://schemas.openxmlformats.org/officeDocument/2006/relationships/notesMaster" Target="/ppt/notesMasters/notesMaster1.xml" Id="R3d6ec2b5002c43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93f1a348a34c5c" /><Relationship Type="http://schemas.openxmlformats.org/officeDocument/2006/relationships/notesMaster" Target="/ppt/notesMasters/notesMaster1.xml" Id="R1552ecde18c942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7cf6a79ead4df0" /><Relationship Type="http://schemas.openxmlformats.org/officeDocument/2006/relationships/notesMaster" Target="/ppt/notesMasters/notesMaster1.xml" Id="Rb262c691627849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d5eef5469346a9" /><Relationship Type="http://schemas.openxmlformats.org/officeDocument/2006/relationships/notesMaster" Target="/ppt/notesMasters/notesMaster1.xml" Id="R981a1a3ba97c47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3511621ffb44a1" /><Relationship Type="http://schemas.openxmlformats.org/officeDocument/2006/relationships/image" Target="/ppt/media/image.png" Id="R43193fe1f49541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4e1413c77c45be" /><Relationship Type="http://schemas.openxmlformats.org/officeDocument/2006/relationships/image" Target="/ppt/media/image.png" Id="R7517f115babd498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4e125405fc4716" /><Relationship Type="http://schemas.openxmlformats.org/officeDocument/2006/relationships/image" Target="/ppt/media/image.png" Id="R29313cc9edac44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54de62be1b4b44" /><Relationship Type="http://schemas.openxmlformats.org/officeDocument/2006/relationships/image" Target="/ppt/media/image.png" Id="R1618f447e0c24ef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de2c638ce44d25" /><Relationship Type="http://schemas.openxmlformats.org/officeDocument/2006/relationships/image" Target="/ppt/media/image.png" Id="R2ed8a929fee14ab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cefe644ca34b14" /><Relationship Type="http://schemas.openxmlformats.org/officeDocument/2006/relationships/image" Target="/ppt/media/image.png" Id="Rda1cd3f76a9d4f8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50918c4d214f65" /><Relationship Type="http://schemas.openxmlformats.org/officeDocument/2006/relationships/image" Target="/ppt/media/image.png" Id="R1d0f85fc9c1c407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a394890b8b4af9" /><Relationship Type="http://schemas.openxmlformats.org/officeDocument/2006/relationships/image" Target="/ppt/media/image.png" Id="Rb843e1adf638454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f8d7c7b4d1427e" /><Relationship Type="http://schemas.openxmlformats.org/officeDocument/2006/relationships/image" Target="/ppt/media/image.png" Id="R58160e86f370473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f190f1012d4c5e" /><Relationship Type="http://schemas.openxmlformats.org/officeDocument/2006/relationships/image" Target="/ppt/media/image.png" Id="Rf80667cab66647f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de2484df9b4288" /><Relationship Type="http://schemas.openxmlformats.org/officeDocument/2006/relationships/image" Target="/ppt/media/image.png" Id="R50f2f9564d61481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193fe1f49541e1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517f115babd49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313cc9edac44a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18f447e0c24e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d8a929fee14ab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1cd3f76a9d4f8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0f85fc9c1c40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43e1adf638454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160e86f370473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0667cab66647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f2f9564d6148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3d014cbe514d6b" /><Relationship Type="http://schemas.openxmlformats.org/officeDocument/2006/relationships/slideLayout" Target="/ppt/slideLayouts/slideLayout1.xml" Id="Rdba0166dbcfc4f49" /><Relationship Type="http://schemas.openxmlformats.org/officeDocument/2006/relationships/slideLayout" Target="/ppt/slideLayouts/slideLayout2.xml" Id="Rbba4a1732d2047cf" /><Relationship Type="http://schemas.openxmlformats.org/officeDocument/2006/relationships/slideLayout" Target="/ppt/slideLayouts/slideLayout3.xml" Id="R1cf067dc4cb64522" /><Relationship Type="http://schemas.openxmlformats.org/officeDocument/2006/relationships/slideLayout" Target="/ppt/slideLayouts/slideLayout4.xml" Id="R4da09e6a2c574f3a" /><Relationship Type="http://schemas.openxmlformats.org/officeDocument/2006/relationships/slideLayout" Target="/ppt/slideLayouts/slideLayout5.xml" Id="R299b7cc0fd334736" /><Relationship Type="http://schemas.openxmlformats.org/officeDocument/2006/relationships/slideLayout" Target="/ppt/slideLayouts/slideLayout6.xml" Id="R954ae6252efa4ba1" /><Relationship Type="http://schemas.openxmlformats.org/officeDocument/2006/relationships/slideLayout" Target="/ppt/slideLayouts/slideLayout7.xml" Id="R79a6669e188743d8" /><Relationship Type="http://schemas.openxmlformats.org/officeDocument/2006/relationships/slideLayout" Target="/ppt/slideLayouts/slideLayout8.xml" Id="Rb7435ede12fa4651" /><Relationship Type="http://schemas.openxmlformats.org/officeDocument/2006/relationships/slideLayout" Target="/ppt/slideLayouts/slideLayout9.xml" Id="R5f2a5c94bd5d487a" /><Relationship Type="http://schemas.openxmlformats.org/officeDocument/2006/relationships/slideLayout" Target="/ppt/slideLayouts/slideLayout10.xml" Id="Re19c153c492c4137" /><Relationship Type="http://schemas.openxmlformats.org/officeDocument/2006/relationships/slideLayout" Target="/ppt/slideLayouts/slideLayout11.xml" Id="R6ad023341ae141f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a0166dbcfc4f49"/>
    <p:sldLayoutId xmlns:r="http://schemas.openxmlformats.org/officeDocument/2006/relationships" id="2147483650" r:id="Rbba4a1732d2047cf"/>
    <p:sldLayoutId xmlns:r="http://schemas.openxmlformats.org/officeDocument/2006/relationships" id="2147483651" r:id="R1cf067dc4cb64522"/>
    <p:sldLayoutId xmlns:r="http://schemas.openxmlformats.org/officeDocument/2006/relationships" id="2147483652" r:id="R4da09e6a2c574f3a"/>
    <p:sldLayoutId xmlns:r="http://schemas.openxmlformats.org/officeDocument/2006/relationships" id="2147483653" r:id="R299b7cc0fd334736"/>
    <p:sldLayoutId xmlns:r="http://schemas.openxmlformats.org/officeDocument/2006/relationships" id="2147483654" r:id="R954ae6252efa4ba1"/>
    <p:sldLayoutId xmlns:r="http://schemas.openxmlformats.org/officeDocument/2006/relationships" id="2147483655" r:id="R79a6669e188743d8"/>
    <p:sldLayoutId xmlns:r="http://schemas.openxmlformats.org/officeDocument/2006/relationships" id="2147483656" r:id="Rb7435ede12fa4651"/>
    <p:sldLayoutId xmlns:r="http://schemas.openxmlformats.org/officeDocument/2006/relationships" id="2147483657" r:id="R5f2a5c94bd5d487a"/>
    <p:sldLayoutId xmlns:r="http://schemas.openxmlformats.org/officeDocument/2006/relationships" id="2147483658" r:id="Re19c153c492c4137"/>
    <p:sldLayoutId xmlns:r="http://schemas.openxmlformats.org/officeDocument/2006/relationships" id="2147483659" r:id="R6ad023341ae141f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dbe7b6f9846d6" /><Relationship Type="http://schemas.openxmlformats.org/officeDocument/2006/relationships/notesSlide" Target="/ppt/notesSlides/notesSlide1.xml" Id="R562684b0a3a544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72bfa438c943c5" /><Relationship Type="http://schemas.openxmlformats.org/officeDocument/2006/relationships/notesSlide" Target="/ppt/notesSlides/notesSlide2.xml" Id="Rec993b1498e242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bff483f9534215" /><Relationship Type="http://schemas.openxmlformats.org/officeDocument/2006/relationships/notesSlide" Target="/ppt/notesSlides/notesSlide3.xml" Id="R77301557f50845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ef6e8e2e0842a2" /><Relationship Type="http://schemas.openxmlformats.org/officeDocument/2006/relationships/notesSlide" Target="/ppt/notesSlides/notesSlide4.xml" Id="R8d3881abc0b84d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c12270cd0a4dcc" /><Relationship Type="http://schemas.openxmlformats.org/officeDocument/2006/relationships/notesSlide" Target="/ppt/notesSlides/notesSlide5.xml" Id="Raa0d2dffca3c40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808f7bdd864a18" /><Relationship Type="http://schemas.openxmlformats.org/officeDocument/2006/relationships/notesSlide" Target="/ppt/notesSlides/notesSlide6.xml" Id="Rd85910c8fe3647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09d585e56744a7" /><Relationship Type="http://schemas.openxmlformats.org/officeDocument/2006/relationships/notesSlide" Target="/ppt/notesSlides/notesSlide7.xml" Id="R3ec4a3bd644645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4d3b453c5840b8" /><Relationship Type="http://schemas.openxmlformats.org/officeDocument/2006/relationships/notesSlide" Target="/ppt/notesSlides/notesSlide8.xml" Id="R860bde985d9c44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549027f2ea4937" /><Relationship Type="http://schemas.openxmlformats.org/officeDocument/2006/relationships/notesSlide" Target="/ppt/notesSlides/notesSlide9.xml" Id="R5d831050388846a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Decimal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33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7.5, which value is stored in distance?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this program use float() instead of int() for 7.5?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9 and 3, what complete line appears on screen?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inputs 7.5 and 3, why is the result 2.5 rather than 2?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divides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distance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by 2 and stores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halfway_distance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"Halfway distance:"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this value before the speed. For example, 9 and 3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"Halfway distance: 4.5"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rest minutes, converts the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float()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rest_minutes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travel_minutes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rest_minutes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result. For example, 10, 12.5 and 2.5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 15.0"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carpet calculator. Ask for a room's length, width and the carpet price per square metre, converting each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float()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"Floor area:"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"Carpet cost:"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results. For example, 4.5, 2 and 10.5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"Floor area: 9.0"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"Carpet cost: 94.5"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minutes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minutes: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minute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2026-09-29T02:03:20.3730000Z</dcterms:created>
  <dcterms:modified xsi:type="dcterms:W3CDTF">2026-09-29T02:03:20.3730000Z</dcterms:modified>
</coreProperties>
</file>