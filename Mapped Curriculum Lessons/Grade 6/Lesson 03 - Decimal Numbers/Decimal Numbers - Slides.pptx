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4b5c3047b145fd" /><Relationship Type="http://schemas.openxmlformats.org/officeDocument/2006/relationships/extended-properties" Target="/docProps/app.xml" Id="Rb0c47899aa1b46a5" /><Relationship Type="http://schemas.openxmlformats.org/officeDocument/2006/relationships/officeDocument" Target="/ppt/presentation.xml" Id="R35be3c47d6534e18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8c8c9ad023c45be"/>
  </p:sldMasterIdLst>
  <p:notesMasterIdLst>
    <p:notesMasterId xmlns:r="http://schemas.openxmlformats.org/officeDocument/2006/relationships" r:id="Rcc5a64d3d7ac492a"/>
  </p:notesMasterIdLst>
  <p:sldIdLst>
    <p:sldId xmlns:r="http://schemas.openxmlformats.org/officeDocument/2006/relationships" id="256" r:id="R9ce3d8fab0f14f9e"/>
    <p:sldId xmlns:r="http://schemas.openxmlformats.org/officeDocument/2006/relationships" id="257" r:id="R177d1fc4b59d458c"/>
    <p:sldId xmlns:r="http://schemas.openxmlformats.org/officeDocument/2006/relationships" id="258" r:id="R10c3d982af37462e"/>
    <p:sldId xmlns:r="http://schemas.openxmlformats.org/officeDocument/2006/relationships" id="259" r:id="R40390dba50064dfc"/>
    <p:sldId xmlns:r="http://schemas.openxmlformats.org/officeDocument/2006/relationships" id="260" r:id="R5815314707384d5a"/>
    <p:sldId xmlns:r="http://schemas.openxmlformats.org/officeDocument/2006/relationships" id="261" r:id="R6a6aaab16f8243f1"/>
    <p:sldId xmlns:r="http://schemas.openxmlformats.org/officeDocument/2006/relationships" id="262" r:id="R4431be1ea8044c6d"/>
    <p:sldId xmlns:r="http://schemas.openxmlformats.org/officeDocument/2006/relationships" id="263" r:id="Ra05fd2f86d264bee"/>
    <p:sldId xmlns:r="http://schemas.openxmlformats.org/officeDocument/2006/relationships" id="264" r:id="R4884a0e0f7bc4132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8d01d02b2f0f41c8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8403a8b65248c6" /><Relationship Type="http://schemas.openxmlformats.org/officeDocument/2006/relationships/slideMaster" Target="/ppt/slideMasters/slideMaster1.xml" Id="Ra8c8c9ad023c45be" /><Relationship Type="http://schemas.openxmlformats.org/officeDocument/2006/relationships/notesMaster" Target="/ppt/notesMasters/notesMaster1.xml" Id="Rcc5a64d3d7ac492a" /><Relationship Type="http://schemas.openxmlformats.org/officeDocument/2006/relationships/presProps" Target="/ppt/presProps.xml" Id="Rd3b006621b214268" /><Relationship Type="http://schemas.openxmlformats.org/officeDocument/2006/relationships/viewProps" Target="/ppt/viewProps.xml" Id="R3879b8ee21f148a9" /><Relationship Type="http://schemas.openxmlformats.org/officeDocument/2006/relationships/tableStyles" Target="/ppt/tableStyles.xml" Id="Rfefa18fe63ba46b9" /><Relationship Type="http://schemas.openxmlformats.org/officeDocument/2006/relationships/font" Target="/ppt/fonts/font.dat" Id="R8d01d02b2f0f41c8" /><Relationship Type="http://schemas.openxmlformats.org/officeDocument/2006/relationships/slide" Target="/ppt/slides/slide1.xml" Id="R9ce3d8fab0f14f9e" /><Relationship Type="http://schemas.openxmlformats.org/officeDocument/2006/relationships/slide" Target="/ppt/slides/slide2.xml" Id="R177d1fc4b59d458c" /><Relationship Type="http://schemas.openxmlformats.org/officeDocument/2006/relationships/slide" Target="/ppt/slides/slide3.xml" Id="R10c3d982af37462e" /><Relationship Type="http://schemas.openxmlformats.org/officeDocument/2006/relationships/slide" Target="/ppt/slides/slide4.xml" Id="R40390dba50064dfc" /><Relationship Type="http://schemas.openxmlformats.org/officeDocument/2006/relationships/slide" Target="/ppt/slides/slide5.xml" Id="R5815314707384d5a" /><Relationship Type="http://schemas.openxmlformats.org/officeDocument/2006/relationships/slide" Target="/ppt/slides/slide6.xml" Id="R6a6aaab16f8243f1" /><Relationship Type="http://schemas.openxmlformats.org/officeDocument/2006/relationships/slide" Target="/ppt/slides/slide7.xml" Id="R4431be1ea8044c6d" /><Relationship Type="http://schemas.openxmlformats.org/officeDocument/2006/relationships/slide" Target="/ppt/slides/slide8.xml" Id="Ra05fd2f86d264bee" /><Relationship Type="http://schemas.openxmlformats.org/officeDocument/2006/relationships/slide" Target="/ppt/slides/slide9.xml" Id="R4884a0e0f7bc41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e1dbb749a84a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db8765b315445b" /><Relationship Type="http://schemas.openxmlformats.org/officeDocument/2006/relationships/notesMaster" Target="/ppt/notesMasters/notesMaster1.xml" Id="Re9e86576e8a846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232fecd0f34ffd" /><Relationship Type="http://schemas.openxmlformats.org/officeDocument/2006/relationships/notesMaster" Target="/ppt/notesMasters/notesMaster1.xml" Id="R7f6db7ed12b44b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cd86f58cd1494c" /><Relationship Type="http://schemas.openxmlformats.org/officeDocument/2006/relationships/notesMaster" Target="/ppt/notesMasters/notesMaster1.xml" Id="R42ac78de864e44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44d2a54c574866" /><Relationship Type="http://schemas.openxmlformats.org/officeDocument/2006/relationships/notesMaster" Target="/ppt/notesMasters/notesMaster1.xml" Id="Recab2220189443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b60b06e44142d4" /><Relationship Type="http://schemas.openxmlformats.org/officeDocument/2006/relationships/notesMaster" Target="/ppt/notesMasters/notesMaster1.xml" Id="R7374490d7ca141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be57dae30e4d70" /><Relationship Type="http://schemas.openxmlformats.org/officeDocument/2006/relationships/notesMaster" Target="/ppt/notesMasters/notesMaster1.xml" Id="R41d16b39d18043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20b548afc7456a" /><Relationship Type="http://schemas.openxmlformats.org/officeDocument/2006/relationships/notesMaster" Target="/ppt/notesMasters/notesMaster1.xml" Id="R3ee452fcf04649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611abcbc8b4bf3" /><Relationship Type="http://schemas.openxmlformats.org/officeDocument/2006/relationships/notesMaster" Target="/ppt/notesMasters/notesMaster1.xml" Id="R428dbe2ca5964c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7f03e949e04e78" /><Relationship Type="http://schemas.openxmlformats.org/officeDocument/2006/relationships/notesMaster" Target="/ppt/notesMasters/notesMaster1.xml" Id="Ra319c48cb13640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6cda3f41014fcc" /><Relationship Type="http://schemas.openxmlformats.org/officeDocument/2006/relationships/image" Target="/ppt/media/image.png" Id="Rc05c54e4d2fb4f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cff751544c4c0f" /><Relationship Type="http://schemas.openxmlformats.org/officeDocument/2006/relationships/image" Target="/ppt/media/image.png" Id="R47023dc0a18342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93335d7de6436a" /><Relationship Type="http://schemas.openxmlformats.org/officeDocument/2006/relationships/image" Target="/ppt/media/image.png" Id="R4fe70674b19843a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0be5e183d94198" /><Relationship Type="http://schemas.openxmlformats.org/officeDocument/2006/relationships/image" Target="/ppt/media/image.png" Id="R78316c7b3c26412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0487564b8745d1" /><Relationship Type="http://schemas.openxmlformats.org/officeDocument/2006/relationships/image" Target="/ppt/media/image.png" Id="R4fabc701c84248c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bc737b28124731" /><Relationship Type="http://schemas.openxmlformats.org/officeDocument/2006/relationships/image" Target="/ppt/media/image.png" Id="R9b41122eab024f8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d86bada47146e3" /><Relationship Type="http://schemas.openxmlformats.org/officeDocument/2006/relationships/image" Target="/ppt/media/image.png" Id="Rf40f525a20f44ae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b675f6089043fd" /><Relationship Type="http://schemas.openxmlformats.org/officeDocument/2006/relationships/image" Target="/ppt/media/image.png" Id="Ra46066c0058d43e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ddbaf18bd04b8b" /><Relationship Type="http://schemas.openxmlformats.org/officeDocument/2006/relationships/image" Target="/ppt/media/image.png" Id="Rda02797f50e7456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afe5b9b9ea4d58" /><Relationship Type="http://schemas.openxmlformats.org/officeDocument/2006/relationships/image" Target="/ppt/media/image.png" Id="Rd6f2bd1bd3b04fb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cca11685b64447" /><Relationship Type="http://schemas.openxmlformats.org/officeDocument/2006/relationships/image" Target="/ppt/media/image.png" Id="R76c6b054c26f4bd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05c54e4d2fb4f29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7023dc0a18342a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e70674b19843a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8316c7b3c26412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abc701c84248c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b41122eab024f8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40f525a20f44ae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46066c0058d43e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a02797f50e7456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6f2bd1bd3b04fb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c6b054c26f4bd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67f545a7c645ca" /><Relationship Type="http://schemas.openxmlformats.org/officeDocument/2006/relationships/slideLayout" Target="/ppt/slideLayouts/slideLayout1.xml" Id="Rd8c9b72a450e430e" /><Relationship Type="http://schemas.openxmlformats.org/officeDocument/2006/relationships/slideLayout" Target="/ppt/slideLayouts/slideLayout2.xml" Id="Re58f45329bdc4dbd" /><Relationship Type="http://schemas.openxmlformats.org/officeDocument/2006/relationships/slideLayout" Target="/ppt/slideLayouts/slideLayout3.xml" Id="R8876130c7a99457e" /><Relationship Type="http://schemas.openxmlformats.org/officeDocument/2006/relationships/slideLayout" Target="/ppt/slideLayouts/slideLayout4.xml" Id="R7750fba7859245bf" /><Relationship Type="http://schemas.openxmlformats.org/officeDocument/2006/relationships/slideLayout" Target="/ppt/slideLayouts/slideLayout5.xml" Id="R5d885ad47a3e4817" /><Relationship Type="http://schemas.openxmlformats.org/officeDocument/2006/relationships/slideLayout" Target="/ppt/slideLayouts/slideLayout6.xml" Id="Rbbc533f8b04e4385" /><Relationship Type="http://schemas.openxmlformats.org/officeDocument/2006/relationships/slideLayout" Target="/ppt/slideLayouts/slideLayout7.xml" Id="Rf5ab797ee4664904" /><Relationship Type="http://schemas.openxmlformats.org/officeDocument/2006/relationships/slideLayout" Target="/ppt/slideLayouts/slideLayout8.xml" Id="Rc0056759b9694806" /><Relationship Type="http://schemas.openxmlformats.org/officeDocument/2006/relationships/slideLayout" Target="/ppt/slideLayouts/slideLayout9.xml" Id="R8e15fb59cb8a4f98" /><Relationship Type="http://schemas.openxmlformats.org/officeDocument/2006/relationships/slideLayout" Target="/ppt/slideLayouts/slideLayout10.xml" Id="R04a06dc880a34020" /><Relationship Type="http://schemas.openxmlformats.org/officeDocument/2006/relationships/slideLayout" Target="/ppt/slideLayouts/slideLayout11.xml" Id="R3f22af24e095430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c9b72a450e430e"/>
    <p:sldLayoutId xmlns:r="http://schemas.openxmlformats.org/officeDocument/2006/relationships" id="2147483650" r:id="Re58f45329bdc4dbd"/>
    <p:sldLayoutId xmlns:r="http://schemas.openxmlformats.org/officeDocument/2006/relationships" id="2147483651" r:id="R8876130c7a99457e"/>
    <p:sldLayoutId xmlns:r="http://schemas.openxmlformats.org/officeDocument/2006/relationships" id="2147483652" r:id="R7750fba7859245bf"/>
    <p:sldLayoutId xmlns:r="http://schemas.openxmlformats.org/officeDocument/2006/relationships" id="2147483653" r:id="R5d885ad47a3e4817"/>
    <p:sldLayoutId xmlns:r="http://schemas.openxmlformats.org/officeDocument/2006/relationships" id="2147483654" r:id="Rbbc533f8b04e4385"/>
    <p:sldLayoutId xmlns:r="http://schemas.openxmlformats.org/officeDocument/2006/relationships" id="2147483655" r:id="Rf5ab797ee4664904"/>
    <p:sldLayoutId xmlns:r="http://schemas.openxmlformats.org/officeDocument/2006/relationships" id="2147483656" r:id="Rc0056759b9694806"/>
    <p:sldLayoutId xmlns:r="http://schemas.openxmlformats.org/officeDocument/2006/relationships" id="2147483657" r:id="R8e15fb59cb8a4f98"/>
    <p:sldLayoutId xmlns:r="http://schemas.openxmlformats.org/officeDocument/2006/relationships" id="2147483658" r:id="R04a06dc880a34020"/>
    <p:sldLayoutId xmlns:r="http://schemas.openxmlformats.org/officeDocument/2006/relationships" id="2147483659" r:id="R3f22af24e095430b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9699ec32b4be0" /><Relationship Type="http://schemas.openxmlformats.org/officeDocument/2006/relationships/notesSlide" Target="/ppt/notesSlides/notesSlide1.xml" Id="Rce83037aa7dd4b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279d6f694a4a0b" /><Relationship Type="http://schemas.openxmlformats.org/officeDocument/2006/relationships/notesSlide" Target="/ppt/notesSlides/notesSlide2.xml" Id="R10a67d0568564a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f434ed7ae341a4" /><Relationship Type="http://schemas.openxmlformats.org/officeDocument/2006/relationships/notesSlide" Target="/ppt/notesSlides/notesSlide3.xml" Id="Rd63a4468e87e4d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1954daaa794098" /><Relationship Type="http://schemas.openxmlformats.org/officeDocument/2006/relationships/notesSlide" Target="/ppt/notesSlides/notesSlide4.xml" Id="Rb40ca72cfec84c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a17334047a4e45" /><Relationship Type="http://schemas.openxmlformats.org/officeDocument/2006/relationships/notesSlide" Target="/ppt/notesSlides/notesSlide5.xml" Id="R189937bc3b6345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194d8dad184f70" /><Relationship Type="http://schemas.openxmlformats.org/officeDocument/2006/relationships/notesSlide" Target="/ppt/notesSlides/notesSlide6.xml" Id="R9f971d539f774e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b5278570a44ee1" /><Relationship Type="http://schemas.openxmlformats.org/officeDocument/2006/relationships/notesSlide" Target="/ppt/notesSlides/notesSlide7.xml" Id="Rddc4a7a07d6847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34814cccc64838" /><Relationship Type="http://schemas.openxmlformats.org/officeDocument/2006/relationships/notesSlide" Target="/ppt/notesSlides/notesSlide8.xml" Id="R65db4f0b366947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a526dbc33d490c" /><Relationship Type="http://schemas.openxmlformats.org/officeDocument/2006/relationships/notesSlide" Target="/ppt/notesSlides/notesSlide9.xml" Id="R179d663fb7df4a4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Decimal Numbers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03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9330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distance = float(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kilometres: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travel_minutes = float(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travel minutes (not 0):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speed = distance / travel_minutes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"Kilometres per minute:"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speed)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75089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distance = float(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kilometres: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travel_minutes = float(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travel minutes (not 0):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speed = distance / travel_minutes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"Kilometres per minute:"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speed)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75089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distance = float(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kilometres: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travel_minutes = float(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travel minutes (not 0):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speed = distance / travel_minutes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"Kilometres per minute:"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speed)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If you enter 7.5, which value is stored in distance?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Why does this program use float() instead of int() for 7.5?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If you enter 9 and 3, what complete line appears on screen?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For inputs 7.5 and 3, why is the result 2.5 rather than 2?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distance = float(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kilometres: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travel_minutes = float(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travel minutes (not 0):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speed = distance / travel_minutes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"Kilometres per minute:"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speed)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Store [distance] / 2 in a variable called [halfway_distance]. Display [halfway_distance] before [speed]. Test 9 kilometres and 3 minutes; the halfway distance should be 4.5.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distance = float(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kilometres: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travel_minutes = float(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travel minutes (not 0):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speed = distance / travel_minutes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"Kilometres per minute:"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speed)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Add a third decimal input called rest_minutes. Display total_minutes as travel minutes plus rest minutes. For 12.5 and 2.5, the total must be 15.0.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distance = float(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kilometres: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travel_minutes = float(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travel minutes (not 0):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speed = distance / travel_minutes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"Kilometres per minute:"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speed)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floor-area calculator. Ask for decimal length and width, multiply them, and display a labelled area. Test 4.5 by 2: the area should be 9.0.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distance = float(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kilometres: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travel_minutes = float(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travel minutes (not 0):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speed = distance / travel_minutes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"Kilometres per minute:"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speed)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89177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distance = float(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kilometres: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minutes = float(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minutes: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speed = distance / minute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"Kilometres per minute:"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speed)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2026-08-26T04:01:29.9540000Z</dcterms:created>
  <dcterms:modified xsi:type="dcterms:W3CDTF">2026-08-26T04:01:29.9540000Z</dcterms:modified>
</coreProperties>
</file>