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2198ee35964cb7" /><Relationship Type="http://schemas.openxmlformats.org/officeDocument/2006/relationships/extended-properties" Target="/docProps/app.xml" Id="R99fa1276124e4b3a" /><Relationship Type="http://schemas.openxmlformats.org/officeDocument/2006/relationships/officeDocument" Target="/ppt/presentation.xml" Id="R2b4c97dd3c6d4e2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486752f7bcb4106"/>
  </p:sldMasterIdLst>
  <p:notesMasterIdLst>
    <p:notesMasterId xmlns:r="http://schemas.openxmlformats.org/officeDocument/2006/relationships" r:id="Re0d08dcf6c95463d"/>
  </p:notesMasterIdLst>
  <p:sldIdLst>
    <p:sldId xmlns:r="http://schemas.openxmlformats.org/officeDocument/2006/relationships" id="256" r:id="R67e72add5bcd48fd"/>
    <p:sldId xmlns:r="http://schemas.openxmlformats.org/officeDocument/2006/relationships" id="257" r:id="R5af7eac0644d4433"/>
    <p:sldId xmlns:r="http://schemas.openxmlformats.org/officeDocument/2006/relationships" id="258" r:id="R5fc04564d61d4d56"/>
    <p:sldId xmlns:r="http://schemas.openxmlformats.org/officeDocument/2006/relationships" id="259" r:id="R613dd8e17dad4cdd"/>
    <p:sldId xmlns:r="http://schemas.openxmlformats.org/officeDocument/2006/relationships" id="260" r:id="Rf0c6f763c8a240ed"/>
    <p:sldId xmlns:r="http://schemas.openxmlformats.org/officeDocument/2006/relationships" id="261" r:id="R84fe368e0e2943e5"/>
    <p:sldId xmlns:r="http://schemas.openxmlformats.org/officeDocument/2006/relationships" id="262" r:id="R0bc63b82ee6042f2"/>
    <p:sldId xmlns:r="http://schemas.openxmlformats.org/officeDocument/2006/relationships" id="263" r:id="Re65ff085f6e64916"/>
    <p:sldId xmlns:r="http://schemas.openxmlformats.org/officeDocument/2006/relationships" id="264" r:id="R8bf5f7571dd84ae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08e8f1f3f61409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59bcf510ce4d95" /><Relationship Type="http://schemas.openxmlformats.org/officeDocument/2006/relationships/slideMaster" Target="/ppt/slideMasters/slideMaster1.xml" Id="Rb486752f7bcb4106" /><Relationship Type="http://schemas.openxmlformats.org/officeDocument/2006/relationships/notesMaster" Target="/ppt/notesMasters/notesMaster1.xml" Id="Re0d08dcf6c95463d" /><Relationship Type="http://schemas.openxmlformats.org/officeDocument/2006/relationships/presProps" Target="/ppt/presProps.xml" Id="R8fbfd76887624bfe" /><Relationship Type="http://schemas.openxmlformats.org/officeDocument/2006/relationships/viewProps" Target="/ppt/viewProps.xml" Id="R3e35003345f943f1" /><Relationship Type="http://schemas.openxmlformats.org/officeDocument/2006/relationships/tableStyles" Target="/ppt/tableStyles.xml" Id="R419cef7fa63a4d8a" /><Relationship Type="http://schemas.openxmlformats.org/officeDocument/2006/relationships/font" Target="/ppt/fonts/font.dat" Id="R108e8f1f3f614093" /><Relationship Type="http://schemas.openxmlformats.org/officeDocument/2006/relationships/slide" Target="/ppt/slides/slide1.xml" Id="R67e72add5bcd48fd" /><Relationship Type="http://schemas.openxmlformats.org/officeDocument/2006/relationships/slide" Target="/ppt/slides/slide2.xml" Id="R5af7eac0644d4433" /><Relationship Type="http://schemas.openxmlformats.org/officeDocument/2006/relationships/slide" Target="/ppt/slides/slide3.xml" Id="R5fc04564d61d4d56" /><Relationship Type="http://schemas.openxmlformats.org/officeDocument/2006/relationships/slide" Target="/ppt/slides/slide4.xml" Id="R613dd8e17dad4cdd" /><Relationship Type="http://schemas.openxmlformats.org/officeDocument/2006/relationships/slide" Target="/ppt/slides/slide5.xml" Id="Rf0c6f763c8a240ed" /><Relationship Type="http://schemas.openxmlformats.org/officeDocument/2006/relationships/slide" Target="/ppt/slides/slide6.xml" Id="R84fe368e0e2943e5" /><Relationship Type="http://schemas.openxmlformats.org/officeDocument/2006/relationships/slide" Target="/ppt/slides/slide7.xml" Id="R0bc63b82ee6042f2" /><Relationship Type="http://schemas.openxmlformats.org/officeDocument/2006/relationships/slide" Target="/ppt/slides/slide8.xml" Id="Re65ff085f6e64916" /><Relationship Type="http://schemas.openxmlformats.org/officeDocument/2006/relationships/slide" Target="/ppt/slides/slide9.xml" Id="R8bf5f7571dd84a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c7040591ed4e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6736aa2fac4093" /><Relationship Type="http://schemas.openxmlformats.org/officeDocument/2006/relationships/notesMaster" Target="/ppt/notesMasters/notesMaster1.xml" Id="R0f44348b05e74c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67a459f8bf4545" /><Relationship Type="http://schemas.openxmlformats.org/officeDocument/2006/relationships/notesMaster" Target="/ppt/notesMasters/notesMaster1.xml" Id="Rdac46a1a635244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530b292df24588" /><Relationship Type="http://schemas.openxmlformats.org/officeDocument/2006/relationships/notesMaster" Target="/ppt/notesMasters/notesMaster1.xml" Id="R88e1e8d6e8e042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5bffe685f047a9" /><Relationship Type="http://schemas.openxmlformats.org/officeDocument/2006/relationships/notesMaster" Target="/ppt/notesMasters/notesMaster1.xml" Id="R12fd561c8e3c49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d06d21bcf2403f" /><Relationship Type="http://schemas.openxmlformats.org/officeDocument/2006/relationships/notesMaster" Target="/ppt/notesMasters/notesMaster1.xml" Id="Re5dd6427af3e43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de9d4308a944ec" /><Relationship Type="http://schemas.openxmlformats.org/officeDocument/2006/relationships/notesMaster" Target="/ppt/notesMasters/notesMaster1.xml" Id="Ra0bbebda987243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86f41a0ed54f9b" /><Relationship Type="http://schemas.openxmlformats.org/officeDocument/2006/relationships/notesMaster" Target="/ppt/notesMasters/notesMaster1.xml" Id="R3f98c4f384ea41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320ad2627b4952" /><Relationship Type="http://schemas.openxmlformats.org/officeDocument/2006/relationships/notesMaster" Target="/ppt/notesMasters/notesMaster1.xml" Id="R005986428e4b42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efcd30434b4609" /><Relationship Type="http://schemas.openxmlformats.org/officeDocument/2006/relationships/notesMaster" Target="/ppt/notesMasters/notesMaster1.xml" Id="R954052a2ca8046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7993971fd5408a" /><Relationship Type="http://schemas.openxmlformats.org/officeDocument/2006/relationships/image" Target="/ppt/media/image.png" Id="R539d2dd408b141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de02a84c3a4fcb" /><Relationship Type="http://schemas.openxmlformats.org/officeDocument/2006/relationships/image" Target="/ppt/media/image.png" Id="Rb2b42788c82a44d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950981e5394023" /><Relationship Type="http://schemas.openxmlformats.org/officeDocument/2006/relationships/image" Target="/ppt/media/image.png" Id="Rfa6e985cfc30467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e5c855cb474569" /><Relationship Type="http://schemas.openxmlformats.org/officeDocument/2006/relationships/image" Target="/ppt/media/image.png" Id="R9f266a3d670b4d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a7047a174241b6" /><Relationship Type="http://schemas.openxmlformats.org/officeDocument/2006/relationships/image" Target="/ppt/media/image.png" Id="R94e4f4264ea849f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014c4ec82d45f8" /><Relationship Type="http://schemas.openxmlformats.org/officeDocument/2006/relationships/image" Target="/ppt/media/image.png" Id="Rf6eed12047cc4b9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385b63c414114" /><Relationship Type="http://schemas.openxmlformats.org/officeDocument/2006/relationships/image" Target="/ppt/media/image.png" Id="R6337270ccb234c8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d03343646b49eb" /><Relationship Type="http://schemas.openxmlformats.org/officeDocument/2006/relationships/image" Target="/ppt/media/image.png" Id="R0c5b41d71f3a4ca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49ce601829489d" /><Relationship Type="http://schemas.openxmlformats.org/officeDocument/2006/relationships/image" Target="/ppt/media/image.png" Id="R0ce09abd8da848c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59950efd764bac" /><Relationship Type="http://schemas.openxmlformats.org/officeDocument/2006/relationships/image" Target="/ppt/media/image.png" Id="Rde22622517224c1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8bca056f6a4cfe" /><Relationship Type="http://schemas.openxmlformats.org/officeDocument/2006/relationships/image" Target="/ppt/media/image.png" Id="R8c85e5b5c3c247b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9d2dd408b1413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b42788c82a44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6e985cfc30467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266a3d670b4df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e4f4264ea849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eed12047cc4b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37270ccb234c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5b41d71f3a4c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e09abd8da848c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22622517224c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85e5b5c3c247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a0a4fc3a5a4444" /><Relationship Type="http://schemas.openxmlformats.org/officeDocument/2006/relationships/slideLayout" Target="/ppt/slideLayouts/slideLayout1.xml" Id="R7c2319bca4574c44" /><Relationship Type="http://schemas.openxmlformats.org/officeDocument/2006/relationships/slideLayout" Target="/ppt/slideLayouts/slideLayout2.xml" Id="R66f41322f4ee4dcc" /><Relationship Type="http://schemas.openxmlformats.org/officeDocument/2006/relationships/slideLayout" Target="/ppt/slideLayouts/slideLayout3.xml" Id="R90e03895028c4cf6" /><Relationship Type="http://schemas.openxmlformats.org/officeDocument/2006/relationships/slideLayout" Target="/ppt/slideLayouts/slideLayout4.xml" Id="Re9e22dbcc41240bb" /><Relationship Type="http://schemas.openxmlformats.org/officeDocument/2006/relationships/slideLayout" Target="/ppt/slideLayouts/slideLayout5.xml" Id="Rb16b82c5edae4acc" /><Relationship Type="http://schemas.openxmlformats.org/officeDocument/2006/relationships/slideLayout" Target="/ppt/slideLayouts/slideLayout6.xml" Id="R12b00bc297834e4e" /><Relationship Type="http://schemas.openxmlformats.org/officeDocument/2006/relationships/slideLayout" Target="/ppt/slideLayouts/slideLayout7.xml" Id="Rdb908a6f0c7441a5" /><Relationship Type="http://schemas.openxmlformats.org/officeDocument/2006/relationships/slideLayout" Target="/ppt/slideLayouts/slideLayout8.xml" Id="Rb5a5edda219b420c" /><Relationship Type="http://schemas.openxmlformats.org/officeDocument/2006/relationships/slideLayout" Target="/ppt/slideLayouts/slideLayout9.xml" Id="R004279089fc14b84" /><Relationship Type="http://schemas.openxmlformats.org/officeDocument/2006/relationships/slideLayout" Target="/ppt/slideLayouts/slideLayout10.xml" Id="R36f2c8b793c546d3" /><Relationship Type="http://schemas.openxmlformats.org/officeDocument/2006/relationships/slideLayout" Target="/ppt/slideLayouts/slideLayout11.xml" Id="R998edf74d95b48c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2319bca4574c44"/>
    <p:sldLayoutId xmlns:r="http://schemas.openxmlformats.org/officeDocument/2006/relationships" id="2147483650" r:id="R66f41322f4ee4dcc"/>
    <p:sldLayoutId xmlns:r="http://schemas.openxmlformats.org/officeDocument/2006/relationships" id="2147483651" r:id="R90e03895028c4cf6"/>
    <p:sldLayoutId xmlns:r="http://schemas.openxmlformats.org/officeDocument/2006/relationships" id="2147483652" r:id="Re9e22dbcc41240bb"/>
    <p:sldLayoutId xmlns:r="http://schemas.openxmlformats.org/officeDocument/2006/relationships" id="2147483653" r:id="Rb16b82c5edae4acc"/>
    <p:sldLayoutId xmlns:r="http://schemas.openxmlformats.org/officeDocument/2006/relationships" id="2147483654" r:id="R12b00bc297834e4e"/>
    <p:sldLayoutId xmlns:r="http://schemas.openxmlformats.org/officeDocument/2006/relationships" id="2147483655" r:id="Rdb908a6f0c7441a5"/>
    <p:sldLayoutId xmlns:r="http://schemas.openxmlformats.org/officeDocument/2006/relationships" id="2147483656" r:id="Rb5a5edda219b420c"/>
    <p:sldLayoutId xmlns:r="http://schemas.openxmlformats.org/officeDocument/2006/relationships" id="2147483657" r:id="R004279089fc14b84"/>
    <p:sldLayoutId xmlns:r="http://schemas.openxmlformats.org/officeDocument/2006/relationships" id="2147483658" r:id="R36f2c8b793c546d3"/>
    <p:sldLayoutId xmlns:r="http://schemas.openxmlformats.org/officeDocument/2006/relationships" id="2147483659" r:id="R998edf74d95b48c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8113e865947d8" /><Relationship Type="http://schemas.openxmlformats.org/officeDocument/2006/relationships/notesSlide" Target="/ppt/notesSlides/notesSlide1.xml" Id="Race075b9aed943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0cfe5024aa475d" /><Relationship Type="http://schemas.openxmlformats.org/officeDocument/2006/relationships/notesSlide" Target="/ppt/notesSlides/notesSlide2.xml" Id="Ra5429c236f094a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960af0e8b6467e" /><Relationship Type="http://schemas.openxmlformats.org/officeDocument/2006/relationships/notesSlide" Target="/ppt/notesSlides/notesSlide3.xml" Id="R1e3d1af4ebbd4e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4c2ac53e4b41c7" /><Relationship Type="http://schemas.openxmlformats.org/officeDocument/2006/relationships/notesSlide" Target="/ppt/notesSlides/notesSlide4.xml" Id="R370ebfe74bd145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24216cbd9b41a5" /><Relationship Type="http://schemas.openxmlformats.org/officeDocument/2006/relationships/notesSlide" Target="/ppt/notesSlides/notesSlide5.xml" Id="R08829d6daee54b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7d1f4db4534e07" /><Relationship Type="http://schemas.openxmlformats.org/officeDocument/2006/relationships/notesSlide" Target="/ppt/notesSlides/notesSlide6.xml" Id="R5a622ab1b5d44d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7dc5ac89cf4140" /><Relationship Type="http://schemas.openxmlformats.org/officeDocument/2006/relationships/notesSlide" Target="/ppt/notesSlides/notesSlide7.xml" Id="Rce7f1ff04c6c48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8cbd85da33476e" /><Relationship Type="http://schemas.openxmlformats.org/officeDocument/2006/relationships/notesSlide" Target="/ppt/notesSlides/notesSlide8.xml" Id="Ra6f42cf06dd14f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1ee4bce47f4a3a" /><Relationship Type="http://schemas.openxmlformats.org/officeDocument/2006/relationships/notesSlide" Target="/ppt/notesSlides/notesSlide9.xml" Id="R9123fe8edce0462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Decimal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33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7.5, which value is stored in distance?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this program use float() instead of int() for 7.5?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9 and 3, what complete line appears on screen?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inputs 7.5 and 3, why is the result 2.5 rather than 2?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divides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distance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by 2 and stores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halfway_distance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"Halfway distance:"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this value before the speed. For example, 9 and 3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"Halfway distance: 4.5"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rest minutes, converts the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float()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rest_minutes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travel_minutes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rest_minutes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result. For example, 10, 12.5 and 2.5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minutes: 15.0"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carpet calculator. Ask for a room's length, width and the carpet price per square metre, converting each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float()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"Floor 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"Carpet cost:"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results. For example, 4.5, 2 and 10.5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"Floor area: 9.0"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"Carpet cost: 94.5"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minutes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minutes: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minute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2026-09-28T06:15:55.0590000Z</dcterms:created>
  <dcterms:modified xsi:type="dcterms:W3CDTF">2026-09-28T06:15:55.0590000Z</dcterms:modified>
</coreProperties>
</file>