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236450a8aa4e22" /><Relationship Type="http://schemas.openxmlformats.org/officeDocument/2006/relationships/extended-properties" Target="/docProps/app.xml" Id="R4c38cd784b004628" /><Relationship Type="http://schemas.openxmlformats.org/officeDocument/2006/relationships/officeDocument" Target="/ppt/presentation.xml" Id="R43d598056f8041a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44d4d1681014710"/>
  </p:sldMasterIdLst>
  <p:notesMasterIdLst>
    <p:notesMasterId xmlns:r="http://schemas.openxmlformats.org/officeDocument/2006/relationships" r:id="R12d11a66ae544ac5"/>
  </p:notesMasterIdLst>
  <p:sldIdLst>
    <p:sldId xmlns:r="http://schemas.openxmlformats.org/officeDocument/2006/relationships" id="256" r:id="R73761d21ad4b4378"/>
    <p:sldId xmlns:r="http://schemas.openxmlformats.org/officeDocument/2006/relationships" id="257" r:id="Rdbfc1c5ee94f4c95"/>
    <p:sldId xmlns:r="http://schemas.openxmlformats.org/officeDocument/2006/relationships" id="258" r:id="R7eafcaed8e294268"/>
    <p:sldId xmlns:r="http://schemas.openxmlformats.org/officeDocument/2006/relationships" id="259" r:id="R40cf4f007f8441a3"/>
    <p:sldId xmlns:r="http://schemas.openxmlformats.org/officeDocument/2006/relationships" id="260" r:id="R3b5af29df3aa41ba"/>
    <p:sldId xmlns:r="http://schemas.openxmlformats.org/officeDocument/2006/relationships" id="261" r:id="Rfc10b5320d2a48f6"/>
    <p:sldId xmlns:r="http://schemas.openxmlformats.org/officeDocument/2006/relationships" id="262" r:id="Refdedaffbfc743fd"/>
    <p:sldId xmlns:r="http://schemas.openxmlformats.org/officeDocument/2006/relationships" id="263" r:id="Rf47fb48f6e1b4aa7"/>
    <p:sldId xmlns:r="http://schemas.openxmlformats.org/officeDocument/2006/relationships" id="264" r:id="Rd35dbd39bf2a42e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1e48d2a5fbeb45c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7a1aff540543d9" /><Relationship Type="http://schemas.openxmlformats.org/officeDocument/2006/relationships/slideMaster" Target="/ppt/slideMasters/slideMaster1.xml" Id="R344d4d1681014710" /><Relationship Type="http://schemas.openxmlformats.org/officeDocument/2006/relationships/notesMaster" Target="/ppt/notesMasters/notesMaster1.xml" Id="R12d11a66ae544ac5" /><Relationship Type="http://schemas.openxmlformats.org/officeDocument/2006/relationships/presProps" Target="/ppt/presProps.xml" Id="R05bf0d2e29314a7d" /><Relationship Type="http://schemas.openxmlformats.org/officeDocument/2006/relationships/viewProps" Target="/ppt/viewProps.xml" Id="R009e8b47ccd14b1f" /><Relationship Type="http://schemas.openxmlformats.org/officeDocument/2006/relationships/tableStyles" Target="/ppt/tableStyles.xml" Id="R634cc67aaaf94afd" /><Relationship Type="http://schemas.openxmlformats.org/officeDocument/2006/relationships/font" Target="/ppt/fonts/font.dat" Id="R1e48d2a5fbeb45cd" /><Relationship Type="http://schemas.openxmlformats.org/officeDocument/2006/relationships/slide" Target="/ppt/slides/slide1.xml" Id="R73761d21ad4b4378" /><Relationship Type="http://schemas.openxmlformats.org/officeDocument/2006/relationships/slide" Target="/ppt/slides/slide2.xml" Id="Rdbfc1c5ee94f4c95" /><Relationship Type="http://schemas.openxmlformats.org/officeDocument/2006/relationships/slide" Target="/ppt/slides/slide3.xml" Id="R7eafcaed8e294268" /><Relationship Type="http://schemas.openxmlformats.org/officeDocument/2006/relationships/slide" Target="/ppt/slides/slide4.xml" Id="R40cf4f007f8441a3" /><Relationship Type="http://schemas.openxmlformats.org/officeDocument/2006/relationships/slide" Target="/ppt/slides/slide5.xml" Id="R3b5af29df3aa41ba" /><Relationship Type="http://schemas.openxmlformats.org/officeDocument/2006/relationships/slide" Target="/ppt/slides/slide6.xml" Id="Rfc10b5320d2a48f6" /><Relationship Type="http://schemas.openxmlformats.org/officeDocument/2006/relationships/slide" Target="/ppt/slides/slide7.xml" Id="Refdedaffbfc743fd" /><Relationship Type="http://schemas.openxmlformats.org/officeDocument/2006/relationships/slide" Target="/ppt/slides/slide8.xml" Id="Rf47fb48f6e1b4aa7" /><Relationship Type="http://schemas.openxmlformats.org/officeDocument/2006/relationships/slide" Target="/ppt/slides/slide9.xml" Id="Rd35dbd39bf2a42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eef66d66e54b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4a0314a83a4ac8" /><Relationship Type="http://schemas.openxmlformats.org/officeDocument/2006/relationships/notesMaster" Target="/ppt/notesMasters/notesMaster1.xml" Id="Rce8bb44071d948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3b31ed30da431e" /><Relationship Type="http://schemas.openxmlformats.org/officeDocument/2006/relationships/notesMaster" Target="/ppt/notesMasters/notesMaster1.xml" Id="Rdca8a7d8629d43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738faafef544034" /><Relationship Type="http://schemas.openxmlformats.org/officeDocument/2006/relationships/notesMaster" Target="/ppt/notesMasters/notesMaster1.xml" Id="Rffb4d1b38d884e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f60845831b4cac" /><Relationship Type="http://schemas.openxmlformats.org/officeDocument/2006/relationships/notesMaster" Target="/ppt/notesMasters/notesMaster1.xml" Id="Rdd08c59bfa9c46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9730dbec054020" /><Relationship Type="http://schemas.openxmlformats.org/officeDocument/2006/relationships/notesMaster" Target="/ppt/notesMasters/notesMaster1.xml" Id="R03010d60298c4a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503ef77a7244e1" /><Relationship Type="http://schemas.openxmlformats.org/officeDocument/2006/relationships/notesMaster" Target="/ppt/notesMasters/notesMaster1.xml" Id="R2e76158286774d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5ef9fd6b624173" /><Relationship Type="http://schemas.openxmlformats.org/officeDocument/2006/relationships/notesMaster" Target="/ppt/notesMasters/notesMaster1.xml" Id="R3de2cc8978c641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9d7182ec5e43be" /><Relationship Type="http://schemas.openxmlformats.org/officeDocument/2006/relationships/notesMaster" Target="/ppt/notesMasters/notesMaster1.xml" Id="R19fc068918ad4d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ef70fc8b81e4505" /><Relationship Type="http://schemas.openxmlformats.org/officeDocument/2006/relationships/notesMaster" Target="/ppt/notesMasters/notesMaster1.xml" Id="R0a5f8375d4f94d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bc8fdc207453c" /><Relationship Type="http://schemas.openxmlformats.org/officeDocument/2006/relationships/image" Target="/ppt/media/image.png" Id="Rfa5322633290432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116f5a1092401d" /><Relationship Type="http://schemas.openxmlformats.org/officeDocument/2006/relationships/image" Target="/ppt/media/image.png" Id="R2f8b9d6d72044dc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8bb832f95343d6" /><Relationship Type="http://schemas.openxmlformats.org/officeDocument/2006/relationships/image" Target="/ppt/media/image.png" Id="R299b6a6624cd4a3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080eb291514bf8" /><Relationship Type="http://schemas.openxmlformats.org/officeDocument/2006/relationships/image" Target="/ppt/media/image.png" Id="R9005f2fc392e43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fd60d8644348fb" /><Relationship Type="http://schemas.openxmlformats.org/officeDocument/2006/relationships/image" Target="/ppt/media/image.png" Id="Rf5866d0dbaac45e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6f232ee0d04965" /><Relationship Type="http://schemas.openxmlformats.org/officeDocument/2006/relationships/image" Target="/ppt/media/image.png" Id="R1d006b4efb52403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e92befbc6d4fb0" /><Relationship Type="http://schemas.openxmlformats.org/officeDocument/2006/relationships/image" Target="/ppt/media/image.png" Id="R04c07560193247f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be355894724395" /><Relationship Type="http://schemas.openxmlformats.org/officeDocument/2006/relationships/image" Target="/ppt/media/image.png" Id="Rff41a5eb6d83419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a75a95db3e4bb4" /><Relationship Type="http://schemas.openxmlformats.org/officeDocument/2006/relationships/image" Target="/ppt/media/image.png" Id="R9ca248ba3bee4a7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9261e35a454172" /><Relationship Type="http://schemas.openxmlformats.org/officeDocument/2006/relationships/image" Target="/ppt/media/image.png" Id="R90acb620044b481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a540aeaaff49d8" /><Relationship Type="http://schemas.openxmlformats.org/officeDocument/2006/relationships/image" Target="/ppt/media/image.png" Id="Rf2ad63d57ad0485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5322633290432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8b9d6d72044dc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9b6a6624cd4a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05f2fc392e43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866d0dbaac45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006b4efb52403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c07560193247f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41a5eb6d83419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a248ba3bee4a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acb620044b481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ad63d57ad048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42fc7dd9ec4b93" /><Relationship Type="http://schemas.openxmlformats.org/officeDocument/2006/relationships/slideLayout" Target="/ppt/slideLayouts/slideLayout1.xml" Id="Ra9be3c11e65d4445" /><Relationship Type="http://schemas.openxmlformats.org/officeDocument/2006/relationships/slideLayout" Target="/ppt/slideLayouts/slideLayout2.xml" Id="R697b8f6acf554ed1" /><Relationship Type="http://schemas.openxmlformats.org/officeDocument/2006/relationships/slideLayout" Target="/ppt/slideLayouts/slideLayout3.xml" Id="R3cef6f6a847f4491" /><Relationship Type="http://schemas.openxmlformats.org/officeDocument/2006/relationships/slideLayout" Target="/ppt/slideLayouts/slideLayout4.xml" Id="R9bd8cc9dc4a64b9f" /><Relationship Type="http://schemas.openxmlformats.org/officeDocument/2006/relationships/slideLayout" Target="/ppt/slideLayouts/slideLayout5.xml" Id="R735f2f2a1dfb4c3e" /><Relationship Type="http://schemas.openxmlformats.org/officeDocument/2006/relationships/slideLayout" Target="/ppt/slideLayouts/slideLayout6.xml" Id="Rc034d55fdfaf4a46" /><Relationship Type="http://schemas.openxmlformats.org/officeDocument/2006/relationships/slideLayout" Target="/ppt/slideLayouts/slideLayout7.xml" Id="R6b4377b58535488b" /><Relationship Type="http://schemas.openxmlformats.org/officeDocument/2006/relationships/slideLayout" Target="/ppt/slideLayouts/slideLayout8.xml" Id="Rc1827df015234590" /><Relationship Type="http://schemas.openxmlformats.org/officeDocument/2006/relationships/slideLayout" Target="/ppt/slideLayouts/slideLayout9.xml" Id="R2f1acea134fa4752" /><Relationship Type="http://schemas.openxmlformats.org/officeDocument/2006/relationships/slideLayout" Target="/ppt/slideLayouts/slideLayout10.xml" Id="R82a1e540e64543e4" /><Relationship Type="http://schemas.openxmlformats.org/officeDocument/2006/relationships/slideLayout" Target="/ppt/slideLayouts/slideLayout11.xml" Id="Re5f00fa5a2ee4e0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be3c11e65d4445"/>
    <p:sldLayoutId xmlns:r="http://schemas.openxmlformats.org/officeDocument/2006/relationships" id="2147483650" r:id="R697b8f6acf554ed1"/>
    <p:sldLayoutId xmlns:r="http://schemas.openxmlformats.org/officeDocument/2006/relationships" id="2147483651" r:id="R3cef6f6a847f4491"/>
    <p:sldLayoutId xmlns:r="http://schemas.openxmlformats.org/officeDocument/2006/relationships" id="2147483652" r:id="R9bd8cc9dc4a64b9f"/>
    <p:sldLayoutId xmlns:r="http://schemas.openxmlformats.org/officeDocument/2006/relationships" id="2147483653" r:id="R735f2f2a1dfb4c3e"/>
    <p:sldLayoutId xmlns:r="http://schemas.openxmlformats.org/officeDocument/2006/relationships" id="2147483654" r:id="Rc034d55fdfaf4a46"/>
    <p:sldLayoutId xmlns:r="http://schemas.openxmlformats.org/officeDocument/2006/relationships" id="2147483655" r:id="R6b4377b58535488b"/>
    <p:sldLayoutId xmlns:r="http://schemas.openxmlformats.org/officeDocument/2006/relationships" id="2147483656" r:id="Rc1827df015234590"/>
    <p:sldLayoutId xmlns:r="http://schemas.openxmlformats.org/officeDocument/2006/relationships" id="2147483657" r:id="R2f1acea134fa4752"/>
    <p:sldLayoutId xmlns:r="http://schemas.openxmlformats.org/officeDocument/2006/relationships" id="2147483658" r:id="R82a1e540e64543e4"/>
    <p:sldLayoutId xmlns:r="http://schemas.openxmlformats.org/officeDocument/2006/relationships" id="2147483659" r:id="Re5f00fa5a2ee4e0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8a04f43024d06" /><Relationship Type="http://schemas.openxmlformats.org/officeDocument/2006/relationships/notesSlide" Target="/ppt/notesSlides/notesSlide1.xml" Id="Ra7e2746edead43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c1f29aa7c34caf" /><Relationship Type="http://schemas.openxmlformats.org/officeDocument/2006/relationships/notesSlide" Target="/ppt/notesSlides/notesSlide2.xml" Id="R2c41dd3bfb4c47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9cb173600d4190" /><Relationship Type="http://schemas.openxmlformats.org/officeDocument/2006/relationships/notesSlide" Target="/ppt/notesSlides/notesSlide3.xml" Id="Ra5e89c6e058948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334bf9a2454a5b" /><Relationship Type="http://schemas.openxmlformats.org/officeDocument/2006/relationships/notesSlide" Target="/ppt/notesSlides/notesSlide4.xml" Id="R05659721995c49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85d4b3a9b84b8b" /><Relationship Type="http://schemas.openxmlformats.org/officeDocument/2006/relationships/notesSlide" Target="/ppt/notesSlides/notesSlide5.xml" Id="R3648bfb42b5d41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246d91f91642f1" /><Relationship Type="http://schemas.openxmlformats.org/officeDocument/2006/relationships/notesSlide" Target="/ppt/notesSlides/notesSlide6.xml" Id="R67495f06a3c948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66263dcc1445b8" /><Relationship Type="http://schemas.openxmlformats.org/officeDocument/2006/relationships/notesSlide" Target="/ppt/notesSlides/notesSlide7.xml" Id="Rea11f5b2658045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34664cd0644d79" /><Relationship Type="http://schemas.openxmlformats.org/officeDocument/2006/relationships/notesSlide" Target="/ppt/notesSlides/notesSlide8.xml" Id="R451d699c0aff4a3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0c04f6f04e407b" /><Relationship Type="http://schemas.openxmlformats.org/officeDocument/2006/relationships/notesSlide" Target="/ppt/notesSlides/notesSlide9.xml" Id="R36d5ed49635e4b9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Decimal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33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5089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7.5, which value is stored in distance?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this program use float() instead of int() for 7.5?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9 and 3, what complete line appears on screen?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inputs 7.5 and 3, why is the result 2.5 rather than 2?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[distance] / 2 in a variable called [halfway_distance]. Display [halfway_distance] before [speed]. Test 9 kilometres and 3 minutes; the halfway distance should be 4.5.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 third decimal input called rest_minutes. Display total_minutes as travel minutes plus rest minutes. For 12.5 and 2.5, the total must be 15.0.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floor-area calculator. Ask for decimal length and width, multiply them, and display a labelled area. Test 4.5 by 2: the area should be 9.0.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travel_minutes = float(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travel minutes (not 0):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travel_minutes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distance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kilometres: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minutes = float(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minutes: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speed = distance / minute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"Kilometres per minute:"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speed)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2026-08-27T03:49:42.3310000Z</dcterms:created>
  <dcterms:modified xsi:type="dcterms:W3CDTF">2026-08-27T03:49:42.3310000Z</dcterms:modified>
</coreProperties>
</file>