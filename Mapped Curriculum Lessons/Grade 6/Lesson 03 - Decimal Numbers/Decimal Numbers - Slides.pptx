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2cfd37f9a74fdf" /><Relationship Type="http://schemas.openxmlformats.org/officeDocument/2006/relationships/extended-properties" Target="/docProps/app.xml" Id="R1bf768021eec413d" /><Relationship Type="http://schemas.openxmlformats.org/officeDocument/2006/relationships/officeDocument" Target="/ppt/presentation.xml" Id="Rdfac754b3e96405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70dc23390d74d13"/>
  </p:sldMasterIdLst>
  <p:notesMasterIdLst>
    <p:notesMasterId xmlns:r="http://schemas.openxmlformats.org/officeDocument/2006/relationships" r:id="Re7078f911bdf46c8"/>
  </p:notesMasterIdLst>
  <p:sldIdLst>
    <p:sldId xmlns:r="http://schemas.openxmlformats.org/officeDocument/2006/relationships" id="256" r:id="R6e8da36691e54a38"/>
    <p:sldId xmlns:r="http://schemas.openxmlformats.org/officeDocument/2006/relationships" id="257" r:id="Rf72d12e243374ec8"/>
    <p:sldId xmlns:r="http://schemas.openxmlformats.org/officeDocument/2006/relationships" id="258" r:id="R29ba8060dc9b4b90"/>
    <p:sldId xmlns:r="http://schemas.openxmlformats.org/officeDocument/2006/relationships" id="259" r:id="Rdbe67b6556974648"/>
    <p:sldId xmlns:r="http://schemas.openxmlformats.org/officeDocument/2006/relationships" id="260" r:id="R67877478cf744c02"/>
    <p:sldId xmlns:r="http://schemas.openxmlformats.org/officeDocument/2006/relationships" id="261" r:id="R488e6b1e2d8a454e"/>
    <p:sldId xmlns:r="http://schemas.openxmlformats.org/officeDocument/2006/relationships" id="262" r:id="Rb4e8b1a5421d4d75"/>
    <p:sldId xmlns:r="http://schemas.openxmlformats.org/officeDocument/2006/relationships" id="263" r:id="Rd7ccce9d41854d36"/>
    <p:sldId xmlns:r="http://schemas.openxmlformats.org/officeDocument/2006/relationships" id="264" r:id="Rda69f9e97b744c5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c1224bfb5b04d6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a8ab0a18db4fc9" /><Relationship Type="http://schemas.openxmlformats.org/officeDocument/2006/relationships/slideMaster" Target="/ppt/slideMasters/slideMaster1.xml" Id="R870dc23390d74d13" /><Relationship Type="http://schemas.openxmlformats.org/officeDocument/2006/relationships/notesMaster" Target="/ppt/notesMasters/notesMaster1.xml" Id="Re7078f911bdf46c8" /><Relationship Type="http://schemas.openxmlformats.org/officeDocument/2006/relationships/presProps" Target="/ppt/presProps.xml" Id="R3644aaf9169c4edc" /><Relationship Type="http://schemas.openxmlformats.org/officeDocument/2006/relationships/viewProps" Target="/ppt/viewProps.xml" Id="R8f429a17ca0f43a7" /><Relationship Type="http://schemas.openxmlformats.org/officeDocument/2006/relationships/tableStyles" Target="/ppt/tableStyles.xml" Id="Rf20985aa4a1d4aa0" /><Relationship Type="http://schemas.openxmlformats.org/officeDocument/2006/relationships/font" Target="/ppt/fonts/font.dat" Id="R0c1224bfb5b04d67" /><Relationship Type="http://schemas.openxmlformats.org/officeDocument/2006/relationships/slide" Target="/ppt/slides/slide1.xml" Id="R6e8da36691e54a38" /><Relationship Type="http://schemas.openxmlformats.org/officeDocument/2006/relationships/slide" Target="/ppt/slides/slide2.xml" Id="Rf72d12e243374ec8" /><Relationship Type="http://schemas.openxmlformats.org/officeDocument/2006/relationships/slide" Target="/ppt/slides/slide3.xml" Id="R29ba8060dc9b4b90" /><Relationship Type="http://schemas.openxmlformats.org/officeDocument/2006/relationships/slide" Target="/ppt/slides/slide4.xml" Id="Rdbe67b6556974648" /><Relationship Type="http://schemas.openxmlformats.org/officeDocument/2006/relationships/slide" Target="/ppt/slides/slide5.xml" Id="R67877478cf744c02" /><Relationship Type="http://schemas.openxmlformats.org/officeDocument/2006/relationships/slide" Target="/ppt/slides/slide6.xml" Id="R488e6b1e2d8a454e" /><Relationship Type="http://schemas.openxmlformats.org/officeDocument/2006/relationships/slide" Target="/ppt/slides/slide7.xml" Id="Rb4e8b1a5421d4d75" /><Relationship Type="http://schemas.openxmlformats.org/officeDocument/2006/relationships/slide" Target="/ppt/slides/slide8.xml" Id="Rd7ccce9d41854d36" /><Relationship Type="http://schemas.openxmlformats.org/officeDocument/2006/relationships/slide" Target="/ppt/slides/slide9.xml" Id="Rda69f9e97b744c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6389708c054e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9d3f1d914844c0" /><Relationship Type="http://schemas.openxmlformats.org/officeDocument/2006/relationships/notesMaster" Target="/ppt/notesMasters/notesMaster1.xml" Id="R3e25c61ff2a844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889d8383cf4022" /><Relationship Type="http://schemas.openxmlformats.org/officeDocument/2006/relationships/notesMaster" Target="/ppt/notesMasters/notesMaster1.xml" Id="R819cde8abcf141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5e7d644c6b469a" /><Relationship Type="http://schemas.openxmlformats.org/officeDocument/2006/relationships/notesMaster" Target="/ppt/notesMasters/notesMaster1.xml" Id="Ra89f20f78bb042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a87bb70c434761" /><Relationship Type="http://schemas.openxmlformats.org/officeDocument/2006/relationships/notesMaster" Target="/ppt/notesMasters/notesMaster1.xml" Id="R0663b6974f4842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a7b2cc8d35460c" /><Relationship Type="http://schemas.openxmlformats.org/officeDocument/2006/relationships/notesMaster" Target="/ppt/notesMasters/notesMaster1.xml" Id="R77df3cb60b2741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8fb3d538154309" /><Relationship Type="http://schemas.openxmlformats.org/officeDocument/2006/relationships/notesMaster" Target="/ppt/notesMasters/notesMaster1.xml" Id="Rd8b1b68ddc5946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c16f4623b34176" /><Relationship Type="http://schemas.openxmlformats.org/officeDocument/2006/relationships/notesMaster" Target="/ppt/notesMasters/notesMaster1.xml" Id="R30cab4dd33bb44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73253256eb403a" /><Relationship Type="http://schemas.openxmlformats.org/officeDocument/2006/relationships/notesMaster" Target="/ppt/notesMasters/notesMaster1.xml" Id="R8e8dbda259ac44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8642d2cf194cc8" /><Relationship Type="http://schemas.openxmlformats.org/officeDocument/2006/relationships/notesMaster" Target="/ppt/notesMasters/notesMaster1.xml" Id="R9701ba2450d445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5cb996bda1401e" /><Relationship Type="http://schemas.openxmlformats.org/officeDocument/2006/relationships/image" Target="/ppt/media/image.png" Id="R1b924ef88b304e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13e14daed74723" /><Relationship Type="http://schemas.openxmlformats.org/officeDocument/2006/relationships/image" Target="/ppt/media/image.png" Id="R9b0b91d54b3d48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eed36cae2e4eb0" /><Relationship Type="http://schemas.openxmlformats.org/officeDocument/2006/relationships/image" Target="/ppt/media/image.png" Id="Rd9854700774849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e32ae94424a15" /><Relationship Type="http://schemas.openxmlformats.org/officeDocument/2006/relationships/image" Target="/ppt/media/image.png" Id="Rcfee4f311566456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adda72f3d744f9" /><Relationship Type="http://schemas.openxmlformats.org/officeDocument/2006/relationships/image" Target="/ppt/media/image.png" Id="R9ffa0eb5103a4c8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faf9db87f940d5" /><Relationship Type="http://schemas.openxmlformats.org/officeDocument/2006/relationships/image" Target="/ppt/media/image.png" Id="R1303472e5259420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6c9f7ee0ed4096" /><Relationship Type="http://schemas.openxmlformats.org/officeDocument/2006/relationships/image" Target="/ppt/media/image.png" Id="R30d6d83ce6ca424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aedbd8940f46c6" /><Relationship Type="http://schemas.openxmlformats.org/officeDocument/2006/relationships/image" Target="/ppt/media/image.png" Id="Rc9feeb713f9445d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8bc19877104c68" /><Relationship Type="http://schemas.openxmlformats.org/officeDocument/2006/relationships/image" Target="/ppt/media/image.png" Id="R18d9a4e7691b4cc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86cc63a14648" /><Relationship Type="http://schemas.openxmlformats.org/officeDocument/2006/relationships/image" Target="/ppt/media/image.png" Id="R0c0f28d5364f46a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ed1cf9b1f1454c" /><Relationship Type="http://schemas.openxmlformats.org/officeDocument/2006/relationships/image" Target="/ppt/media/image.png" Id="R4207c749bf744c2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924ef88b304e6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0b91d54b3d48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854700774849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ee4f311566456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fa0eb5103a4c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03472e525942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d6d83ce6ca42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feeb713f9445d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d9a4e7691b4c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0f28d5364f46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07c749bf744c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369ce6f732486d" /><Relationship Type="http://schemas.openxmlformats.org/officeDocument/2006/relationships/slideLayout" Target="/ppt/slideLayouts/slideLayout1.xml" Id="R3f19ba02d43f45c1" /><Relationship Type="http://schemas.openxmlformats.org/officeDocument/2006/relationships/slideLayout" Target="/ppt/slideLayouts/slideLayout2.xml" Id="R1b23247ecf514397" /><Relationship Type="http://schemas.openxmlformats.org/officeDocument/2006/relationships/slideLayout" Target="/ppt/slideLayouts/slideLayout3.xml" Id="R4864ab7270d540e7" /><Relationship Type="http://schemas.openxmlformats.org/officeDocument/2006/relationships/slideLayout" Target="/ppt/slideLayouts/slideLayout4.xml" Id="R78b8288b99b94160" /><Relationship Type="http://schemas.openxmlformats.org/officeDocument/2006/relationships/slideLayout" Target="/ppt/slideLayouts/slideLayout5.xml" Id="Ra4265248478e4ff6" /><Relationship Type="http://schemas.openxmlformats.org/officeDocument/2006/relationships/slideLayout" Target="/ppt/slideLayouts/slideLayout6.xml" Id="Rb1b6722c018345d7" /><Relationship Type="http://schemas.openxmlformats.org/officeDocument/2006/relationships/slideLayout" Target="/ppt/slideLayouts/slideLayout7.xml" Id="R7a65e5252ac84431" /><Relationship Type="http://schemas.openxmlformats.org/officeDocument/2006/relationships/slideLayout" Target="/ppt/slideLayouts/slideLayout8.xml" Id="Raa3fc7bcca474ba2" /><Relationship Type="http://schemas.openxmlformats.org/officeDocument/2006/relationships/slideLayout" Target="/ppt/slideLayouts/slideLayout9.xml" Id="Rcd6d77e1dfba4c18" /><Relationship Type="http://schemas.openxmlformats.org/officeDocument/2006/relationships/slideLayout" Target="/ppt/slideLayouts/slideLayout10.xml" Id="Rb601b55f8a7a4df4" /><Relationship Type="http://schemas.openxmlformats.org/officeDocument/2006/relationships/slideLayout" Target="/ppt/slideLayouts/slideLayout11.xml" Id="R905dbfe4c26d48c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19ba02d43f45c1"/>
    <p:sldLayoutId xmlns:r="http://schemas.openxmlformats.org/officeDocument/2006/relationships" id="2147483650" r:id="R1b23247ecf514397"/>
    <p:sldLayoutId xmlns:r="http://schemas.openxmlformats.org/officeDocument/2006/relationships" id="2147483651" r:id="R4864ab7270d540e7"/>
    <p:sldLayoutId xmlns:r="http://schemas.openxmlformats.org/officeDocument/2006/relationships" id="2147483652" r:id="R78b8288b99b94160"/>
    <p:sldLayoutId xmlns:r="http://schemas.openxmlformats.org/officeDocument/2006/relationships" id="2147483653" r:id="Ra4265248478e4ff6"/>
    <p:sldLayoutId xmlns:r="http://schemas.openxmlformats.org/officeDocument/2006/relationships" id="2147483654" r:id="Rb1b6722c018345d7"/>
    <p:sldLayoutId xmlns:r="http://schemas.openxmlformats.org/officeDocument/2006/relationships" id="2147483655" r:id="R7a65e5252ac84431"/>
    <p:sldLayoutId xmlns:r="http://schemas.openxmlformats.org/officeDocument/2006/relationships" id="2147483656" r:id="Raa3fc7bcca474ba2"/>
    <p:sldLayoutId xmlns:r="http://schemas.openxmlformats.org/officeDocument/2006/relationships" id="2147483657" r:id="Rcd6d77e1dfba4c18"/>
    <p:sldLayoutId xmlns:r="http://schemas.openxmlformats.org/officeDocument/2006/relationships" id="2147483658" r:id="Rb601b55f8a7a4df4"/>
    <p:sldLayoutId xmlns:r="http://schemas.openxmlformats.org/officeDocument/2006/relationships" id="2147483659" r:id="R905dbfe4c26d48c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229e0b8ba4b89" /><Relationship Type="http://schemas.openxmlformats.org/officeDocument/2006/relationships/notesSlide" Target="/ppt/notesSlides/notesSlide1.xml" Id="Rdba9ca62f0e04f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d52c7d54d645a9" /><Relationship Type="http://schemas.openxmlformats.org/officeDocument/2006/relationships/notesSlide" Target="/ppt/notesSlides/notesSlide2.xml" Id="Ra0e5067bbd2c45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2e07ad87f04f8e" /><Relationship Type="http://schemas.openxmlformats.org/officeDocument/2006/relationships/notesSlide" Target="/ppt/notesSlides/notesSlide3.xml" Id="R4ab9d2503ad946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b0d65fb5d3425f" /><Relationship Type="http://schemas.openxmlformats.org/officeDocument/2006/relationships/notesSlide" Target="/ppt/notesSlides/notesSlide4.xml" Id="R7cb38399fe6746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d2b546f9e449d3" /><Relationship Type="http://schemas.openxmlformats.org/officeDocument/2006/relationships/notesSlide" Target="/ppt/notesSlides/notesSlide5.xml" Id="R05d7ac3d61c04f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ff1ed2843448e8" /><Relationship Type="http://schemas.openxmlformats.org/officeDocument/2006/relationships/notesSlide" Target="/ppt/notesSlides/notesSlide6.xml" Id="R6dccf9857b1142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84f1e188f846f2" /><Relationship Type="http://schemas.openxmlformats.org/officeDocument/2006/relationships/notesSlide" Target="/ppt/notesSlides/notesSlide7.xml" Id="Rfb57f1770d0941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e2bce2d5c8457b" /><Relationship Type="http://schemas.openxmlformats.org/officeDocument/2006/relationships/notesSlide" Target="/ppt/notesSlides/notesSlide8.xml" Id="R4c516aa4fb8f48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9129bc7ed74071" /><Relationship Type="http://schemas.openxmlformats.org/officeDocument/2006/relationships/notesSlide" Target="/ppt/notesSlides/notesSlide9.xml" Id="Re0fd84992d9a414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Decimal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33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7.5, which value is stored in distance?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this program use float() instead of int() for 7.5?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9 and 3, what complete line appears on screen?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inputs 7.5 and 3, why is the result 2.5 rather than 2?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divides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2 and stores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halfway_distance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this value before the speed. For example, 9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 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rest minutes, converts the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travel_minutes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10, 12.5 and 2.5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 15.0"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carpet calculator. Ask for a room's length, width and the carpet price per square metre, converting each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results. For example, 4.5, 2 and 10.5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 9.0"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 94.5"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minutes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minutes: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minute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2026-09-28T09:05:27.2300000Z</dcterms:created>
  <dcterms:modified xsi:type="dcterms:W3CDTF">2026-09-28T09:05:27.2300000Z</dcterms:modified>
</coreProperties>
</file>