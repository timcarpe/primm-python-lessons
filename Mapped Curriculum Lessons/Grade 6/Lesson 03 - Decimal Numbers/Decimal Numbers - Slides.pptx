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d00fb264c8421a" /><Relationship Type="http://schemas.openxmlformats.org/officeDocument/2006/relationships/extended-properties" Target="/docProps/app.xml" Id="Rca7cb6fa90f447a4" /><Relationship Type="http://schemas.openxmlformats.org/officeDocument/2006/relationships/officeDocument" Target="/ppt/presentation.xml" Id="R9e77d72060ae4ad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7630a266d294f45"/>
  </p:sldMasterIdLst>
  <p:notesMasterIdLst>
    <p:notesMasterId xmlns:r="http://schemas.openxmlformats.org/officeDocument/2006/relationships" r:id="Rc847555ab705469d"/>
  </p:notesMasterIdLst>
  <p:sldIdLst>
    <p:sldId xmlns:r="http://schemas.openxmlformats.org/officeDocument/2006/relationships" id="256" r:id="R8d0c764173ce4e3d"/>
    <p:sldId xmlns:r="http://schemas.openxmlformats.org/officeDocument/2006/relationships" id="257" r:id="R831abd5df6ca48f3"/>
    <p:sldId xmlns:r="http://schemas.openxmlformats.org/officeDocument/2006/relationships" id="258" r:id="Rab826d525e734354"/>
    <p:sldId xmlns:r="http://schemas.openxmlformats.org/officeDocument/2006/relationships" id="259" r:id="Rb735d406e4a6407e"/>
    <p:sldId xmlns:r="http://schemas.openxmlformats.org/officeDocument/2006/relationships" id="260" r:id="R35903ce2aef54393"/>
    <p:sldId xmlns:r="http://schemas.openxmlformats.org/officeDocument/2006/relationships" id="261" r:id="Rbf6c6e2ae7f24153"/>
    <p:sldId xmlns:r="http://schemas.openxmlformats.org/officeDocument/2006/relationships" id="262" r:id="Re1e8d91f477e4364"/>
    <p:sldId xmlns:r="http://schemas.openxmlformats.org/officeDocument/2006/relationships" id="263" r:id="R95e8edb576524396"/>
    <p:sldId xmlns:r="http://schemas.openxmlformats.org/officeDocument/2006/relationships" id="264" r:id="R28edf8fa6f63412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b1227f87a2b440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7d1b0eafd24c00" /><Relationship Type="http://schemas.openxmlformats.org/officeDocument/2006/relationships/slideMaster" Target="/ppt/slideMasters/slideMaster1.xml" Id="R77630a266d294f45" /><Relationship Type="http://schemas.openxmlformats.org/officeDocument/2006/relationships/notesMaster" Target="/ppt/notesMasters/notesMaster1.xml" Id="Rc847555ab705469d" /><Relationship Type="http://schemas.openxmlformats.org/officeDocument/2006/relationships/presProps" Target="/ppt/presProps.xml" Id="R8d73ddfd0ee14b4b" /><Relationship Type="http://schemas.openxmlformats.org/officeDocument/2006/relationships/viewProps" Target="/ppt/viewProps.xml" Id="Rc036d1990565496e" /><Relationship Type="http://schemas.openxmlformats.org/officeDocument/2006/relationships/tableStyles" Target="/ppt/tableStyles.xml" Id="R7c98fe5767f94c83" /><Relationship Type="http://schemas.openxmlformats.org/officeDocument/2006/relationships/font" Target="/ppt/fonts/font.dat" Id="R2b1227f87a2b4408" /><Relationship Type="http://schemas.openxmlformats.org/officeDocument/2006/relationships/slide" Target="/ppt/slides/slide1.xml" Id="R8d0c764173ce4e3d" /><Relationship Type="http://schemas.openxmlformats.org/officeDocument/2006/relationships/slide" Target="/ppt/slides/slide2.xml" Id="R831abd5df6ca48f3" /><Relationship Type="http://schemas.openxmlformats.org/officeDocument/2006/relationships/slide" Target="/ppt/slides/slide3.xml" Id="Rab826d525e734354" /><Relationship Type="http://schemas.openxmlformats.org/officeDocument/2006/relationships/slide" Target="/ppt/slides/slide4.xml" Id="Rb735d406e4a6407e" /><Relationship Type="http://schemas.openxmlformats.org/officeDocument/2006/relationships/slide" Target="/ppt/slides/slide5.xml" Id="R35903ce2aef54393" /><Relationship Type="http://schemas.openxmlformats.org/officeDocument/2006/relationships/slide" Target="/ppt/slides/slide6.xml" Id="Rbf6c6e2ae7f24153" /><Relationship Type="http://schemas.openxmlformats.org/officeDocument/2006/relationships/slide" Target="/ppt/slides/slide7.xml" Id="Re1e8d91f477e4364" /><Relationship Type="http://schemas.openxmlformats.org/officeDocument/2006/relationships/slide" Target="/ppt/slides/slide8.xml" Id="R95e8edb576524396" /><Relationship Type="http://schemas.openxmlformats.org/officeDocument/2006/relationships/slide" Target="/ppt/slides/slide9.xml" Id="R28edf8fa6f6341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86e93d7fd744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8f9300d9b54715" /><Relationship Type="http://schemas.openxmlformats.org/officeDocument/2006/relationships/notesMaster" Target="/ppt/notesMasters/notesMaster1.xml" Id="R4d0a7642145a40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1aea1ccb1748ca" /><Relationship Type="http://schemas.openxmlformats.org/officeDocument/2006/relationships/notesMaster" Target="/ppt/notesMasters/notesMaster1.xml" Id="R7e1e01310ef84b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9d3f378bac4e0b" /><Relationship Type="http://schemas.openxmlformats.org/officeDocument/2006/relationships/notesMaster" Target="/ppt/notesMasters/notesMaster1.xml" Id="Re153193ed41647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94deccd4804bdf" /><Relationship Type="http://schemas.openxmlformats.org/officeDocument/2006/relationships/notesMaster" Target="/ppt/notesMasters/notesMaster1.xml" Id="Rae01bf44d2a449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dd0c9830664625" /><Relationship Type="http://schemas.openxmlformats.org/officeDocument/2006/relationships/notesMaster" Target="/ppt/notesMasters/notesMaster1.xml" Id="Rd35d38db501b47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38aa1c0cec44b9" /><Relationship Type="http://schemas.openxmlformats.org/officeDocument/2006/relationships/notesMaster" Target="/ppt/notesMasters/notesMaster1.xml" Id="Radc098a70a0746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01305fda2a4ca8" /><Relationship Type="http://schemas.openxmlformats.org/officeDocument/2006/relationships/notesMaster" Target="/ppt/notesMasters/notesMaster1.xml" Id="Ra37b875b676a40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c976be2a9d4bf2" /><Relationship Type="http://schemas.openxmlformats.org/officeDocument/2006/relationships/notesMaster" Target="/ppt/notesMasters/notesMaster1.xml" Id="Ra27e80dc3c8a40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7a98230de64cbc" /><Relationship Type="http://schemas.openxmlformats.org/officeDocument/2006/relationships/notesMaster" Target="/ppt/notesMasters/notesMaster1.xml" Id="R5979fc9221e443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37b951067744ce" /><Relationship Type="http://schemas.openxmlformats.org/officeDocument/2006/relationships/image" Target="/ppt/media/image.png" Id="R7dabe1694e6d40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ae81bb8dea4dd0" /><Relationship Type="http://schemas.openxmlformats.org/officeDocument/2006/relationships/image" Target="/ppt/media/image.png" Id="R97c40179bb9a4b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102e783bc8466c" /><Relationship Type="http://schemas.openxmlformats.org/officeDocument/2006/relationships/image" Target="/ppt/media/image.png" Id="Rcf3fecd9bffd4d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0ce8b672e3495d" /><Relationship Type="http://schemas.openxmlformats.org/officeDocument/2006/relationships/image" Target="/ppt/media/image.png" Id="R8fc77e3485604c9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13ec7aa4364535" /><Relationship Type="http://schemas.openxmlformats.org/officeDocument/2006/relationships/image" Target="/ppt/media/image.png" Id="R0721f0351b33454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4016f5967546db" /><Relationship Type="http://schemas.openxmlformats.org/officeDocument/2006/relationships/image" Target="/ppt/media/image.png" Id="Rd828a3e2dacb407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4b8e8736394588" /><Relationship Type="http://schemas.openxmlformats.org/officeDocument/2006/relationships/image" Target="/ppt/media/image.png" Id="Rdc318bc85a0c445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ca40ef0a724c13" /><Relationship Type="http://schemas.openxmlformats.org/officeDocument/2006/relationships/image" Target="/ppt/media/image.png" Id="R037ea4833d4a457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b15549ac844788" /><Relationship Type="http://schemas.openxmlformats.org/officeDocument/2006/relationships/image" Target="/ppt/media/image.png" Id="R8edea625c117466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b37c854d6d475e" /><Relationship Type="http://schemas.openxmlformats.org/officeDocument/2006/relationships/image" Target="/ppt/media/image.png" Id="Rb85b420fafa84ad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faf40e97224923" /><Relationship Type="http://schemas.openxmlformats.org/officeDocument/2006/relationships/image" Target="/ppt/media/image.png" Id="R838850c59865444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abe1694e6d4046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c40179bb9a4bb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3fecd9bffd4d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c77e3485604c9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21f0351b3345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28a3e2dacb407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318bc85a0c445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7ea4833d4a45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dea625c11746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5b420fafa84ad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8850c5986544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6b290d3e134d97" /><Relationship Type="http://schemas.openxmlformats.org/officeDocument/2006/relationships/slideLayout" Target="/ppt/slideLayouts/slideLayout1.xml" Id="R02bab9026bab486a" /><Relationship Type="http://schemas.openxmlformats.org/officeDocument/2006/relationships/slideLayout" Target="/ppt/slideLayouts/slideLayout2.xml" Id="R52473a933f3f4b43" /><Relationship Type="http://schemas.openxmlformats.org/officeDocument/2006/relationships/slideLayout" Target="/ppt/slideLayouts/slideLayout3.xml" Id="Rf15987a3d31f46a5" /><Relationship Type="http://schemas.openxmlformats.org/officeDocument/2006/relationships/slideLayout" Target="/ppt/slideLayouts/slideLayout4.xml" Id="R3991fb40616648ff" /><Relationship Type="http://schemas.openxmlformats.org/officeDocument/2006/relationships/slideLayout" Target="/ppt/slideLayouts/slideLayout5.xml" Id="R1692baa068834127" /><Relationship Type="http://schemas.openxmlformats.org/officeDocument/2006/relationships/slideLayout" Target="/ppt/slideLayouts/slideLayout6.xml" Id="R279b81a07a4143f3" /><Relationship Type="http://schemas.openxmlformats.org/officeDocument/2006/relationships/slideLayout" Target="/ppt/slideLayouts/slideLayout7.xml" Id="Rafbaa7ed5d484021" /><Relationship Type="http://schemas.openxmlformats.org/officeDocument/2006/relationships/slideLayout" Target="/ppt/slideLayouts/slideLayout8.xml" Id="R2364104bc491486a" /><Relationship Type="http://schemas.openxmlformats.org/officeDocument/2006/relationships/slideLayout" Target="/ppt/slideLayouts/slideLayout9.xml" Id="Rba1f8b25f2d84bf5" /><Relationship Type="http://schemas.openxmlformats.org/officeDocument/2006/relationships/slideLayout" Target="/ppt/slideLayouts/slideLayout10.xml" Id="R668b04db2b054be3" /><Relationship Type="http://schemas.openxmlformats.org/officeDocument/2006/relationships/slideLayout" Target="/ppt/slideLayouts/slideLayout11.xml" Id="Rfc2d18aa8c05451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bab9026bab486a"/>
    <p:sldLayoutId xmlns:r="http://schemas.openxmlformats.org/officeDocument/2006/relationships" id="2147483650" r:id="R52473a933f3f4b43"/>
    <p:sldLayoutId xmlns:r="http://schemas.openxmlformats.org/officeDocument/2006/relationships" id="2147483651" r:id="Rf15987a3d31f46a5"/>
    <p:sldLayoutId xmlns:r="http://schemas.openxmlformats.org/officeDocument/2006/relationships" id="2147483652" r:id="R3991fb40616648ff"/>
    <p:sldLayoutId xmlns:r="http://schemas.openxmlformats.org/officeDocument/2006/relationships" id="2147483653" r:id="R1692baa068834127"/>
    <p:sldLayoutId xmlns:r="http://schemas.openxmlformats.org/officeDocument/2006/relationships" id="2147483654" r:id="R279b81a07a4143f3"/>
    <p:sldLayoutId xmlns:r="http://schemas.openxmlformats.org/officeDocument/2006/relationships" id="2147483655" r:id="Rafbaa7ed5d484021"/>
    <p:sldLayoutId xmlns:r="http://schemas.openxmlformats.org/officeDocument/2006/relationships" id="2147483656" r:id="R2364104bc491486a"/>
    <p:sldLayoutId xmlns:r="http://schemas.openxmlformats.org/officeDocument/2006/relationships" id="2147483657" r:id="Rba1f8b25f2d84bf5"/>
    <p:sldLayoutId xmlns:r="http://schemas.openxmlformats.org/officeDocument/2006/relationships" id="2147483658" r:id="R668b04db2b054be3"/>
    <p:sldLayoutId xmlns:r="http://schemas.openxmlformats.org/officeDocument/2006/relationships" id="2147483659" r:id="Rfc2d18aa8c05451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49b805bae491e" /><Relationship Type="http://schemas.openxmlformats.org/officeDocument/2006/relationships/notesSlide" Target="/ppt/notesSlides/notesSlide1.xml" Id="R8604b9fcbd104d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eac67fd4ca4164" /><Relationship Type="http://schemas.openxmlformats.org/officeDocument/2006/relationships/notesSlide" Target="/ppt/notesSlides/notesSlide2.xml" Id="R6683bbe312444b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89fe1a2ae34aaa" /><Relationship Type="http://schemas.openxmlformats.org/officeDocument/2006/relationships/notesSlide" Target="/ppt/notesSlides/notesSlide3.xml" Id="Re517c537a05641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cdd7405b2348b4" /><Relationship Type="http://schemas.openxmlformats.org/officeDocument/2006/relationships/notesSlide" Target="/ppt/notesSlides/notesSlide4.xml" Id="R493749644f2e49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f7cd03ec11452f" /><Relationship Type="http://schemas.openxmlformats.org/officeDocument/2006/relationships/notesSlide" Target="/ppt/notesSlides/notesSlide5.xml" Id="R0ebb2c612cb041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fd480307e54390" /><Relationship Type="http://schemas.openxmlformats.org/officeDocument/2006/relationships/notesSlide" Target="/ppt/notesSlides/notesSlide6.xml" Id="R8d2d8c82e3694e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1aed9d67bd40d9" /><Relationship Type="http://schemas.openxmlformats.org/officeDocument/2006/relationships/notesSlide" Target="/ppt/notesSlides/notesSlide7.xml" Id="R667d39a659264b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b78f1191284f7b" /><Relationship Type="http://schemas.openxmlformats.org/officeDocument/2006/relationships/notesSlide" Target="/ppt/notesSlides/notesSlide8.xml" Id="R5e353ffd33764a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e6a5d7a2924868" /><Relationship Type="http://schemas.openxmlformats.org/officeDocument/2006/relationships/notesSlide" Target="/ppt/notesSlides/notesSlide9.xml" Id="R7e25f72558804d1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Decimal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33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7.5, which value is stored in distance?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this program use float() instead of int() for 7.5?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9 and 3, what complete line appears on screen?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inputs 7.5 and 3, why is the result 2.5 rather than 2?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[distance] / 2 in a variable called [halfway_distance]. Display [halfway_distance] before [speed]. Test 9 kilometres and 3 minutes; the halfway distance should be 4.5.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650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the number of rest minutes and store it in [rest_minutes]. Add [travel_minutes] and [rest_minutes], then store the result in [total_minutes].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[total_minutes]. Test 10 kilometres, 12.5 travel minutes and 2.5 rest minutes; the output must include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 15.0"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floor-area calculator. Ask for decimal length and width, multiply them, and display a labelled area. Test 4.5 by 2: the area should be 9.0.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minutes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minutes: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minute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2026-08-28T09:20:02.1510000Z</dcterms:created>
  <dcterms:modified xsi:type="dcterms:W3CDTF">2026-08-28T09:20:02.1510000Z</dcterms:modified>
</coreProperties>
</file>