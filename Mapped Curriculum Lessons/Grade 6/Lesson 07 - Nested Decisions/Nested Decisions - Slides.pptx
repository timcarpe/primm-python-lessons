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be2cc7814a47d0" /><Relationship Type="http://schemas.openxmlformats.org/officeDocument/2006/relationships/extended-properties" Target="/docProps/app.xml" Id="R03cba77722704038" /><Relationship Type="http://schemas.openxmlformats.org/officeDocument/2006/relationships/officeDocument" Target="/ppt/presentation.xml" Id="R3ebc8359f771498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46e8ebd760b4413"/>
  </p:sldMasterIdLst>
  <p:notesMasterIdLst>
    <p:notesMasterId xmlns:r="http://schemas.openxmlformats.org/officeDocument/2006/relationships" r:id="R1bb3f8dda0b34635"/>
  </p:notesMasterIdLst>
  <p:sldIdLst>
    <p:sldId xmlns:r="http://schemas.openxmlformats.org/officeDocument/2006/relationships" id="256" r:id="R5b1ce49249cf487c"/>
    <p:sldId xmlns:r="http://schemas.openxmlformats.org/officeDocument/2006/relationships" id="257" r:id="Rd8fa011e9dc447c6"/>
    <p:sldId xmlns:r="http://schemas.openxmlformats.org/officeDocument/2006/relationships" id="258" r:id="Ra4eff7877f62488f"/>
    <p:sldId xmlns:r="http://schemas.openxmlformats.org/officeDocument/2006/relationships" id="259" r:id="R104307a72c654bef"/>
    <p:sldId xmlns:r="http://schemas.openxmlformats.org/officeDocument/2006/relationships" id="260" r:id="Rddd80ab5edb64509"/>
    <p:sldId xmlns:r="http://schemas.openxmlformats.org/officeDocument/2006/relationships" id="261" r:id="R7b5755b7bfd44b37"/>
    <p:sldId xmlns:r="http://schemas.openxmlformats.org/officeDocument/2006/relationships" id="262" r:id="R4ecc8266bdf54e83"/>
    <p:sldId xmlns:r="http://schemas.openxmlformats.org/officeDocument/2006/relationships" id="263" r:id="Rb09a50fe61314d02"/>
    <p:sldId xmlns:r="http://schemas.openxmlformats.org/officeDocument/2006/relationships" id="264" r:id="R858a1cacf28d4e3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c8224a2639b444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c38e14c9ff45ab" /><Relationship Type="http://schemas.openxmlformats.org/officeDocument/2006/relationships/slideMaster" Target="/ppt/slideMasters/slideMaster1.xml" Id="R846e8ebd760b4413" /><Relationship Type="http://schemas.openxmlformats.org/officeDocument/2006/relationships/notesMaster" Target="/ppt/notesMasters/notesMaster1.xml" Id="R1bb3f8dda0b34635" /><Relationship Type="http://schemas.openxmlformats.org/officeDocument/2006/relationships/presProps" Target="/ppt/presProps.xml" Id="R7c9f5099991e41ed" /><Relationship Type="http://schemas.openxmlformats.org/officeDocument/2006/relationships/viewProps" Target="/ppt/viewProps.xml" Id="R9c34809288504489" /><Relationship Type="http://schemas.openxmlformats.org/officeDocument/2006/relationships/tableStyles" Target="/ppt/tableStyles.xml" Id="R68df053c1ed64fed" /><Relationship Type="http://schemas.openxmlformats.org/officeDocument/2006/relationships/font" Target="/ppt/fonts/font.dat" Id="R5c8224a2639b4444" /><Relationship Type="http://schemas.openxmlformats.org/officeDocument/2006/relationships/slide" Target="/ppt/slides/slide1.xml" Id="R5b1ce49249cf487c" /><Relationship Type="http://schemas.openxmlformats.org/officeDocument/2006/relationships/slide" Target="/ppt/slides/slide2.xml" Id="Rd8fa011e9dc447c6" /><Relationship Type="http://schemas.openxmlformats.org/officeDocument/2006/relationships/slide" Target="/ppt/slides/slide3.xml" Id="Ra4eff7877f62488f" /><Relationship Type="http://schemas.openxmlformats.org/officeDocument/2006/relationships/slide" Target="/ppt/slides/slide4.xml" Id="R104307a72c654bef" /><Relationship Type="http://schemas.openxmlformats.org/officeDocument/2006/relationships/slide" Target="/ppt/slides/slide5.xml" Id="Rddd80ab5edb64509" /><Relationship Type="http://schemas.openxmlformats.org/officeDocument/2006/relationships/slide" Target="/ppt/slides/slide6.xml" Id="R7b5755b7bfd44b37" /><Relationship Type="http://schemas.openxmlformats.org/officeDocument/2006/relationships/slide" Target="/ppt/slides/slide7.xml" Id="R4ecc8266bdf54e83" /><Relationship Type="http://schemas.openxmlformats.org/officeDocument/2006/relationships/slide" Target="/ppt/slides/slide8.xml" Id="Rb09a50fe61314d02" /><Relationship Type="http://schemas.openxmlformats.org/officeDocument/2006/relationships/slide" Target="/ppt/slides/slide9.xml" Id="R858a1cacf28d4e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e0e007c33947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6a62a7a78b4e87" /><Relationship Type="http://schemas.openxmlformats.org/officeDocument/2006/relationships/notesMaster" Target="/ppt/notesMasters/notesMaster1.xml" Id="R9273964900ef42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18d39a432149d6" /><Relationship Type="http://schemas.openxmlformats.org/officeDocument/2006/relationships/notesMaster" Target="/ppt/notesMasters/notesMaster1.xml" Id="Raec6099b699849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c3681f925b4af2" /><Relationship Type="http://schemas.openxmlformats.org/officeDocument/2006/relationships/notesMaster" Target="/ppt/notesMasters/notesMaster1.xml" Id="R1ccd40a2675248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944c6fff1c4ac3" /><Relationship Type="http://schemas.openxmlformats.org/officeDocument/2006/relationships/notesMaster" Target="/ppt/notesMasters/notesMaster1.xml" Id="Rd21adfdc774d40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f91268463740db" /><Relationship Type="http://schemas.openxmlformats.org/officeDocument/2006/relationships/notesMaster" Target="/ppt/notesMasters/notesMaster1.xml" Id="R491aedf33e4543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f4e2b59b4c4394" /><Relationship Type="http://schemas.openxmlformats.org/officeDocument/2006/relationships/notesMaster" Target="/ppt/notesMasters/notesMaster1.xml" Id="R6fa7d0db9eb74b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ab4362313a49c5" /><Relationship Type="http://schemas.openxmlformats.org/officeDocument/2006/relationships/notesMaster" Target="/ppt/notesMasters/notesMaster1.xml" Id="R6b2bdde348d54f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55cdf37681422c" /><Relationship Type="http://schemas.openxmlformats.org/officeDocument/2006/relationships/notesMaster" Target="/ppt/notesMasters/notesMaster1.xml" Id="Rb6e54c8908ee4d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d2b8fb06cc422f" /><Relationship Type="http://schemas.openxmlformats.org/officeDocument/2006/relationships/notesMaster" Target="/ppt/notesMasters/notesMaster1.xml" Id="R5fd662e15a4442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9f7d8dda354f91" /><Relationship Type="http://schemas.openxmlformats.org/officeDocument/2006/relationships/image" Target="/ppt/media/image.png" Id="R4ee46eda6ebe46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b8718d81ea4705" /><Relationship Type="http://schemas.openxmlformats.org/officeDocument/2006/relationships/image" Target="/ppt/media/image.png" Id="Rbe75d99c496144c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de5479b265457c" /><Relationship Type="http://schemas.openxmlformats.org/officeDocument/2006/relationships/image" Target="/ppt/media/image.png" Id="Rc75fc5707b9840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51c7ba2e9e4acb" /><Relationship Type="http://schemas.openxmlformats.org/officeDocument/2006/relationships/image" Target="/ppt/media/image.png" Id="R34761ad69e3446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060b7316864c7e" /><Relationship Type="http://schemas.openxmlformats.org/officeDocument/2006/relationships/image" Target="/ppt/media/image.png" Id="Rac404ac95ca342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bf45c7155749ce" /><Relationship Type="http://schemas.openxmlformats.org/officeDocument/2006/relationships/image" Target="/ppt/media/image.png" Id="R0e4bc4a0f5814ee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2c00033c15410b" /><Relationship Type="http://schemas.openxmlformats.org/officeDocument/2006/relationships/image" Target="/ppt/media/image.png" Id="Rbae43aff1c6f450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9e6601817e48e7" /><Relationship Type="http://schemas.openxmlformats.org/officeDocument/2006/relationships/image" Target="/ppt/media/image.png" Id="Re478c27a9fa442a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9a0aaeb8b94333" /><Relationship Type="http://schemas.openxmlformats.org/officeDocument/2006/relationships/image" Target="/ppt/media/image.png" Id="Rf6dd71659dd04d9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f137166b6b4c64" /><Relationship Type="http://schemas.openxmlformats.org/officeDocument/2006/relationships/image" Target="/ppt/media/image.png" Id="R3fe07ffc32ab4f4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e857432bb14002" /><Relationship Type="http://schemas.openxmlformats.org/officeDocument/2006/relationships/image" Target="/ppt/media/image.png" Id="R0648cccf50ce490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e46eda6ebe461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75d99c496144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5fc5707b9840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761ad69e3446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404ac95ca342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4bc4a0f5814ee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e43aff1c6f45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78c27a9fa442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dd71659dd04d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e07ffc32ab4f4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48cccf50ce490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4acf400dad4491" /><Relationship Type="http://schemas.openxmlformats.org/officeDocument/2006/relationships/slideLayout" Target="/ppt/slideLayouts/slideLayout1.xml" Id="Redc3df3d958c44f0" /><Relationship Type="http://schemas.openxmlformats.org/officeDocument/2006/relationships/slideLayout" Target="/ppt/slideLayouts/slideLayout2.xml" Id="R21d2644be9a5422c" /><Relationship Type="http://schemas.openxmlformats.org/officeDocument/2006/relationships/slideLayout" Target="/ppt/slideLayouts/slideLayout3.xml" Id="Re54b42466bca415c" /><Relationship Type="http://schemas.openxmlformats.org/officeDocument/2006/relationships/slideLayout" Target="/ppt/slideLayouts/slideLayout4.xml" Id="Rf53fec2d5fca4968" /><Relationship Type="http://schemas.openxmlformats.org/officeDocument/2006/relationships/slideLayout" Target="/ppt/slideLayouts/slideLayout5.xml" Id="R6cb4dbf259c64e3c" /><Relationship Type="http://schemas.openxmlformats.org/officeDocument/2006/relationships/slideLayout" Target="/ppt/slideLayouts/slideLayout6.xml" Id="Rdfac8b7f45c444d9" /><Relationship Type="http://schemas.openxmlformats.org/officeDocument/2006/relationships/slideLayout" Target="/ppt/slideLayouts/slideLayout7.xml" Id="R4e546eff52b74847" /><Relationship Type="http://schemas.openxmlformats.org/officeDocument/2006/relationships/slideLayout" Target="/ppt/slideLayouts/slideLayout8.xml" Id="R8e8d9793128e4344" /><Relationship Type="http://schemas.openxmlformats.org/officeDocument/2006/relationships/slideLayout" Target="/ppt/slideLayouts/slideLayout9.xml" Id="R7c8c51a8ac824b65" /><Relationship Type="http://schemas.openxmlformats.org/officeDocument/2006/relationships/slideLayout" Target="/ppt/slideLayouts/slideLayout10.xml" Id="R279658992d324a09" /><Relationship Type="http://schemas.openxmlformats.org/officeDocument/2006/relationships/slideLayout" Target="/ppt/slideLayouts/slideLayout11.xml" Id="Rb28972553631460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c3df3d958c44f0"/>
    <p:sldLayoutId xmlns:r="http://schemas.openxmlformats.org/officeDocument/2006/relationships" id="2147483650" r:id="R21d2644be9a5422c"/>
    <p:sldLayoutId xmlns:r="http://schemas.openxmlformats.org/officeDocument/2006/relationships" id="2147483651" r:id="Re54b42466bca415c"/>
    <p:sldLayoutId xmlns:r="http://schemas.openxmlformats.org/officeDocument/2006/relationships" id="2147483652" r:id="Rf53fec2d5fca4968"/>
    <p:sldLayoutId xmlns:r="http://schemas.openxmlformats.org/officeDocument/2006/relationships" id="2147483653" r:id="R6cb4dbf259c64e3c"/>
    <p:sldLayoutId xmlns:r="http://schemas.openxmlformats.org/officeDocument/2006/relationships" id="2147483654" r:id="Rdfac8b7f45c444d9"/>
    <p:sldLayoutId xmlns:r="http://schemas.openxmlformats.org/officeDocument/2006/relationships" id="2147483655" r:id="R4e546eff52b74847"/>
    <p:sldLayoutId xmlns:r="http://schemas.openxmlformats.org/officeDocument/2006/relationships" id="2147483656" r:id="R8e8d9793128e4344"/>
    <p:sldLayoutId xmlns:r="http://schemas.openxmlformats.org/officeDocument/2006/relationships" id="2147483657" r:id="R7c8c51a8ac824b65"/>
    <p:sldLayoutId xmlns:r="http://schemas.openxmlformats.org/officeDocument/2006/relationships" id="2147483658" r:id="R279658992d324a09"/>
    <p:sldLayoutId xmlns:r="http://schemas.openxmlformats.org/officeDocument/2006/relationships" id="2147483659" r:id="Rb28972553631460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c00722ee74c71" /><Relationship Type="http://schemas.openxmlformats.org/officeDocument/2006/relationships/notesSlide" Target="/ppt/notesSlides/notesSlide1.xml" Id="Rfa1d83dac0b540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058d53007a4c2d" /><Relationship Type="http://schemas.openxmlformats.org/officeDocument/2006/relationships/notesSlide" Target="/ppt/notesSlides/notesSlide2.xml" Id="R9025d0b00a304c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0b3335a17544f1" /><Relationship Type="http://schemas.openxmlformats.org/officeDocument/2006/relationships/notesSlide" Target="/ppt/notesSlides/notesSlide3.xml" Id="R26444636faf44e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ffb5fc0e6548a1" /><Relationship Type="http://schemas.openxmlformats.org/officeDocument/2006/relationships/notesSlide" Target="/ppt/notesSlides/notesSlide4.xml" Id="Rb208a3f5b5d74d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823fcd03124b02" /><Relationship Type="http://schemas.openxmlformats.org/officeDocument/2006/relationships/notesSlide" Target="/ppt/notesSlides/notesSlide5.xml" Id="R9c0f0cad1f8b49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0fb2a38ed84af8" /><Relationship Type="http://schemas.openxmlformats.org/officeDocument/2006/relationships/notesSlide" Target="/ppt/notesSlides/notesSlide6.xml" Id="Re03cf7a2590049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c565e702ac4c09" /><Relationship Type="http://schemas.openxmlformats.org/officeDocument/2006/relationships/notesSlide" Target="/ppt/notesSlides/notesSlide7.xml" Id="R87eb598f1fb044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381432984f4a93" /><Relationship Type="http://schemas.openxmlformats.org/officeDocument/2006/relationships/notesSlide" Target="/ppt/notesSlides/notesSlide8.xml" Id="Rec58d9c67e324a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523d12e6c5471e" /><Relationship Type="http://schemas.openxmlformats.org/officeDocument/2006/relationships/notesSlide" Target="/ppt/notesSlides/notesSlide9.xml" Id="R2de664b6d47a4d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Nested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windy question skipped when the first answer is no?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answer yes to raining and no to windy, what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if does the inner else belong to, and how does indentation show this?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route is taken for an unexpected first answer such as maybe, and why?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inner question in the example to ask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"strong"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"light"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wind and store the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wind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inside the rain route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 hood will do."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each answer.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example's no-rain route. Ask whether it is sunny and use a nested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sunglasses."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weather gear needed."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library program that asks whether the visitor has a card. Use a nested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so only card holders are asked whether a book is overdue.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"Return the overdue book first."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borrow a book."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"Apply for a library card."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all three routes.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windy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2026-09-29T02:04:11.2100000Z</dcterms:created>
  <dcterms:modified xsi:type="dcterms:W3CDTF">2026-09-29T02:04:11.2100000Z</dcterms:modified>
</coreProperties>
</file>