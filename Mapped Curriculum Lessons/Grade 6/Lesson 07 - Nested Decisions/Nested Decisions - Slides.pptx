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73d3d7b361f42f8" /><Relationship Type="http://schemas.openxmlformats.org/officeDocument/2006/relationships/extended-properties" Target="/docProps/app.xml" Id="R145a16c1c73c4623" /><Relationship Type="http://schemas.openxmlformats.org/officeDocument/2006/relationships/officeDocument" Target="/ppt/presentation.xml" Id="R95f1be6a1764429e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0893a79302984c42"/>
  </p:sldMasterIdLst>
  <p:notesMasterIdLst>
    <p:notesMasterId xmlns:r="http://schemas.openxmlformats.org/officeDocument/2006/relationships" r:id="R39a4418b91954c06"/>
  </p:notesMasterIdLst>
  <p:sldIdLst>
    <p:sldId xmlns:r="http://schemas.openxmlformats.org/officeDocument/2006/relationships" id="256" r:id="Rdf2b4da3da6b498b"/>
    <p:sldId xmlns:r="http://schemas.openxmlformats.org/officeDocument/2006/relationships" id="257" r:id="R1efb6cd748e24308"/>
    <p:sldId xmlns:r="http://schemas.openxmlformats.org/officeDocument/2006/relationships" id="258" r:id="Rab9748e637884b41"/>
    <p:sldId xmlns:r="http://schemas.openxmlformats.org/officeDocument/2006/relationships" id="259" r:id="Rcc9efd7c370e4cd1"/>
    <p:sldId xmlns:r="http://schemas.openxmlformats.org/officeDocument/2006/relationships" id="260" r:id="R717473a30d6c4f92"/>
    <p:sldId xmlns:r="http://schemas.openxmlformats.org/officeDocument/2006/relationships" id="261" r:id="Rf6c8be93390b4296"/>
    <p:sldId xmlns:r="http://schemas.openxmlformats.org/officeDocument/2006/relationships" id="262" r:id="Rd75349408b394fe9"/>
    <p:sldId xmlns:r="http://schemas.openxmlformats.org/officeDocument/2006/relationships" id="263" r:id="R062989e7e01349ca"/>
    <p:sldId xmlns:r="http://schemas.openxmlformats.org/officeDocument/2006/relationships" id="264" r:id="R1629c150e5434c5e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31ba55ff11a14f2a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9df1191adbc4ab8" /><Relationship Type="http://schemas.openxmlformats.org/officeDocument/2006/relationships/slideMaster" Target="/ppt/slideMasters/slideMaster1.xml" Id="R0893a79302984c42" /><Relationship Type="http://schemas.openxmlformats.org/officeDocument/2006/relationships/notesMaster" Target="/ppt/notesMasters/notesMaster1.xml" Id="R39a4418b91954c06" /><Relationship Type="http://schemas.openxmlformats.org/officeDocument/2006/relationships/presProps" Target="/ppt/presProps.xml" Id="R02abe5710e594c54" /><Relationship Type="http://schemas.openxmlformats.org/officeDocument/2006/relationships/viewProps" Target="/ppt/viewProps.xml" Id="R293bfa8ad2f84759" /><Relationship Type="http://schemas.openxmlformats.org/officeDocument/2006/relationships/tableStyles" Target="/ppt/tableStyles.xml" Id="R7f1b37f5f7fb4927" /><Relationship Type="http://schemas.openxmlformats.org/officeDocument/2006/relationships/font" Target="/ppt/fonts/font.dat" Id="R31ba55ff11a14f2a" /><Relationship Type="http://schemas.openxmlformats.org/officeDocument/2006/relationships/slide" Target="/ppt/slides/slide1.xml" Id="Rdf2b4da3da6b498b" /><Relationship Type="http://schemas.openxmlformats.org/officeDocument/2006/relationships/slide" Target="/ppt/slides/slide2.xml" Id="R1efb6cd748e24308" /><Relationship Type="http://schemas.openxmlformats.org/officeDocument/2006/relationships/slide" Target="/ppt/slides/slide3.xml" Id="Rab9748e637884b41" /><Relationship Type="http://schemas.openxmlformats.org/officeDocument/2006/relationships/slide" Target="/ppt/slides/slide4.xml" Id="Rcc9efd7c370e4cd1" /><Relationship Type="http://schemas.openxmlformats.org/officeDocument/2006/relationships/slide" Target="/ppt/slides/slide5.xml" Id="R717473a30d6c4f92" /><Relationship Type="http://schemas.openxmlformats.org/officeDocument/2006/relationships/slide" Target="/ppt/slides/slide6.xml" Id="Rf6c8be93390b4296" /><Relationship Type="http://schemas.openxmlformats.org/officeDocument/2006/relationships/slide" Target="/ppt/slides/slide7.xml" Id="Rd75349408b394fe9" /><Relationship Type="http://schemas.openxmlformats.org/officeDocument/2006/relationships/slide" Target="/ppt/slides/slide8.xml" Id="R062989e7e01349ca" /><Relationship Type="http://schemas.openxmlformats.org/officeDocument/2006/relationships/slide" Target="/ppt/slides/slide9.xml" Id="R1629c150e5434c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5158ee89f7f4b3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ced3073e9f340db" /><Relationship Type="http://schemas.openxmlformats.org/officeDocument/2006/relationships/notesMaster" Target="/ppt/notesMasters/notesMaster1.xml" Id="Rbf15734f0f5b436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95a4fad3b4f4665" /><Relationship Type="http://schemas.openxmlformats.org/officeDocument/2006/relationships/notesMaster" Target="/ppt/notesMasters/notesMaster1.xml" Id="R9c3af694c0f740d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53deafdddb34435" /><Relationship Type="http://schemas.openxmlformats.org/officeDocument/2006/relationships/notesMaster" Target="/ppt/notesMasters/notesMaster1.xml" Id="R996c2a35a097494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671ca25d52f4fc3" /><Relationship Type="http://schemas.openxmlformats.org/officeDocument/2006/relationships/notesMaster" Target="/ppt/notesMasters/notesMaster1.xml" Id="Raf61a5045a814cc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2035972a4b54cad" /><Relationship Type="http://schemas.openxmlformats.org/officeDocument/2006/relationships/notesMaster" Target="/ppt/notesMasters/notesMaster1.xml" Id="R8f954630dfa0407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0d5e7620bbd45e9" /><Relationship Type="http://schemas.openxmlformats.org/officeDocument/2006/relationships/notesMaster" Target="/ppt/notesMasters/notesMaster1.xml" Id="R8a1dfbc12a094b4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01e8d04cfca4dea" /><Relationship Type="http://schemas.openxmlformats.org/officeDocument/2006/relationships/notesMaster" Target="/ppt/notesMasters/notesMaster1.xml" Id="R3b4997d99d904fc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2ae35bef7d04789" /><Relationship Type="http://schemas.openxmlformats.org/officeDocument/2006/relationships/notesMaster" Target="/ppt/notesMasters/notesMaster1.xml" Id="R22fea7734f604ce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c4cf1aa9e844d58" /><Relationship Type="http://schemas.openxmlformats.org/officeDocument/2006/relationships/notesMaster" Target="/ppt/notesMasters/notesMaster1.xml" Id="Re33afea250af481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08d63bcb45420c" /><Relationship Type="http://schemas.openxmlformats.org/officeDocument/2006/relationships/image" Target="/ppt/media/image.png" Id="Rc13559aa5bbe4ff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55dc75650e4f45" /><Relationship Type="http://schemas.openxmlformats.org/officeDocument/2006/relationships/image" Target="/ppt/media/image.png" Id="Rb9b6e61a994748a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bf8264b94f44a3" /><Relationship Type="http://schemas.openxmlformats.org/officeDocument/2006/relationships/image" Target="/ppt/media/image.png" Id="R46b65a2f5ce748b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b5110472af436b" /><Relationship Type="http://schemas.openxmlformats.org/officeDocument/2006/relationships/image" Target="/ppt/media/image.png" Id="Rfd0a0298a3a3408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2489cf20e64b2c" /><Relationship Type="http://schemas.openxmlformats.org/officeDocument/2006/relationships/image" Target="/ppt/media/image.png" Id="Rb3125d1c70a7460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a9644ec7444e3b" /><Relationship Type="http://schemas.openxmlformats.org/officeDocument/2006/relationships/image" Target="/ppt/media/image.png" Id="Rb6c12e3ed3b04c7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162995de1542e3" /><Relationship Type="http://schemas.openxmlformats.org/officeDocument/2006/relationships/image" Target="/ppt/media/image.png" Id="R63d7295991334ad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7c0080a01343ad" /><Relationship Type="http://schemas.openxmlformats.org/officeDocument/2006/relationships/image" Target="/ppt/media/image.png" Id="R29c1b139320c456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f0c40c45734fdb" /><Relationship Type="http://schemas.openxmlformats.org/officeDocument/2006/relationships/image" Target="/ppt/media/image.png" Id="R9a595d4083c147d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98446f31414cc8" /><Relationship Type="http://schemas.openxmlformats.org/officeDocument/2006/relationships/image" Target="/ppt/media/image.png" Id="R3fbf4a9289be40c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72287d4a364ab7" /><Relationship Type="http://schemas.openxmlformats.org/officeDocument/2006/relationships/image" Target="/ppt/media/image.png" Id="Rabcc575cea6141b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13559aa5bbe4ff1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9b6e61a994748a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6b65a2f5ce748b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d0a0298a3a3408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3125d1c70a7460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6c12e3ed3b04c7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3d7295991334ad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9c1b139320c456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a595d4083c147d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fbf4a9289be40c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bcc575cea6141b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99d4024b5234205" /><Relationship Type="http://schemas.openxmlformats.org/officeDocument/2006/relationships/slideLayout" Target="/ppt/slideLayouts/slideLayout1.xml" Id="R390f8bf7ae9f483c" /><Relationship Type="http://schemas.openxmlformats.org/officeDocument/2006/relationships/slideLayout" Target="/ppt/slideLayouts/slideLayout2.xml" Id="Rd452866deb1e4770" /><Relationship Type="http://schemas.openxmlformats.org/officeDocument/2006/relationships/slideLayout" Target="/ppt/slideLayouts/slideLayout3.xml" Id="Rbfd1aab1e52a41fa" /><Relationship Type="http://schemas.openxmlformats.org/officeDocument/2006/relationships/slideLayout" Target="/ppt/slideLayouts/slideLayout4.xml" Id="Rdeae50f5964246d3" /><Relationship Type="http://schemas.openxmlformats.org/officeDocument/2006/relationships/slideLayout" Target="/ppt/slideLayouts/slideLayout5.xml" Id="R93dcbc5a9de54b4b" /><Relationship Type="http://schemas.openxmlformats.org/officeDocument/2006/relationships/slideLayout" Target="/ppt/slideLayouts/slideLayout6.xml" Id="R43c2b23c2ce944ce" /><Relationship Type="http://schemas.openxmlformats.org/officeDocument/2006/relationships/slideLayout" Target="/ppt/slideLayouts/slideLayout7.xml" Id="R876756c68fdb425f" /><Relationship Type="http://schemas.openxmlformats.org/officeDocument/2006/relationships/slideLayout" Target="/ppt/slideLayouts/slideLayout8.xml" Id="R05f156a01d744f33" /><Relationship Type="http://schemas.openxmlformats.org/officeDocument/2006/relationships/slideLayout" Target="/ppt/slideLayouts/slideLayout9.xml" Id="R5c1272a891684290" /><Relationship Type="http://schemas.openxmlformats.org/officeDocument/2006/relationships/slideLayout" Target="/ppt/slideLayouts/slideLayout10.xml" Id="Rdfa9c71aa9d14355" /><Relationship Type="http://schemas.openxmlformats.org/officeDocument/2006/relationships/slideLayout" Target="/ppt/slideLayouts/slideLayout11.xml" Id="R71f0cfe5ef204d6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0f8bf7ae9f483c"/>
    <p:sldLayoutId xmlns:r="http://schemas.openxmlformats.org/officeDocument/2006/relationships" id="2147483650" r:id="Rd452866deb1e4770"/>
    <p:sldLayoutId xmlns:r="http://schemas.openxmlformats.org/officeDocument/2006/relationships" id="2147483651" r:id="Rbfd1aab1e52a41fa"/>
    <p:sldLayoutId xmlns:r="http://schemas.openxmlformats.org/officeDocument/2006/relationships" id="2147483652" r:id="Rdeae50f5964246d3"/>
    <p:sldLayoutId xmlns:r="http://schemas.openxmlformats.org/officeDocument/2006/relationships" id="2147483653" r:id="R93dcbc5a9de54b4b"/>
    <p:sldLayoutId xmlns:r="http://schemas.openxmlformats.org/officeDocument/2006/relationships" id="2147483654" r:id="R43c2b23c2ce944ce"/>
    <p:sldLayoutId xmlns:r="http://schemas.openxmlformats.org/officeDocument/2006/relationships" id="2147483655" r:id="R876756c68fdb425f"/>
    <p:sldLayoutId xmlns:r="http://schemas.openxmlformats.org/officeDocument/2006/relationships" id="2147483656" r:id="R05f156a01d744f33"/>
    <p:sldLayoutId xmlns:r="http://schemas.openxmlformats.org/officeDocument/2006/relationships" id="2147483657" r:id="R5c1272a891684290"/>
    <p:sldLayoutId xmlns:r="http://schemas.openxmlformats.org/officeDocument/2006/relationships" id="2147483658" r:id="Rdfa9c71aa9d14355"/>
    <p:sldLayoutId xmlns:r="http://schemas.openxmlformats.org/officeDocument/2006/relationships" id="2147483659" r:id="R71f0cfe5ef204d63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27828474af4bc3" /><Relationship Type="http://schemas.openxmlformats.org/officeDocument/2006/relationships/notesSlide" Target="/ppt/notesSlides/notesSlide1.xml" Id="R7464fb08a790402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5f3e0a6ea8441c9" /><Relationship Type="http://schemas.openxmlformats.org/officeDocument/2006/relationships/notesSlide" Target="/ppt/notesSlides/notesSlide2.xml" Id="Ra83fc1829aa24af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040954ba72846c9" /><Relationship Type="http://schemas.openxmlformats.org/officeDocument/2006/relationships/notesSlide" Target="/ppt/notesSlides/notesSlide3.xml" Id="Rb94b624b6fe7458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1cff21686f4441" /><Relationship Type="http://schemas.openxmlformats.org/officeDocument/2006/relationships/notesSlide" Target="/ppt/notesSlides/notesSlide4.xml" Id="Rf95130bbce4d496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ea2412a36449ff" /><Relationship Type="http://schemas.openxmlformats.org/officeDocument/2006/relationships/notesSlide" Target="/ppt/notesSlides/notesSlide5.xml" Id="R09a42e0471c549f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86801899834785" /><Relationship Type="http://schemas.openxmlformats.org/officeDocument/2006/relationships/notesSlide" Target="/ppt/notesSlides/notesSlide6.xml" Id="R98bc094d6ab04bc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8cfda23f444777" /><Relationship Type="http://schemas.openxmlformats.org/officeDocument/2006/relationships/notesSlide" Target="/ppt/notesSlides/notesSlide7.xml" Id="R90fea2a70b4e4aa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dc9d26596c4a61" /><Relationship Type="http://schemas.openxmlformats.org/officeDocument/2006/relationships/notesSlide" Target="/ppt/notesSlides/notesSlide8.xml" Id="Rbf3c1ead49634d8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76ca7a811554b6d" /><Relationship Type="http://schemas.openxmlformats.org/officeDocument/2006/relationships/notesSlide" Target="/ppt/notesSlides/notesSlide9.xml" Id="R4e0ae9ff95bc40f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Nested Decisions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07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the windy question skipped when the first answer is no?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answer yes to raining and no to windy, what message appears?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Which if does the inner else belong to, and how does indentation show this?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route is taken for an unexpected first answer such as maybe, and why?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inner question in the example to ask for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"strong"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"light"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"none"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wind and store the answer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wind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inside the rain route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 hood will do."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Test each answer.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example's no-rain route. Ask whether it is sunny and use a nested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statement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sunglasses."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weather gear needed."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otherwise. Test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library program that asks whether the visitor has a card. Use a nested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statement so only card holders are asked whether a book is overdue.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"Return the overdue book first."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borrow a book."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"Apply for a library card."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Test all three routes.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windy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2026-09-28T08:25:47.5430000Z</dcterms:created>
  <dcterms:modified xsi:type="dcterms:W3CDTF">2026-09-28T08:25:47.5430000Z</dcterms:modified>
</coreProperties>
</file>