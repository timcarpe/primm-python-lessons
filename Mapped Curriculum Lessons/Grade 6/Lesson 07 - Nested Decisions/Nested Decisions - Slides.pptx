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92eaa38873468a" /><Relationship Type="http://schemas.openxmlformats.org/officeDocument/2006/relationships/extended-properties" Target="/docProps/app.xml" Id="Rc65b339aa7e5408d" /><Relationship Type="http://schemas.openxmlformats.org/officeDocument/2006/relationships/officeDocument" Target="/ppt/presentation.xml" Id="R5d70bd7bb71e41c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c8d19d8ca2043d3"/>
  </p:sldMasterIdLst>
  <p:notesMasterIdLst>
    <p:notesMasterId xmlns:r="http://schemas.openxmlformats.org/officeDocument/2006/relationships" r:id="R8619ebb23d4f4777"/>
  </p:notesMasterIdLst>
  <p:sldIdLst>
    <p:sldId xmlns:r="http://schemas.openxmlformats.org/officeDocument/2006/relationships" id="256" r:id="R496f27693c47430d"/>
    <p:sldId xmlns:r="http://schemas.openxmlformats.org/officeDocument/2006/relationships" id="257" r:id="R658c8d7262284624"/>
    <p:sldId xmlns:r="http://schemas.openxmlformats.org/officeDocument/2006/relationships" id="258" r:id="R8f4d4d2451bf4810"/>
    <p:sldId xmlns:r="http://schemas.openxmlformats.org/officeDocument/2006/relationships" id="259" r:id="R75babe3c7525499d"/>
    <p:sldId xmlns:r="http://schemas.openxmlformats.org/officeDocument/2006/relationships" id="260" r:id="Ra305e9fd48df4028"/>
    <p:sldId xmlns:r="http://schemas.openxmlformats.org/officeDocument/2006/relationships" id="261" r:id="R1cfe1190011e4260"/>
    <p:sldId xmlns:r="http://schemas.openxmlformats.org/officeDocument/2006/relationships" id="262" r:id="R1a93871d960a4b5e"/>
    <p:sldId xmlns:r="http://schemas.openxmlformats.org/officeDocument/2006/relationships" id="263" r:id="Rc67cbb12675c4c11"/>
    <p:sldId xmlns:r="http://schemas.openxmlformats.org/officeDocument/2006/relationships" id="264" r:id="Rccf1db8607684cb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878fb77ad44465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30e26b2cc5450f" /><Relationship Type="http://schemas.openxmlformats.org/officeDocument/2006/relationships/slideMaster" Target="/ppt/slideMasters/slideMaster1.xml" Id="R2c8d19d8ca2043d3" /><Relationship Type="http://schemas.openxmlformats.org/officeDocument/2006/relationships/notesMaster" Target="/ppt/notesMasters/notesMaster1.xml" Id="R8619ebb23d4f4777" /><Relationship Type="http://schemas.openxmlformats.org/officeDocument/2006/relationships/presProps" Target="/ppt/presProps.xml" Id="R43e7f0e8eeee4a78" /><Relationship Type="http://schemas.openxmlformats.org/officeDocument/2006/relationships/viewProps" Target="/ppt/viewProps.xml" Id="R8a94e649a65d438d" /><Relationship Type="http://schemas.openxmlformats.org/officeDocument/2006/relationships/tableStyles" Target="/ppt/tableStyles.xml" Id="Re3888e71e5064112" /><Relationship Type="http://schemas.openxmlformats.org/officeDocument/2006/relationships/font" Target="/ppt/fonts/font.dat" Id="R2878fb77ad444652" /><Relationship Type="http://schemas.openxmlformats.org/officeDocument/2006/relationships/slide" Target="/ppt/slides/slide1.xml" Id="R496f27693c47430d" /><Relationship Type="http://schemas.openxmlformats.org/officeDocument/2006/relationships/slide" Target="/ppt/slides/slide2.xml" Id="R658c8d7262284624" /><Relationship Type="http://schemas.openxmlformats.org/officeDocument/2006/relationships/slide" Target="/ppt/slides/slide3.xml" Id="R8f4d4d2451bf4810" /><Relationship Type="http://schemas.openxmlformats.org/officeDocument/2006/relationships/slide" Target="/ppt/slides/slide4.xml" Id="R75babe3c7525499d" /><Relationship Type="http://schemas.openxmlformats.org/officeDocument/2006/relationships/slide" Target="/ppt/slides/slide5.xml" Id="Ra305e9fd48df4028" /><Relationship Type="http://schemas.openxmlformats.org/officeDocument/2006/relationships/slide" Target="/ppt/slides/slide6.xml" Id="R1cfe1190011e4260" /><Relationship Type="http://schemas.openxmlformats.org/officeDocument/2006/relationships/slide" Target="/ppt/slides/slide7.xml" Id="R1a93871d960a4b5e" /><Relationship Type="http://schemas.openxmlformats.org/officeDocument/2006/relationships/slide" Target="/ppt/slides/slide8.xml" Id="Rc67cbb12675c4c11" /><Relationship Type="http://schemas.openxmlformats.org/officeDocument/2006/relationships/slide" Target="/ppt/slides/slide9.xml" Id="Rccf1db8607684c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24e77199184b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71420564c74012" /><Relationship Type="http://schemas.openxmlformats.org/officeDocument/2006/relationships/notesMaster" Target="/ppt/notesMasters/notesMaster1.xml" Id="Rbc7b55b2538a46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4c21fa23884695" /><Relationship Type="http://schemas.openxmlformats.org/officeDocument/2006/relationships/notesMaster" Target="/ppt/notesMasters/notesMaster1.xml" Id="R62c12e1273294d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000f2018d74802" /><Relationship Type="http://schemas.openxmlformats.org/officeDocument/2006/relationships/notesMaster" Target="/ppt/notesMasters/notesMaster1.xml" Id="Raf1f82ab79854a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24412489f9446d" /><Relationship Type="http://schemas.openxmlformats.org/officeDocument/2006/relationships/notesMaster" Target="/ppt/notesMasters/notesMaster1.xml" Id="R27c9fbe9c22143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7ea129e7cf41c8" /><Relationship Type="http://schemas.openxmlformats.org/officeDocument/2006/relationships/notesMaster" Target="/ppt/notesMasters/notesMaster1.xml" Id="Rd7e453c852be4d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47da33228943ad" /><Relationship Type="http://schemas.openxmlformats.org/officeDocument/2006/relationships/notesMaster" Target="/ppt/notesMasters/notesMaster1.xml" Id="R9c4f2783515343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8139b81e7440f4" /><Relationship Type="http://schemas.openxmlformats.org/officeDocument/2006/relationships/notesMaster" Target="/ppt/notesMasters/notesMaster1.xml" Id="R8166fcd7d22748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5c5ae1f2cc4c20" /><Relationship Type="http://schemas.openxmlformats.org/officeDocument/2006/relationships/notesMaster" Target="/ppt/notesMasters/notesMaster1.xml" Id="R992fc74130c34e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3e09af01a44019" /><Relationship Type="http://schemas.openxmlformats.org/officeDocument/2006/relationships/notesMaster" Target="/ppt/notesMasters/notesMaster1.xml" Id="Rf2a0c67451e84c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69716bb5744c2" /><Relationship Type="http://schemas.openxmlformats.org/officeDocument/2006/relationships/image" Target="/ppt/media/image.png" Id="Rd16b74fdb83e40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7b5bbd95a4cd8" /><Relationship Type="http://schemas.openxmlformats.org/officeDocument/2006/relationships/image" Target="/ppt/media/image.png" Id="R2647725dbe174b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6039a0406c47d6" /><Relationship Type="http://schemas.openxmlformats.org/officeDocument/2006/relationships/image" Target="/ppt/media/image.png" Id="R7ba30f10b43d48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62b226fad64cb4" /><Relationship Type="http://schemas.openxmlformats.org/officeDocument/2006/relationships/image" Target="/ppt/media/image.png" Id="R0c931f88c57f4f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6a5a2fad443dd" /><Relationship Type="http://schemas.openxmlformats.org/officeDocument/2006/relationships/image" Target="/ppt/media/image.png" Id="R3e1756e8d6bd4d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c258081ab499f" /><Relationship Type="http://schemas.openxmlformats.org/officeDocument/2006/relationships/image" Target="/ppt/media/image.png" Id="R6eb12f767fc54dd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2b736ad08e4d28" /><Relationship Type="http://schemas.openxmlformats.org/officeDocument/2006/relationships/image" Target="/ppt/media/image.png" Id="Rb3285441a01a4a4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907bac17ae49f8" /><Relationship Type="http://schemas.openxmlformats.org/officeDocument/2006/relationships/image" Target="/ppt/media/image.png" Id="R0af280c7e5b943f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aeb0527682437a" /><Relationship Type="http://schemas.openxmlformats.org/officeDocument/2006/relationships/image" Target="/ppt/media/image.png" Id="R5b356e1b4e7c4c1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d975577dd54de2" /><Relationship Type="http://schemas.openxmlformats.org/officeDocument/2006/relationships/image" Target="/ppt/media/image.png" Id="R6a7357aa9b1e4b0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f24c7fab1c43a9" /><Relationship Type="http://schemas.openxmlformats.org/officeDocument/2006/relationships/image" Target="/ppt/media/image.png" Id="R9508227c45714fe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6b74fdb83e40e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47725dbe174b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a30f10b43d48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931f88c57f4f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1756e8d6bd4d3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b12f767fc54d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285441a01a4a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f280c7e5b943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356e1b4e7c4c1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7357aa9b1e4b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08227c45714f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a320ced2a749b5" /><Relationship Type="http://schemas.openxmlformats.org/officeDocument/2006/relationships/slideLayout" Target="/ppt/slideLayouts/slideLayout1.xml" Id="Raa2dc05079f24974" /><Relationship Type="http://schemas.openxmlformats.org/officeDocument/2006/relationships/slideLayout" Target="/ppt/slideLayouts/slideLayout2.xml" Id="R704296c22c7444a7" /><Relationship Type="http://schemas.openxmlformats.org/officeDocument/2006/relationships/slideLayout" Target="/ppt/slideLayouts/slideLayout3.xml" Id="R51ad389b96984c45" /><Relationship Type="http://schemas.openxmlformats.org/officeDocument/2006/relationships/slideLayout" Target="/ppt/slideLayouts/slideLayout4.xml" Id="R45a601dcaa334493" /><Relationship Type="http://schemas.openxmlformats.org/officeDocument/2006/relationships/slideLayout" Target="/ppt/slideLayouts/slideLayout5.xml" Id="R32be65ead8c449e4" /><Relationship Type="http://schemas.openxmlformats.org/officeDocument/2006/relationships/slideLayout" Target="/ppt/slideLayouts/slideLayout6.xml" Id="R0b2204f724134c7e" /><Relationship Type="http://schemas.openxmlformats.org/officeDocument/2006/relationships/slideLayout" Target="/ppt/slideLayouts/slideLayout7.xml" Id="R6793dab2319a4b5f" /><Relationship Type="http://schemas.openxmlformats.org/officeDocument/2006/relationships/slideLayout" Target="/ppt/slideLayouts/slideLayout8.xml" Id="R36537b8162df42f8" /><Relationship Type="http://schemas.openxmlformats.org/officeDocument/2006/relationships/slideLayout" Target="/ppt/slideLayouts/slideLayout9.xml" Id="Rb50dc9f1118949b5" /><Relationship Type="http://schemas.openxmlformats.org/officeDocument/2006/relationships/slideLayout" Target="/ppt/slideLayouts/slideLayout10.xml" Id="Rac73d445c19f43f2" /><Relationship Type="http://schemas.openxmlformats.org/officeDocument/2006/relationships/slideLayout" Target="/ppt/slideLayouts/slideLayout11.xml" Id="Rb73c01681da24c2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2dc05079f24974"/>
    <p:sldLayoutId xmlns:r="http://schemas.openxmlformats.org/officeDocument/2006/relationships" id="2147483650" r:id="R704296c22c7444a7"/>
    <p:sldLayoutId xmlns:r="http://schemas.openxmlformats.org/officeDocument/2006/relationships" id="2147483651" r:id="R51ad389b96984c45"/>
    <p:sldLayoutId xmlns:r="http://schemas.openxmlformats.org/officeDocument/2006/relationships" id="2147483652" r:id="R45a601dcaa334493"/>
    <p:sldLayoutId xmlns:r="http://schemas.openxmlformats.org/officeDocument/2006/relationships" id="2147483653" r:id="R32be65ead8c449e4"/>
    <p:sldLayoutId xmlns:r="http://schemas.openxmlformats.org/officeDocument/2006/relationships" id="2147483654" r:id="R0b2204f724134c7e"/>
    <p:sldLayoutId xmlns:r="http://schemas.openxmlformats.org/officeDocument/2006/relationships" id="2147483655" r:id="R6793dab2319a4b5f"/>
    <p:sldLayoutId xmlns:r="http://schemas.openxmlformats.org/officeDocument/2006/relationships" id="2147483656" r:id="R36537b8162df42f8"/>
    <p:sldLayoutId xmlns:r="http://schemas.openxmlformats.org/officeDocument/2006/relationships" id="2147483657" r:id="Rb50dc9f1118949b5"/>
    <p:sldLayoutId xmlns:r="http://schemas.openxmlformats.org/officeDocument/2006/relationships" id="2147483658" r:id="Rac73d445c19f43f2"/>
    <p:sldLayoutId xmlns:r="http://schemas.openxmlformats.org/officeDocument/2006/relationships" id="2147483659" r:id="Rb73c01681da24c2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36b0d85fe44c2" /><Relationship Type="http://schemas.openxmlformats.org/officeDocument/2006/relationships/notesSlide" Target="/ppt/notesSlides/notesSlide1.xml" Id="R59723e33832948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5d5591027e4959" /><Relationship Type="http://schemas.openxmlformats.org/officeDocument/2006/relationships/notesSlide" Target="/ppt/notesSlides/notesSlide2.xml" Id="R7d8460109c7748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8b5053fdb04896" /><Relationship Type="http://schemas.openxmlformats.org/officeDocument/2006/relationships/notesSlide" Target="/ppt/notesSlides/notesSlide3.xml" Id="R5fbb10b388f142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b8e225db4943c3" /><Relationship Type="http://schemas.openxmlformats.org/officeDocument/2006/relationships/notesSlide" Target="/ppt/notesSlides/notesSlide4.xml" Id="Rd4d40ca24be040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fd471492da44fb" /><Relationship Type="http://schemas.openxmlformats.org/officeDocument/2006/relationships/notesSlide" Target="/ppt/notesSlides/notesSlide5.xml" Id="R108ce87bfd664a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5a9c388b0f4a10" /><Relationship Type="http://schemas.openxmlformats.org/officeDocument/2006/relationships/notesSlide" Target="/ppt/notesSlides/notesSlide6.xml" Id="Rdfb8b4241b7c45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57baae20f84b0f" /><Relationship Type="http://schemas.openxmlformats.org/officeDocument/2006/relationships/notesSlide" Target="/ppt/notesSlides/notesSlide7.xml" Id="R12cc52653c4340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e558db86af4e50" /><Relationship Type="http://schemas.openxmlformats.org/officeDocument/2006/relationships/notesSlide" Target="/ppt/notesSlides/notesSlide8.xml" Id="R2c0b8b5df17e40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5a1851f6014cb2" /><Relationship Type="http://schemas.openxmlformats.org/officeDocument/2006/relationships/notesSlide" Target="/ppt/notesSlides/notesSlide9.xml" Id="Rde872a175a5143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Nested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windy question skipped when the first answer is no?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answer yes to raining and no to windy, what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if does the inner else belong to, and how does indentation show this?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route is taken for an unexpected first answer such as maybe, and why?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inner question in the example to ask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"strong"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"light"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wind and store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wind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inside the rain route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 hood will do."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each answer.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example's no-rain route. Ask whether it is sunny and use a nested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sunglasses."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weather gear needed."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library program that asks whether the visitor has a card. Use a nested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so only card holders are asked whether a book is overdue.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"Return the overdue book first."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borrow a book."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"Apply for a library card."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all three routes.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windy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2026-09-28T06:16:45.5580000Z</dcterms:created>
  <dcterms:modified xsi:type="dcterms:W3CDTF">2026-09-28T06:16:45.5580000Z</dcterms:modified>
</coreProperties>
</file>