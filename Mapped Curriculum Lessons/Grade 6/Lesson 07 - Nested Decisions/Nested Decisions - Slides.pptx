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e9aba3b1a24e9a" /><Relationship Type="http://schemas.openxmlformats.org/officeDocument/2006/relationships/extended-properties" Target="/docProps/app.xml" Id="R2b1c7ce1974d4e5e" /><Relationship Type="http://schemas.openxmlformats.org/officeDocument/2006/relationships/officeDocument" Target="/ppt/presentation.xml" Id="Re21bb6cefe1d4f0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0183dd5db7b4103"/>
  </p:sldMasterIdLst>
  <p:notesMasterIdLst>
    <p:notesMasterId xmlns:r="http://schemas.openxmlformats.org/officeDocument/2006/relationships" r:id="Red33db1fabcb4aa8"/>
  </p:notesMasterIdLst>
  <p:sldIdLst>
    <p:sldId xmlns:r="http://schemas.openxmlformats.org/officeDocument/2006/relationships" id="256" r:id="R41f188e4a54644d7"/>
    <p:sldId xmlns:r="http://schemas.openxmlformats.org/officeDocument/2006/relationships" id="257" r:id="Rabd0bb9af5f241b5"/>
    <p:sldId xmlns:r="http://schemas.openxmlformats.org/officeDocument/2006/relationships" id="258" r:id="R3562e1d7b9dc4a47"/>
    <p:sldId xmlns:r="http://schemas.openxmlformats.org/officeDocument/2006/relationships" id="259" r:id="R6ec8ad5c74224dfe"/>
    <p:sldId xmlns:r="http://schemas.openxmlformats.org/officeDocument/2006/relationships" id="260" r:id="R372ff9b24b8545ea"/>
    <p:sldId xmlns:r="http://schemas.openxmlformats.org/officeDocument/2006/relationships" id="261" r:id="Rd084f0c32bf5435e"/>
    <p:sldId xmlns:r="http://schemas.openxmlformats.org/officeDocument/2006/relationships" id="262" r:id="R9efe2f9eb64f400d"/>
    <p:sldId xmlns:r="http://schemas.openxmlformats.org/officeDocument/2006/relationships" id="263" r:id="R60b10becc8594407"/>
    <p:sldId xmlns:r="http://schemas.openxmlformats.org/officeDocument/2006/relationships" id="264" r:id="Re6a0066fef0d4705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721753f6ca7a4e8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27bb90d748487b" /><Relationship Type="http://schemas.openxmlformats.org/officeDocument/2006/relationships/slideMaster" Target="/ppt/slideMasters/slideMaster1.xml" Id="R50183dd5db7b4103" /><Relationship Type="http://schemas.openxmlformats.org/officeDocument/2006/relationships/notesMaster" Target="/ppt/notesMasters/notesMaster1.xml" Id="Red33db1fabcb4aa8" /><Relationship Type="http://schemas.openxmlformats.org/officeDocument/2006/relationships/presProps" Target="/ppt/presProps.xml" Id="R741b38deafe344cc" /><Relationship Type="http://schemas.openxmlformats.org/officeDocument/2006/relationships/viewProps" Target="/ppt/viewProps.xml" Id="R16ddb2f812bb42d1" /><Relationship Type="http://schemas.openxmlformats.org/officeDocument/2006/relationships/tableStyles" Target="/ppt/tableStyles.xml" Id="R6b1cd0d452614080" /><Relationship Type="http://schemas.openxmlformats.org/officeDocument/2006/relationships/font" Target="/ppt/fonts/font.dat" Id="R721753f6ca7a4e87" /><Relationship Type="http://schemas.openxmlformats.org/officeDocument/2006/relationships/slide" Target="/ppt/slides/slide1.xml" Id="R41f188e4a54644d7" /><Relationship Type="http://schemas.openxmlformats.org/officeDocument/2006/relationships/slide" Target="/ppt/slides/slide2.xml" Id="Rabd0bb9af5f241b5" /><Relationship Type="http://schemas.openxmlformats.org/officeDocument/2006/relationships/slide" Target="/ppt/slides/slide3.xml" Id="R3562e1d7b9dc4a47" /><Relationship Type="http://schemas.openxmlformats.org/officeDocument/2006/relationships/slide" Target="/ppt/slides/slide4.xml" Id="R6ec8ad5c74224dfe" /><Relationship Type="http://schemas.openxmlformats.org/officeDocument/2006/relationships/slide" Target="/ppt/slides/slide5.xml" Id="R372ff9b24b8545ea" /><Relationship Type="http://schemas.openxmlformats.org/officeDocument/2006/relationships/slide" Target="/ppt/slides/slide6.xml" Id="Rd084f0c32bf5435e" /><Relationship Type="http://schemas.openxmlformats.org/officeDocument/2006/relationships/slide" Target="/ppt/slides/slide7.xml" Id="R9efe2f9eb64f400d" /><Relationship Type="http://schemas.openxmlformats.org/officeDocument/2006/relationships/slide" Target="/ppt/slides/slide8.xml" Id="R60b10becc8594407" /><Relationship Type="http://schemas.openxmlformats.org/officeDocument/2006/relationships/slide" Target="/ppt/slides/slide9.xml" Id="Re6a0066fef0d47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bd0a0941e645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535ee9d83242e4" /><Relationship Type="http://schemas.openxmlformats.org/officeDocument/2006/relationships/notesMaster" Target="/ppt/notesMasters/notesMaster1.xml" Id="Re9669b7424cd4b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1fa99e3d3341b5" /><Relationship Type="http://schemas.openxmlformats.org/officeDocument/2006/relationships/notesMaster" Target="/ppt/notesMasters/notesMaster1.xml" Id="R437e018491cc43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17c3a7b4424f54" /><Relationship Type="http://schemas.openxmlformats.org/officeDocument/2006/relationships/notesMaster" Target="/ppt/notesMasters/notesMaster1.xml" Id="R6b1178a2488849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b6a353bcd34d8e" /><Relationship Type="http://schemas.openxmlformats.org/officeDocument/2006/relationships/notesMaster" Target="/ppt/notesMasters/notesMaster1.xml" Id="R50421e085f7e4c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82cd68cfed444d" /><Relationship Type="http://schemas.openxmlformats.org/officeDocument/2006/relationships/notesMaster" Target="/ppt/notesMasters/notesMaster1.xml" Id="R4e2e25226bf347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52be5c9f4846b1" /><Relationship Type="http://schemas.openxmlformats.org/officeDocument/2006/relationships/notesMaster" Target="/ppt/notesMasters/notesMaster1.xml" Id="Re8b7e9e954354b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3a87480c154b8a" /><Relationship Type="http://schemas.openxmlformats.org/officeDocument/2006/relationships/notesMaster" Target="/ppt/notesMasters/notesMaster1.xml" Id="R137c63f3aa9647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97d4e5952d4202" /><Relationship Type="http://schemas.openxmlformats.org/officeDocument/2006/relationships/notesMaster" Target="/ppt/notesMasters/notesMaster1.xml" Id="R47a36b6ff92949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4d1f13f05b4af7" /><Relationship Type="http://schemas.openxmlformats.org/officeDocument/2006/relationships/notesMaster" Target="/ppt/notesMasters/notesMaster1.xml" Id="Ra3daea28fb3d44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30f2627944da4" /><Relationship Type="http://schemas.openxmlformats.org/officeDocument/2006/relationships/image" Target="/ppt/media/image.png" Id="R15f55433aa1c48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70c3d19534372" /><Relationship Type="http://schemas.openxmlformats.org/officeDocument/2006/relationships/image" Target="/ppt/media/image.png" Id="Radefd0311f4e48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956bff4574939" /><Relationship Type="http://schemas.openxmlformats.org/officeDocument/2006/relationships/image" Target="/ppt/media/image.png" Id="R0e046b69e0fc47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981ddd0f94625" /><Relationship Type="http://schemas.openxmlformats.org/officeDocument/2006/relationships/image" Target="/ppt/media/image.png" Id="Re386b16393cf4f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ef8cbbb2f479b" /><Relationship Type="http://schemas.openxmlformats.org/officeDocument/2006/relationships/image" Target="/ppt/media/image.png" Id="Rae5714e9ed9248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18032181e4160" /><Relationship Type="http://schemas.openxmlformats.org/officeDocument/2006/relationships/image" Target="/ppt/media/image.png" Id="Ra9e6062241b8445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3d9806bc334db2" /><Relationship Type="http://schemas.openxmlformats.org/officeDocument/2006/relationships/image" Target="/ppt/media/image.png" Id="Ra01b7054ad87463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49c779f6f4172" /><Relationship Type="http://schemas.openxmlformats.org/officeDocument/2006/relationships/image" Target="/ppt/media/image.png" Id="R7310de745786461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07648f35249f9" /><Relationship Type="http://schemas.openxmlformats.org/officeDocument/2006/relationships/image" Target="/ppt/media/image.png" Id="Rc09f59acb9fd4f4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4d12d628a4c43" /><Relationship Type="http://schemas.openxmlformats.org/officeDocument/2006/relationships/image" Target="/ppt/media/image.png" Id="Rdbd9670c67ce46e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5a2586f014da5" /><Relationship Type="http://schemas.openxmlformats.org/officeDocument/2006/relationships/image" Target="/ppt/media/image.png" Id="Rd6ef514f48434b3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5f55433aa1c4802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efd0311f4e48b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046b69e0fc473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86b16393cf4f2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e5714e9ed92489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e6062241b8445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1b7054ad87463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310de745786461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09f59acb9fd4f4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d9670c67ce46e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ef514f48434b3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b50238854b491c" /><Relationship Type="http://schemas.openxmlformats.org/officeDocument/2006/relationships/slideLayout" Target="/ppt/slideLayouts/slideLayout1.xml" Id="R723e8c3e6e5c489a" /><Relationship Type="http://schemas.openxmlformats.org/officeDocument/2006/relationships/slideLayout" Target="/ppt/slideLayouts/slideLayout2.xml" Id="Rb6c89d93138540c9" /><Relationship Type="http://schemas.openxmlformats.org/officeDocument/2006/relationships/slideLayout" Target="/ppt/slideLayouts/slideLayout3.xml" Id="Ra63a41624e2d474e" /><Relationship Type="http://schemas.openxmlformats.org/officeDocument/2006/relationships/slideLayout" Target="/ppt/slideLayouts/slideLayout4.xml" Id="R482d33d58d8440ae" /><Relationship Type="http://schemas.openxmlformats.org/officeDocument/2006/relationships/slideLayout" Target="/ppt/slideLayouts/slideLayout5.xml" Id="R7566f02b5d7e4339" /><Relationship Type="http://schemas.openxmlformats.org/officeDocument/2006/relationships/slideLayout" Target="/ppt/slideLayouts/slideLayout6.xml" Id="Racb6b2ff0bdb4b07" /><Relationship Type="http://schemas.openxmlformats.org/officeDocument/2006/relationships/slideLayout" Target="/ppt/slideLayouts/slideLayout7.xml" Id="R0ba3468ebabe4f65" /><Relationship Type="http://schemas.openxmlformats.org/officeDocument/2006/relationships/slideLayout" Target="/ppt/slideLayouts/slideLayout8.xml" Id="R6b6e463be95f46ff" /><Relationship Type="http://schemas.openxmlformats.org/officeDocument/2006/relationships/slideLayout" Target="/ppt/slideLayouts/slideLayout9.xml" Id="R22925c2a9c3e4f30" /><Relationship Type="http://schemas.openxmlformats.org/officeDocument/2006/relationships/slideLayout" Target="/ppt/slideLayouts/slideLayout10.xml" Id="R456107c399694239" /><Relationship Type="http://schemas.openxmlformats.org/officeDocument/2006/relationships/slideLayout" Target="/ppt/slideLayouts/slideLayout11.xml" Id="R88560ef2db09497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3e8c3e6e5c489a"/>
    <p:sldLayoutId xmlns:r="http://schemas.openxmlformats.org/officeDocument/2006/relationships" id="2147483650" r:id="Rb6c89d93138540c9"/>
    <p:sldLayoutId xmlns:r="http://schemas.openxmlformats.org/officeDocument/2006/relationships" id="2147483651" r:id="Ra63a41624e2d474e"/>
    <p:sldLayoutId xmlns:r="http://schemas.openxmlformats.org/officeDocument/2006/relationships" id="2147483652" r:id="R482d33d58d8440ae"/>
    <p:sldLayoutId xmlns:r="http://schemas.openxmlformats.org/officeDocument/2006/relationships" id="2147483653" r:id="R7566f02b5d7e4339"/>
    <p:sldLayoutId xmlns:r="http://schemas.openxmlformats.org/officeDocument/2006/relationships" id="2147483654" r:id="Racb6b2ff0bdb4b07"/>
    <p:sldLayoutId xmlns:r="http://schemas.openxmlformats.org/officeDocument/2006/relationships" id="2147483655" r:id="R0ba3468ebabe4f65"/>
    <p:sldLayoutId xmlns:r="http://schemas.openxmlformats.org/officeDocument/2006/relationships" id="2147483656" r:id="R6b6e463be95f46ff"/>
    <p:sldLayoutId xmlns:r="http://schemas.openxmlformats.org/officeDocument/2006/relationships" id="2147483657" r:id="R22925c2a9c3e4f30"/>
    <p:sldLayoutId xmlns:r="http://schemas.openxmlformats.org/officeDocument/2006/relationships" id="2147483658" r:id="R456107c399694239"/>
    <p:sldLayoutId xmlns:r="http://schemas.openxmlformats.org/officeDocument/2006/relationships" id="2147483659" r:id="R88560ef2db094971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1cfe2803f4c8a" /><Relationship Type="http://schemas.openxmlformats.org/officeDocument/2006/relationships/notesSlide" Target="/ppt/notesSlides/notesSlide1.xml" Id="R1f8bf221456349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a2fbb954224e81" /><Relationship Type="http://schemas.openxmlformats.org/officeDocument/2006/relationships/notesSlide" Target="/ppt/notesSlides/notesSlide2.xml" Id="R1c2484dd89a64d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093d5d1a7b4fcc" /><Relationship Type="http://schemas.openxmlformats.org/officeDocument/2006/relationships/notesSlide" Target="/ppt/notesSlides/notesSlide3.xml" Id="R3dafe2467d2549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e01d37df604c16" /><Relationship Type="http://schemas.openxmlformats.org/officeDocument/2006/relationships/notesSlide" Target="/ppt/notesSlides/notesSlide4.xml" Id="Rac669c0c671442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617636cea94a84" /><Relationship Type="http://schemas.openxmlformats.org/officeDocument/2006/relationships/notesSlide" Target="/ppt/notesSlides/notesSlide5.xml" Id="Rb2e962a7d58945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c4cac0b9df4cbf" /><Relationship Type="http://schemas.openxmlformats.org/officeDocument/2006/relationships/notesSlide" Target="/ppt/notesSlides/notesSlide6.xml" Id="R406778e2cfdd41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ff920ef2ce42d0" /><Relationship Type="http://schemas.openxmlformats.org/officeDocument/2006/relationships/notesSlide" Target="/ppt/notesSlides/notesSlide7.xml" Id="R12c368b84c194b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a428ab56d54303" /><Relationship Type="http://schemas.openxmlformats.org/officeDocument/2006/relationships/notesSlide" Target="/ppt/notesSlides/notesSlide8.xml" Id="R042d419351a945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561ba868cb42d2" /><Relationship Type="http://schemas.openxmlformats.org/officeDocument/2006/relationships/notesSlide" Target="/ppt/notesSlides/notesSlide9.xml" Id="Rc284e82605dd4d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Nested Decisions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07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is the windy question skipped when the first answer is no?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If you answer yes to raining and no to windy, what message appears?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Which if does the inner else belong to, and how does indentation show this?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What route is taken for an unexpected first answer such as maybe, and why?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12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12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8242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When [raining] is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ask whether the wind is strong or light and store the answer in [wind_strength].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"strong"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"light"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Keep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when [raining] is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Test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"strong"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Test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12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12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783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decision for when [raining] is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Ask whether it is sunny and store the answer in [sunny].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sunglasses."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when [sunny] is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otherwise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weather gear needed."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Keep the two rain outputs unchanged. Test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sunglasses."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Test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weather gear needed."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12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12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7685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Ask whether the visitor has a library card and store the answer in [has_card]. Use a nested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statement. When [has_card] is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ask whether a book is overdue and store the answer in [overdue].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"Return the overdue book first."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when [overdue] is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otherwise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borrow a book."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When [has_card] is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"Apply for a library card."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Test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verify all three outputs.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12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12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54933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windy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2026-08-28T09:20:57.1570000Z</dcterms:created>
  <dcterms:modified xsi:type="dcterms:W3CDTF">2026-08-28T09:20:57.1570000Z</dcterms:modified>
</coreProperties>
</file>