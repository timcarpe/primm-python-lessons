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73da70da0e4b4d" /><Relationship Type="http://schemas.openxmlformats.org/officeDocument/2006/relationships/extended-properties" Target="/docProps/app.xml" Id="R710eacfcbfdd44e0" /><Relationship Type="http://schemas.openxmlformats.org/officeDocument/2006/relationships/officeDocument" Target="/ppt/presentation.xml" Id="R954cb1fe6ccb4ae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f2608a4e2834c1c"/>
  </p:sldMasterIdLst>
  <p:notesMasterIdLst>
    <p:notesMasterId xmlns:r="http://schemas.openxmlformats.org/officeDocument/2006/relationships" r:id="R5c8036ec00ad4431"/>
  </p:notesMasterIdLst>
  <p:sldIdLst>
    <p:sldId xmlns:r="http://schemas.openxmlformats.org/officeDocument/2006/relationships" id="256" r:id="R8e4e7879dc5a4513"/>
    <p:sldId xmlns:r="http://schemas.openxmlformats.org/officeDocument/2006/relationships" id="257" r:id="R6c7b8ba4fdec4c08"/>
    <p:sldId xmlns:r="http://schemas.openxmlformats.org/officeDocument/2006/relationships" id="258" r:id="R4c56a3f0e3714f52"/>
    <p:sldId xmlns:r="http://schemas.openxmlformats.org/officeDocument/2006/relationships" id="259" r:id="R0ddd49bbcd324112"/>
    <p:sldId xmlns:r="http://schemas.openxmlformats.org/officeDocument/2006/relationships" id="260" r:id="Rb8e25121a3404c41"/>
    <p:sldId xmlns:r="http://schemas.openxmlformats.org/officeDocument/2006/relationships" id="261" r:id="Ra7584585927d44bf"/>
    <p:sldId xmlns:r="http://schemas.openxmlformats.org/officeDocument/2006/relationships" id="262" r:id="Rb482bc5ea8ad4bbe"/>
    <p:sldId xmlns:r="http://schemas.openxmlformats.org/officeDocument/2006/relationships" id="263" r:id="R8ed7146f5e8d4b9d"/>
    <p:sldId xmlns:r="http://schemas.openxmlformats.org/officeDocument/2006/relationships" id="264" r:id="R830b895ef3e64ac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583e21adfb14c7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de4c60fe0f4399" /><Relationship Type="http://schemas.openxmlformats.org/officeDocument/2006/relationships/slideMaster" Target="/ppt/slideMasters/slideMaster1.xml" Id="R6f2608a4e2834c1c" /><Relationship Type="http://schemas.openxmlformats.org/officeDocument/2006/relationships/notesMaster" Target="/ppt/notesMasters/notesMaster1.xml" Id="R5c8036ec00ad4431" /><Relationship Type="http://schemas.openxmlformats.org/officeDocument/2006/relationships/presProps" Target="/ppt/presProps.xml" Id="R94675af04dcf4673" /><Relationship Type="http://schemas.openxmlformats.org/officeDocument/2006/relationships/viewProps" Target="/ppt/viewProps.xml" Id="Rab690a15e58f4781" /><Relationship Type="http://schemas.openxmlformats.org/officeDocument/2006/relationships/tableStyles" Target="/ppt/tableStyles.xml" Id="Rb5630157bec44802" /><Relationship Type="http://schemas.openxmlformats.org/officeDocument/2006/relationships/font" Target="/ppt/fonts/font.dat" Id="Rf583e21adfb14c7e" /><Relationship Type="http://schemas.openxmlformats.org/officeDocument/2006/relationships/slide" Target="/ppt/slides/slide1.xml" Id="R8e4e7879dc5a4513" /><Relationship Type="http://schemas.openxmlformats.org/officeDocument/2006/relationships/slide" Target="/ppt/slides/slide2.xml" Id="R6c7b8ba4fdec4c08" /><Relationship Type="http://schemas.openxmlformats.org/officeDocument/2006/relationships/slide" Target="/ppt/slides/slide3.xml" Id="R4c56a3f0e3714f52" /><Relationship Type="http://schemas.openxmlformats.org/officeDocument/2006/relationships/slide" Target="/ppt/slides/slide4.xml" Id="R0ddd49bbcd324112" /><Relationship Type="http://schemas.openxmlformats.org/officeDocument/2006/relationships/slide" Target="/ppt/slides/slide5.xml" Id="Rb8e25121a3404c41" /><Relationship Type="http://schemas.openxmlformats.org/officeDocument/2006/relationships/slide" Target="/ppt/slides/slide6.xml" Id="Ra7584585927d44bf" /><Relationship Type="http://schemas.openxmlformats.org/officeDocument/2006/relationships/slide" Target="/ppt/slides/slide7.xml" Id="Rb482bc5ea8ad4bbe" /><Relationship Type="http://schemas.openxmlformats.org/officeDocument/2006/relationships/slide" Target="/ppt/slides/slide8.xml" Id="R8ed7146f5e8d4b9d" /><Relationship Type="http://schemas.openxmlformats.org/officeDocument/2006/relationships/slide" Target="/ppt/slides/slide9.xml" Id="R830b895ef3e64a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a3ca8f0e9b4a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2f3ba3079c4461" /><Relationship Type="http://schemas.openxmlformats.org/officeDocument/2006/relationships/notesMaster" Target="/ppt/notesMasters/notesMaster1.xml" Id="R387b33a54f394c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6f7bfe27e74e36" /><Relationship Type="http://schemas.openxmlformats.org/officeDocument/2006/relationships/notesMaster" Target="/ppt/notesMasters/notesMaster1.xml" Id="R4e886da678d143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3f686dc293407a" /><Relationship Type="http://schemas.openxmlformats.org/officeDocument/2006/relationships/notesMaster" Target="/ppt/notesMasters/notesMaster1.xml" Id="Rb076d65de17247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11deb7ee3e4354" /><Relationship Type="http://schemas.openxmlformats.org/officeDocument/2006/relationships/notesMaster" Target="/ppt/notesMasters/notesMaster1.xml" Id="R0daf1efe63b94d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682dc1c1694ad0" /><Relationship Type="http://schemas.openxmlformats.org/officeDocument/2006/relationships/notesMaster" Target="/ppt/notesMasters/notesMaster1.xml" Id="R0dc07212873e4e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700e117f8c4323" /><Relationship Type="http://schemas.openxmlformats.org/officeDocument/2006/relationships/notesMaster" Target="/ppt/notesMasters/notesMaster1.xml" Id="Rc747b3f719304a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8c35122fb44ca6" /><Relationship Type="http://schemas.openxmlformats.org/officeDocument/2006/relationships/notesMaster" Target="/ppt/notesMasters/notesMaster1.xml" Id="Rb316e2982c4347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f2c8c57a4443dd" /><Relationship Type="http://schemas.openxmlformats.org/officeDocument/2006/relationships/notesMaster" Target="/ppt/notesMasters/notesMaster1.xml" Id="R1dee0f3dce4f43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ae16046cf94334" /><Relationship Type="http://schemas.openxmlformats.org/officeDocument/2006/relationships/notesMaster" Target="/ppt/notesMasters/notesMaster1.xml" Id="R6de38b2fc1384e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35e77d6f164469" /><Relationship Type="http://schemas.openxmlformats.org/officeDocument/2006/relationships/image" Target="/ppt/media/image.png" Id="R81cf91867d9a41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5483b39fc4e8a" /><Relationship Type="http://schemas.openxmlformats.org/officeDocument/2006/relationships/image" Target="/ppt/media/image.png" Id="R91e370d0afbd47c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62161233442c4" /><Relationship Type="http://schemas.openxmlformats.org/officeDocument/2006/relationships/image" Target="/ppt/media/image.png" Id="R3abc6fbc646442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e04291212461f" /><Relationship Type="http://schemas.openxmlformats.org/officeDocument/2006/relationships/image" Target="/ppt/media/image.png" Id="R5671f5d37aa84b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de302e7e84667" /><Relationship Type="http://schemas.openxmlformats.org/officeDocument/2006/relationships/image" Target="/ppt/media/image.png" Id="R32d0c1ef24624a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ce580e72eb4e64" /><Relationship Type="http://schemas.openxmlformats.org/officeDocument/2006/relationships/image" Target="/ppt/media/image.png" Id="R167f14a8bbb942f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3bb48ef6eb43a0" /><Relationship Type="http://schemas.openxmlformats.org/officeDocument/2006/relationships/image" Target="/ppt/media/image.png" Id="R29ccc13e2b77493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f082b29ef4e0d" /><Relationship Type="http://schemas.openxmlformats.org/officeDocument/2006/relationships/image" Target="/ppt/media/image.png" Id="R9748f8f41bc044f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936b34e15e474f" /><Relationship Type="http://schemas.openxmlformats.org/officeDocument/2006/relationships/image" Target="/ppt/media/image.png" Id="Ra588816422d9414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85f824a485403e" /><Relationship Type="http://schemas.openxmlformats.org/officeDocument/2006/relationships/image" Target="/ppt/media/image.png" Id="Rcf9ced17c9d9405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a754e7e3154966" /><Relationship Type="http://schemas.openxmlformats.org/officeDocument/2006/relationships/image" Target="/ppt/media/image.png" Id="R342822b6a22d421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cf91867d9a411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e370d0afbd47c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bc6fbc646442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71f5d37aa84b1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d0c1ef24624a2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7f14a8bbb942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ccc13e2b7749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48f8f41bc044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88816422d941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9ced17c9d940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2822b6a22d421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a422d23b724ac5" /><Relationship Type="http://schemas.openxmlformats.org/officeDocument/2006/relationships/slideLayout" Target="/ppt/slideLayouts/slideLayout1.xml" Id="R4cf5e6c139a44afa" /><Relationship Type="http://schemas.openxmlformats.org/officeDocument/2006/relationships/slideLayout" Target="/ppt/slideLayouts/slideLayout2.xml" Id="R3e689194c27242d6" /><Relationship Type="http://schemas.openxmlformats.org/officeDocument/2006/relationships/slideLayout" Target="/ppt/slideLayouts/slideLayout3.xml" Id="R8a0e45f415a64f4b" /><Relationship Type="http://schemas.openxmlformats.org/officeDocument/2006/relationships/slideLayout" Target="/ppt/slideLayouts/slideLayout4.xml" Id="R23601b550ad64851" /><Relationship Type="http://schemas.openxmlformats.org/officeDocument/2006/relationships/slideLayout" Target="/ppt/slideLayouts/slideLayout5.xml" Id="R9c61398c6f7446d6" /><Relationship Type="http://schemas.openxmlformats.org/officeDocument/2006/relationships/slideLayout" Target="/ppt/slideLayouts/slideLayout6.xml" Id="Rf234b18db3ff41bd" /><Relationship Type="http://schemas.openxmlformats.org/officeDocument/2006/relationships/slideLayout" Target="/ppt/slideLayouts/slideLayout7.xml" Id="R238877131d1a439c" /><Relationship Type="http://schemas.openxmlformats.org/officeDocument/2006/relationships/slideLayout" Target="/ppt/slideLayouts/slideLayout8.xml" Id="R7ad92f502eb14700" /><Relationship Type="http://schemas.openxmlformats.org/officeDocument/2006/relationships/slideLayout" Target="/ppt/slideLayouts/slideLayout9.xml" Id="R503e329e493c4d48" /><Relationship Type="http://schemas.openxmlformats.org/officeDocument/2006/relationships/slideLayout" Target="/ppt/slideLayouts/slideLayout10.xml" Id="R4b10367bb6154acf" /><Relationship Type="http://schemas.openxmlformats.org/officeDocument/2006/relationships/slideLayout" Target="/ppt/slideLayouts/slideLayout11.xml" Id="R45af0767434a4fd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f5e6c139a44afa"/>
    <p:sldLayoutId xmlns:r="http://schemas.openxmlformats.org/officeDocument/2006/relationships" id="2147483650" r:id="R3e689194c27242d6"/>
    <p:sldLayoutId xmlns:r="http://schemas.openxmlformats.org/officeDocument/2006/relationships" id="2147483651" r:id="R8a0e45f415a64f4b"/>
    <p:sldLayoutId xmlns:r="http://schemas.openxmlformats.org/officeDocument/2006/relationships" id="2147483652" r:id="R23601b550ad64851"/>
    <p:sldLayoutId xmlns:r="http://schemas.openxmlformats.org/officeDocument/2006/relationships" id="2147483653" r:id="R9c61398c6f7446d6"/>
    <p:sldLayoutId xmlns:r="http://schemas.openxmlformats.org/officeDocument/2006/relationships" id="2147483654" r:id="Rf234b18db3ff41bd"/>
    <p:sldLayoutId xmlns:r="http://schemas.openxmlformats.org/officeDocument/2006/relationships" id="2147483655" r:id="R238877131d1a439c"/>
    <p:sldLayoutId xmlns:r="http://schemas.openxmlformats.org/officeDocument/2006/relationships" id="2147483656" r:id="R7ad92f502eb14700"/>
    <p:sldLayoutId xmlns:r="http://schemas.openxmlformats.org/officeDocument/2006/relationships" id="2147483657" r:id="R503e329e493c4d48"/>
    <p:sldLayoutId xmlns:r="http://schemas.openxmlformats.org/officeDocument/2006/relationships" id="2147483658" r:id="R4b10367bb6154acf"/>
    <p:sldLayoutId xmlns:r="http://schemas.openxmlformats.org/officeDocument/2006/relationships" id="2147483659" r:id="R45af0767434a4fd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984e4896e4fda" /><Relationship Type="http://schemas.openxmlformats.org/officeDocument/2006/relationships/notesSlide" Target="/ppt/notesSlides/notesSlide1.xml" Id="Re9d28f18f44a4e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5e706b1bdf4941" /><Relationship Type="http://schemas.openxmlformats.org/officeDocument/2006/relationships/notesSlide" Target="/ppt/notesSlides/notesSlide2.xml" Id="Rd7dbf84ca4384b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c3d8a4573a4d48" /><Relationship Type="http://schemas.openxmlformats.org/officeDocument/2006/relationships/notesSlide" Target="/ppt/notesSlides/notesSlide3.xml" Id="R668eaa664bc849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e03ab49fe14368" /><Relationship Type="http://schemas.openxmlformats.org/officeDocument/2006/relationships/notesSlide" Target="/ppt/notesSlides/notesSlide4.xml" Id="Rabede64d363d49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f9503073c64d45" /><Relationship Type="http://schemas.openxmlformats.org/officeDocument/2006/relationships/notesSlide" Target="/ppt/notesSlides/notesSlide5.xml" Id="R8c472b0dc06c44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c8523456364735" /><Relationship Type="http://schemas.openxmlformats.org/officeDocument/2006/relationships/notesSlide" Target="/ppt/notesSlides/notesSlide6.xml" Id="R6cda76f96c3547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59ca2a20024e99" /><Relationship Type="http://schemas.openxmlformats.org/officeDocument/2006/relationships/notesSlide" Target="/ppt/notesSlides/notesSlide7.xml" Id="R9328e2cb1daa45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9fc7a0312f4662" /><Relationship Type="http://schemas.openxmlformats.org/officeDocument/2006/relationships/notesSlide" Target="/ppt/notesSlides/notesSlide8.xml" Id="R20fe5e40da1040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73cf75aea64fa0" /><Relationship Type="http://schemas.openxmlformats.org/officeDocument/2006/relationships/notesSlide" Target="/ppt/notesSlides/notesSlide9.xml" Id="Raf7bfafc998b4c2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Nested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windy question skipped when the first answer is no?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answer yes to raining and no to windy, what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if does the inner else belong to, and how does indentation show this?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route is taken for an unexpected first answer such as maybe, and why?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When it is raining, ask whether the wind is strong or light.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strong wind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light wind. Keep the dry-weather route unchanged.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dry-weather route. If raining is no, ask whether it is sunny;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sunglasses."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yes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weather gear needed."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no.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library-access checker. Ask whether the visitor has a card. Only card holders are asked whether a book is overdue. Display one clear message for all three possible routes.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windy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2026-08-27T03:50:40.8610000Z</dcterms:created>
  <dcterms:modified xsi:type="dcterms:W3CDTF">2026-08-27T03:50:40.8610000Z</dcterms:modified>
</coreProperties>
</file>