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c6298526004938" /><Relationship Type="http://schemas.openxmlformats.org/officeDocument/2006/relationships/extended-properties" Target="/docProps/app.xml" Id="R39d8284cc6d24695" /><Relationship Type="http://schemas.openxmlformats.org/officeDocument/2006/relationships/officeDocument" Target="/ppt/presentation.xml" Id="R20619387210943d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13baf7bf2fc4241"/>
  </p:sldMasterIdLst>
  <p:notesMasterIdLst>
    <p:notesMasterId xmlns:r="http://schemas.openxmlformats.org/officeDocument/2006/relationships" r:id="R7de18248572749b9"/>
  </p:notesMasterIdLst>
  <p:sldIdLst>
    <p:sldId xmlns:r="http://schemas.openxmlformats.org/officeDocument/2006/relationships" id="256" r:id="R983a26a7c0e74e71"/>
    <p:sldId xmlns:r="http://schemas.openxmlformats.org/officeDocument/2006/relationships" id="257" r:id="Rdabc6a37c1e24974"/>
    <p:sldId xmlns:r="http://schemas.openxmlformats.org/officeDocument/2006/relationships" id="258" r:id="Ra9ce0761a3044eb5"/>
    <p:sldId xmlns:r="http://schemas.openxmlformats.org/officeDocument/2006/relationships" id="259" r:id="Ra59020cf3e804b72"/>
    <p:sldId xmlns:r="http://schemas.openxmlformats.org/officeDocument/2006/relationships" id="260" r:id="R569f0a836f1e44ce"/>
    <p:sldId xmlns:r="http://schemas.openxmlformats.org/officeDocument/2006/relationships" id="261" r:id="R8f65a951c59a4e37"/>
    <p:sldId xmlns:r="http://schemas.openxmlformats.org/officeDocument/2006/relationships" id="262" r:id="Rf69b383108b5486c"/>
    <p:sldId xmlns:r="http://schemas.openxmlformats.org/officeDocument/2006/relationships" id="263" r:id="Ra235448db20d4d40"/>
    <p:sldId xmlns:r="http://schemas.openxmlformats.org/officeDocument/2006/relationships" id="264" r:id="R0edb6e6e679f4cf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2cc283c6e77442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077fa5fa2143fe" /><Relationship Type="http://schemas.openxmlformats.org/officeDocument/2006/relationships/slideMaster" Target="/ppt/slideMasters/slideMaster1.xml" Id="R813baf7bf2fc4241" /><Relationship Type="http://schemas.openxmlformats.org/officeDocument/2006/relationships/notesMaster" Target="/ppt/notesMasters/notesMaster1.xml" Id="R7de18248572749b9" /><Relationship Type="http://schemas.openxmlformats.org/officeDocument/2006/relationships/presProps" Target="/ppt/presProps.xml" Id="Re013f85f29df4389" /><Relationship Type="http://schemas.openxmlformats.org/officeDocument/2006/relationships/viewProps" Target="/ppt/viewProps.xml" Id="Rbcd2834955744c04" /><Relationship Type="http://schemas.openxmlformats.org/officeDocument/2006/relationships/tableStyles" Target="/ppt/tableStyles.xml" Id="R2646ab14059d4bf5" /><Relationship Type="http://schemas.openxmlformats.org/officeDocument/2006/relationships/font" Target="/ppt/fonts/font.dat" Id="R12cc283c6e774429" /><Relationship Type="http://schemas.openxmlformats.org/officeDocument/2006/relationships/slide" Target="/ppt/slides/slide1.xml" Id="R983a26a7c0e74e71" /><Relationship Type="http://schemas.openxmlformats.org/officeDocument/2006/relationships/slide" Target="/ppt/slides/slide2.xml" Id="Rdabc6a37c1e24974" /><Relationship Type="http://schemas.openxmlformats.org/officeDocument/2006/relationships/slide" Target="/ppt/slides/slide3.xml" Id="Ra9ce0761a3044eb5" /><Relationship Type="http://schemas.openxmlformats.org/officeDocument/2006/relationships/slide" Target="/ppt/slides/slide4.xml" Id="Ra59020cf3e804b72" /><Relationship Type="http://schemas.openxmlformats.org/officeDocument/2006/relationships/slide" Target="/ppt/slides/slide5.xml" Id="R569f0a836f1e44ce" /><Relationship Type="http://schemas.openxmlformats.org/officeDocument/2006/relationships/slide" Target="/ppt/slides/slide6.xml" Id="R8f65a951c59a4e37" /><Relationship Type="http://schemas.openxmlformats.org/officeDocument/2006/relationships/slide" Target="/ppt/slides/slide7.xml" Id="Rf69b383108b5486c" /><Relationship Type="http://schemas.openxmlformats.org/officeDocument/2006/relationships/slide" Target="/ppt/slides/slide8.xml" Id="Ra235448db20d4d40" /><Relationship Type="http://schemas.openxmlformats.org/officeDocument/2006/relationships/slide" Target="/ppt/slides/slide9.xml" Id="R0edb6e6e679f4c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3856409c594e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5ca7fab406494e" /><Relationship Type="http://schemas.openxmlformats.org/officeDocument/2006/relationships/notesMaster" Target="/ppt/notesMasters/notesMaster1.xml" Id="R4d51ffe2ad134b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e9c2f46a534486" /><Relationship Type="http://schemas.openxmlformats.org/officeDocument/2006/relationships/notesMaster" Target="/ppt/notesMasters/notesMaster1.xml" Id="R095903f808b54a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5fc418efd4471d" /><Relationship Type="http://schemas.openxmlformats.org/officeDocument/2006/relationships/notesMaster" Target="/ppt/notesMasters/notesMaster1.xml" Id="R432885cdf60446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2288dd351e40f5" /><Relationship Type="http://schemas.openxmlformats.org/officeDocument/2006/relationships/notesMaster" Target="/ppt/notesMasters/notesMaster1.xml" Id="Re6a55bbcd8034e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880ec4d8b049aa" /><Relationship Type="http://schemas.openxmlformats.org/officeDocument/2006/relationships/notesMaster" Target="/ppt/notesMasters/notesMaster1.xml" Id="R30ab5718785445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7031e3885f4225" /><Relationship Type="http://schemas.openxmlformats.org/officeDocument/2006/relationships/notesMaster" Target="/ppt/notesMasters/notesMaster1.xml" Id="R6dcb314ef43d4f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a172e8a7a049ab" /><Relationship Type="http://schemas.openxmlformats.org/officeDocument/2006/relationships/notesMaster" Target="/ppt/notesMasters/notesMaster1.xml" Id="Rde5e3c5f084a4d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13926337c243af" /><Relationship Type="http://schemas.openxmlformats.org/officeDocument/2006/relationships/notesMaster" Target="/ppt/notesMasters/notesMaster1.xml" Id="Rb59992746b1241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c9b840e4904fff" /><Relationship Type="http://schemas.openxmlformats.org/officeDocument/2006/relationships/notesMaster" Target="/ppt/notesMasters/notesMaster1.xml" Id="Rf5cdda85129c47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6c050fabd243ef" /><Relationship Type="http://schemas.openxmlformats.org/officeDocument/2006/relationships/image" Target="/ppt/media/image.png" Id="R6361464008fe44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852e7f4f84c6d" /><Relationship Type="http://schemas.openxmlformats.org/officeDocument/2006/relationships/image" Target="/ppt/media/image.png" Id="Rd40d8d6a455e452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eedb070f74965" /><Relationship Type="http://schemas.openxmlformats.org/officeDocument/2006/relationships/image" Target="/ppt/media/image.png" Id="R5120307407594fb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85383fe52e42cf" /><Relationship Type="http://schemas.openxmlformats.org/officeDocument/2006/relationships/image" Target="/ppt/media/image.png" Id="Red14d4b68fa04d1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87064b775d4313" /><Relationship Type="http://schemas.openxmlformats.org/officeDocument/2006/relationships/image" Target="/ppt/media/image.png" Id="R74b099d19ff44c4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148d8f2d944fe1" /><Relationship Type="http://schemas.openxmlformats.org/officeDocument/2006/relationships/image" Target="/ppt/media/image.png" Id="R25888017881240d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0d53585cf4bc9" /><Relationship Type="http://schemas.openxmlformats.org/officeDocument/2006/relationships/image" Target="/ppt/media/image.png" Id="R12d1996a457e417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86eb8e98fa47d3" /><Relationship Type="http://schemas.openxmlformats.org/officeDocument/2006/relationships/image" Target="/ppt/media/image.png" Id="Re7aadb799b8f479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f213b12851472c" /><Relationship Type="http://schemas.openxmlformats.org/officeDocument/2006/relationships/image" Target="/ppt/media/image.png" Id="R42b72825d167484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39a884dc884705" /><Relationship Type="http://schemas.openxmlformats.org/officeDocument/2006/relationships/image" Target="/ppt/media/image.png" Id="Rc711ecc5ec4743b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66c585e1164af7" /><Relationship Type="http://schemas.openxmlformats.org/officeDocument/2006/relationships/image" Target="/ppt/media/image.png" Id="R1da9ecbf87294f4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61464008fe445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0d8d6a455e45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20307407594fb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14d4b68fa04d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b099d19ff44c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888017881240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d1996a457e41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aadb799b8f47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b72825d16748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11ecc5ec4743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a9ecbf87294f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83c269484e4c48" /><Relationship Type="http://schemas.openxmlformats.org/officeDocument/2006/relationships/slideLayout" Target="/ppt/slideLayouts/slideLayout1.xml" Id="R10059eab3d6640cd" /><Relationship Type="http://schemas.openxmlformats.org/officeDocument/2006/relationships/slideLayout" Target="/ppt/slideLayouts/slideLayout2.xml" Id="Rf5bc373b09b04035" /><Relationship Type="http://schemas.openxmlformats.org/officeDocument/2006/relationships/slideLayout" Target="/ppt/slideLayouts/slideLayout3.xml" Id="R44f9f11305ec4592" /><Relationship Type="http://schemas.openxmlformats.org/officeDocument/2006/relationships/slideLayout" Target="/ppt/slideLayouts/slideLayout4.xml" Id="Rb72526fcdde544b6" /><Relationship Type="http://schemas.openxmlformats.org/officeDocument/2006/relationships/slideLayout" Target="/ppt/slideLayouts/slideLayout5.xml" Id="Re6e65cbace9f4399" /><Relationship Type="http://schemas.openxmlformats.org/officeDocument/2006/relationships/slideLayout" Target="/ppt/slideLayouts/slideLayout6.xml" Id="R9e0a3b959990430e" /><Relationship Type="http://schemas.openxmlformats.org/officeDocument/2006/relationships/slideLayout" Target="/ppt/slideLayouts/slideLayout7.xml" Id="Re8c7e4cf106b4b3e" /><Relationship Type="http://schemas.openxmlformats.org/officeDocument/2006/relationships/slideLayout" Target="/ppt/slideLayouts/slideLayout8.xml" Id="R98fb430e357d4dd4" /><Relationship Type="http://schemas.openxmlformats.org/officeDocument/2006/relationships/slideLayout" Target="/ppt/slideLayouts/slideLayout9.xml" Id="R786c7a0333cb46ad" /><Relationship Type="http://schemas.openxmlformats.org/officeDocument/2006/relationships/slideLayout" Target="/ppt/slideLayouts/slideLayout10.xml" Id="Rb21cc7c4610b4145" /><Relationship Type="http://schemas.openxmlformats.org/officeDocument/2006/relationships/slideLayout" Target="/ppt/slideLayouts/slideLayout11.xml" Id="R138d54d84022443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059eab3d6640cd"/>
    <p:sldLayoutId xmlns:r="http://schemas.openxmlformats.org/officeDocument/2006/relationships" id="2147483650" r:id="Rf5bc373b09b04035"/>
    <p:sldLayoutId xmlns:r="http://schemas.openxmlformats.org/officeDocument/2006/relationships" id="2147483651" r:id="R44f9f11305ec4592"/>
    <p:sldLayoutId xmlns:r="http://schemas.openxmlformats.org/officeDocument/2006/relationships" id="2147483652" r:id="Rb72526fcdde544b6"/>
    <p:sldLayoutId xmlns:r="http://schemas.openxmlformats.org/officeDocument/2006/relationships" id="2147483653" r:id="Re6e65cbace9f4399"/>
    <p:sldLayoutId xmlns:r="http://schemas.openxmlformats.org/officeDocument/2006/relationships" id="2147483654" r:id="R9e0a3b959990430e"/>
    <p:sldLayoutId xmlns:r="http://schemas.openxmlformats.org/officeDocument/2006/relationships" id="2147483655" r:id="Re8c7e4cf106b4b3e"/>
    <p:sldLayoutId xmlns:r="http://schemas.openxmlformats.org/officeDocument/2006/relationships" id="2147483656" r:id="R98fb430e357d4dd4"/>
    <p:sldLayoutId xmlns:r="http://schemas.openxmlformats.org/officeDocument/2006/relationships" id="2147483657" r:id="R786c7a0333cb46ad"/>
    <p:sldLayoutId xmlns:r="http://schemas.openxmlformats.org/officeDocument/2006/relationships" id="2147483658" r:id="Rb21cc7c4610b4145"/>
    <p:sldLayoutId xmlns:r="http://schemas.openxmlformats.org/officeDocument/2006/relationships" id="2147483659" r:id="R138d54d84022443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549ea37ff4447" /><Relationship Type="http://schemas.openxmlformats.org/officeDocument/2006/relationships/notesSlide" Target="/ppt/notesSlides/notesSlide1.xml" Id="R634f1de55d464a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d6ed08529b47f1" /><Relationship Type="http://schemas.openxmlformats.org/officeDocument/2006/relationships/notesSlide" Target="/ppt/notesSlides/notesSlide2.xml" Id="R72fd04da09034f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ac0bbe0f944140" /><Relationship Type="http://schemas.openxmlformats.org/officeDocument/2006/relationships/notesSlide" Target="/ppt/notesSlides/notesSlide3.xml" Id="R3dc30ab32c2f4e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3793603e1a4c82" /><Relationship Type="http://schemas.openxmlformats.org/officeDocument/2006/relationships/notesSlide" Target="/ppt/notesSlides/notesSlide4.xml" Id="R56cc20d156324b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3ebe309adf4e2a" /><Relationship Type="http://schemas.openxmlformats.org/officeDocument/2006/relationships/notesSlide" Target="/ppt/notesSlides/notesSlide5.xml" Id="R6d53db7ed5424d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b7a4e6aae543ed" /><Relationship Type="http://schemas.openxmlformats.org/officeDocument/2006/relationships/notesSlide" Target="/ppt/notesSlides/notesSlide6.xml" Id="Rb1e39cc78ba74b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78d80f82eb446f" /><Relationship Type="http://schemas.openxmlformats.org/officeDocument/2006/relationships/notesSlide" Target="/ppt/notesSlides/notesSlide7.xml" Id="R3be627dd2bcc44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aaa5d6b84d4ef3" /><Relationship Type="http://schemas.openxmlformats.org/officeDocument/2006/relationships/notesSlide" Target="/ppt/notesSlides/notesSlide8.xml" Id="Rd4cddf1962594d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554674d3194e93" /><Relationship Type="http://schemas.openxmlformats.org/officeDocument/2006/relationships/notesSlide" Target="/ppt/notesSlides/notesSlide9.xml" Id="R9fe56a30bfbd452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Nested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windy question skipped when the first answer is no?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answer yes to raining and no to windy, what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if does the inner else belong to, and how does indentation show this?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route is taken for an unexpected first answer such as maybe, and why?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inner question in the example to ask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"strong"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"light"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wind and store the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wind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inside the rain route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 hood will do."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each answer.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example's no-rain route. Ask whether it is sunny and use a nested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sunglasses."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weather gear needed."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otherwise.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library program that asks whether the visitor has a card. Use a nested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so only card holders are asked whether a book is overdue.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"Return the overdue book first."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borrow a book."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"Apply for a library card."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all three routes.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windy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2026-09-28T09:06:18.4190000Z</dcterms:created>
  <dcterms:modified xsi:type="dcterms:W3CDTF">2026-09-28T09:06:18.4190000Z</dcterms:modified>
</coreProperties>
</file>