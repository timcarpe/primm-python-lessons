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abe82691b747b0" /><Relationship Type="http://schemas.openxmlformats.org/officeDocument/2006/relationships/extended-properties" Target="/docProps/app.xml" Id="R50cd16427cf6479b" /><Relationship Type="http://schemas.openxmlformats.org/officeDocument/2006/relationships/officeDocument" Target="/ppt/presentation.xml" Id="R21320ce2d9284f54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b3f393c24a34ea3"/>
  </p:sldMasterIdLst>
  <p:notesMasterIdLst>
    <p:notesMasterId xmlns:r="http://schemas.openxmlformats.org/officeDocument/2006/relationships" r:id="R7020f2982e204160"/>
  </p:notesMasterIdLst>
  <p:sldIdLst>
    <p:sldId xmlns:r="http://schemas.openxmlformats.org/officeDocument/2006/relationships" id="256" r:id="Rb746252c1f1d4a18"/>
    <p:sldId xmlns:r="http://schemas.openxmlformats.org/officeDocument/2006/relationships" id="257" r:id="Re1348932080e4856"/>
    <p:sldId xmlns:r="http://schemas.openxmlformats.org/officeDocument/2006/relationships" id="258" r:id="Rd591e8b82bb3412b"/>
    <p:sldId xmlns:r="http://schemas.openxmlformats.org/officeDocument/2006/relationships" id="259" r:id="R90ba553ac5c8481d"/>
    <p:sldId xmlns:r="http://schemas.openxmlformats.org/officeDocument/2006/relationships" id="260" r:id="R33365bf170c54fa2"/>
    <p:sldId xmlns:r="http://schemas.openxmlformats.org/officeDocument/2006/relationships" id="261" r:id="R30775a66589d4209"/>
    <p:sldId xmlns:r="http://schemas.openxmlformats.org/officeDocument/2006/relationships" id="262" r:id="Rc617576814f64aa3"/>
    <p:sldId xmlns:r="http://schemas.openxmlformats.org/officeDocument/2006/relationships" id="263" r:id="Rcf7c569686e042da"/>
    <p:sldId xmlns:r="http://schemas.openxmlformats.org/officeDocument/2006/relationships" id="264" r:id="Rffe2fd328506480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de8c186e7364ba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bb62a1d435431b" /><Relationship Type="http://schemas.openxmlformats.org/officeDocument/2006/relationships/slideMaster" Target="/ppt/slideMasters/slideMaster1.xml" Id="R2b3f393c24a34ea3" /><Relationship Type="http://schemas.openxmlformats.org/officeDocument/2006/relationships/notesMaster" Target="/ppt/notesMasters/notesMaster1.xml" Id="R7020f2982e204160" /><Relationship Type="http://schemas.openxmlformats.org/officeDocument/2006/relationships/presProps" Target="/ppt/presProps.xml" Id="R59680fcf85704ebd" /><Relationship Type="http://schemas.openxmlformats.org/officeDocument/2006/relationships/viewProps" Target="/ppt/viewProps.xml" Id="R1ca57b78e9674f91" /><Relationship Type="http://schemas.openxmlformats.org/officeDocument/2006/relationships/tableStyles" Target="/ppt/tableStyles.xml" Id="Rfef3467191d84d3f" /><Relationship Type="http://schemas.openxmlformats.org/officeDocument/2006/relationships/font" Target="/ppt/fonts/font.dat" Id="R9de8c186e7364ba6" /><Relationship Type="http://schemas.openxmlformats.org/officeDocument/2006/relationships/slide" Target="/ppt/slides/slide1.xml" Id="Rb746252c1f1d4a18" /><Relationship Type="http://schemas.openxmlformats.org/officeDocument/2006/relationships/slide" Target="/ppt/slides/slide2.xml" Id="Re1348932080e4856" /><Relationship Type="http://schemas.openxmlformats.org/officeDocument/2006/relationships/slide" Target="/ppt/slides/slide3.xml" Id="Rd591e8b82bb3412b" /><Relationship Type="http://schemas.openxmlformats.org/officeDocument/2006/relationships/slide" Target="/ppt/slides/slide4.xml" Id="R90ba553ac5c8481d" /><Relationship Type="http://schemas.openxmlformats.org/officeDocument/2006/relationships/slide" Target="/ppt/slides/slide5.xml" Id="R33365bf170c54fa2" /><Relationship Type="http://schemas.openxmlformats.org/officeDocument/2006/relationships/slide" Target="/ppt/slides/slide6.xml" Id="R30775a66589d4209" /><Relationship Type="http://schemas.openxmlformats.org/officeDocument/2006/relationships/slide" Target="/ppt/slides/slide7.xml" Id="Rc617576814f64aa3" /><Relationship Type="http://schemas.openxmlformats.org/officeDocument/2006/relationships/slide" Target="/ppt/slides/slide8.xml" Id="Rcf7c569686e042da" /><Relationship Type="http://schemas.openxmlformats.org/officeDocument/2006/relationships/slide" Target="/ppt/slides/slide9.xml" Id="Rffe2fd32850648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d591f5555049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648faf6102473f" /><Relationship Type="http://schemas.openxmlformats.org/officeDocument/2006/relationships/notesMaster" Target="/ppt/notesMasters/notesMaster1.xml" Id="R897e7b2f025244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ad12a1530f46e9" /><Relationship Type="http://schemas.openxmlformats.org/officeDocument/2006/relationships/notesMaster" Target="/ppt/notesMasters/notesMaster1.xml" Id="Rb75dfbf6a5c549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46731ab7ff41e8" /><Relationship Type="http://schemas.openxmlformats.org/officeDocument/2006/relationships/notesMaster" Target="/ppt/notesMasters/notesMaster1.xml" Id="R63257efb15e642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2dbe89dd8064b85" /><Relationship Type="http://schemas.openxmlformats.org/officeDocument/2006/relationships/notesMaster" Target="/ppt/notesMasters/notesMaster1.xml" Id="R32b5c657a4bd4f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924fd040cf4a11" /><Relationship Type="http://schemas.openxmlformats.org/officeDocument/2006/relationships/notesMaster" Target="/ppt/notesMasters/notesMaster1.xml" Id="Rcf414a2affd94de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acf0e8e2db4ea6" /><Relationship Type="http://schemas.openxmlformats.org/officeDocument/2006/relationships/notesMaster" Target="/ppt/notesMasters/notesMaster1.xml" Id="R1d7f6b2aa97746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152796305a4712" /><Relationship Type="http://schemas.openxmlformats.org/officeDocument/2006/relationships/notesMaster" Target="/ppt/notesMasters/notesMaster1.xml" Id="R7d031746d48546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6a71e7e3df48a4" /><Relationship Type="http://schemas.openxmlformats.org/officeDocument/2006/relationships/notesMaster" Target="/ppt/notesMasters/notesMaster1.xml" Id="Re797d6fafc7041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be2d8c79b2f4984" /><Relationship Type="http://schemas.openxmlformats.org/officeDocument/2006/relationships/notesMaster" Target="/ppt/notesMasters/notesMaster1.xml" Id="Rf9119264aa1045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4fb345a66240fe" /><Relationship Type="http://schemas.openxmlformats.org/officeDocument/2006/relationships/image" Target="/ppt/media/image.png" Id="R8d514dde46484bb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cafb074fec4853" /><Relationship Type="http://schemas.openxmlformats.org/officeDocument/2006/relationships/image" Target="/ppt/media/image.png" Id="Rdb1f645650cf4a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ba90de02c64588" /><Relationship Type="http://schemas.openxmlformats.org/officeDocument/2006/relationships/image" Target="/ppt/media/image.png" Id="Rd773a0c6f40541b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c1de4988084670" /><Relationship Type="http://schemas.openxmlformats.org/officeDocument/2006/relationships/image" Target="/ppt/media/image.png" Id="Rfc966276c78141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5e5a68b67a4d46" /><Relationship Type="http://schemas.openxmlformats.org/officeDocument/2006/relationships/image" Target="/ppt/media/image.png" Id="R21a91747d9a6420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71f58ef4984bad" /><Relationship Type="http://schemas.openxmlformats.org/officeDocument/2006/relationships/image" Target="/ppt/media/image.png" Id="Rc04d75d26e20463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5381cb10b5408a" /><Relationship Type="http://schemas.openxmlformats.org/officeDocument/2006/relationships/image" Target="/ppt/media/image.png" Id="Ra6508403b9004cc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62798785734b63" /><Relationship Type="http://schemas.openxmlformats.org/officeDocument/2006/relationships/image" Target="/ppt/media/image.png" Id="Ra26eb892cb7643d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0502c570249af" /><Relationship Type="http://schemas.openxmlformats.org/officeDocument/2006/relationships/image" Target="/ppt/media/image.png" Id="Re79c68002d384ec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10b8011ef4377" /><Relationship Type="http://schemas.openxmlformats.org/officeDocument/2006/relationships/image" Target="/ppt/media/image.png" Id="R09df80fa925243f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ac882501fe4184" /><Relationship Type="http://schemas.openxmlformats.org/officeDocument/2006/relationships/image" Target="/ppt/media/image.png" Id="R3fbbd09c8a06494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d514dde46484bb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1f645650cf4a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773a0c6f40541b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966276c78141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1a91747d9a642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4d75d26e20463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508403b9004c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6eb892cb7643d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9c68002d384ec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df80fa925243f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fbbd09c8a06494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a93019294c47b7" /><Relationship Type="http://schemas.openxmlformats.org/officeDocument/2006/relationships/slideLayout" Target="/ppt/slideLayouts/slideLayout1.xml" Id="R4b89ed28bf084c6e" /><Relationship Type="http://schemas.openxmlformats.org/officeDocument/2006/relationships/slideLayout" Target="/ppt/slideLayouts/slideLayout2.xml" Id="Raae5f759c05a46d4" /><Relationship Type="http://schemas.openxmlformats.org/officeDocument/2006/relationships/slideLayout" Target="/ppt/slideLayouts/slideLayout3.xml" Id="R1ed60ae220d6428b" /><Relationship Type="http://schemas.openxmlformats.org/officeDocument/2006/relationships/slideLayout" Target="/ppt/slideLayouts/slideLayout4.xml" Id="Re41747ceab424c6b" /><Relationship Type="http://schemas.openxmlformats.org/officeDocument/2006/relationships/slideLayout" Target="/ppt/slideLayouts/slideLayout5.xml" Id="R6ec46a0728304410" /><Relationship Type="http://schemas.openxmlformats.org/officeDocument/2006/relationships/slideLayout" Target="/ppt/slideLayouts/slideLayout6.xml" Id="R7fd4bb526cd84a66" /><Relationship Type="http://schemas.openxmlformats.org/officeDocument/2006/relationships/slideLayout" Target="/ppt/slideLayouts/slideLayout7.xml" Id="R8a25f0e490bd402f" /><Relationship Type="http://schemas.openxmlformats.org/officeDocument/2006/relationships/slideLayout" Target="/ppt/slideLayouts/slideLayout8.xml" Id="Re5146c36945f46a7" /><Relationship Type="http://schemas.openxmlformats.org/officeDocument/2006/relationships/slideLayout" Target="/ppt/slideLayouts/slideLayout9.xml" Id="R10da4c9d7ac64eef" /><Relationship Type="http://schemas.openxmlformats.org/officeDocument/2006/relationships/slideLayout" Target="/ppt/slideLayouts/slideLayout10.xml" Id="R87f5366854ea4d54" /><Relationship Type="http://schemas.openxmlformats.org/officeDocument/2006/relationships/slideLayout" Target="/ppt/slideLayouts/slideLayout11.xml" Id="R7dc88341ee614df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89ed28bf084c6e"/>
    <p:sldLayoutId xmlns:r="http://schemas.openxmlformats.org/officeDocument/2006/relationships" id="2147483650" r:id="Raae5f759c05a46d4"/>
    <p:sldLayoutId xmlns:r="http://schemas.openxmlformats.org/officeDocument/2006/relationships" id="2147483651" r:id="R1ed60ae220d6428b"/>
    <p:sldLayoutId xmlns:r="http://schemas.openxmlformats.org/officeDocument/2006/relationships" id="2147483652" r:id="Re41747ceab424c6b"/>
    <p:sldLayoutId xmlns:r="http://schemas.openxmlformats.org/officeDocument/2006/relationships" id="2147483653" r:id="R6ec46a0728304410"/>
    <p:sldLayoutId xmlns:r="http://schemas.openxmlformats.org/officeDocument/2006/relationships" id="2147483654" r:id="R7fd4bb526cd84a66"/>
    <p:sldLayoutId xmlns:r="http://schemas.openxmlformats.org/officeDocument/2006/relationships" id="2147483655" r:id="R8a25f0e490bd402f"/>
    <p:sldLayoutId xmlns:r="http://schemas.openxmlformats.org/officeDocument/2006/relationships" id="2147483656" r:id="Re5146c36945f46a7"/>
    <p:sldLayoutId xmlns:r="http://schemas.openxmlformats.org/officeDocument/2006/relationships" id="2147483657" r:id="R10da4c9d7ac64eef"/>
    <p:sldLayoutId xmlns:r="http://schemas.openxmlformats.org/officeDocument/2006/relationships" id="2147483658" r:id="R87f5366854ea4d54"/>
    <p:sldLayoutId xmlns:r="http://schemas.openxmlformats.org/officeDocument/2006/relationships" id="2147483659" r:id="R7dc88341ee614df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490da50e64404" /><Relationship Type="http://schemas.openxmlformats.org/officeDocument/2006/relationships/notesSlide" Target="/ppt/notesSlides/notesSlide1.xml" Id="R441eb3afeda840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21202d1006448d" /><Relationship Type="http://schemas.openxmlformats.org/officeDocument/2006/relationships/notesSlide" Target="/ppt/notesSlides/notesSlide2.xml" Id="R3af406b2333346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864c01f4484d01" /><Relationship Type="http://schemas.openxmlformats.org/officeDocument/2006/relationships/notesSlide" Target="/ppt/notesSlides/notesSlide3.xml" Id="R4a1ed8d938bc42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494ae62fb64927" /><Relationship Type="http://schemas.openxmlformats.org/officeDocument/2006/relationships/notesSlide" Target="/ppt/notesSlides/notesSlide4.xml" Id="R3cd36e99e7a441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4a4583c9fd4a7a" /><Relationship Type="http://schemas.openxmlformats.org/officeDocument/2006/relationships/notesSlide" Target="/ppt/notesSlides/notesSlide5.xml" Id="R05946c7f5c8a4a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9bb968cc494ffb" /><Relationship Type="http://schemas.openxmlformats.org/officeDocument/2006/relationships/notesSlide" Target="/ppt/notesSlides/notesSlide6.xml" Id="Rd70511703fda47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918c0ce333459a" /><Relationship Type="http://schemas.openxmlformats.org/officeDocument/2006/relationships/notesSlide" Target="/ppt/notesSlides/notesSlide7.xml" Id="Ra39fef2640c444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b879971a0a4be0" /><Relationship Type="http://schemas.openxmlformats.org/officeDocument/2006/relationships/notesSlide" Target="/ppt/notesSlides/notesSlide8.xml" Id="Rc3ea3a90ba7641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5cf817a2194904" /><Relationship Type="http://schemas.openxmlformats.org/officeDocument/2006/relationships/notesSlide" Target="/ppt/notesSlides/notesSlide9.xml" Id="Rbe46dec1ea604c3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Nested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07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windy question skipped when the first answer is no?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answer yes to raining and no to windy, what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Which if does the inner else belong to, and how does indentation show this?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route is taken for an unexpected first answer such as maybe, and why?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When it is raining, ask whether the wind is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light.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"strong"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wind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light wind. Keep the dry-weather route unchanged.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dry-weather route. If raining is no, ask whether it is sunny;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sunglasses."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weather gear needed."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no.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library-access checker. Ask whether the visitor has a card. Only card holders are asked whether a book is overdue. Display one clear message for all three possible routes.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windy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"No rain gear needed."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raining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raining?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raining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windy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it windy? yes/no: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windy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"Wear a coat."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"Take an umbrella."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2026-08-26T04:02:21.2760000Z</dcterms:created>
  <dcterms:modified xsi:type="dcterms:W3CDTF">2026-08-26T04:02:21.2760000Z</dcterms:modified>
</coreProperties>
</file>