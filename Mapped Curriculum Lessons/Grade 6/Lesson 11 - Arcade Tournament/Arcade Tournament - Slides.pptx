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791bbe4b54e4b44" /><Relationship Type="http://schemas.openxmlformats.org/officeDocument/2006/relationships/extended-properties" Target="/docProps/app.xml" Id="R7f16f1ad21e14a4e" /><Relationship Type="http://schemas.openxmlformats.org/officeDocument/2006/relationships/officeDocument" Target="/ppt/presentation.xml" Id="R000abd88e62e49c3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821602ce65a64bfa"/>
  </p:sldMasterIdLst>
  <p:notesMasterIdLst>
    <p:notesMasterId xmlns:r="http://schemas.openxmlformats.org/officeDocument/2006/relationships" r:id="R559286e940ec42f9"/>
  </p:notesMasterIdLst>
  <p:sldIdLst>
    <p:sldId xmlns:r="http://schemas.openxmlformats.org/officeDocument/2006/relationships" id="256" r:id="R2656684738314fcf"/>
    <p:sldId xmlns:r="http://schemas.openxmlformats.org/officeDocument/2006/relationships" id="257" r:id="R8bff485b38bf4ec3"/>
    <p:sldId xmlns:r="http://schemas.openxmlformats.org/officeDocument/2006/relationships" id="258" r:id="R7815b598ae23443c"/>
    <p:sldId xmlns:r="http://schemas.openxmlformats.org/officeDocument/2006/relationships" id="259" r:id="R58e71398ae9642c5"/>
    <p:sldId xmlns:r="http://schemas.openxmlformats.org/officeDocument/2006/relationships" id="260" r:id="R75d88841b0e1410a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312a47ee79cd4dd7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09fb00dee2344f5" /><Relationship Type="http://schemas.openxmlformats.org/officeDocument/2006/relationships/slideMaster" Target="/ppt/slideMasters/slideMaster1.xml" Id="R821602ce65a64bfa" /><Relationship Type="http://schemas.openxmlformats.org/officeDocument/2006/relationships/notesMaster" Target="/ppt/notesMasters/notesMaster1.xml" Id="R559286e940ec42f9" /><Relationship Type="http://schemas.openxmlformats.org/officeDocument/2006/relationships/presProps" Target="/ppt/presProps.xml" Id="R0611359ce6314412" /><Relationship Type="http://schemas.openxmlformats.org/officeDocument/2006/relationships/viewProps" Target="/ppt/viewProps.xml" Id="Rd18d224405d140cc" /><Relationship Type="http://schemas.openxmlformats.org/officeDocument/2006/relationships/tableStyles" Target="/ppt/tableStyles.xml" Id="Raaefce0c027547d2" /><Relationship Type="http://schemas.openxmlformats.org/officeDocument/2006/relationships/font" Target="/ppt/fonts/font.dat" Id="R312a47ee79cd4dd7" /><Relationship Type="http://schemas.openxmlformats.org/officeDocument/2006/relationships/slide" Target="/ppt/slides/slide1.xml" Id="R2656684738314fcf" /><Relationship Type="http://schemas.openxmlformats.org/officeDocument/2006/relationships/slide" Target="/ppt/slides/slide2.xml" Id="R8bff485b38bf4ec3" /><Relationship Type="http://schemas.openxmlformats.org/officeDocument/2006/relationships/slide" Target="/ppt/slides/slide3.xml" Id="R7815b598ae23443c" /><Relationship Type="http://schemas.openxmlformats.org/officeDocument/2006/relationships/slide" Target="/ppt/slides/slide4.xml" Id="R58e71398ae9642c5" /><Relationship Type="http://schemas.openxmlformats.org/officeDocument/2006/relationships/slide" Target="/ppt/slides/slide5.xml" Id="R75d88841b0e1410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69e14fa7a72442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5dc6f3a45354bc2" /><Relationship Type="http://schemas.openxmlformats.org/officeDocument/2006/relationships/notesMaster" Target="/ppt/notesMasters/notesMaster1.xml" Id="R57844fa89bcd442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4403957cd5b4f77" /><Relationship Type="http://schemas.openxmlformats.org/officeDocument/2006/relationships/notesMaster" Target="/ppt/notesMasters/notesMaster1.xml" Id="R2d03f3375cc0435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2974c6b2875456c" /><Relationship Type="http://schemas.openxmlformats.org/officeDocument/2006/relationships/notesMaster" Target="/ppt/notesMasters/notesMaster1.xml" Id="R3f393bfe731545b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fefddaaffed4ad3" /><Relationship Type="http://schemas.openxmlformats.org/officeDocument/2006/relationships/notesMaster" Target="/ppt/notesMasters/notesMaster1.xml" Id="Rc05d9e9338ce41d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ae6cf4f85bb482d" /><Relationship Type="http://schemas.openxmlformats.org/officeDocument/2006/relationships/notesMaster" Target="/ppt/notesMasters/notesMaster1.xml" Id="R9eac6dd88d22456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visual template: Choosing Loop Structures - Slides.pptx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visual template: Choosing Loop Structures - Slides.pptx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visual template: Choosing Loop Structures - Slides.pptx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visual template: Choosing Loop Structures - Slides.pptx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visual template: Choosing Loop Structures - Slides.pptx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89ae2f98574395" /><Relationship Type="http://schemas.openxmlformats.org/officeDocument/2006/relationships/image" Target="/ppt/media/image.png" Id="R5e91d65b90db46d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1470eab2bd14d64" /><Relationship Type="http://schemas.openxmlformats.org/officeDocument/2006/relationships/image" Target="/ppt/media/image.png" Id="Rb46f6c54e1914df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ed5b1554b4488e" /><Relationship Type="http://schemas.openxmlformats.org/officeDocument/2006/relationships/image" Target="/ppt/media/image.png" Id="Rdb4bd991a1a648f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995302430da4161" /><Relationship Type="http://schemas.openxmlformats.org/officeDocument/2006/relationships/image" Target="/ppt/media/image.png" Id="Rf5727a37c709454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4c3a7e31a14c31" /><Relationship Type="http://schemas.openxmlformats.org/officeDocument/2006/relationships/image" Target="/ppt/media/image.png" Id="R2654ef95990d404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818fe21164c4a26" /><Relationship Type="http://schemas.openxmlformats.org/officeDocument/2006/relationships/image" Target="/ppt/media/image.png" Id="Rf377dc4f766242f4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7af43d4565f4a7e" /><Relationship Type="http://schemas.openxmlformats.org/officeDocument/2006/relationships/image" Target="/ppt/media/image.png" Id="R17504eb7a21a4d44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e4ee445f5f8454e" /><Relationship Type="http://schemas.openxmlformats.org/officeDocument/2006/relationships/image" Target="/ppt/media/image.png" Id="Re03b1e3a5c154453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fdfceb0e8194038" /><Relationship Type="http://schemas.openxmlformats.org/officeDocument/2006/relationships/image" Target="/ppt/media/image.png" Id="Rc621562d3a7c4830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dd05e98376b414b" /><Relationship Type="http://schemas.openxmlformats.org/officeDocument/2006/relationships/image" Target="/ppt/media/image.png" Id="R3060dbbfad924ee3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fa14e64988422a" /><Relationship Type="http://schemas.openxmlformats.org/officeDocument/2006/relationships/image" Target="/ppt/media/image.png" Id="Ra10af0e31231413d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e91d65b90db46de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46f6c54e1914df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3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b4bd991a1a648f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5727a37c709454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654ef95990d404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377dc4f766242f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7504eb7a21a4d4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03b1e3a5c15445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621562d3a7c483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3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060dbbfad924ee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3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10af0e31231413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012c76784eb4528" /><Relationship Type="http://schemas.openxmlformats.org/officeDocument/2006/relationships/slideLayout" Target="/ppt/slideLayouts/slideLayout1.xml" Id="Rf52c65335003457d" /><Relationship Type="http://schemas.openxmlformats.org/officeDocument/2006/relationships/slideLayout" Target="/ppt/slideLayouts/slideLayout2.xml" Id="Rab401a09f9b94986" /><Relationship Type="http://schemas.openxmlformats.org/officeDocument/2006/relationships/slideLayout" Target="/ppt/slideLayouts/slideLayout3.xml" Id="R94e060819a7341a6" /><Relationship Type="http://schemas.openxmlformats.org/officeDocument/2006/relationships/slideLayout" Target="/ppt/slideLayouts/slideLayout4.xml" Id="Rc95f56c5bc104a46" /><Relationship Type="http://schemas.openxmlformats.org/officeDocument/2006/relationships/slideLayout" Target="/ppt/slideLayouts/slideLayout5.xml" Id="Rfef25b964b574a74" /><Relationship Type="http://schemas.openxmlformats.org/officeDocument/2006/relationships/slideLayout" Target="/ppt/slideLayouts/slideLayout6.xml" Id="Rd4b8d11a4d9146f0" /><Relationship Type="http://schemas.openxmlformats.org/officeDocument/2006/relationships/slideLayout" Target="/ppt/slideLayouts/slideLayout7.xml" Id="R24c45d2e249d48c3" /><Relationship Type="http://schemas.openxmlformats.org/officeDocument/2006/relationships/slideLayout" Target="/ppt/slideLayouts/slideLayout8.xml" Id="Ra090c532730047e5" /><Relationship Type="http://schemas.openxmlformats.org/officeDocument/2006/relationships/slideLayout" Target="/ppt/slideLayouts/slideLayout9.xml" Id="R994757f8b8fc49b9" /><Relationship Type="http://schemas.openxmlformats.org/officeDocument/2006/relationships/slideLayout" Target="/ppt/slideLayouts/slideLayout10.xml" Id="R601dd82ac804473a" /><Relationship Type="http://schemas.openxmlformats.org/officeDocument/2006/relationships/slideLayout" Target="/ppt/slideLayouts/slideLayout11.xml" Id="R7aece3be8838434f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52c65335003457d"/>
    <p:sldLayoutId xmlns:r="http://schemas.openxmlformats.org/officeDocument/2006/relationships" id="2147483650" r:id="Rab401a09f9b94986"/>
    <p:sldLayoutId xmlns:r="http://schemas.openxmlformats.org/officeDocument/2006/relationships" id="2147483651" r:id="R94e060819a7341a6"/>
    <p:sldLayoutId xmlns:r="http://schemas.openxmlformats.org/officeDocument/2006/relationships" id="2147483652" r:id="Rc95f56c5bc104a46"/>
    <p:sldLayoutId xmlns:r="http://schemas.openxmlformats.org/officeDocument/2006/relationships" id="2147483653" r:id="Rfef25b964b574a74"/>
    <p:sldLayoutId xmlns:r="http://schemas.openxmlformats.org/officeDocument/2006/relationships" id="2147483654" r:id="Rd4b8d11a4d9146f0"/>
    <p:sldLayoutId xmlns:r="http://schemas.openxmlformats.org/officeDocument/2006/relationships" id="2147483655" r:id="R24c45d2e249d48c3"/>
    <p:sldLayoutId xmlns:r="http://schemas.openxmlformats.org/officeDocument/2006/relationships" id="2147483656" r:id="Ra090c532730047e5"/>
    <p:sldLayoutId xmlns:r="http://schemas.openxmlformats.org/officeDocument/2006/relationships" id="2147483657" r:id="R994757f8b8fc49b9"/>
    <p:sldLayoutId xmlns:r="http://schemas.openxmlformats.org/officeDocument/2006/relationships" id="2147483658" r:id="R601dd82ac804473a"/>
    <p:sldLayoutId xmlns:r="http://schemas.openxmlformats.org/officeDocument/2006/relationships" id="2147483659" r:id="R7aece3be8838434f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db6a28f30a4d84" /><Relationship Type="http://schemas.openxmlformats.org/officeDocument/2006/relationships/notesSlide" Target="/ppt/notesSlides/notesSlide1.xml" Id="R9419b0ca2dfa480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30ce48b5b544b76" /><Relationship Type="http://schemas.openxmlformats.org/officeDocument/2006/relationships/notesSlide" Target="/ppt/notesSlides/notesSlide2.xml" Id="R28acaead9ca64bf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f599136acd64c4a" /><Relationship Type="http://schemas.openxmlformats.org/officeDocument/2006/relationships/notesSlide" Target="/ppt/notesSlides/notesSlide3.xml" Id="R88bad2ef3d7042c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ef3759260cf4f52" /><Relationship Type="http://schemas.openxmlformats.org/officeDocument/2006/relationships/notesSlide" Target="/ppt/notesSlides/notesSlide4.xml" Id="Rdd5613141cd94ba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86c0a45be2246ad" /><Relationship Type="http://schemas.openxmlformats.org/officeDocument/2006/relationships/notesSlide" Target="/ppt/notesSlides/notesSlide5.xml" Id="Rcba6e8a6b2604f86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143000" y="1524000"/>
            <a:ext cx="9906000" cy="11906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Arcade Tournament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Capstone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How the finished program works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095500"/>
            <a:ext cx="9525000" cy="38196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0" tIns="0" rIns="0" bIns="0" anchor="t">
            <a:sp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12"/>
              </a:spcAft>
              <a:buNone/>
            </a:pPr>
            <a:r>
              <a:rPr sz="240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The program asks for the player's name.</a:t>
            </a:r>
          </a:p>
          <a:p xmlns:a="http://schemas.openxmlformats.org/drawingml/2006/main">
            <a:pPr marL="0" indent="0">
              <a:spcAft>
                <a:spcPts val="12"/>
              </a:spcAft>
              <a:buNone/>
            </a:pPr>
            <a:r>
              <a:rPr sz="240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It plays up to five rounds and adds each score to a total.</a:t>
            </a:r>
          </a:p>
          <a:p xmlns:a="http://schemas.openxmlformats.org/drawingml/2006/main">
            <a:pPr marL="0" indent="0">
              <a:spcAft>
                <a:spcPts val="12"/>
              </a:spcAft>
              <a:buNone/>
            </a:pPr>
            <a:r>
              <a:rPr sz="240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After each round, the player chooses whether to play another.</a:t>
            </a:r>
          </a:p>
          <a:p xmlns:a="http://schemas.openxmlformats.org/drawingml/2006/main">
            <a:pPr marL="0" indent="0">
              <a:spcAft>
                <a:spcPts val="12"/>
              </a:spcAft>
              <a:buNone/>
            </a:pPr>
            <a:r>
              <a:rPr sz="240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It displays the rounds played, the total and a Gold, Silver or Bronze award.</a:t>
            </a:r>
          </a:p>
          <a:p xmlns:a="http://schemas.openxmlformats.org/drawingml/2006/main">
            <a:pPr marL="0" indent="0">
              <a:spcAft>
                <a:spcPts val="12"/>
              </a:spcAft>
              <a:buNone/>
            </a:pPr>
            <a:r>
              <a:rPr sz="240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Complete, test and save each challenge before moving on.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42950" y="952500"/>
            <a:ext cx="10001250" cy="1000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381125" y="2047875"/>
            <a:ext cx="9429750" cy="4095750"/>
          </a:xfr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10"/>
              </a:spcAft>
              <a:buNone/>
            </a:pPr>
            <a:r>
              <a:rPr sz="1800" b="1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Give a player an award for their score.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1. Ask for the player's name and store it in </a:t>
            </a:r>
            <a:r>
              <a:rPr sz="15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name 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2. Ask for a total score from 0 to 30. Use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int()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store it in </a:t>
            </a:r>
            <a:r>
              <a:rPr sz="15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total 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3. Use </a:t>
            </a:r>
            <a:r>
              <a:rPr sz="15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5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15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display </a:t>
            </a:r>
            <a:r>
              <a:rPr sz="15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name 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"earned Gold"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for 24 or more,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"earned Silver"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for 15 to 23, and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"earned Bronze"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for anything lower.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Save as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challenge1.py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42950" y="952500"/>
            <a:ext cx="10001250" cy="1000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381125" y="2047875"/>
            <a:ext cx="9429750" cy="4095750"/>
          </a:xfr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10"/>
              </a:spcAft>
              <a:buNone/>
            </a:pPr>
            <a:r>
              <a:rPr sz="1800" b="1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Add up three round scores before giving the award.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1. Store 0 in </a:t>
            </a:r>
            <a:r>
              <a:rPr sz="15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total 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2. Use a </a:t>
            </a:r>
            <a:r>
              <a:rPr sz="15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and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range()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play rounds 1 to 3. In each round, display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"Round"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the round number, ask for a score from 0 to 10, and add it to </a:t>
            </a:r>
            <a:r>
              <a:rPr sz="15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total 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3. After the loop, display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"Total:"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</a:t>
            </a:r>
            <a:r>
              <a:rPr sz="15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total 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the award from Challenge 1.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Save as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challenge2.py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42950" y="952500"/>
            <a:ext cx="10001250" cy="1000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381125" y="2047875"/>
            <a:ext cx="9429750" cy="4095750"/>
          </a:xfr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10"/>
              </a:spcAft>
              <a:buNone/>
            </a:pPr>
            <a:r>
              <a:rPr sz="1800" b="1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Let the player choose how many rounds to play, up to five.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1. Replace the </a:t>
            </a:r>
            <a:r>
              <a:rPr sz="15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with a </a:t>
            </a:r>
            <a:r>
              <a:rPr sz="15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loop. Store 0 in </a:t>
            </a:r>
            <a:r>
              <a:rPr sz="15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rounds 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in </a:t>
            </a:r>
            <a:r>
              <a:rPr sz="15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again 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2. Keep playing while </a:t>
            </a:r>
            <a:r>
              <a:rPr sz="15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again 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is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15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rounds 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is less than 5. In each round, add 1 to </a:t>
            </a:r>
            <a:r>
              <a:rPr sz="15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rounds 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ask for a score and add it to </a:t>
            </a:r>
            <a:r>
              <a:rPr sz="15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total 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ask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"Another round? yes/no"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3. After the loop, display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"Rounds played:"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</a:t>
            </a:r>
            <a:r>
              <a:rPr sz="15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rounds 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"Total:"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</a:t>
            </a:r>
            <a:r>
              <a:rPr sz="15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total 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the award.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Save as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challenge3.py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E5B3003-2C54-13C6-9832-7637201064DE}" type="slidenum">
              <a:t>5</a:t>
            </a:fld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2026-09-28T08:31:29.7630000Z</dcterms:created>
  <dcterms:modified xsi:type="dcterms:W3CDTF">2026-09-28T08:31:29.7630000Z</dcterms:modified>
</coreProperties>
</file>