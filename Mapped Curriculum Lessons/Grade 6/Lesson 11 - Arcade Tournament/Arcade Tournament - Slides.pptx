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a0ce14e17145b6" /><Relationship Type="http://schemas.openxmlformats.org/officeDocument/2006/relationships/extended-properties" Target="/docProps/app.xml" Id="R1c1c361907a24dd5" /><Relationship Type="http://schemas.openxmlformats.org/officeDocument/2006/relationships/officeDocument" Target="/ppt/presentation.xml" Id="R7864b8b8629a42d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879fe34dce449ff"/>
  </p:sldMasterIdLst>
  <p:notesMasterIdLst>
    <p:notesMasterId xmlns:r="http://schemas.openxmlformats.org/officeDocument/2006/relationships" r:id="R74b48a2b22fb4080"/>
  </p:notesMasterIdLst>
  <p:sldIdLst>
    <p:sldId xmlns:r="http://schemas.openxmlformats.org/officeDocument/2006/relationships" id="256" r:id="R7f8976de70c1466b"/>
    <p:sldId xmlns:r="http://schemas.openxmlformats.org/officeDocument/2006/relationships" id="257" r:id="Rbbce347b6ad14251"/>
    <p:sldId xmlns:r="http://schemas.openxmlformats.org/officeDocument/2006/relationships" id="258" r:id="Raf3a867c180540a0"/>
    <p:sldId xmlns:r="http://schemas.openxmlformats.org/officeDocument/2006/relationships" id="259" r:id="R13f35451f1a848c4"/>
    <p:sldId xmlns:r="http://schemas.openxmlformats.org/officeDocument/2006/relationships" id="260" r:id="R87f52d49a44b44e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10af6711e1d4f40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5c7efcbdc24e39" /><Relationship Type="http://schemas.openxmlformats.org/officeDocument/2006/relationships/slideMaster" Target="/ppt/slideMasters/slideMaster1.xml" Id="Rb879fe34dce449ff" /><Relationship Type="http://schemas.openxmlformats.org/officeDocument/2006/relationships/notesMaster" Target="/ppt/notesMasters/notesMaster1.xml" Id="R74b48a2b22fb4080" /><Relationship Type="http://schemas.openxmlformats.org/officeDocument/2006/relationships/presProps" Target="/ppt/presProps.xml" Id="Rc3d225d210004cde" /><Relationship Type="http://schemas.openxmlformats.org/officeDocument/2006/relationships/viewProps" Target="/ppt/viewProps.xml" Id="Rbb8b88cb7096406a" /><Relationship Type="http://schemas.openxmlformats.org/officeDocument/2006/relationships/tableStyles" Target="/ppt/tableStyles.xml" Id="R669a3c1e259040a2" /><Relationship Type="http://schemas.openxmlformats.org/officeDocument/2006/relationships/font" Target="/ppt/fonts/font.dat" Id="R610af6711e1d4f40" /><Relationship Type="http://schemas.openxmlformats.org/officeDocument/2006/relationships/slide" Target="/ppt/slides/slide1.xml" Id="R7f8976de70c1466b" /><Relationship Type="http://schemas.openxmlformats.org/officeDocument/2006/relationships/slide" Target="/ppt/slides/slide2.xml" Id="Rbbce347b6ad14251" /><Relationship Type="http://schemas.openxmlformats.org/officeDocument/2006/relationships/slide" Target="/ppt/slides/slide3.xml" Id="Raf3a867c180540a0" /><Relationship Type="http://schemas.openxmlformats.org/officeDocument/2006/relationships/slide" Target="/ppt/slides/slide4.xml" Id="R13f35451f1a848c4" /><Relationship Type="http://schemas.openxmlformats.org/officeDocument/2006/relationships/slide" Target="/ppt/slides/slide5.xml" Id="R87f52d49a44b44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cb8dc098344b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40f665ab7c4c55" /><Relationship Type="http://schemas.openxmlformats.org/officeDocument/2006/relationships/notesMaster" Target="/ppt/notesMasters/notesMaster1.xml" Id="Rf712b2b83b2c4d7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253249184b4427" /><Relationship Type="http://schemas.openxmlformats.org/officeDocument/2006/relationships/notesMaster" Target="/ppt/notesMasters/notesMaster1.xml" Id="Rb0840987aca44b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812624b7b94a51" /><Relationship Type="http://schemas.openxmlformats.org/officeDocument/2006/relationships/notesMaster" Target="/ppt/notesMasters/notesMaster1.xml" Id="R177a5da5992c4c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81dd5f87ff427b" /><Relationship Type="http://schemas.openxmlformats.org/officeDocument/2006/relationships/notesMaster" Target="/ppt/notesMasters/notesMaster1.xml" Id="R0df34f43b3ae4f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f64446ed674327" /><Relationship Type="http://schemas.openxmlformats.org/officeDocument/2006/relationships/notesMaster" Target="/ppt/notesMasters/notesMaster1.xml" Id="Rad16bc77f1d345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visual template: Choosing Loop Structures - Slides.pptx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acfbbf1cd641b3" /><Relationship Type="http://schemas.openxmlformats.org/officeDocument/2006/relationships/image" Target="/ppt/media/image.png" Id="R08b9067260bd43f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994eda2b2c44c3" /><Relationship Type="http://schemas.openxmlformats.org/officeDocument/2006/relationships/image" Target="/ppt/media/image.png" Id="R6e772d836a12409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928cdcf98f4ba0" /><Relationship Type="http://schemas.openxmlformats.org/officeDocument/2006/relationships/image" Target="/ppt/media/image.png" Id="Rfa07a8b619ed49e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bb1423f5714df2" /><Relationship Type="http://schemas.openxmlformats.org/officeDocument/2006/relationships/image" Target="/ppt/media/image.png" Id="R386060474c344ac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a643ab990a46dc" /><Relationship Type="http://schemas.openxmlformats.org/officeDocument/2006/relationships/image" Target="/ppt/media/image.png" Id="R6dc84a7e9118453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1daf1cd9644e0d" /><Relationship Type="http://schemas.openxmlformats.org/officeDocument/2006/relationships/image" Target="/ppt/media/image.png" Id="R6fba1bd0da7c4db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a2adcdf7214d94" /><Relationship Type="http://schemas.openxmlformats.org/officeDocument/2006/relationships/image" Target="/ppt/media/image.png" Id="R5ee209b985de446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445f13aa3242d6" /><Relationship Type="http://schemas.openxmlformats.org/officeDocument/2006/relationships/image" Target="/ppt/media/image.png" Id="R4100739b7e64410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7e48b0c2f44bde" /><Relationship Type="http://schemas.openxmlformats.org/officeDocument/2006/relationships/image" Target="/ppt/media/image.png" Id="Rff4f386d8b114af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f93f62c5b74d4a" /><Relationship Type="http://schemas.openxmlformats.org/officeDocument/2006/relationships/image" Target="/ppt/media/image.png" Id="R2055827b74cc4f7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3fde0eadac47d0" /><Relationship Type="http://schemas.openxmlformats.org/officeDocument/2006/relationships/image" Target="/ppt/media/image.png" Id="R69e0c58f23204d4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8b9067260bd43f8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e772d836a12409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a07a8b619ed49e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86060474c344ac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c84a7e9118453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ba1bd0da7c4db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ee209b985de446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100739b7e64410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f4f386d8b114af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55827b74cc4f7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13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e0c58f23204d4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9af21579d24279" /><Relationship Type="http://schemas.openxmlformats.org/officeDocument/2006/relationships/slideLayout" Target="/ppt/slideLayouts/slideLayout1.xml" Id="R5e12e05e40c0411c" /><Relationship Type="http://schemas.openxmlformats.org/officeDocument/2006/relationships/slideLayout" Target="/ppt/slideLayouts/slideLayout2.xml" Id="Rd521fb036e634ce8" /><Relationship Type="http://schemas.openxmlformats.org/officeDocument/2006/relationships/slideLayout" Target="/ppt/slideLayouts/slideLayout3.xml" Id="Rdfcb2c34a4c14413" /><Relationship Type="http://schemas.openxmlformats.org/officeDocument/2006/relationships/slideLayout" Target="/ppt/slideLayouts/slideLayout4.xml" Id="R7bb92df5b926491b" /><Relationship Type="http://schemas.openxmlformats.org/officeDocument/2006/relationships/slideLayout" Target="/ppt/slideLayouts/slideLayout5.xml" Id="R9ba0130a83294269" /><Relationship Type="http://schemas.openxmlformats.org/officeDocument/2006/relationships/slideLayout" Target="/ppt/slideLayouts/slideLayout6.xml" Id="Rb4cb80087b6642fb" /><Relationship Type="http://schemas.openxmlformats.org/officeDocument/2006/relationships/slideLayout" Target="/ppt/slideLayouts/slideLayout7.xml" Id="Rfd32688c8e234915" /><Relationship Type="http://schemas.openxmlformats.org/officeDocument/2006/relationships/slideLayout" Target="/ppt/slideLayouts/slideLayout8.xml" Id="R26c70e6784374b35" /><Relationship Type="http://schemas.openxmlformats.org/officeDocument/2006/relationships/slideLayout" Target="/ppt/slideLayouts/slideLayout9.xml" Id="Rf918d5545bcc415f" /><Relationship Type="http://schemas.openxmlformats.org/officeDocument/2006/relationships/slideLayout" Target="/ppt/slideLayouts/slideLayout10.xml" Id="Rb239e84e81bf4a79" /><Relationship Type="http://schemas.openxmlformats.org/officeDocument/2006/relationships/slideLayout" Target="/ppt/slideLayouts/slideLayout11.xml" Id="R13fcf4c5df6d4ff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12e05e40c0411c"/>
    <p:sldLayoutId xmlns:r="http://schemas.openxmlformats.org/officeDocument/2006/relationships" id="2147483650" r:id="Rd521fb036e634ce8"/>
    <p:sldLayoutId xmlns:r="http://schemas.openxmlformats.org/officeDocument/2006/relationships" id="2147483651" r:id="Rdfcb2c34a4c14413"/>
    <p:sldLayoutId xmlns:r="http://schemas.openxmlformats.org/officeDocument/2006/relationships" id="2147483652" r:id="R7bb92df5b926491b"/>
    <p:sldLayoutId xmlns:r="http://schemas.openxmlformats.org/officeDocument/2006/relationships" id="2147483653" r:id="R9ba0130a83294269"/>
    <p:sldLayoutId xmlns:r="http://schemas.openxmlformats.org/officeDocument/2006/relationships" id="2147483654" r:id="Rb4cb80087b6642fb"/>
    <p:sldLayoutId xmlns:r="http://schemas.openxmlformats.org/officeDocument/2006/relationships" id="2147483655" r:id="Rfd32688c8e234915"/>
    <p:sldLayoutId xmlns:r="http://schemas.openxmlformats.org/officeDocument/2006/relationships" id="2147483656" r:id="R26c70e6784374b35"/>
    <p:sldLayoutId xmlns:r="http://schemas.openxmlformats.org/officeDocument/2006/relationships" id="2147483657" r:id="Rf918d5545bcc415f"/>
    <p:sldLayoutId xmlns:r="http://schemas.openxmlformats.org/officeDocument/2006/relationships" id="2147483658" r:id="Rb239e84e81bf4a79"/>
    <p:sldLayoutId xmlns:r="http://schemas.openxmlformats.org/officeDocument/2006/relationships" id="2147483659" r:id="R13fcf4c5df6d4ff1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1c7d24f6c4014" /><Relationship Type="http://schemas.openxmlformats.org/officeDocument/2006/relationships/notesSlide" Target="/ppt/notesSlides/notesSlide1.xml" Id="R6b8e2737174544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de6ce1d7204650" /><Relationship Type="http://schemas.openxmlformats.org/officeDocument/2006/relationships/notesSlide" Target="/ppt/notesSlides/notesSlide2.xml" Id="R125cb3db0d084c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6a9b6074174d73" /><Relationship Type="http://schemas.openxmlformats.org/officeDocument/2006/relationships/notesSlide" Target="/ppt/notesSlides/notesSlide3.xml" Id="Rff54aef83ea348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57bd4eed3f4a4d" /><Relationship Type="http://schemas.openxmlformats.org/officeDocument/2006/relationships/notesSlide" Target="/ppt/notesSlides/notesSlide4.xml" Id="Rc7d022c4f1854c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9427ec81634844" /><Relationship Type="http://schemas.openxmlformats.org/officeDocument/2006/relationships/notesSlide" Target="/ppt/notesSlides/notesSlide5.xml" Id="R2129e0da8c1f46c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143000" y="1524000"/>
            <a:ext cx="9906000" cy="11906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Arcade Tournament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Capstone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How the finished program works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095500"/>
            <a:ext cx="9525000" cy="3819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0" tIns="0" rIns="0" bIns="0" anchor="t">
            <a:sp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The program asks for the player's name.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It plays up to five rounds and adds each score to a total.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After each round, the player chooses whether to play another.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It displays the rounds played, the total and a Gold, Silver or Bronze award.</a:t>
            </a:r>
          </a:p>
          <a:p xmlns:a="http://schemas.openxmlformats.org/drawingml/2006/main">
            <a:pPr marL="0" indent="0">
              <a:spcAft>
                <a:spcPts val="12"/>
              </a:spcAft>
              <a:buNone/>
            </a:pPr>
            <a:r>
              <a:rPr sz="240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Complete, test and save each challenge before moving on.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Give a player an award for their score.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Ask for the player's name and store it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Ask for a total score from 0 to 30. Use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store it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Use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"earned Gold"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24 or more,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"earned Silver"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15 to 23, and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"earned Bronze"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anything lower.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challenge1.py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up three round scores before giving the award.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Store 0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Use a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play rounds 1 to 3. In each round,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"Round"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round number, ask for a score from 0 to 10, and add it to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After the loop,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the award from Challenge 1.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challenge2.py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42950" y="952500"/>
            <a:ext cx="10001250" cy="1000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381125" y="2047875"/>
            <a:ext cx="9429750" cy="4095750"/>
          </a:xfr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10"/>
              </a:spcAft>
              <a:buNone/>
            </a:pPr>
            <a:r>
              <a:rPr sz="1800" b="1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Let the player choose how many rounds to play, up to five.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1. Replace the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with a </a:t>
            </a:r>
            <a:r>
              <a:rPr sz="15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loop. Store 0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again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2. Keep playing while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again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is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is less than 5. In each round, add 1 to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score and add it to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ask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"Another round? yes/no"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marL="0" indent="0">
              <a:spcAft>
                <a:spcPts val="6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3. After the loop, display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"Rounds played:"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rounds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15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sz="15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total 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award.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Save as </a:t>
            </a:r>
            <a:r>
              <a:rPr sz="15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challenge3.py</a:t>
            </a:r>
            <a:r>
              <a:rPr sz="18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2026-09-28T09:12:01.8580000Z</dcterms:created>
  <dcterms:modified xsi:type="dcterms:W3CDTF">2026-09-28T09:12:01.8580000Z</dcterms:modified>
</coreProperties>
</file>