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5099c9b8e4b7c" /><Relationship Type="http://schemas.openxmlformats.org/officeDocument/2006/relationships/extended-properties" Target="/docProps/app.xml" Id="R222bb04237294f54" /><Relationship Type="http://schemas.openxmlformats.org/officeDocument/2006/relationships/officeDocument" Target="/ppt/presentation.xml" Id="R25dcb64e4d6246c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d8d3c596074a19"/>
  </p:sldMasterIdLst>
  <p:notesMasterIdLst>
    <p:notesMasterId xmlns:r="http://schemas.openxmlformats.org/officeDocument/2006/relationships" r:id="R5744ec23686c490c"/>
  </p:notesMasterIdLst>
  <p:sldIdLst>
    <p:sldId xmlns:r="http://schemas.openxmlformats.org/officeDocument/2006/relationships" id="256" r:id="Rce19b9d7f08640a5"/>
    <p:sldId xmlns:r="http://schemas.openxmlformats.org/officeDocument/2006/relationships" id="257" r:id="R647c86754cfa4da4"/>
    <p:sldId xmlns:r="http://schemas.openxmlformats.org/officeDocument/2006/relationships" id="258" r:id="Rd8c0454de2f6427f"/>
    <p:sldId xmlns:r="http://schemas.openxmlformats.org/officeDocument/2006/relationships" id="259" r:id="Rcdbfa4d4a085419e"/>
    <p:sldId xmlns:r="http://schemas.openxmlformats.org/officeDocument/2006/relationships" id="260" r:id="R2690d253dcec4b3d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d9c25e930ba41f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30688863b543e1" /><Relationship Type="http://schemas.openxmlformats.org/officeDocument/2006/relationships/slideMaster" Target="/ppt/slideMasters/slideMaster1.xml" Id="Rf7d8d3c596074a19" /><Relationship Type="http://schemas.openxmlformats.org/officeDocument/2006/relationships/notesMaster" Target="/ppt/notesMasters/notesMaster1.xml" Id="R5744ec23686c490c" /><Relationship Type="http://schemas.openxmlformats.org/officeDocument/2006/relationships/presProps" Target="/ppt/presProps.xml" Id="Rdda18d12a26e4ce9" /><Relationship Type="http://schemas.openxmlformats.org/officeDocument/2006/relationships/viewProps" Target="/ppt/viewProps.xml" Id="R54849aeefb9842e8" /><Relationship Type="http://schemas.openxmlformats.org/officeDocument/2006/relationships/tableStyles" Target="/ppt/tableStyles.xml" Id="R0c179170026940e1" /><Relationship Type="http://schemas.openxmlformats.org/officeDocument/2006/relationships/font" Target="/ppt/fonts/font.dat" Id="R0d9c25e930ba41f6" /><Relationship Type="http://schemas.openxmlformats.org/officeDocument/2006/relationships/slide" Target="/ppt/slides/slide1.xml" Id="Rce19b9d7f08640a5" /><Relationship Type="http://schemas.openxmlformats.org/officeDocument/2006/relationships/slide" Target="/ppt/slides/slide2.xml" Id="R647c86754cfa4da4" /><Relationship Type="http://schemas.openxmlformats.org/officeDocument/2006/relationships/slide" Target="/ppt/slides/slide3.xml" Id="Rd8c0454de2f6427f" /><Relationship Type="http://schemas.openxmlformats.org/officeDocument/2006/relationships/slide" Target="/ppt/slides/slide4.xml" Id="Rcdbfa4d4a085419e" /><Relationship Type="http://schemas.openxmlformats.org/officeDocument/2006/relationships/slide" Target="/ppt/slides/slide5.xml" Id="R2690d253dcec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813528e120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e63fc79dfc436a" /><Relationship Type="http://schemas.openxmlformats.org/officeDocument/2006/relationships/notesMaster" Target="/ppt/notesMasters/notesMaster1.xml" Id="R9e2c1680fc2d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901af7f9f34419" /><Relationship Type="http://schemas.openxmlformats.org/officeDocument/2006/relationships/notesMaster" Target="/ppt/notesMasters/notesMaster1.xml" Id="Rd6c4ab78e04e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fc206dc7884b85" /><Relationship Type="http://schemas.openxmlformats.org/officeDocument/2006/relationships/notesMaster" Target="/ppt/notesMasters/notesMaster1.xml" Id="Rf8664abca18f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2acbe6ec7c4dd8" /><Relationship Type="http://schemas.openxmlformats.org/officeDocument/2006/relationships/notesMaster" Target="/ppt/notesMasters/notesMaster1.xml" Id="Rf21b0aee4519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aeba0cff3489f" /><Relationship Type="http://schemas.openxmlformats.org/officeDocument/2006/relationships/notesMaster" Target="/ppt/notesMasters/notesMaster1.xml" Id="R9635c2760051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Choosing Loop Structures - Slides.pptx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Choosing Loop Structures - Slides.pptx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Choosing Loop Structures - Slides.pptx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Choosing Loop Structures - Slides.pptx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visual template: Choosing Loop Structures - Slides.pptx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14ffd4929449c" /><Relationship Type="http://schemas.openxmlformats.org/officeDocument/2006/relationships/image" Target="/ppt/media/image.png" Id="R700a0fdd3c9240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e703879f345d3" /><Relationship Type="http://schemas.openxmlformats.org/officeDocument/2006/relationships/image" Target="/ppt/media/image.png" Id="Rcfbc4e9dbb5f42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56cbbb22c4686" /><Relationship Type="http://schemas.openxmlformats.org/officeDocument/2006/relationships/image" Target="/ppt/media/image.png" Id="R8ddf217bd1c042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79be50cd444cd" /><Relationship Type="http://schemas.openxmlformats.org/officeDocument/2006/relationships/image" Target="/ppt/media/image.png" Id="Rf9a9b0a45b5e49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e75a872784a4f" /><Relationship Type="http://schemas.openxmlformats.org/officeDocument/2006/relationships/image" Target="/ppt/media/image.png" Id="Rcd4bbf8993eb49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73c33203c4bea" /><Relationship Type="http://schemas.openxmlformats.org/officeDocument/2006/relationships/image" Target="/ppt/media/image.png" Id="R9c3c1389268645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ea747b4244e20" /><Relationship Type="http://schemas.openxmlformats.org/officeDocument/2006/relationships/image" Target="/ppt/media/image.png" Id="R834e82aa2b4549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81e65ac0946e4" /><Relationship Type="http://schemas.openxmlformats.org/officeDocument/2006/relationships/image" Target="/ppt/media/image.png" Id="Rf84df921e48b45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8a4379ba84177" /><Relationship Type="http://schemas.openxmlformats.org/officeDocument/2006/relationships/image" Target="/ppt/media/image.png" Id="Rca5717b1d6b24f5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905d910624012" /><Relationship Type="http://schemas.openxmlformats.org/officeDocument/2006/relationships/image" Target="/ppt/media/image.png" Id="Rbbca068df83846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cb4d2ca4c4b66" /><Relationship Type="http://schemas.openxmlformats.org/officeDocument/2006/relationships/image" Target="/ppt/media/image.png" Id="R8373101147db4a8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0a0fdd3c924009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bc4e9dbb5f425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df217bd1c0422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a9b0a45b5e49d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4bbf8993eb495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3c1389268645c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4e82aa2b45496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4df921e48b45e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5717b1d6b24f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ca068df838464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73101147db4a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fdb1528b7d4fca" /><Relationship Type="http://schemas.openxmlformats.org/officeDocument/2006/relationships/slideLayout" Target="/ppt/slideLayouts/slideLayout1.xml" Id="R8c305d9c7ba44f30" /><Relationship Type="http://schemas.openxmlformats.org/officeDocument/2006/relationships/slideLayout" Target="/ppt/slideLayouts/slideLayout2.xml" Id="R9af611f537344522" /><Relationship Type="http://schemas.openxmlformats.org/officeDocument/2006/relationships/slideLayout" Target="/ppt/slideLayouts/slideLayout3.xml" Id="R7343a462cddb4d24" /><Relationship Type="http://schemas.openxmlformats.org/officeDocument/2006/relationships/slideLayout" Target="/ppt/slideLayouts/slideLayout4.xml" Id="R6b29be9ea4a049dd" /><Relationship Type="http://schemas.openxmlformats.org/officeDocument/2006/relationships/slideLayout" Target="/ppt/slideLayouts/slideLayout5.xml" Id="R435ea4606e6f4062" /><Relationship Type="http://schemas.openxmlformats.org/officeDocument/2006/relationships/slideLayout" Target="/ppt/slideLayouts/slideLayout6.xml" Id="Rcc1ed0db50d341d7" /><Relationship Type="http://schemas.openxmlformats.org/officeDocument/2006/relationships/slideLayout" Target="/ppt/slideLayouts/slideLayout7.xml" Id="Re7acdbf4837b4962" /><Relationship Type="http://schemas.openxmlformats.org/officeDocument/2006/relationships/slideLayout" Target="/ppt/slideLayouts/slideLayout8.xml" Id="R70a817c113694f12" /><Relationship Type="http://schemas.openxmlformats.org/officeDocument/2006/relationships/slideLayout" Target="/ppt/slideLayouts/slideLayout9.xml" Id="R108195470e5a4b4d" /><Relationship Type="http://schemas.openxmlformats.org/officeDocument/2006/relationships/slideLayout" Target="/ppt/slideLayouts/slideLayout10.xml" Id="Rdf7a47dc43b64954" /><Relationship Type="http://schemas.openxmlformats.org/officeDocument/2006/relationships/slideLayout" Target="/ppt/slideLayouts/slideLayout11.xml" Id="R568478975ba749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305d9c7ba44f30"/>
    <p:sldLayoutId xmlns:r="http://schemas.openxmlformats.org/officeDocument/2006/relationships" id="2147483650" r:id="R9af611f537344522"/>
    <p:sldLayoutId xmlns:r="http://schemas.openxmlformats.org/officeDocument/2006/relationships" id="2147483651" r:id="R7343a462cddb4d24"/>
    <p:sldLayoutId xmlns:r="http://schemas.openxmlformats.org/officeDocument/2006/relationships" id="2147483652" r:id="R6b29be9ea4a049dd"/>
    <p:sldLayoutId xmlns:r="http://schemas.openxmlformats.org/officeDocument/2006/relationships" id="2147483653" r:id="R435ea4606e6f4062"/>
    <p:sldLayoutId xmlns:r="http://schemas.openxmlformats.org/officeDocument/2006/relationships" id="2147483654" r:id="Rcc1ed0db50d341d7"/>
    <p:sldLayoutId xmlns:r="http://schemas.openxmlformats.org/officeDocument/2006/relationships" id="2147483655" r:id="Re7acdbf4837b4962"/>
    <p:sldLayoutId xmlns:r="http://schemas.openxmlformats.org/officeDocument/2006/relationships" id="2147483656" r:id="R70a817c113694f12"/>
    <p:sldLayoutId xmlns:r="http://schemas.openxmlformats.org/officeDocument/2006/relationships" id="2147483657" r:id="R108195470e5a4b4d"/>
    <p:sldLayoutId xmlns:r="http://schemas.openxmlformats.org/officeDocument/2006/relationships" id="2147483658" r:id="Rdf7a47dc43b64954"/>
    <p:sldLayoutId xmlns:r="http://schemas.openxmlformats.org/officeDocument/2006/relationships" id="2147483659" r:id="R568478975ba749b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549b1c26f482c" /><Relationship Type="http://schemas.openxmlformats.org/officeDocument/2006/relationships/notesSlide" Target="/ppt/notesSlides/notesSlide1.xml" Id="Ra61492a0bf4844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274f57745f4dbc" /><Relationship Type="http://schemas.openxmlformats.org/officeDocument/2006/relationships/notesSlide" Target="/ppt/notesSlides/notesSlide2.xml" Id="Rbb4a12a1ce9342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27dd57e6b44e70" /><Relationship Type="http://schemas.openxmlformats.org/officeDocument/2006/relationships/notesSlide" Target="/ppt/notesSlides/notesSlide3.xml" Id="R25730f05df91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8e241e4e642e7" /><Relationship Type="http://schemas.openxmlformats.org/officeDocument/2006/relationships/notesSlide" Target="/ppt/notesSlides/notesSlide4.xml" Id="R6db1921f7adf44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01811be7824c2e" /><Relationship Type="http://schemas.openxmlformats.org/officeDocument/2006/relationships/notesSlide" Target="/ppt/notesSlides/notesSlide5.xml" Id="Rb28250dee23c4a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524000"/>
            <a:ext cx="9906000" cy="1190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Arcade Tournament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the finished program works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525000" cy="3819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0" tIns="0" rIns="0" bIns="0" anchor="t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program asks for the player's name.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It plays up to five rounds and adds each score to a total.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After each round, the player chooses whether to play another.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It displays the rounds played, the total and a Gold, Silver or Bronze award.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Complete, test and save each challenge before moving on.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Give a player an award for their score.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Ask for the player's name and store it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name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Ask for a total score from 0 to 30. Use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store it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Use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name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"earned Gold"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24 or more,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"earned Silver"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15 to 23, and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"earned Bronze"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anything lower.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challenge1.py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up three round scores before giving the award.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Store 0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Use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and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play rounds 1 to 3. In each round,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"Round"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round number, ask for a score from 0 to 10, and add it to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After the loop,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the award from Challenge 1.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challenge2.py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952500"/>
            <a:ext cx="10001250" cy="1000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81125" y="2047875"/>
            <a:ext cx="9429750" cy="4095750"/>
          </a:xfr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1800" b="1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Let the player choose how many rounds to play, up to five.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1. Replace the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with a </a:t>
            </a:r>
            <a:r>
              <a:rPr sz="15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loop. Store 0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again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2. Keep playing while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again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is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is less than 5. In each round, add 1 to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score and add it to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ask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"Another round? yes/no"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3. After the loop, display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"Rounds played:"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15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15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award.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Save as </a:t>
            </a:r>
            <a:r>
              <a:rPr sz="15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challenge3.py</a:t>
            </a:r>
            <a:r>
              <a:rPr sz="18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2026-09-29T02:09:58.1250000Z</dcterms:created>
  <dcterms:modified xsi:type="dcterms:W3CDTF">2026-09-29T02:09:58.1250000Z</dcterms:modified>
</coreProperties>
</file>