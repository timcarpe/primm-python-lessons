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472d599e684629" /><Relationship Type="http://schemas.openxmlformats.org/officeDocument/2006/relationships/extended-properties" Target="/docProps/app.xml" Id="Rd5407606811a4a3c" /><Relationship Type="http://schemas.openxmlformats.org/officeDocument/2006/relationships/officeDocument" Target="/ppt/presentation.xml" Id="Rce1fe9a272ea484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2a01d12fb524b6e"/>
  </p:sldMasterIdLst>
  <p:notesMasterIdLst>
    <p:notesMasterId xmlns:r="http://schemas.openxmlformats.org/officeDocument/2006/relationships" r:id="Rdb0e4ebf9fb74776"/>
  </p:notesMasterIdLst>
  <p:sldIdLst>
    <p:sldId xmlns:r="http://schemas.openxmlformats.org/officeDocument/2006/relationships" id="256" r:id="R41a2dd275a0a4d9d"/>
    <p:sldId xmlns:r="http://schemas.openxmlformats.org/officeDocument/2006/relationships" id="257" r:id="Rb700904cda5145ba"/>
    <p:sldId xmlns:r="http://schemas.openxmlformats.org/officeDocument/2006/relationships" id="258" r:id="R7d1a0f5a42f442f9"/>
    <p:sldId xmlns:r="http://schemas.openxmlformats.org/officeDocument/2006/relationships" id="259" r:id="Rbb8f29f5ed3b40fc"/>
    <p:sldId xmlns:r="http://schemas.openxmlformats.org/officeDocument/2006/relationships" id="260" r:id="Rffc9a26fe603433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083550909ec4e4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8510a4ae5a4ee4" /><Relationship Type="http://schemas.openxmlformats.org/officeDocument/2006/relationships/slideMaster" Target="/ppt/slideMasters/slideMaster1.xml" Id="Ra2a01d12fb524b6e" /><Relationship Type="http://schemas.openxmlformats.org/officeDocument/2006/relationships/notesMaster" Target="/ppt/notesMasters/notesMaster1.xml" Id="Rdb0e4ebf9fb74776" /><Relationship Type="http://schemas.openxmlformats.org/officeDocument/2006/relationships/presProps" Target="/ppt/presProps.xml" Id="R5e2badeabe4b4eb9" /><Relationship Type="http://schemas.openxmlformats.org/officeDocument/2006/relationships/viewProps" Target="/ppt/viewProps.xml" Id="R7bb4e911d42d4ad4" /><Relationship Type="http://schemas.openxmlformats.org/officeDocument/2006/relationships/tableStyles" Target="/ppt/tableStyles.xml" Id="R08a908b4e3154304" /><Relationship Type="http://schemas.openxmlformats.org/officeDocument/2006/relationships/font" Target="/ppt/fonts/font.dat" Id="R8083550909ec4e40" /><Relationship Type="http://schemas.openxmlformats.org/officeDocument/2006/relationships/slide" Target="/ppt/slides/slide1.xml" Id="R41a2dd275a0a4d9d" /><Relationship Type="http://schemas.openxmlformats.org/officeDocument/2006/relationships/slide" Target="/ppt/slides/slide2.xml" Id="Rb700904cda5145ba" /><Relationship Type="http://schemas.openxmlformats.org/officeDocument/2006/relationships/slide" Target="/ppt/slides/slide3.xml" Id="R7d1a0f5a42f442f9" /><Relationship Type="http://schemas.openxmlformats.org/officeDocument/2006/relationships/slide" Target="/ppt/slides/slide4.xml" Id="Rbb8f29f5ed3b40fc" /><Relationship Type="http://schemas.openxmlformats.org/officeDocument/2006/relationships/slide" Target="/ppt/slides/slide5.xml" Id="Rffc9a26fe60343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fcf2cc55034f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ce9324253c4f62" /><Relationship Type="http://schemas.openxmlformats.org/officeDocument/2006/relationships/notesMaster" Target="/ppt/notesMasters/notesMaster1.xml" Id="R4428d972479241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28856e57114cad" /><Relationship Type="http://schemas.openxmlformats.org/officeDocument/2006/relationships/notesMaster" Target="/ppt/notesMasters/notesMaster1.xml" Id="Re5c1a78a62b349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2c61fbefd143fd" /><Relationship Type="http://schemas.openxmlformats.org/officeDocument/2006/relationships/notesMaster" Target="/ppt/notesMasters/notesMaster1.xml" Id="Rc7b186aa3d504e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e230df8aca4125" /><Relationship Type="http://schemas.openxmlformats.org/officeDocument/2006/relationships/notesMaster" Target="/ppt/notesMasters/notesMaster1.xml" Id="R241efb1b52d94d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c8824f108f43e3" /><Relationship Type="http://schemas.openxmlformats.org/officeDocument/2006/relationships/notesMaster" Target="/ppt/notesMasters/notesMaster1.xml" Id="R2ae03e47b1e04f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65945ed62440a9" /><Relationship Type="http://schemas.openxmlformats.org/officeDocument/2006/relationships/image" Target="/ppt/media/image.png" Id="R992853fecec04ca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c4eb72472742c5" /><Relationship Type="http://schemas.openxmlformats.org/officeDocument/2006/relationships/image" Target="/ppt/media/image.png" Id="Rd6c84f29ca164a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8cc20498e045cc" /><Relationship Type="http://schemas.openxmlformats.org/officeDocument/2006/relationships/image" Target="/ppt/media/image.png" Id="R131c9703517747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5d0d5681264a79" /><Relationship Type="http://schemas.openxmlformats.org/officeDocument/2006/relationships/image" Target="/ppt/media/image.png" Id="R1c5107bc3c6941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c8f16777d544b4" /><Relationship Type="http://schemas.openxmlformats.org/officeDocument/2006/relationships/image" Target="/ppt/media/image.png" Id="R51f4c5eb085f468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e22ccae5046db" /><Relationship Type="http://schemas.openxmlformats.org/officeDocument/2006/relationships/image" Target="/ppt/media/image.png" Id="R8dd1a8074bb144d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bc5be53e74b6e" /><Relationship Type="http://schemas.openxmlformats.org/officeDocument/2006/relationships/image" Target="/ppt/media/image.png" Id="Rbf0afb88c29045a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9ff46d3b8d41cb" /><Relationship Type="http://schemas.openxmlformats.org/officeDocument/2006/relationships/image" Target="/ppt/media/image.png" Id="R537f81ca97ef45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f60f616bd4a5d" /><Relationship Type="http://schemas.openxmlformats.org/officeDocument/2006/relationships/image" Target="/ppt/media/image.png" Id="R323184f2985b445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e9a36c5a604130" /><Relationship Type="http://schemas.openxmlformats.org/officeDocument/2006/relationships/image" Target="/ppt/media/image.png" Id="R2626bd5e6ce8494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02f8923ddc4ebe" /><Relationship Type="http://schemas.openxmlformats.org/officeDocument/2006/relationships/image" Target="/ppt/media/image.png" Id="Rb5753e813d874cd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2853fecec04ca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c84f29ca164a3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1c9703517747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5107bc3c6941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f4c5eb085f468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d1a8074bb144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0afb88c29045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f81ca97ef45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3184f2985b44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26bd5e6ce849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753e813d874c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a74a7ae13346ee" /><Relationship Type="http://schemas.openxmlformats.org/officeDocument/2006/relationships/slideLayout" Target="/ppt/slideLayouts/slideLayout1.xml" Id="R645372a1a1e248d1" /><Relationship Type="http://schemas.openxmlformats.org/officeDocument/2006/relationships/slideLayout" Target="/ppt/slideLayouts/slideLayout2.xml" Id="R8738c4b15392479b" /><Relationship Type="http://schemas.openxmlformats.org/officeDocument/2006/relationships/slideLayout" Target="/ppt/slideLayouts/slideLayout3.xml" Id="R8e507204b5484a73" /><Relationship Type="http://schemas.openxmlformats.org/officeDocument/2006/relationships/slideLayout" Target="/ppt/slideLayouts/slideLayout4.xml" Id="Raedd5f8e5dd14f96" /><Relationship Type="http://schemas.openxmlformats.org/officeDocument/2006/relationships/slideLayout" Target="/ppt/slideLayouts/slideLayout5.xml" Id="R394ad7c99cb84398" /><Relationship Type="http://schemas.openxmlformats.org/officeDocument/2006/relationships/slideLayout" Target="/ppt/slideLayouts/slideLayout6.xml" Id="R31e967a2bc8f4715" /><Relationship Type="http://schemas.openxmlformats.org/officeDocument/2006/relationships/slideLayout" Target="/ppt/slideLayouts/slideLayout7.xml" Id="Rbb9a2dd6855d483a" /><Relationship Type="http://schemas.openxmlformats.org/officeDocument/2006/relationships/slideLayout" Target="/ppt/slideLayouts/slideLayout8.xml" Id="R89185d49f587436f" /><Relationship Type="http://schemas.openxmlformats.org/officeDocument/2006/relationships/slideLayout" Target="/ppt/slideLayouts/slideLayout9.xml" Id="Rdef631e601cd4bcd" /><Relationship Type="http://schemas.openxmlformats.org/officeDocument/2006/relationships/slideLayout" Target="/ppt/slideLayouts/slideLayout10.xml" Id="R02fc086283e44660" /><Relationship Type="http://schemas.openxmlformats.org/officeDocument/2006/relationships/slideLayout" Target="/ppt/slideLayouts/slideLayout11.xml" Id="Rc6f511ab6778464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5372a1a1e248d1"/>
    <p:sldLayoutId xmlns:r="http://schemas.openxmlformats.org/officeDocument/2006/relationships" id="2147483650" r:id="R8738c4b15392479b"/>
    <p:sldLayoutId xmlns:r="http://schemas.openxmlformats.org/officeDocument/2006/relationships" id="2147483651" r:id="R8e507204b5484a73"/>
    <p:sldLayoutId xmlns:r="http://schemas.openxmlformats.org/officeDocument/2006/relationships" id="2147483652" r:id="Raedd5f8e5dd14f96"/>
    <p:sldLayoutId xmlns:r="http://schemas.openxmlformats.org/officeDocument/2006/relationships" id="2147483653" r:id="R394ad7c99cb84398"/>
    <p:sldLayoutId xmlns:r="http://schemas.openxmlformats.org/officeDocument/2006/relationships" id="2147483654" r:id="R31e967a2bc8f4715"/>
    <p:sldLayoutId xmlns:r="http://schemas.openxmlformats.org/officeDocument/2006/relationships" id="2147483655" r:id="Rbb9a2dd6855d483a"/>
    <p:sldLayoutId xmlns:r="http://schemas.openxmlformats.org/officeDocument/2006/relationships" id="2147483656" r:id="R89185d49f587436f"/>
    <p:sldLayoutId xmlns:r="http://schemas.openxmlformats.org/officeDocument/2006/relationships" id="2147483657" r:id="Rdef631e601cd4bcd"/>
    <p:sldLayoutId xmlns:r="http://schemas.openxmlformats.org/officeDocument/2006/relationships" id="2147483658" r:id="R02fc086283e44660"/>
    <p:sldLayoutId xmlns:r="http://schemas.openxmlformats.org/officeDocument/2006/relationships" id="2147483659" r:id="Rc6f511ab6778464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367810d074fba" /><Relationship Type="http://schemas.openxmlformats.org/officeDocument/2006/relationships/notesSlide" Target="/ppt/notesSlides/notesSlide1.xml" Id="Rc3bdf56b5ece41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9cb6409f034cfc" /><Relationship Type="http://schemas.openxmlformats.org/officeDocument/2006/relationships/notesSlide" Target="/ppt/notesSlides/notesSlide2.xml" Id="R59a918ba04d840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f4cda95d8b42a6" /><Relationship Type="http://schemas.openxmlformats.org/officeDocument/2006/relationships/notesSlide" Target="/ppt/notesSlides/notesSlide3.xml" Id="R439dfb594f374d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8f5f96bad346ae" /><Relationship Type="http://schemas.openxmlformats.org/officeDocument/2006/relationships/notesSlide" Target="/ppt/notesSlides/notesSlide4.xml" Id="Rebd14c597ae64d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8018209e9b4ba4" /><Relationship Type="http://schemas.openxmlformats.org/officeDocument/2006/relationships/notesSlide" Target="/ppt/notesSlides/notesSlide5.xml" Id="R03bc3bfffdbd416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Arcade Tournament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381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asks for the player's name.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It plays up to five rounds and adds each score to a total.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each round, the player chooses whether to play another.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It displays the rounds played, the total and a Gold, Silver or Bronze award.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Give a player an award for their score.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Ask for the player's name and store it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Ask for a total score from 0 to 30.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store it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Gold"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24 or more,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Silver"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15 to 23, and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Bronze"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anything lower.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up three round scores before giving the award.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Store 0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play rounds 1 to 3. In each round,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"Round"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round number, ask for a score from 0 to 10, and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After the loop,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award from Challenge 1.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player choose how many rounds to play, up to five.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Replace the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Store 0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again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Keep playing while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again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less than 5. In each round, add 1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score and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"Another round? yes/no"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After the loop,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"Rounds played:"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award.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2026-09-28T06:22:26.0530000Z</dcterms:created>
  <dcterms:modified xsi:type="dcterms:W3CDTF">2026-09-28T06:22:26.0530000Z</dcterms:modified>
</coreProperties>
</file>