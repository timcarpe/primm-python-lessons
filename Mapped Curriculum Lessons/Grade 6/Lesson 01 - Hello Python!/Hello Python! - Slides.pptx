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f70a21f50646f9" /><Relationship Type="http://schemas.openxmlformats.org/officeDocument/2006/relationships/extended-properties" Target="/docProps/app.xml" Id="Rfc58b5563ff44cf8" /><Relationship Type="http://schemas.openxmlformats.org/officeDocument/2006/relationships/officeDocument" Target="/ppt/presentation.xml" Id="Rbbb67372e5624c7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5b3ab1f37f7b4fd4"/>
  </p:sldMasterIdLst>
  <p:notesMasterIdLst>
    <p:notesMasterId xmlns:r="http://schemas.openxmlformats.org/officeDocument/2006/relationships" r:id="R2c8e034217dd407a"/>
  </p:notesMasterIdLst>
  <p:sldIdLst>
    <p:sldId xmlns:r="http://schemas.openxmlformats.org/officeDocument/2006/relationships" id="256" r:id="R5006481181f74972"/>
    <p:sldId xmlns:r="http://schemas.openxmlformats.org/officeDocument/2006/relationships" id="257" r:id="Rfc540f9b86654e2b"/>
    <p:sldId xmlns:r="http://schemas.openxmlformats.org/officeDocument/2006/relationships" id="258" r:id="Ra7a38ec2467d4ca9"/>
    <p:sldId xmlns:r="http://schemas.openxmlformats.org/officeDocument/2006/relationships" id="259" r:id="Rdf4a06c9b30140f8"/>
    <p:sldId xmlns:r="http://schemas.openxmlformats.org/officeDocument/2006/relationships" id="260" r:id="Rf1ce9f38799548ce"/>
    <p:sldId xmlns:r="http://schemas.openxmlformats.org/officeDocument/2006/relationships" id="261" r:id="Rbffa48ca563c484b"/>
    <p:sldId xmlns:r="http://schemas.openxmlformats.org/officeDocument/2006/relationships" id="262" r:id="R63ae1fb120fd4146"/>
    <p:sldId xmlns:r="http://schemas.openxmlformats.org/officeDocument/2006/relationships" id="263" r:id="R7a4a6b1f1bd640eb"/>
    <p:sldId xmlns:r="http://schemas.openxmlformats.org/officeDocument/2006/relationships" id="264" r:id="R98c60a8f05aa4d12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8d202732b2114bcf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1faedbc63984337" /><Relationship Type="http://schemas.openxmlformats.org/officeDocument/2006/relationships/slideMaster" Target="/ppt/slideMasters/slideMaster1.xml" Id="R5b3ab1f37f7b4fd4" /><Relationship Type="http://schemas.openxmlformats.org/officeDocument/2006/relationships/notesMaster" Target="/ppt/notesMasters/notesMaster1.xml" Id="R2c8e034217dd407a" /><Relationship Type="http://schemas.openxmlformats.org/officeDocument/2006/relationships/presProps" Target="/ppt/presProps.xml" Id="R7c63962d73f1499e" /><Relationship Type="http://schemas.openxmlformats.org/officeDocument/2006/relationships/viewProps" Target="/ppt/viewProps.xml" Id="R8120fd0c8ea44127" /><Relationship Type="http://schemas.openxmlformats.org/officeDocument/2006/relationships/tableStyles" Target="/ppt/tableStyles.xml" Id="R98a7fc9981bf45a4" /><Relationship Type="http://schemas.openxmlformats.org/officeDocument/2006/relationships/font" Target="/ppt/fonts/font.dat" Id="R8d202732b2114bcf" /><Relationship Type="http://schemas.openxmlformats.org/officeDocument/2006/relationships/slide" Target="/ppt/slides/slide1.xml" Id="R5006481181f74972" /><Relationship Type="http://schemas.openxmlformats.org/officeDocument/2006/relationships/slide" Target="/ppt/slides/slide2.xml" Id="Rfc540f9b86654e2b" /><Relationship Type="http://schemas.openxmlformats.org/officeDocument/2006/relationships/slide" Target="/ppt/slides/slide3.xml" Id="Ra7a38ec2467d4ca9" /><Relationship Type="http://schemas.openxmlformats.org/officeDocument/2006/relationships/slide" Target="/ppt/slides/slide4.xml" Id="Rdf4a06c9b30140f8" /><Relationship Type="http://schemas.openxmlformats.org/officeDocument/2006/relationships/slide" Target="/ppt/slides/slide5.xml" Id="Rf1ce9f38799548ce" /><Relationship Type="http://schemas.openxmlformats.org/officeDocument/2006/relationships/slide" Target="/ppt/slides/slide6.xml" Id="Rbffa48ca563c484b" /><Relationship Type="http://schemas.openxmlformats.org/officeDocument/2006/relationships/slide" Target="/ppt/slides/slide7.xml" Id="R63ae1fb120fd4146" /><Relationship Type="http://schemas.openxmlformats.org/officeDocument/2006/relationships/slide" Target="/ppt/slides/slide8.xml" Id="R7a4a6b1f1bd640eb" /><Relationship Type="http://schemas.openxmlformats.org/officeDocument/2006/relationships/slide" Target="/ppt/slides/slide9.xml" Id="R98c60a8f05aa4d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d41e21c164f45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ffc592cfba47bd" /><Relationship Type="http://schemas.openxmlformats.org/officeDocument/2006/relationships/notesMaster" Target="/ppt/notesMasters/notesMaster1.xml" Id="R6defb647859243c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8f84b828e40475e" /><Relationship Type="http://schemas.openxmlformats.org/officeDocument/2006/relationships/notesMaster" Target="/ppt/notesMasters/notesMaster1.xml" Id="R00a5f8dd0aaf4d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bd10c0b09604fa4" /><Relationship Type="http://schemas.openxmlformats.org/officeDocument/2006/relationships/notesMaster" Target="/ppt/notesMasters/notesMaster1.xml" Id="Re257a19c927b4a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166b5d64384b63" /><Relationship Type="http://schemas.openxmlformats.org/officeDocument/2006/relationships/notesMaster" Target="/ppt/notesMasters/notesMaster1.xml" Id="R0a24376e39c048e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a9948ac8b046a6" /><Relationship Type="http://schemas.openxmlformats.org/officeDocument/2006/relationships/notesMaster" Target="/ppt/notesMasters/notesMaster1.xml" Id="R880b0d79101541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1008c3afa94670" /><Relationship Type="http://schemas.openxmlformats.org/officeDocument/2006/relationships/notesMaster" Target="/ppt/notesMasters/notesMaster1.xml" Id="Ra8dc59589247402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7d3b39920d94047" /><Relationship Type="http://schemas.openxmlformats.org/officeDocument/2006/relationships/notesMaster" Target="/ppt/notesMasters/notesMaster1.xml" Id="R06746d8b8a9245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5c87349acd41b6" /><Relationship Type="http://schemas.openxmlformats.org/officeDocument/2006/relationships/notesMaster" Target="/ppt/notesMasters/notesMaster1.xml" Id="R4d4a58ab4793419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4850036a3664498" /><Relationship Type="http://schemas.openxmlformats.org/officeDocument/2006/relationships/notesMaster" Target="/ppt/notesMasters/notesMaster1.xml" Id="R807537fa1a7f42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0364346ade4ce6" /><Relationship Type="http://schemas.openxmlformats.org/officeDocument/2006/relationships/image" Target="/ppt/media/image.png" Id="Rb3653904707144b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c2478418c5440d" /><Relationship Type="http://schemas.openxmlformats.org/officeDocument/2006/relationships/image" Target="/ppt/media/image.png" Id="R55c120c409df492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9a4a6053774956" /><Relationship Type="http://schemas.openxmlformats.org/officeDocument/2006/relationships/image" Target="/ppt/media/image.png" Id="R45f2673f446c4cf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6f563149354640" /><Relationship Type="http://schemas.openxmlformats.org/officeDocument/2006/relationships/image" Target="/ppt/media/image.png" Id="R7947e1b8f2534f4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48ea02922249b6" /><Relationship Type="http://schemas.openxmlformats.org/officeDocument/2006/relationships/image" Target="/ppt/media/image.png" Id="R8b2fb31e93f24d5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2839a92ee5428f" /><Relationship Type="http://schemas.openxmlformats.org/officeDocument/2006/relationships/image" Target="/ppt/media/image.png" Id="Ra0bff15202d54d3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613c3e74e24342" /><Relationship Type="http://schemas.openxmlformats.org/officeDocument/2006/relationships/image" Target="/ppt/media/image.png" Id="Re6c879d89ac5414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68398c3f344a26" /><Relationship Type="http://schemas.openxmlformats.org/officeDocument/2006/relationships/image" Target="/ppt/media/image.png" Id="Rd9ff59af3dd2400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df7a38fb1f4ac2" /><Relationship Type="http://schemas.openxmlformats.org/officeDocument/2006/relationships/image" Target="/ppt/media/image.png" Id="R68a1ffc646ca428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1790e120144218" /><Relationship Type="http://schemas.openxmlformats.org/officeDocument/2006/relationships/image" Target="/ppt/media/image.png" Id="R4eb85485c783423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b19522aca14fb7" /><Relationship Type="http://schemas.openxmlformats.org/officeDocument/2006/relationships/image" Target="/ppt/media/image.png" Id="Rff5a5d2dc09041c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3653904707144b0"/>
          <a:stretch xmlns:a="http://schemas.openxmlformats.org/drawingml/2006/main"/>
        </p:blipFill>
        <p:spPr>
          <a:xfrm xmlns:a="http://schemas.openxmlformats.org/drawingml/2006/main" flipH="1">
            <a:off x="10137900" y="4538703"/>
            <a:ext cx="1802409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5c120c409df492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f2673f446c4cf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947e1b8f2534f4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b2fb31e93f24d5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0bff15202d54d3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6c879d89ac5414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9ff59af3dd2400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8a1ffc646ca428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eb85485c783423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f5a5d2dc09041c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81f112b14db48b7" /><Relationship Type="http://schemas.openxmlformats.org/officeDocument/2006/relationships/slideLayout" Target="/ppt/slideLayouts/slideLayout1.xml" Id="Rbb0349c380ea422c" /><Relationship Type="http://schemas.openxmlformats.org/officeDocument/2006/relationships/slideLayout" Target="/ppt/slideLayouts/slideLayout2.xml" Id="R210120cf40e14976" /><Relationship Type="http://schemas.openxmlformats.org/officeDocument/2006/relationships/slideLayout" Target="/ppt/slideLayouts/slideLayout3.xml" Id="R848aefa1b2254982" /><Relationship Type="http://schemas.openxmlformats.org/officeDocument/2006/relationships/slideLayout" Target="/ppt/slideLayouts/slideLayout4.xml" Id="R5757c4c2b02a462f" /><Relationship Type="http://schemas.openxmlformats.org/officeDocument/2006/relationships/slideLayout" Target="/ppt/slideLayouts/slideLayout5.xml" Id="R0c2ca966c43b42f0" /><Relationship Type="http://schemas.openxmlformats.org/officeDocument/2006/relationships/slideLayout" Target="/ppt/slideLayouts/slideLayout6.xml" Id="R0302a8045d2d42bb" /><Relationship Type="http://schemas.openxmlformats.org/officeDocument/2006/relationships/slideLayout" Target="/ppt/slideLayouts/slideLayout7.xml" Id="Rc12177b237094954" /><Relationship Type="http://schemas.openxmlformats.org/officeDocument/2006/relationships/slideLayout" Target="/ppt/slideLayouts/slideLayout8.xml" Id="R00f5388e04be4800" /><Relationship Type="http://schemas.openxmlformats.org/officeDocument/2006/relationships/slideLayout" Target="/ppt/slideLayouts/slideLayout9.xml" Id="R49a16a0f3d66402b" /><Relationship Type="http://schemas.openxmlformats.org/officeDocument/2006/relationships/slideLayout" Target="/ppt/slideLayouts/slideLayout10.xml" Id="R17a59e319c6e47b6" /><Relationship Type="http://schemas.openxmlformats.org/officeDocument/2006/relationships/slideLayout" Target="/ppt/slideLayouts/slideLayout11.xml" Id="Rd722659619614c8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0349c380ea422c"/>
    <p:sldLayoutId xmlns:r="http://schemas.openxmlformats.org/officeDocument/2006/relationships" id="2147483650" r:id="R210120cf40e14976"/>
    <p:sldLayoutId xmlns:r="http://schemas.openxmlformats.org/officeDocument/2006/relationships" id="2147483651" r:id="R848aefa1b2254982"/>
    <p:sldLayoutId xmlns:r="http://schemas.openxmlformats.org/officeDocument/2006/relationships" id="2147483652" r:id="R5757c4c2b02a462f"/>
    <p:sldLayoutId xmlns:r="http://schemas.openxmlformats.org/officeDocument/2006/relationships" id="2147483653" r:id="R0c2ca966c43b42f0"/>
    <p:sldLayoutId xmlns:r="http://schemas.openxmlformats.org/officeDocument/2006/relationships" id="2147483654" r:id="R0302a8045d2d42bb"/>
    <p:sldLayoutId xmlns:r="http://schemas.openxmlformats.org/officeDocument/2006/relationships" id="2147483655" r:id="Rc12177b237094954"/>
    <p:sldLayoutId xmlns:r="http://schemas.openxmlformats.org/officeDocument/2006/relationships" id="2147483656" r:id="R00f5388e04be4800"/>
    <p:sldLayoutId xmlns:r="http://schemas.openxmlformats.org/officeDocument/2006/relationships" id="2147483657" r:id="R49a16a0f3d66402b"/>
    <p:sldLayoutId xmlns:r="http://schemas.openxmlformats.org/officeDocument/2006/relationships" id="2147483658" r:id="R17a59e319c6e47b6"/>
    <p:sldLayoutId xmlns:r="http://schemas.openxmlformats.org/officeDocument/2006/relationships" id="2147483659" r:id="Rd722659619614c8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4ab01e2cc942db" /><Relationship Type="http://schemas.openxmlformats.org/officeDocument/2006/relationships/notesSlide" Target="/ppt/notesSlides/notesSlide1.xml" Id="R494a6c5f013e47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83eec329d54909" /><Relationship Type="http://schemas.openxmlformats.org/officeDocument/2006/relationships/notesSlide" Target="/ppt/notesSlides/notesSlide2.xml" Id="R3ce2cd66fa4643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4086a48c7b4697" /><Relationship Type="http://schemas.openxmlformats.org/officeDocument/2006/relationships/notesSlide" Target="/ppt/notesSlides/notesSlide3.xml" Id="Rbbd2595f48f0408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893367c8e94fbc" /><Relationship Type="http://schemas.openxmlformats.org/officeDocument/2006/relationships/notesSlide" Target="/ppt/notesSlides/notesSlide4.xml" Id="R22a756fee43f48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766a0fce224f3c" /><Relationship Type="http://schemas.openxmlformats.org/officeDocument/2006/relationships/notesSlide" Target="/ppt/notesSlides/notesSlide5.xml" Id="R0913910a6afe4d8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d2cf11133640d3" /><Relationship Type="http://schemas.openxmlformats.org/officeDocument/2006/relationships/notesSlide" Target="/ppt/notesSlides/notesSlide6.xml" Id="Rd06cbe2b7cdd4f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adfa450a3a40f8" /><Relationship Type="http://schemas.openxmlformats.org/officeDocument/2006/relationships/notesSlide" Target="/ppt/notesSlides/notesSlide7.xml" Id="R0bc7df54900f40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0aca737a6a4d02" /><Relationship Type="http://schemas.openxmlformats.org/officeDocument/2006/relationships/notesSlide" Target="/ppt/notesSlides/notesSlide8.xml" Id="R6d2612ef2970413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8b277cfa424947" /><Relationship Type="http://schemas.openxmlformats.org/officeDocument/2006/relationships/notesSlide" Target="/ppt/notesSlides/notesSlide9.xml" Id="R048fd1408d0a426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Hello Python!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01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What does input() do?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does the equal sign do?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creates the green string literals?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does print() combine several values?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a greeting from another language, such as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"Xin chao"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in a variable called [greeting]. Change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it displays [greeting], then [name], then an exclamation mark.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friend's name and store it in a variable called [friend_name]. Change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it displays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[name] and [friend_name]!"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using [name] and [friend_name].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new program that asks for two school subjects. Display the message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 think [subject 1] and [subject 2] are great subjects!"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using the two answers.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4346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Lesson 01 - Hello Python!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Fix the code!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(What is your name?)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sport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favorite sport?"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"Hmmmmm"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"Today I learned"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"really likes"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favSport,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2026-08-27T03:49:08.9310000Z</dcterms:created>
  <dcterms:modified xsi:type="dcterms:W3CDTF">2026-08-27T03:49:08.9310000Z</dcterms:modified>
</coreProperties>
</file>