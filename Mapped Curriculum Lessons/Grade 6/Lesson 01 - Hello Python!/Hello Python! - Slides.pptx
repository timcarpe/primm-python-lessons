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40068cc5e4479d" /><Relationship Type="http://schemas.openxmlformats.org/officeDocument/2006/relationships/extended-properties" Target="/docProps/app.xml" Id="R86d5c0dd3f28459d" /><Relationship Type="http://schemas.openxmlformats.org/officeDocument/2006/relationships/officeDocument" Target="/ppt/presentation.xml" Id="Rdf48e0597bfa4ce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d71e6d1134a48d9"/>
  </p:sldMasterIdLst>
  <p:notesMasterIdLst>
    <p:notesMasterId xmlns:r="http://schemas.openxmlformats.org/officeDocument/2006/relationships" r:id="R7d11d8dae7524620"/>
  </p:notesMasterIdLst>
  <p:sldIdLst>
    <p:sldId xmlns:r="http://schemas.openxmlformats.org/officeDocument/2006/relationships" id="256" r:id="R70af5a42fa1243fa"/>
    <p:sldId xmlns:r="http://schemas.openxmlformats.org/officeDocument/2006/relationships" id="257" r:id="Rd97cecedd71c43d3"/>
    <p:sldId xmlns:r="http://schemas.openxmlformats.org/officeDocument/2006/relationships" id="258" r:id="R07f8cb41e8f04d95"/>
    <p:sldId xmlns:r="http://schemas.openxmlformats.org/officeDocument/2006/relationships" id="259" r:id="Ra571fae7f0174e5a"/>
    <p:sldId xmlns:r="http://schemas.openxmlformats.org/officeDocument/2006/relationships" id="260" r:id="R75ecf20f97ae4dcb"/>
    <p:sldId xmlns:r="http://schemas.openxmlformats.org/officeDocument/2006/relationships" id="261" r:id="R29a150bab71f4990"/>
    <p:sldId xmlns:r="http://schemas.openxmlformats.org/officeDocument/2006/relationships" id="262" r:id="Rae16e80c9dd54a19"/>
    <p:sldId xmlns:r="http://schemas.openxmlformats.org/officeDocument/2006/relationships" id="263" r:id="R67f008adf5ec4180"/>
    <p:sldId xmlns:r="http://schemas.openxmlformats.org/officeDocument/2006/relationships" id="264" r:id="R8c79f23daca54ba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9a03fbf403c4da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3f80557e3b443b" /><Relationship Type="http://schemas.openxmlformats.org/officeDocument/2006/relationships/slideMaster" Target="/ppt/slideMasters/slideMaster1.xml" Id="Rbd71e6d1134a48d9" /><Relationship Type="http://schemas.openxmlformats.org/officeDocument/2006/relationships/notesMaster" Target="/ppt/notesMasters/notesMaster1.xml" Id="R7d11d8dae7524620" /><Relationship Type="http://schemas.openxmlformats.org/officeDocument/2006/relationships/presProps" Target="/ppt/presProps.xml" Id="Rc36c55bcda744c58" /><Relationship Type="http://schemas.openxmlformats.org/officeDocument/2006/relationships/viewProps" Target="/ppt/viewProps.xml" Id="R02273d1d2e0248d0" /><Relationship Type="http://schemas.openxmlformats.org/officeDocument/2006/relationships/tableStyles" Target="/ppt/tableStyles.xml" Id="R6b90653532124c81" /><Relationship Type="http://schemas.openxmlformats.org/officeDocument/2006/relationships/font" Target="/ppt/fonts/font.dat" Id="R59a03fbf403c4da7" /><Relationship Type="http://schemas.openxmlformats.org/officeDocument/2006/relationships/slide" Target="/ppt/slides/slide1.xml" Id="R70af5a42fa1243fa" /><Relationship Type="http://schemas.openxmlformats.org/officeDocument/2006/relationships/slide" Target="/ppt/slides/slide2.xml" Id="Rd97cecedd71c43d3" /><Relationship Type="http://schemas.openxmlformats.org/officeDocument/2006/relationships/slide" Target="/ppt/slides/slide3.xml" Id="R07f8cb41e8f04d95" /><Relationship Type="http://schemas.openxmlformats.org/officeDocument/2006/relationships/slide" Target="/ppt/slides/slide4.xml" Id="Ra571fae7f0174e5a" /><Relationship Type="http://schemas.openxmlformats.org/officeDocument/2006/relationships/slide" Target="/ppt/slides/slide5.xml" Id="R75ecf20f97ae4dcb" /><Relationship Type="http://schemas.openxmlformats.org/officeDocument/2006/relationships/slide" Target="/ppt/slides/slide6.xml" Id="R29a150bab71f4990" /><Relationship Type="http://schemas.openxmlformats.org/officeDocument/2006/relationships/slide" Target="/ppt/slides/slide7.xml" Id="Rae16e80c9dd54a19" /><Relationship Type="http://schemas.openxmlformats.org/officeDocument/2006/relationships/slide" Target="/ppt/slides/slide8.xml" Id="R67f008adf5ec4180" /><Relationship Type="http://schemas.openxmlformats.org/officeDocument/2006/relationships/slide" Target="/ppt/slides/slide9.xml" Id="R8c79f23daca54b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ba7c012ef243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c6875aa33441b9" /><Relationship Type="http://schemas.openxmlformats.org/officeDocument/2006/relationships/notesMaster" Target="/ppt/notesMasters/notesMaster1.xml" Id="Rbd230993066d41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a0236d3e3a4bf9" /><Relationship Type="http://schemas.openxmlformats.org/officeDocument/2006/relationships/notesMaster" Target="/ppt/notesMasters/notesMaster1.xml" Id="R576f00ccafdf45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ede3752c6a4ec9" /><Relationship Type="http://schemas.openxmlformats.org/officeDocument/2006/relationships/notesMaster" Target="/ppt/notesMasters/notesMaster1.xml" Id="R8467df22cf0242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42527f7d934c2e" /><Relationship Type="http://schemas.openxmlformats.org/officeDocument/2006/relationships/notesMaster" Target="/ppt/notesMasters/notesMaster1.xml" Id="R43578c78d62e47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a4f7ec704c488e" /><Relationship Type="http://schemas.openxmlformats.org/officeDocument/2006/relationships/notesMaster" Target="/ppt/notesMasters/notesMaster1.xml" Id="R30f93aeb192c4e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3cea4d9a5b4a37" /><Relationship Type="http://schemas.openxmlformats.org/officeDocument/2006/relationships/notesMaster" Target="/ppt/notesMasters/notesMaster1.xml" Id="R31d64edf38e047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6754f4dc0e641a8" /><Relationship Type="http://schemas.openxmlformats.org/officeDocument/2006/relationships/notesMaster" Target="/ppt/notesMasters/notesMaster1.xml" Id="R50e68b96c25a42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368cee26fe4702" /><Relationship Type="http://schemas.openxmlformats.org/officeDocument/2006/relationships/notesMaster" Target="/ppt/notesMasters/notesMaster1.xml" Id="R5e872253fe0b4f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4f6cc712934610" /><Relationship Type="http://schemas.openxmlformats.org/officeDocument/2006/relationships/notesMaster" Target="/ppt/notesMasters/notesMaster1.xml" Id="R9852e5f306e543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7b8c9e211d4b25" /><Relationship Type="http://schemas.openxmlformats.org/officeDocument/2006/relationships/image" Target="/ppt/media/image.png" Id="R5b8c24a0e69d47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eaf35e9dce43b1" /><Relationship Type="http://schemas.openxmlformats.org/officeDocument/2006/relationships/image" Target="/ppt/media/image.png" Id="R544632c0ec8c405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c8497a7ea64f2c" /><Relationship Type="http://schemas.openxmlformats.org/officeDocument/2006/relationships/image" Target="/ppt/media/image.png" Id="R6f9ad4229a2546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9e0ceafc7344c4" /><Relationship Type="http://schemas.openxmlformats.org/officeDocument/2006/relationships/image" Target="/ppt/media/image.png" Id="R79f15aa0ed494aa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d085f0307d4591" /><Relationship Type="http://schemas.openxmlformats.org/officeDocument/2006/relationships/image" Target="/ppt/media/image.png" Id="Rdd1a5cb3129c4b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4ac04bfadc4847" /><Relationship Type="http://schemas.openxmlformats.org/officeDocument/2006/relationships/image" Target="/ppt/media/image.png" Id="Rd06a8e7c89f6480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d914fe29ef4374" /><Relationship Type="http://schemas.openxmlformats.org/officeDocument/2006/relationships/image" Target="/ppt/media/image.png" Id="R2ea275f0dd9a43d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bd5aad46264152" /><Relationship Type="http://schemas.openxmlformats.org/officeDocument/2006/relationships/image" Target="/ppt/media/image.png" Id="Raa392964982e4be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daa7f2c3ba4262" /><Relationship Type="http://schemas.openxmlformats.org/officeDocument/2006/relationships/image" Target="/ppt/media/image.png" Id="R3bab0e99a4234b7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7f4de031814692" /><Relationship Type="http://schemas.openxmlformats.org/officeDocument/2006/relationships/image" Target="/ppt/media/image.png" Id="Rad9738959257415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271c3424f34da5" /><Relationship Type="http://schemas.openxmlformats.org/officeDocument/2006/relationships/image" Target="/ppt/media/image.png" Id="R8597543349874cc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8c24a0e69d47f7"/>
          <a:stretch xmlns:a="http://schemas.openxmlformats.org/drawingml/2006/main"/>
        </p:blipFill>
        <p:spPr>
          <a:xfrm xmlns:a="http://schemas.openxmlformats.org/drawingml/2006/main" flipH="1">
            <a:off x="10137900" y="4538703"/>
            <a:ext cx="1802409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4632c0ec8c405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9ad4229a2546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f15aa0ed494aa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1a5cb3129c4ba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6a8e7c89f6480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a275f0dd9a43d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392964982e4be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ab0e99a4234b7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9738959257415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97543349874c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8fcb787f64495f" /><Relationship Type="http://schemas.openxmlformats.org/officeDocument/2006/relationships/slideLayout" Target="/ppt/slideLayouts/slideLayout1.xml" Id="Rbe63e112a636429a" /><Relationship Type="http://schemas.openxmlformats.org/officeDocument/2006/relationships/slideLayout" Target="/ppt/slideLayouts/slideLayout2.xml" Id="Rb563408283d740f1" /><Relationship Type="http://schemas.openxmlformats.org/officeDocument/2006/relationships/slideLayout" Target="/ppt/slideLayouts/slideLayout3.xml" Id="R3d7b43fca9bd449b" /><Relationship Type="http://schemas.openxmlformats.org/officeDocument/2006/relationships/slideLayout" Target="/ppt/slideLayouts/slideLayout4.xml" Id="Rb9bf26fb22f34e12" /><Relationship Type="http://schemas.openxmlformats.org/officeDocument/2006/relationships/slideLayout" Target="/ppt/slideLayouts/slideLayout5.xml" Id="Rfabb5a42d8694056" /><Relationship Type="http://schemas.openxmlformats.org/officeDocument/2006/relationships/slideLayout" Target="/ppt/slideLayouts/slideLayout6.xml" Id="Rfc482e378d0d47b0" /><Relationship Type="http://schemas.openxmlformats.org/officeDocument/2006/relationships/slideLayout" Target="/ppt/slideLayouts/slideLayout7.xml" Id="R7098ad8e43c44af8" /><Relationship Type="http://schemas.openxmlformats.org/officeDocument/2006/relationships/slideLayout" Target="/ppt/slideLayouts/slideLayout8.xml" Id="Rb71baf6a369f447d" /><Relationship Type="http://schemas.openxmlformats.org/officeDocument/2006/relationships/slideLayout" Target="/ppt/slideLayouts/slideLayout9.xml" Id="Rfc8dddcd98e74230" /><Relationship Type="http://schemas.openxmlformats.org/officeDocument/2006/relationships/slideLayout" Target="/ppt/slideLayouts/slideLayout10.xml" Id="Rf18ee895bdcd47d1" /><Relationship Type="http://schemas.openxmlformats.org/officeDocument/2006/relationships/slideLayout" Target="/ppt/slideLayouts/slideLayout11.xml" Id="R0b257a785972475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63e112a636429a"/>
    <p:sldLayoutId xmlns:r="http://schemas.openxmlformats.org/officeDocument/2006/relationships" id="2147483650" r:id="Rb563408283d740f1"/>
    <p:sldLayoutId xmlns:r="http://schemas.openxmlformats.org/officeDocument/2006/relationships" id="2147483651" r:id="R3d7b43fca9bd449b"/>
    <p:sldLayoutId xmlns:r="http://schemas.openxmlformats.org/officeDocument/2006/relationships" id="2147483652" r:id="Rb9bf26fb22f34e12"/>
    <p:sldLayoutId xmlns:r="http://schemas.openxmlformats.org/officeDocument/2006/relationships" id="2147483653" r:id="Rfabb5a42d8694056"/>
    <p:sldLayoutId xmlns:r="http://schemas.openxmlformats.org/officeDocument/2006/relationships" id="2147483654" r:id="Rfc482e378d0d47b0"/>
    <p:sldLayoutId xmlns:r="http://schemas.openxmlformats.org/officeDocument/2006/relationships" id="2147483655" r:id="R7098ad8e43c44af8"/>
    <p:sldLayoutId xmlns:r="http://schemas.openxmlformats.org/officeDocument/2006/relationships" id="2147483656" r:id="Rb71baf6a369f447d"/>
    <p:sldLayoutId xmlns:r="http://schemas.openxmlformats.org/officeDocument/2006/relationships" id="2147483657" r:id="Rfc8dddcd98e74230"/>
    <p:sldLayoutId xmlns:r="http://schemas.openxmlformats.org/officeDocument/2006/relationships" id="2147483658" r:id="Rf18ee895bdcd47d1"/>
    <p:sldLayoutId xmlns:r="http://schemas.openxmlformats.org/officeDocument/2006/relationships" id="2147483659" r:id="R0b257a785972475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b4bcb2c461416b" /><Relationship Type="http://schemas.openxmlformats.org/officeDocument/2006/relationships/notesSlide" Target="/ppt/notesSlides/notesSlide1.xml" Id="Re7359e7e54fb42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e8d046428f4ba6" /><Relationship Type="http://schemas.openxmlformats.org/officeDocument/2006/relationships/notesSlide" Target="/ppt/notesSlides/notesSlide2.xml" Id="R151f54ffa6024e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97114586ef4492" /><Relationship Type="http://schemas.openxmlformats.org/officeDocument/2006/relationships/notesSlide" Target="/ppt/notesSlides/notesSlide3.xml" Id="R0e39b42160b643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eebe1cd4f34316" /><Relationship Type="http://schemas.openxmlformats.org/officeDocument/2006/relationships/notesSlide" Target="/ppt/notesSlides/notesSlide4.xml" Id="R02f855bbe06841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05394ec4bd49f5" /><Relationship Type="http://schemas.openxmlformats.org/officeDocument/2006/relationships/notesSlide" Target="/ppt/notesSlides/notesSlide5.xml" Id="R6ccb4151d14845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356f82ef794100" /><Relationship Type="http://schemas.openxmlformats.org/officeDocument/2006/relationships/notesSlide" Target="/ppt/notesSlides/notesSlide6.xml" Id="Re13c6cbfcfdc4c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d54039c87b49ab" /><Relationship Type="http://schemas.openxmlformats.org/officeDocument/2006/relationships/notesSlide" Target="/ppt/notesSlides/notesSlide7.xml" Id="R72d89e16fe0445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05613d3c8a4608" /><Relationship Type="http://schemas.openxmlformats.org/officeDocument/2006/relationships/notesSlide" Target="/ppt/notesSlides/notesSlide8.xml" Id="Ra6b6b06934d0473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f764ea9b624ab7" /><Relationship Type="http://schemas.openxmlformats.org/officeDocument/2006/relationships/notesSlide" Target="/ppt/notesSlides/notesSlide9.xml" Id="R4ee70db4408f431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Hello Python!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does input()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equal sign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creates the green string literals?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print() combine several values?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a greeting from another language, such as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"Xin chao"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 a variable called [greeting]. 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it displays [greeting], then [name], then an exclamation mark.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friend's name and store it in a variable called [friend_name]. 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it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[name] and [friend_name]!"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using [name] and [friend_name].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new program that asks for two school subjects. Display the message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 think [subject 1] and [subject 2] are great subjects!"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using the two answers.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01 -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(What is your name?)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sport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favorite sport?"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"Hmmmmm"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"Today I learned"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"really likes"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favSport,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2026-08-28T09:19:34.4200000Z</dcterms:created>
  <dcterms:modified xsi:type="dcterms:W3CDTF">2026-08-28T09:19:34.4200000Z</dcterms:modified>
</coreProperties>
</file>