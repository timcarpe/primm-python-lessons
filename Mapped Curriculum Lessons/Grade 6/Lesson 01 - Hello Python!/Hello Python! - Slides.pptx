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c02fd823e949d6" /><Relationship Type="http://schemas.openxmlformats.org/officeDocument/2006/relationships/extended-properties" Target="/docProps/app.xml" Id="Rde565205d319446c" /><Relationship Type="http://schemas.openxmlformats.org/officeDocument/2006/relationships/officeDocument" Target="/ppt/presentation.xml" Id="R840e9b2b951647a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8411234d4404e58"/>
  </p:sldMasterIdLst>
  <p:notesMasterIdLst>
    <p:notesMasterId xmlns:r="http://schemas.openxmlformats.org/officeDocument/2006/relationships" r:id="Re0c81fd5174646de"/>
  </p:notesMasterIdLst>
  <p:sldIdLst>
    <p:sldId xmlns:r="http://schemas.openxmlformats.org/officeDocument/2006/relationships" id="256" r:id="Re01d7a3a15b44d24"/>
    <p:sldId xmlns:r="http://schemas.openxmlformats.org/officeDocument/2006/relationships" id="257" r:id="R75f8e32bcff24708"/>
    <p:sldId xmlns:r="http://schemas.openxmlformats.org/officeDocument/2006/relationships" id="258" r:id="Rad3fae8697924d41"/>
    <p:sldId xmlns:r="http://schemas.openxmlformats.org/officeDocument/2006/relationships" id="259" r:id="Rf240470483c7471a"/>
    <p:sldId xmlns:r="http://schemas.openxmlformats.org/officeDocument/2006/relationships" id="260" r:id="R455faf86226345df"/>
    <p:sldId xmlns:r="http://schemas.openxmlformats.org/officeDocument/2006/relationships" id="261" r:id="R1c060b547142481a"/>
    <p:sldId xmlns:r="http://schemas.openxmlformats.org/officeDocument/2006/relationships" id="262" r:id="R0a49d007d24d4ec6"/>
    <p:sldId xmlns:r="http://schemas.openxmlformats.org/officeDocument/2006/relationships" id="263" r:id="Rafc9bc4b7c6948ad"/>
    <p:sldId xmlns:r="http://schemas.openxmlformats.org/officeDocument/2006/relationships" id="264" r:id="R38bd068472504896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fcfe2de975d4e1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d365d5baf5450d" /><Relationship Type="http://schemas.openxmlformats.org/officeDocument/2006/relationships/slideMaster" Target="/ppt/slideMasters/slideMaster1.xml" Id="Rf8411234d4404e58" /><Relationship Type="http://schemas.openxmlformats.org/officeDocument/2006/relationships/notesMaster" Target="/ppt/notesMasters/notesMaster1.xml" Id="Re0c81fd5174646de" /><Relationship Type="http://schemas.openxmlformats.org/officeDocument/2006/relationships/presProps" Target="/ppt/presProps.xml" Id="R97d86914ef854cd5" /><Relationship Type="http://schemas.openxmlformats.org/officeDocument/2006/relationships/viewProps" Target="/ppt/viewProps.xml" Id="R0166f444d1654d89" /><Relationship Type="http://schemas.openxmlformats.org/officeDocument/2006/relationships/tableStyles" Target="/ppt/tableStyles.xml" Id="R7b71d53f37224b4a" /><Relationship Type="http://schemas.openxmlformats.org/officeDocument/2006/relationships/font" Target="/ppt/fonts/font.dat" Id="R3fcfe2de975d4e12" /><Relationship Type="http://schemas.openxmlformats.org/officeDocument/2006/relationships/slide" Target="/ppt/slides/slide1.xml" Id="Re01d7a3a15b44d24" /><Relationship Type="http://schemas.openxmlformats.org/officeDocument/2006/relationships/slide" Target="/ppt/slides/slide2.xml" Id="R75f8e32bcff24708" /><Relationship Type="http://schemas.openxmlformats.org/officeDocument/2006/relationships/slide" Target="/ppt/slides/slide3.xml" Id="Rad3fae8697924d41" /><Relationship Type="http://schemas.openxmlformats.org/officeDocument/2006/relationships/slide" Target="/ppt/slides/slide4.xml" Id="Rf240470483c7471a" /><Relationship Type="http://schemas.openxmlformats.org/officeDocument/2006/relationships/slide" Target="/ppt/slides/slide5.xml" Id="R455faf86226345df" /><Relationship Type="http://schemas.openxmlformats.org/officeDocument/2006/relationships/slide" Target="/ppt/slides/slide6.xml" Id="R1c060b547142481a" /><Relationship Type="http://schemas.openxmlformats.org/officeDocument/2006/relationships/slide" Target="/ppt/slides/slide7.xml" Id="R0a49d007d24d4ec6" /><Relationship Type="http://schemas.openxmlformats.org/officeDocument/2006/relationships/slide" Target="/ppt/slides/slide8.xml" Id="Rafc9bc4b7c6948ad" /><Relationship Type="http://schemas.openxmlformats.org/officeDocument/2006/relationships/slide" Target="/ppt/slides/slide9.xml" Id="R38bd0684725048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94770fdc7649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76b498fdaa4a0e" /><Relationship Type="http://schemas.openxmlformats.org/officeDocument/2006/relationships/notesMaster" Target="/ppt/notesMasters/notesMaster1.xml" Id="R06cbda64810044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8dca81733b456c" /><Relationship Type="http://schemas.openxmlformats.org/officeDocument/2006/relationships/notesMaster" Target="/ppt/notesMasters/notesMaster1.xml" Id="R499f2943d9294c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dacf536b8444ff" /><Relationship Type="http://schemas.openxmlformats.org/officeDocument/2006/relationships/notesMaster" Target="/ppt/notesMasters/notesMaster1.xml" Id="R8af5dbae9b494b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67756fc7e14ed8" /><Relationship Type="http://schemas.openxmlformats.org/officeDocument/2006/relationships/notesMaster" Target="/ppt/notesMasters/notesMaster1.xml" Id="R00e7709f770249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aff5cb280b4308" /><Relationship Type="http://schemas.openxmlformats.org/officeDocument/2006/relationships/notesMaster" Target="/ppt/notesMasters/notesMaster1.xml" Id="R299e6991ef814b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a4413d256e4720" /><Relationship Type="http://schemas.openxmlformats.org/officeDocument/2006/relationships/notesMaster" Target="/ppt/notesMasters/notesMaster1.xml" Id="Rac95cf00d11d41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8ef1ccdc444907" /><Relationship Type="http://schemas.openxmlformats.org/officeDocument/2006/relationships/notesMaster" Target="/ppt/notesMasters/notesMaster1.xml" Id="R3e9957502b2e45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2c776f207bf4ff3" /><Relationship Type="http://schemas.openxmlformats.org/officeDocument/2006/relationships/notesMaster" Target="/ppt/notesMasters/notesMaster1.xml" Id="R751306a97b7d43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d73c4b38ea4c36" /><Relationship Type="http://schemas.openxmlformats.org/officeDocument/2006/relationships/notesMaster" Target="/ppt/notesMasters/notesMaster1.xml" Id="R20dcc8e25e5043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60276c48a4db1" /><Relationship Type="http://schemas.openxmlformats.org/officeDocument/2006/relationships/image" Target="/ppt/media/image.png" Id="Rb60127037b67481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56596954df4a06" /><Relationship Type="http://schemas.openxmlformats.org/officeDocument/2006/relationships/image" Target="/ppt/media/image.png" Id="R02608f759ab4423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b7c95972df4e42" /><Relationship Type="http://schemas.openxmlformats.org/officeDocument/2006/relationships/image" Target="/ppt/media/image.png" Id="Ra6e76f7c3da742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fe42717f454488" /><Relationship Type="http://schemas.openxmlformats.org/officeDocument/2006/relationships/image" Target="/ppt/media/image.png" Id="R570a4d82481b47f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29feba74d0487c" /><Relationship Type="http://schemas.openxmlformats.org/officeDocument/2006/relationships/image" Target="/ppt/media/image.png" Id="R79ae5ed75a594d9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b7280093bd44ce" /><Relationship Type="http://schemas.openxmlformats.org/officeDocument/2006/relationships/image" Target="/ppt/media/image.png" Id="R65016dbe33044ca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7c4c6bb4044603" /><Relationship Type="http://schemas.openxmlformats.org/officeDocument/2006/relationships/image" Target="/ppt/media/image.png" Id="R57ea0ae5c1da4e5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18b66d24c048e0" /><Relationship Type="http://schemas.openxmlformats.org/officeDocument/2006/relationships/image" Target="/ppt/media/image.png" Id="R03ab288fc976410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7c0ad0c6ce441b" /><Relationship Type="http://schemas.openxmlformats.org/officeDocument/2006/relationships/image" Target="/ppt/media/image.png" Id="Rea5d6df4111c402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d16e5fb54f44fe" /><Relationship Type="http://schemas.openxmlformats.org/officeDocument/2006/relationships/image" Target="/ppt/media/image.png" Id="Ra0148fca14c0485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c06270a74e4a1f" /><Relationship Type="http://schemas.openxmlformats.org/officeDocument/2006/relationships/image" Target="/ppt/media/image.png" Id="Rf9f02e37a25d438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0127037b674811"/>
          <a:stretch xmlns:a="http://schemas.openxmlformats.org/drawingml/2006/main"/>
        </p:blipFill>
        <p:spPr>
          <a:xfrm xmlns:a="http://schemas.openxmlformats.org/drawingml/2006/main" flipH="1">
            <a:off x="10137900" y="4538703"/>
            <a:ext cx="1802409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608f759ab4423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e76f7c3da742a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0a4d82481b47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ae5ed75a594d9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016dbe33044ca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ea0ae5c1da4e5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ab288fc97641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5d6df4111c40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148fca14c0485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f02e37a25d438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4746c97cb24b99" /><Relationship Type="http://schemas.openxmlformats.org/officeDocument/2006/relationships/slideLayout" Target="/ppt/slideLayouts/slideLayout1.xml" Id="R296be400ae2f4eb1" /><Relationship Type="http://schemas.openxmlformats.org/officeDocument/2006/relationships/slideLayout" Target="/ppt/slideLayouts/slideLayout2.xml" Id="R8440f8422e2b47f3" /><Relationship Type="http://schemas.openxmlformats.org/officeDocument/2006/relationships/slideLayout" Target="/ppt/slideLayouts/slideLayout3.xml" Id="Recdb55a7ba594179" /><Relationship Type="http://schemas.openxmlformats.org/officeDocument/2006/relationships/slideLayout" Target="/ppt/slideLayouts/slideLayout4.xml" Id="R5a7f4895e36848f7" /><Relationship Type="http://schemas.openxmlformats.org/officeDocument/2006/relationships/slideLayout" Target="/ppt/slideLayouts/slideLayout5.xml" Id="R7ce506187b2d472a" /><Relationship Type="http://schemas.openxmlformats.org/officeDocument/2006/relationships/slideLayout" Target="/ppt/slideLayouts/slideLayout6.xml" Id="R6213553e5e5842da" /><Relationship Type="http://schemas.openxmlformats.org/officeDocument/2006/relationships/slideLayout" Target="/ppt/slideLayouts/slideLayout7.xml" Id="R63c3692e277a418a" /><Relationship Type="http://schemas.openxmlformats.org/officeDocument/2006/relationships/slideLayout" Target="/ppt/slideLayouts/slideLayout8.xml" Id="Rddf2ab99e0a44936" /><Relationship Type="http://schemas.openxmlformats.org/officeDocument/2006/relationships/slideLayout" Target="/ppt/slideLayouts/slideLayout9.xml" Id="R501f4223e93c46b9" /><Relationship Type="http://schemas.openxmlformats.org/officeDocument/2006/relationships/slideLayout" Target="/ppt/slideLayouts/slideLayout10.xml" Id="R0cbc392625954ea6" /><Relationship Type="http://schemas.openxmlformats.org/officeDocument/2006/relationships/slideLayout" Target="/ppt/slideLayouts/slideLayout11.xml" Id="R2684da70cb714bf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6be400ae2f4eb1"/>
    <p:sldLayoutId xmlns:r="http://schemas.openxmlformats.org/officeDocument/2006/relationships" id="2147483650" r:id="R8440f8422e2b47f3"/>
    <p:sldLayoutId xmlns:r="http://schemas.openxmlformats.org/officeDocument/2006/relationships" id="2147483651" r:id="Recdb55a7ba594179"/>
    <p:sldLayoutId xmlns:r="http://schemas.openxmlformats.org/officeDocument/2006/relationships" id="2147483652" r:id="R5a7f4895e36848f7"/>
    <p:sldLayoutId xmlns:r="http://schemas.openxmlformats.org/officeDocument/2006/relationships" id="2147483653" r:id="R7ce506187b2d472a"/>
    <p:sldLayoutId xmlns:r="http://schemas.openxmlformats.org/officeDocument/2006/relationships" id="2147483654" r:id="R6213553e5e5842da"/>
    <p:sldLayoutId xmlns:r="http://schemas.openxmlformats.org/officeDocument/2006/relationships" id="2147483655" r:id="R63c3692e277a418a"/>
    <p:sldLayoutId xmlns:r="http://schemas.openxmlformats.org/officeDocument/2006/relationships" id="2147483656" r:id="Rddf2ab99e0a44936"/>
    <p:sldLayoutId xmlns:r="http://schemas.openxmlformats.org/officeDocument/2006/relationships" id="2147483657" r:id="R501f4223e93c46b9"/>
    <p:sldLayoutId xmlns:r="http://schemas.openxmlformats.org/officeDocument/2006/relationships" id="2147483658" r:id="R0cbc392625954ea6"/>
    <p:sldLayoutId xmlns:r="http://schemas.openxmlformats.org/officeDocument/2006/relationships" id="2147483659" r:id="R2684da70cb714bf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9407828744f48" /><Relationship Type="http://schemas.openxmlformats.org/officeDocument/2006/relationships/notesSlide" Target="/ppt/notesSlides/notesSlide1.xml" Id="Rc8236bac536e4c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452a6b66f7499c" /><Relationship Type="http://schemas.openxmlformats.org/officeDocument/2006/relationships/notesSlide" Target="/ppt/notesSlides/notesSlide2.xml" Id="R3c3e57822b1b48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690554a5054886" /><Relationship Type="http://schemas.openxmlformats.org/officeDocument/2006/relationships/notesSlide" Target="/ppt/notesSlides/notesSlide3.xml" Id="R2941a4c8acc74f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59c6ecf1a04426" /><Relationship Type="http://schemas.openxmlformats.org/officeDocument/2006/relationships/notesSlide" Target="/ppt/notesSlides/notesSlide4.xml" Id="Rc6d926643e6545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4141ff77674d14" /><Relationship Type="http://schemas.openxmlformats.org/officeDocument/2006/relationships/notesSlide" Target="/ppt/notesSlides/notesSlide5.xml" Id="R720bb007950845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99fdd71c824380" /><Relationship Type="http://schemas.openxmlformats.org/officeDocument/2006/relationships/notesSlide" Target="/ppt/notesSlides/notesSlide6.xml" Id="Rb21a2ed55c204b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067dc183654e38" /><Relationship Type="http://schemas.openxmlformats.org/officeDocument/2006/relationships/notesSlide" Target="/ppt/notesSlides/notesSlide7.xml" Id="R74c63ee33ca34b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e299cad4ee4a16" /><Relationship Type="http://schemas.openxmlformats.org/officeDocument/2006/relationships/notesSlide" Target="/ppt/notesSlides/notesSlide8.xml" Id="R94ec06b7ca854d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455d8539414507" /><Relationship Type="http://schemas.openxmlformats.org/officeDocument/2006/relationships/notesSlide" Target="/ppt/notesSlides/notesSlide9.xml" Id="R9b62c50fa51f42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Hello Python!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does input()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equal sign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creates the green string literals?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print() combine several values?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a greeting from another language, such as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"Xin chao"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 a variable called [greeting]. 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it displays [greeting], then [name], then an exclamation mark.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friend's name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store it in a variable called [friend_name]. 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so it displays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 [name] and [friend_name]!"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using [name]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[friend_name].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new program that asks for two school subjects. Display the message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 think [subject 1] and [subject 2] are great subjects!"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using the two answers.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01 -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(What is your name?)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sport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favorite sport?"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"Hmmmmm"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"Today I learned"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"really likes"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favSport,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2026-08-26T04:01:03.5870000Z</dcterms:created>
  <dcterms:modified xsi:type="dcterms:W3CDTF">2026-08-26T04:01:03.5870000Z</dcterms:modified>
</coreProperties>
</file>