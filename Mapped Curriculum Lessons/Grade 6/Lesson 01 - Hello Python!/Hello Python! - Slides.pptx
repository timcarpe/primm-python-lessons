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3071dba7b943dc" /><Relationship Type="http://schemas.openxmlformats.org/officeDocument/2006/relationships/extended-properties" Target="/docProps/app.xml" Id="R7b70cc1657e942dc" /><Relationship Type="http://schemas.openxmlformats.org/officeDocument/2006/relationships/officeDocument" Target="/ppt/presentation.xml" Id="R24b64d0f66a0406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803af3f524b74860"/>
  </p:sldMasterIdLst>
  <p:notesMasterIdLst>
    <p:notesMasterId xmlns:r="http://schemas.openxmlformats.org/officeDocument/2006/relationships" r:id="Reab2a91ece0a4bed"/>
  </p:notesMasterIdLst>
  <p:sldIdLst>
    <p:sldId xmlns:r="http://schemas.openxmlformats.org/officeDocument/2006/relationships" id="256" r:id="R89c33ddbc90641de"/>
    <p:sldId xmlns:r="http://schemas.openxmlformats.org/officeDocument/2006/relationships" id="257" r:id="R9b2ebd4a80f04bd8"/>
    <p:sldId xmlns:r="http://schemas.openxmlformats.org/officeDocument/2006/relationships" id="258" r:id="R740c7be2eb8542ae"/>
    <p:sldId xmlns:r="http://schemas.openxmlformats.org/officeDocument/2006/relationships" id="259" r:id="R13448c344fc642a2"/>
    <p:sldId xmlns:r="http://schemas.openxmlformats.org/officeDocument/2006/relationships" id="260" r:id="R0990aede6804436e"/>
    <p:sldId xmlns:r="http://schemas.openxmlformats.org/officeDocument/2006/relationships" id="261" r:id="R5326deddf4104c8e"/>
    <p:sldId xmlns:r="http://schemas.openxmlformats.org/officeDocument/2006/relationships" id="262" r:id="R736e14eab4834236"/>
    <p:sldId xmlns:r="http://schemas.openxmlformats.org/officeDocument/2006/relationships" id="263" r:id="Rbd0d2752497043f7"/>
    <p:sldId xmlns:r="http://schemas.openxmlformats.org/officeDocument/2006/relationships" id="264" r:id="Rc59784748c6a4263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c4a9dccf05734adb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6b8ba530b04434" /><Relationship Type="http://schemas.openxmlformats.org/officeDocument/2006/relationships/slideMaster" Target="/ppt/slideMasters/slideMaster1.xml" Id="R803af3f524b74860" /><Relationship Type="http://schemas.openxmlformats.org/officeDocument/2006/relationships/notesMaster" Target="/ppt/notesMasters/notesMaster1.xml" Id="Reab2a91ece0a4bed" /><Relationship Type="http://schemas.openxmlformats.org/officeDocument/2006/relationships/presProps" Target="/ppt/presProps.xml" Id="Raf7d7f51063c4e93" /><Relationship Type="http://schemas.openxmlformats.org/officeDocument/2006/relationships/viewProps" Target="/ppt/viewProps.xml" Id="R260e0d3bb288461f" /><Relationship Type="http://schemas.openxmlformats.org/officeDocument/2006/relationships/tableStyles" Target="/ppt/tableStyles.xml" Id="R72c0fe37e7f043a3" /><Relationship Type="http://schemas.openxmlformats.org/officeDocument/2006/relationships/font" Target="/ppt/fonts/font.dat" Id="Rc4a9dccf05734adb" /><Relationship Type="http://schemas.openxmlformats.org/officeDocument/2006/relationships/slide" Target="/ppt/slides/slide1.xml" Id="R89c33ddbc90641de" /><Relationship Type="http://schemas.openxmlformats.org/officeDocument/2006/relationships/slide" Target="/ppt/slides/slide2.xml" Id="R9b2ebd4a80f04bd8" /><Relationship Type="http://schemas.openxmlformats.org/officeDocument/2006/relationships/slide" Target="/ppt/slides/slide3.xml" Id="R740c7be2eb8542ae" /><Relationship Type="http://schemas.openxmlformats.org/officeDocument/2006/relationships/slide" Target="/ppt/slides/slide4.xml" Id="R13448c344fc642a2" /><Relationship Type="http://schemas.openxmlformats.org/officeDocument/2006/relationships/slide" Target="/ppt/slides/slide5.xml" Id="R0990aede6804436e" /><Relationship Type="http://schemas.openxmlformats.org/officeDocument/2006/relationships/slide" Target="/ppt/slides/slide6.xml" Id="R5326deddf4104c8e" /><Relationship Type="http://schemas.openxmlformats.org/officeDocument/2006/relationships/slide" Target="/ppt/slides/slide7.xml" Id="R736e14eab4834236" /><Relationship Type="http://schemas.openxmlformats.org/officeDocument/2006/relationships/slide" Target="/ppt/slides/slide8.xml" Id="Rbd0d2752497043f7" /><Relationship Type="http://schemas.openxmlformats.org/officeDocument/2006/relationships/slide" Target="/ppt/slides/slide9.xml" Id="Rc59784748c6a42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48070b5b2b43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c2f7c53a5f4fc7" /><Relationship Type="http://schemas.openxmlformats.org/officeDocument/2006/relationships/notesMaster" Target="/ppt/notesMasters/notesMaster1.xml" Id="R975daa2bb5294a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5b4f371a734afa" /><Relationship Type="http://schemas.openxmlformats.org/officeDocument/2006/relationships/notesMaster" Target="/ppt/notesMasters/notesMaster1.xml" Id="R69abdeeaf40d47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785a62bdab48c3" /><Relationship Type="http://schemas.openxmlformats.org/officeDocument/2006/relationships/notesMaster" Target="/ppt/notesMasters/notesMaster1.xml" Id="Rc8a4749bd7cd46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d9dd36075d4d8f" /><Relationship Type="http://schemas.openxmlformats.org/officeDocument/2006/relationships/notesMaster" Target="/ppt/notesMasters/notesMaster1.xml" Id="Rf6490f7406ac42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1286e34b7549eb" /><Relationship Type="http://schemas.openxmlformats.org/officeDocument/2006/relationships/notesMaster" Target="/ppt/notesMasters/notesMaster1.xml" Id="R9811d3af5ce942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aa07ecfe594167" /><Relationship Type="http://schemas.openxmlformats.org/officeDocument/2006/relationships/notesMaster" Target="/ppt/notesMasters/notesMaster1.xml" Id="Rb9956fabe69043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8bcd2720bf4dbc" /><Relationship Type="http://schemas.openxmlformats.org/officeDocument/2006/relationships/notesMaster" Target="/ppt/notesMasters/notesMaster1.xml" Id="R36c946544a5249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7cc9f0ccf742ba" /><Relationship Type="http://schemas.openxmlformats.org/officeDocument/2006/relationships/notesMaster" Target="/ppt/notesMasters/notesMaster1.xml" Id="Rb4e6989986d044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9395fb8c35483e" /><Relationship Type="http://schemas.openxmlformats.org/officeDocument/2006/relationships/notesMaster" Target="/ppt/notesMasters/notesMaster1.xml" Id="R2c71e85e913b4e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88162e74234e5c" /><Relationship Type="http://schemas.openxmlformats.org/officeDocument/2006/relationships/image" Target="/ppt/media/image.png" Id="R26e7c0a25cd946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fd630419904976" /><Relationship Type="http://schemas.openxmlformats.org/officeDocument/2006/relationships/image" Target="/ppt/media/image.png" Id="R1ad3a1c268d447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fe2c5d9ee64122" /><Relationship Type="http://schemas.openxmlformats.org/officeDocument/2006/relationships/image" Target="/ppt/media/image.png" Id="Raf1d82fded81407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8067b500db44ea" /><Relationship Type="http://schemas.openxmlformats.org/officeDocument/2006/relationships/image" Target="/ppt/media/image.png" Id="R1f013566cd564a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2767508f174fa2" /><Relationship Type="http://schemas.openxmlformats.org/officeDocument/2006/relationships/image" Target="/ppt/media/image.png" Id="Ra9d25cd3cb9a4d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7ea173c16d4549" /><Relationship Type="http://schemas.openxmlformats.org/officeDocument/2006/relationships/image" Target="/ppt/media/image.png" Id="R146948d11db3478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af7b93308c462f" /><Relationship Type="http://schemas.openxmlformats.org/officeDocument/2006/relationships/image" Target="/ppt/media/image.png" Id="Rf03f01fa4cf045c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8148ea9794e10" /><Relationship Type="http://schemas.openxmlformats.org/officeDocument/2006/relationships/image" Target="/ppt/media/image.png" Id="R6b7b4c4161534c5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8749aed1d74156" /><Relationship Type="http://schemas.openxmlformats.org/officeDocument/2006/relationships/image" Target="/ppt/media/image.png" Id="Re5d27811e9e747e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bde86a68424c2d" /><Relationship Type="http://schemas.openxmlformats.org/officeDocument/2006/relationships/image" Target="/ppt/media/image.png" Id="Rd78a7bf7794b492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dc58521b674309" /><Relationship Type="http://schemas.openxmlformats.org/officeDocument/2006/relationships/image" Target="/ppt/media/image.png" Id="R4dbdb53349f24ed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e7c0a25cd946d8"/>
          <a:stretch xmlns:a="http://schemas.openxmlformats.org/drawingml/2006/main"/>
        </p:blipFill>
        <p:spPr>
          <a:xfrm xmlns:a="http://schemas.openxmlformats.org/drawingml/2006/main" flipH="1">
            <a:off x="10137900" y="4538703"/>
            <a:ext cx="1802409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d3a1c268d4478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757284" y="5492510"/>
            <a:ext cx="1193031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1d82fded81407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757284" y="5492510"/>
            <a:ext cx="1193031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f013566cd564a0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757284" y="5492510"/>
            <a:ext cx="1193031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9d25cd3cb9a4d0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757284" y="5492510"/>
            <a:ext cx="1193031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6948d11db3478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757284" y="5492510"/>
            <a:ext cx="1193031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03f01fa4cf045c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757284" y="5492510"/>
            <a:ext cx="1193031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b7b4c4161534c5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757284" y="5492510"/>
            <a:ext cx="1193031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5d27811e9e747e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757284" y="5492510"/>
            <a:ext cx="1193031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78a7bf7794b492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757284" y="5492510"/>
            <a:ext cx="1193031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bdb53349f24ed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757284" y="5492510"/>
            <a:ext cx="1193031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bca7707d704c9f" /><Relationship Type="http://schemas.openxmlformats.org/officeDocument/2006/relationships/slideLayout" Target="/ppt/slideLayouts/slideLayout1.xml" Id="R1c0bdc59f3494879" /><Relationship Type="http://schemas.openxmlformats.org/officeDocument/2006/relationships/slideLayout" Target="/ppt/slideLayouts/slideLayout2.xml" Id="R320d4132cd2d47d6" /><Relationship Type="http://schemas.openxmlformats.org/officeDocument/2006/relationships/slideLayout" Target="/ppt/slideLayouts/slideLayout3.xml" Id="Raa8622b3df1140d9" /><Relationship Type="http://schemas.openxmlformats.org/officeDocument/2006/relationships/slideLayout" Target="/ppt/slideLayouts/slideLayout4.xml" Id="Redd1fe57e4dc4a9b" /><Relationship Type="http://schemas.openxmlformats.org/officeDocument/2006/relationships/slideLayout" Target="/ppt/slideLayouts/slideLayout5.xml" Id="Rccc3fa261d7c402f" /><Relationship Type="http://schemas.openxmlformats.org/officeDocument/2006/relationships/slideLayout" Target="/ppt/slideLayouts/slideLayout6.xml" Id="R66f8609f453b4add" /><Relationship Type="http://schemas.openxmlformats.org/officeDocument/2006/relationships/slideLayout" Target="/ppt/slideLayouts/slideLayout7.xml" Id="R51127d00352c4dce" /><Relationship Type="http://schemas.openxmlformats.org/officeDocument/2006/relationships/slideLayout" Target="/ppt/slideLayouts/slideLayout8.xml" Id="R62c83e1b367e44dc" /><Relationship Type="http://schemas.openxmlformats.org/officeDocument/2006/relationships/slideLayout" Target="/ppt/slideLayouts/slideLayout9.xml" Id="R77ddb7ac439e4ea0" /><Relationship Type="http://schemas.openxmlformats.org/officeDocument/2006/relationships/slideLayout" Target="/ppt/slideLayouts/slideLayout10.xml" Id="Rff82dffbc83542c8" /><Relationship Type="http://schemas.openxmlformats.org/officeDocument/2006/relationships/slideLayout" Target="/ppt/slideLayouts/slideLayout11.xml" Id="R0fa2abb16aac4ff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0bdc59f3494879"/>
    <p:sldLayoutId xmlns:r="http://schemas.openxmlformats.org/officeDocument/2006/relationships" id="2147483650" r:id="R320d4132cd2d47d6"/>
    <p:sldLayoutId xmlns:r="http://schemas.openxmlformats.org/officeDocument/2006/relationships" id="2147483651" r:id="Raa8622b3df1140d9"/>
    <p:sldLayoutId xmlns:r="http://schemas.openxmlformats.org/officeDocument/2006/relationships" id="2147483652" r:id="Redd1fe57e4dc4a9b"/>
    <p:sldLayoutId xmlns:r="http://schemas.openxmlformats.org/officeDocument/2006/relationships" id="2147483653" r:id="Rccc3fa261d7c402f"/>
    <p:sldLayoutId xmlns:r="http://schemas.openxmlformats.org/officeDocument/2006/relationships" id="2147483654" r:id="R66f8609f453b4add"/>
    <p:sldLayoutId xmlns:r="http://schemas.openxmlformats.org/officeDocument/2006/relationships" id="2147483655" r:id="R51127d00352c4dce"/>
    <p:sldLayoutId xmlns:r="http://schemas.openxmlformats.org/officeDocument/2006/relationships" id="2147483656" r:id="R62c83e1b367e44dc"/>
    <p:sldLayoutId xmlns:r="http://schemas.openxmlformats.org/officeDocument/2006/relationships" id="2147483657" r:id="R77ddb7ac439e4ea0"/>
    <p:sldLayoutId xmlns:r="http://schemas.openxmlformats.org/officeDocument/2006/relationships" id="2147483658" r:id="Rff82dffbc83542c8"/>
    <p:sldLayoutId xmlns:r="http://schemas.openxmlformats.org/officeDocument/2006/relationships" id="2147483659" r:id="R0fa2abb16aac4ffe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8328281d845df" /><Relationship Type="http://schemas.openxmlformats.org/officeDocument/2006/relationships/notesSlide" Target="/ppt/notesSlides/notesSlide1.xml" Id="R4c43c1db13644d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9f42831b6d64154" /><Relationship Type="http://schemas.openxmlformats.org/officeDocument/2006/relationships/notesSlide" Target="/ppt/notesSlides/notesSlide2.xml" Id="Re3a04ef01f8340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4d0b2228dc4b7e" /><Relationship Type="http://schemas.openxmlformats.org/officeDocument/2006/relationships/notesSlide" Target="/ppt/notesSlides/notesSlide3.xml" Id="R4eae4ec23f4643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09d81372e641c4" /><Relationship Type="http://schemas.openxmlformats.org/officeDocument/2006/relationships/notesSlide" Target="/ppt/notesSlides/notesSlide4.xml" Id="R542b4342b07949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1e5bfcf0f84b2f" /><Relationship Type="http://schemas.openxmlformats.org/officeDocument/2006/relationships/notesSlide" Target="/ppt/notesSlides/notesSlide5.xml" Id="R77bb5281b6094d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7de7305af74ade" /><Relationship Type="http://schemas.openxmlformats.org/officeDocument/2006/relationships/notesSlide" Target="/ppt/notesSlides/notesSlide6.xml" Id="R99c73f816e0944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579a1f11c9452d" /><Relationship Type="http://schemas.openxmlformats.org/officeDocument/2006/relationships/notesSlide" Target="/ppt/notesSlides/notesSlide7.xml" Id="R671884134d0646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0ac0d2b2f842ca" /><Relationship Type="http://schemas.openxmlformats.org/officeDocument/2006/relationships/notesSlide" Target="/ppt/notesSlides/notesSlide8.xml" Id="R693aa8583e4e48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a801ea21e04498" /><Relationship Type="http://schemas.openxmlformats.org/officeDocument/2006/relationships/notesSlide" Target="/ppt/notesSlides/notesSlide9.xml" Id="Ra9e4e919426c42f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Hello Python!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01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name?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name?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name?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What does input() do?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What does the equal sign do?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What creates the green string literals?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How does print() combine several values?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name?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so it stores a greeting in another language, such as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"Xin chao"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in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greeting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Change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display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greeting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then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name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then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name?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Extend the example so it also asks for a friend's name and stores it in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friend_name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followed by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name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"and"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friend_name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name?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program that asks for two school subjects and stores them in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subject_1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subject_2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 think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subject_1 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 and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subject_2 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 are great subjects!"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name?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43463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8C8C8C"/>
                </a:solidFill>
                <a:latin typeface="JetBrains Mono"/>
                <a:ea typeface="JetBrains Mono"/>
                <a:cs typeface="JetBrains Mono"/>
              </a:rPr>
              <a:t># Lesson 01 - Hello Python!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8C8C8C"/>
                </a:solidFill>
                <a:latin typeface="JetBrains Mono"/>
                <a:ea typeface="JetBrains Mono"/>
                <a:cs typeface="JetBrains Mono"/>
              </a:rPr>
              <a:t># Fix the code!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(What is your name?)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sport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favorite sport?"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"Hmmmmm"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"Today I learned"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"really likes"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favSport,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2026-09-28T06:15:28.5150000Z</dcterms:created>
  <dcterms:modified xsi:type="dcterms:W3CDTF">2026-09-28T06:15:28.5150000Z</dcterms:modified>
</coreProperties>
</file>