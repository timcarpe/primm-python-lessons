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9782e1914354e8a" /><Relationship Type="http://schemas.openxmlformats.org/officeDocument/2006/relationships/extended-properties" Target="/docProps/app.xml" Id="R928988af369d4b23" /><Relationship Type="http://schemas.openxmlformats.org/officeDocument/2006/relationships/officeDocument" Target="/ppt/presentation.xml" Id="R6d31c9e0e38c4a5b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d87b5d11f0e848bb"/>
  </p:sldMasterIdLst>
  <p:notesMasterIdLst>
    <p:notesMasterId xmlns:r="http://schemas.openxmlformats.org/officeDocument/2006/relationships" r:id="R1f41a9f576064002"/>
  </p:notesMasterIdLst>
  <p:sldIdLst>
    <p:sldId xmlns:r="http://schemas.openxmlformats.org/officeDocument/2006/relationships" id="256" r:id="R5cfed9bdeaeb4aea"/>
    <p:sldId xmlns:r="http://schemas.openxmlformats.org/officeDocument/2006/relationships" id="257" r:id="R82efc31064624794"/>
    <p:sldId xmlns:r="http://schemas.openxmlformats.org/officeDocument/2006/relationships" id="258" r:id="Ra6738e1c2302428c"/>
    <p:sldId xmlns:r="http://schemas.openxmlformats.org/officeDocument/2006/relationships" id="259" r:id="R310fb602d98a441d"/>
    <p:sldId xmlns:r="http://schemas.openxmlformats.org/officeDocument/2006/relationships" id="260" r:id="R63a5c2483af94922"/>
    <p:sldId xmlns:r="http://schemas.openxmlformats.org/officeDocument/2006/relationships" id="261" r:id="Re3dbb9aa13a04cf7"/>
    <p:sldId xmlns:r="http://schemas.openxmlformats.org/officeDocument/2006/relationships" id="262" r:id="R5f1284d5abc74cb9"/>
    <p:sldId xmlns:r="http://schemas.openxmlformats.org/officeDocument/2006/relationships" id="263" r:id="R2ff5316e9f1e48c6"/>
    <p:sldId xmlns:r="http://schemas.openxmlformats.org/officeDocument/2006/relationships" id="264" r:id="Rbba99ffeef7645d5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f8b7042549dc4891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66a593c1e66461a" /><Relationship Type="http://schemas.openxmlformats.org/officeDocument/2006/relationships/slideMaster" Target="/ppt/slideMasters/slideMaster1.xml" Id="Rd87b5d11f0e848bb" /><Relationship Type="http://schemas.openxmlformats.org/officeDocument/2006/relationships/notesMaster" Target="/ppt/notesMasters/notesMaster1.xml" Id="R1f41a9f576064002" /><Relationship Type="http://schemas.openxmlformats.org/officeDocument/2006/relationships/presProps" Target="/ppt/presProps.xml" Id="R29a42855e52d46a3" /><Relationship Type="http://schemas.openxmlformats.org/officeDocument/2006/relationships/viewProps" Target="/ppt/viewProps.xml" Id="Rcc2ae74d81544cee" /><Relationship Type="http://schemas.openxmlformats.org/officeDocument/2006/relationships/tableStyles" Target="/ppt/tableStyles.xml" Id="R2788bb127cf74bf0" /><Relationship Type="http://schemas.openxmlformats.org/officeDocument/2006/relationships/font" Target="/ppt/fonts/font.dat" Id="Rf8b7042549dc4891" /><Relationship Type="http://schemas.openxmlformats.org/officeDocument/2006/relationships/slide" Target="/ppt/slides/slide1.xml" Id="R5cfed9bdeaeb4aea" /><Relationship Type="http://schemas.openxmlformats.org/officeDocument/2006/relationships/slide" Target="/ppt/slides/slide2.xml" Id="R82efc31064624794" /><Relationship Type="http://schemas.openxmlformats.org/officeDocument/2006/relationships/slide" Target="/ppt/slides/slide3.xml" Id="Ra6738e1c2302428c" /><Relationship Type="http://schemas.openxmlformats.org/officeDocument/2006/relationships/slide" Target="/ppt/slides/slide4.xml" Id="R310fb602d98a441d" /><Relationship Type="http://schemas.openxmlformats.org/officeDocument/2006/relationships/slide" Target="/ppt/slides/slide5.xml" Id="R63a5c2483af94922" /><Relationship Type="http://schemas.openxmlformats.org/officeDocument/2006/relationships/slide" Target="/ppt/slides/slide6.xml" Id="Re3dbb9aa13a04cf7" /><Relationship Type="http://schemas.openxmlformats.org/officeDocument/2006/relationships/slide" Target="/ppt/slides/slide7.xml" Id="R5f1284d5abc74cb9" /><Relationship Type="http://schemas.openxmlformats.org/officeDocument/2006/relationships/slide" Target="/ppt/slides/slide8.xml" Id="R2ff5316e9f1e48c6" /><Relationship Type="http://schemas.openxmlformats.org/officeDocument/2006/relationships/slide" Target="/ppt/slides/slide9.xml" Id="Rbba99ffeef7645d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ba8df7a7c6144e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6b5bb63cba047eb" /><Relationship Type="http://schemas.openxmlformats.org/officeDocument/2006/relationships/notesMaster" Target="/ppt/notesMasters/notesMaster1.xml" Id="Rc72ac415c30c490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e7a20aaec4044e7" /><Relationship Type="http://schemas.openxmlformats.org/officeDocument/2006/relationships/notesMaster" Target="/ppt/notesMasters/notesMaster1.xml" Id="R88c4bf9a2c3746f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aa86d43588241b8" /><Relationship Type="http://schemas.openxmlformats.org/officeDocument/2006/relationships/notesMaster" Target="/ppt/notesMasters/notesMaster1.xml" Id="R5b986609ca0d48f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fd00e56ded641cd" /><Relationship Type="http://schemas.openxmlformats.org/officeDocument/2006/relationships/notesMaster" Target="/ppt/notesMasters/notesMaster1.xml" Id="Reed7c1a360714f8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c3eeceae89246cb" /><Relationship Type="http://schemas.openxmlformats.org/officeDocument/2006/relationships/notesMaster" Target="/ppt/notesMasters/notesMaster1.xml" Id="Rc37e6bdc89614c0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08f6e18233c4136" /><Relationship Type="http://schemas.openxmlformats.org/officeDocument/2006/relationships/notesMaster" Target="/ppt/notesMasters/notesMaster1.xml" Id="R377dda10815e44f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194f318342542c9" /><Relationship Type="http://schemas.openxmlformats.org/officeDocument/2006/relationships/notesMaster" Target="/ppt/notesMasters/notesMaster1.xml" Id="R4b472fa496da48b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91eb66e526c43fa" /><Relationship Type="http://schemas.openxmlformats.org/officeDocument/2006/relationships/notesMaster" Target="/ppt/notesMasters/notesMaster1.xml" Id="Re7a580cae2744d9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13a21846cb74ba4" /><Relationship Type="http://schemas.openxmlformats.org/officeDocument/2006/relationships/notesMaster" Target="/ppt/notesMasters/notesMaster1.xml" Id="Rb5e83805697f4d2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95376d74a2440b" /><Relationship Type="http://schemas.openxmlformats.org/officeDocument/2006/relationships/image" Target="/ppt/media/image.png" Id="Rfdb7530ed2414b0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5c9983202b464f" /><Relationship Type="http://schemas.openxmlformats.org/officeDocument/2006/relationships/image" Target="/ppt/media/image.png" Id="R9c7d8330dd6f4f8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7b14a2781f41b1" /><Relationship Type="http://schemas.openxmlformats.org/officeDocument/2006/relationships/image" Target="/ppt/media/image.png" Id="R7219a31d3541432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6b527123584d38" /><Relationship Type="http://schemas.openxmlformats.org/officeDocument/2006/relationships/image" Target="/ppt/media/image.png" Id="Rfc89c794efcf432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8c252a44e24666" /><Relationship Type="http://schemas.openxmlformats.org/officeDocument/2006/relationships/image" Target="/ppt/media/image.png" Id="Rc263eddd067d470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a6769d96494239" /><Relationship Type="http://schemas.openxmlformats.org/officeDocument/2006/relationships/image" Target="/ppt/media/image.png" Id="Re16d9a1bf41e479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da72c311924fe4" /><Relationship Type="http://schemas.openxmlformats.org/officeDocument/2006/relationships/image" Target="/ppt/media/image.png" Id="R1472601ac400486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88c5986ff3434d" /><Relationship Type="http://schemas.openxmlformats.org/officeDocument/2006/relationships/image" Target="/ppt/media/image.png" Id="Rf38a33c75c8c4bc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0e3d8285564f55" /><Relationship Type="http://schemas.openxmlformats.org/officeDocument/2006/relationships/image" Target="/ppt/media/image.png" Id="Rd02d69e7b5b4421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6d29290547435d" /><Relationship Type="http://schemas.openxmlformats.org/officeDocument/2006/relationships/image" Target="/ppt/media/image.png" Id="R98b24695eefa412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4c7ee26abb4161" /><Relationship Type="http://schemas.openxmlformats.org/officeDocument/2006/relationships/image" Target="/ppt/media/image.png" Id="R141d714083334d08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db7530ed2414b04"/>
          <a:stretch xmlns:a="http://schemas.openxmlformats.org/drawingml/2006/main"/>
        </p:blipFill>
        <p:spPr>
          <a:xfrm xmlns:a="http://schemas.openxmlformats.org/drawingml/2006/main" flipH="1">
            <a:off x="10137900" y="4538703"/>
            <a:ext cx="1802409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c7d8330dd6f4f8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219a31d3541432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c89c794efcf432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263eddd067d470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16d9a1bf41e479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472601ac400486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38a33c75c8c4bc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02d69e7b5b4421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8b24695eefa412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41d714083334d0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ae4e6f0251d46f6" /><Relationship Type="http://schemas.openxmlformats.org/officeDocument/2006/relationships/slideLayout" Target="/ppt/slideLayouts/slideLayout1.xml" Id="R769c39d7cad6402a" /><Relationship Type="http://schemas.openxmlformats.org/officeDocument/2006/relationships/slideLayout" Target="/ppt/slideLayouts/slideLayout2.xml" Id="R93c8942cfe64415b" /><Relationship Type="http://schemas.openxmlformats.org/officeDocument/2006/relationships/slideLayout" Target="/ppt/slideLayouts/slideLayout3.xml" Id="R52df124207c0433f" /><Relationship Type="http://schemas.openxmlformats.org/officeDocument/2006/relationships/slideLayout" Target="/ppt/slideLayouts/slideLayout4.xml" Id="R5d1bf95330164a35" /><Relationship Type="http://schemas.openxmlformats.org/officeDocument/2006/relationships/slideLayout" Target="/ppt/slideLayouts/slideLayout5.xml" Id="Rf989f911fb1b408b" /><Relationship Type="http://schemas.openxmlformats.org/officeDocument/2006/relationships/slideLayout" Target="/ppt/slideLayouts/slideLayout6.xml" Id="R3dadd0296adc4b00" /><Relationship Type="http://schemas.openxmlformats.org/officeDocument/2006/relationships/slideLayout" Target="/ppt/slideLayouts/slideLayout7.xml" Id="Rc149dc3b90dc4977" /><Relationship Type="http://schemas.openxmlformats.org/officeDocument/2006/relationships/slideLayout" Target="/ppt/slideLayouts/slideLayout8.xml" Id="R899b7716fa3f4ac9" /><Relationship Type="http://schemas.openxmlformats.org/officeDocument/2006/relationships/slideLayout" Target="/ppt/slideLayouts/slideLayout9.xml" Id="R36a3609c18664d98" /><Relationship Type="http://schemas.openxmlformats.org/officeDocument/2006/relationships/slideLayout" Target="/ppt/slideLayouts/slideLayout10.xml" Id="Rf027d6339d50413a" /><Relationship Type="http://schemas.openxmlformats.org/officeDocument/2006/relationships/slideLayout" Target="/ppt/slideLayouts/slideLayout11.xml" Id="R82490bf08a01463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69c39d7cad6402a"/>
    <p:sldLayoutId xmlns:r="http://schemas.openxmlformats.org/officeDocument/2006/relationships" id="2147483650" r:id="R93c8942cfe64415b"/>
    <p:sldLayoutId xmlns:r="http://schemas.openxmlformats.org/officeDocument/2006/relationships" id="2147483651" r:id="R52df124207c0433f"/>
    <p:sldLayoutId xmlns:r="http://schemas.openxmlformats.org/officeDocument/2006/relationships" id="2147483652" r:id="R5d1bf95330164a35"/>
    <p:sldLayoutId xmlns:r="http://schemas.openxmlformats.org/officeDocument/2006/relationships" id="2147483653" r:id="Rf989f911fb1b408b"/>
    <p:sldLayoutId xmlns:r="http://schemas.openxmlformats.org/officeDocument/2006/relationships" id="2147483654" r:id="R3dadd0296adc4b00"/>
    <p:sldLayoutId xmlns:r="http://schemas.openxmlformats.org/officeDocument/2006/relationships" id="2147483655" r:id="Rc149dc3b90dc4977"/>
    <p:sldLayoutId xmlns:r="http://schemas.openxmlformats.org/officeDocument/2006/relationships" id="2147483656" r:id="R899b7716fa3f4ac9"/>
    <p:sldLayoutId xmlns:r="http://schemas.openxmlformats.org/officeDocument/2006/relationships" id="2147483657" r:id="R36a3609c18664d98"/>
    <p:sldLayoutId xmlns:r="http://schemas.openxmlformats.org/officeDocument/2006/relationships" id="2147483658" r:id="Rf027d6339d50413a"/>
    <p:sldLayoutId xmlns:r="http://schemas.openxmlformats.org/officeDocument/2006/relationships" id="2147483659" r:id="R82490bf08a014632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cc633ee08d4222" /><Relationship Type="http://schemas.openxmlformats.org/officeDocument/2006/relationships/notesSlide" Target="/ppt/notesSlides/notesSlide1.xml" Id="R129f67efdc35490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54c2999124f4bee" /><Relationship Type="http://schemas.openxmlformats.org/officeDocument/2006/relationships/notesSlide" Target="/ppt/notesSlides/notesSlide2.xml" Id="R4998a92ded7b4e0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7f838b16fc4299" /><Relationship Type="http://schemas.openxmlformats.org/officeDocument/2006/relationships/notesSlide" Target="/ppt/notesSlides/notesSlide3.xml" Id="R81485ce9f57d424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df6708ed446445e" /><Relationship Type="http://schemas.openxmlformats.org/officeDocument/2006/relationships/notesSlide" Target="/ppt/notesSlides/notesSlide4.xml" Id="Rd58879695b21470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fcf465c75e4532" /><Relationship Type="http://schemas.openxmlformats.org/officeDocument/2006/relationships/notesSlide" Target="/ppt/notesSlides/notesSlide5.xml" Id="Ra69fc3ddb1d845d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a8ebf94b404cf2" /><Relationship Type="http://schemas.openxmlformats.org/officeDocument/2006/relationships/notesSlide" Target="/ppt/notesSlides/notesSlide6.xml" Id="Rf0cca81123ec4ab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1b735aa6e94afe" /><Relationship Type="http://schemas.openxmlformats.org/officeDocument/2006/relationships/notesSlide" Target="/ppt/notesSlides/notesSlide7.xml" Id="R014f674487a340a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795cae1aac94059" /><Relationship Type="http://schemas.openxmlformats.org/officeDocument/2006/relationships/notesSlide" Target="/ppt/notesSlides/notesSlide8.xml" Id="Rce3df0fcc82c479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b04b4d48e58457e" /><Relationship Type="http://schemas.openxmlformats.org/officeDocument/2006/relationships/notesSlide" Target="/ppt/notesSlides/notesSlide9.xml" Id="R54bb84c3434a470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Hello Python!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01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What does input() do?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does the equal sign do?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creates the green string literals?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How does print() combine several values?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stores a greeting in another language, such as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"Xin chao"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greeting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Change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greeting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it also asks for a friend's name and stores it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friend_name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"and"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friend_name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program that asks for two school subjects and stores them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subject_1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subject_2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 think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subject_1 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subject_2 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are great subjects!"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4346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8C8C8C"/>
                </a:solidFill>
                <a:latin typeface="JetBrains Mono"/>
                <a:ea typeface="JetBrains Mono"/>
                <a:cs typeface="JetBrains Mono"/>
              </a:rPr>
              <a:t># Lesson 01 - Hello Python!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8C8C8C"/>
                </a:solidFill>
                <a:latin typeface="JetBrains Mono"/>
                <a:ea typeface="JetBrains Mono"/>
                <a:cs typeface="JetBrains Mono"/>
              </a:rPr>
              <a:t># Fix the code!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(What is your name?)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sport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favorite sport?"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"Hmmmmm"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"Today I learned"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"really likes"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favSport,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2026-09-28T09:05:01.3240000Z</dcterms:created>
  <dcterms:modified xsi:type="dcterms:W3CDTF">2026-09-28T09:05:01.3240000Z</dcterms:modified>
</coreProperties>
</file>