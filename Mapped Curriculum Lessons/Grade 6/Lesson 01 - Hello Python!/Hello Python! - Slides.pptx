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d2561fb0724842" /><Relationship Type="http://schemas.openxmlformats.org/officeDocument/2006/relationships/extended-properties" Target="/docProps/app.xml" Id="Rf40896cb92e84d5d" /><Relationship Type="http://schemas.openxmlformats.org/officeDocument/2006/relationships/officeDocument" Target="/ppt/presentation.xml" Id="R12175f65547d43f3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dc7d04087ff34087"/>
  </p:sldMasterIdLst>
  <p:notesMasterIdLst>
    <p:notesMasterId xmlns:r="http://schemas.openxmlformats.org/officeDocument/2006/relationships" r:id="R8fae1f3662694304"/>
  </p:notesMasterIdLst>
  <p:sldIdLst>
    <p:sldId xmlns:r="http://schemas.openxmlformats.org/officeDocument/2006/relationships" id="256" r:id="R6ba6ddb55452494f"/>
    <p:sldId xmlns:r="http://schemas.openxmlformats.org/officeDocument/2006/relationships" id="257" r:id="Ree03896ffd50440f"/>
    <p:sldId xmlns:r="http://schemas.openxmlformats.org/officeDocument/2006/relationships" id="258" r:id="R1af86deb54c04f00"/>
    <p:sldId xmlns:r="http://schemas.openxmlformats.org/officeDocument/2006/relationships" id="259" r:id="R4f79ff7b1b884161"/>
    <p:sldId xmlns:r="http://schemas.openxmlformats.org/officeDocument/2006/relationships" id="260" r:id="R62ce80462e8749a7"/>
    <p:sldId xmlns:r="http://schemas.openxmlformats.org/officeDocument/2006/relationships" id="261" r:id="R3b66a536e3fa4652"/>
    <p:sldId xmlns:r="http://schemas.openxmlformats.org/officeDocument/2006/relationships" id="262" r:id="Rb691c8a34ed1476d"/>
    <p:sldId xmlns:r="http://schemas.openxmlformats.org/officeDocument/2006/relationships" id="263" r:id="R2519f9e3ea5044fe"/>
    <p:sldId xmlns:r="http://schemas.openxmlformats.org/officeDocument/2006/relationships" id="264" r:id="Rdb535a74e0a94127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6212d3e028b94548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bc4e5016dc94c12" /><Relationship Type="http://schemas.openxmlformats.org/officeDocument/2006/relationships/slideMaster" Target="/ppt/slideMasters/slideMaster1.xml" Id="Rdc7d04087ff34087" /><Relationship Type="http://schemas.openxmlformats.org/officeDocument/2006/relationships/notesMaster" Target="/ppt/notesMasters/notesMaster1.xml" Id="R8fae1f3662694304" /><Relationship Type="http://schemas.openxmlformats.org/officeDocument/2006/relationships/presProps" Target="/ppt/presProps.xml" Id="Rdd8ae3fead19468c" /><Relationship Type="http://schemas.openxmlformats.org/officeDocument/2006/relationships/viewProps" Target="/ppt/viewProps.xml" Id="R66861c0b8fe24b8e" /><Relationship Type="http://schemas.openxmlformats.org/officeDocument/2006/relationships/tableStyles" Target="/ppt/tableStyles.xml" Id="Ra36e7b5bf47d47fa" /><Relationship Type="http://schemas.openxmlformats.org/officeDocument/2006/relationships/font" Target="/ppt/fonts/font.dat" Id="R6212d3e028b94548" /><Relationship Type="http://schemas.openxmlformats.org/officeDocument/2006/relationships/slide" Target="/ppt/slides/slide1.xml" Id="R6ba6ddb55452494f" /><Relationship Type="http://schemas.openxmlformats.org/officeDocument/2006/relationships/slide" Target="/ppt/slides/slide2.xml" Id="Ree03896ffd50440f" /><Relationship Type="http://schemas.openxmlformats.org/officeDocument/2006/relationships/slide" Target="/ppt/slides/slide3.xml" Id="R1af86deb54c04f00" /><Relationship Type="http://schemas.openxmlformats.org/officeDocument/2006/relationships/slide" Target="/ppt/slides/slide4.xml" Id="R4f79ff7b1b884161" /><Relationship Type="http://schemas.openxmlformats.org/officeDocument/2006/relationships/slide" Target="/ppt/slides/slide5.xml" Id="R62ce80462e8749a7" /><Relationship Type="http://schemas.openxmlformats.org/officeDocument/2006/relationships/slide" Target="/ppt/slides/slide6.xml" Id="R3b66a536e3fa4652" /><Relationship Type="http://schemas.openxmlformats.org/officeDocument/2006/relationships/slide" Target="/ppt/slides/slide7.xml" Id="Rb691c8a34ed1476d" /><Relationship Type="http://schemas.openxmlformats.org/officeDocument/2006/relationships/slide" Target="/ppt/slides/slide8.xml" Id="R2519f9e3ea5044fe" /><Relationship Type="http://schemas.openxmlformats.org/officeDocument/2006/relationships/slide" Target="/ppt/slides/slide9.xml" Id="Rdb535a74e0a9412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9f667ab975948d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91980e62ec145ba" /><Relationship Type="http://schemas.openxmlformats.org/officeDocument/2006/relationships/notesMaster" Target="/ppt/notesMasters/notesMaster1.xml" Id="R2bd6d58c822046b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b534389050b4fff" /><Relationship Type="http://schemas.openxmlformats.org/officeDocument/2006/relationships/notesMaster" Target="/ppt/notesMasters/notesMaster1.xml" Id="R4b7f5b95423a42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eb563d45224bc9" /><Relationship Type="http://schemas.openxmlformats.org/officeDocument/2006/relationships/notesMaster" Target="/ppt/notesMasters/notesMaster1.xml" Id="Rf433b052e4e3446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e9baa3df1e1403f" /><Relationship Type="http://schemas.openxmlformats.org/officeDocument/2006/relationships/notesMaster" Target="/ppt/notesMasters/notesMaster1.xml" Id="Rd680b1959914486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0f0c2913344f4d" /><Relationship Type="http://schemas.openxmlformats.org/officeDocument/2006/relationships/notesMaster" Target="/ppt/notesMasters/notesMaster1.xml" Id="R0efc687017ed469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f13e4d42967490f" /><Relationship Type="http://schemas.openxmlformats.org/officeDocument/2006/relationships/notesMaster" Target="/ppt/notesMasters/notesMaster1.xml" Id="R312543e569a64ef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f7301f70d994340" /><Relationship Type="http://schemas.openxmlformats.org/officeDocument/2006/relationships/notesMaster" Target="/ppt/notesMasters/notesMaster1.xml" Id="Rfe0b6c96418a492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3c8e63778fb450a" /><Relationship Type="http://schemas.openxmlformats.org/officeDocument/2006/relationships/notesMaster" Target="/ppt/notesMasters/notesMaster1.xml" Id="R791053f8dacd40a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4543c87fbea48d1" /><Relationship Type="http://schemas.openxmlformats.org/officeDocument/2006/relationships/notesMaster" Target="/ppt/notesMasters/notesMaster1.xml" Id="Re67060979df84a4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cea6ef9f3447e5" /><Relationship Type="http://schemas.openxmlformats.org/officeDocument/2006/relationships/image" Target="/ppt/media/image.png" Id="R1ece304c4b1d4c0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a2ba5a8e4540e9" /><Relationship Type="http://schemas.openxmlformats.org/officeDocument/2006/relationships/image" Target="/ppt/media/image.png" Id="Rbb99d5f99df14d2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38c445ff4d4be6" /><Relationship Type="http://schemas.openxmlformats.org/officeDocument/2006/relationships/image" Target="/ppt/media/image.png" Id="R86e60a1420ab458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267170a48d4a1d" /><Relationship Type="http://schemas.openxmlformats.org/officeDocument/2006/relationships/image" Target="/ppt/media/image.png" Id="Ra7370ab2f0f44d5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a249831eb24d79" /><Relationship Type="http://schemas.openxmlformats.org/officeDocument/2006/relationships/image" Target="/ppt/media/image.png" Id="Rafd148678ebf48a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667719dbf84be0" /><Relationship Type="http://schemas.openxmlformats.org/officeDocument/2006/relationships/image" Target="/ppt/media/image.png" Id="R167f2ade743a4fc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5d242c92074ea6" /><Relationship Type="http://schemas.openxmlformats.org/officeDocument/2006/relationships/image" Target="/ppt/media/image.png" Id="Rc814032f7dba47d0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8737e171794f03" /><Relationship Type="http://schemas.openxmlformats.org/officeDocument/2006/relationships/image" Target="/ppt/media/image.png" Id="Rc79ab27d4ddf43c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cae17691c04bbf" /><Relationship Type="http://schemas.openxmlformats.org/officeDocument/2006/relationships/image" Target="/ppt/media/image.png" Id="R033a605392b6444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7ee77301a54db4" /><Relationship Type="http://schemas.openxmlformats.org/officeDocument/2006/relationships/image" Target="/ppt/media/image.png" Id="Raaf39e412f624b1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87639a9607416f" /><Relationship Type="http://schemas.openxmlformats.org/officeDocument/2006/relationships/image" Target="/ppt/media/image.png" Id="R61121419c5fd4a7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ece304c4b1d4c07"/>
          <a:stretch xmlns:a="http://schemas.openxmlformats.org/drawingml/2006/main"/>
        </p:blipFill>
        <p:spPr>
          <a:xfrm xmlns:a="http://schemas.openxmlformats.org/drawingml/2006/main" flipH="1">
            <a:off x="10137900" y="4538703"/>
            <a:ext cx="1802409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b99d5f99df14d2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6e60a1420ab458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7370ab2f0f44d5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fd148678ebf48a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67f2ade743a4fc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814032f7dba47d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79ab27d4ddf43c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33a605392b6444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af39e412f624b1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1121419c5fd4a7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757284" y="5492510"/>
            <a:ext cx="1193031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12d63348334711" /><Relationship Type="http://schemas.openxmlformats.org/officeDocument/2006/relationships/slideLayout" Target="/ppt/slideLayouts/slideLayout1.xml" Id="Rb3dbd0a04d6e4905" /><Relationship Type="http://schemas.openxmlformats.org/officeDocument/2006/relationships/slideLayout" Target="/ppt/slideLayouts/slideLayout2.xml" Id="R6d734e67ddd04dbd" /><Relationship Type="http://schemas.openxmlformats.org/officeDocument/2006/relationships/slideLayout" Target="/ppt/slideLayouts/slideLayout3.xml" Id="R8c9a9380dc33449b" /><Relationship Type="http://schemas.openxmlformats.org/officeDocument/2006/relationships/slideLayout" Target="/ppt/slideLayouts/slideLayout4.xml" Id="R73e1814e18354064" /><Relationship Type="http://schemas.openxmlformats.org/officeDocument/2006/relationships/slideLayout" Target="/ppt/slideLayouts/slideLayout5.xml" Id="Ra7a0625af23447a3" /><Relationship Type="http://schemas.openxmlformats.org/officeDocument/2006/relationships/slideLayout" Target="/ppt/slideLayouts/slideLayout6.xml" Id="R31183ee55ae64874" /><Relationship Type="http://schemas.openxmlformats.org/officeDocument/2006/relationships/slideLayout" Target="/ppt/slideLayouts/slideLayout7.xml" Id="R357fcce71e844039" /><Relationship Type="http://schemas.openxmlformats.org/officeDocument/2006/relationships/slideLayout" Target="/ppt/slideLayouts/slideLayout8.xml" Id="Rc99a7f44adc143aa" /><Relationship Type="http://schemas.openxmlformats.org/officeDocument/2006/relationships/slideLayout" Target="/ppt/slideLayouts/slideLayout9.xml" Id="Rfa01b03709094b55" /><Relationship Type="http://schemas.openxmlformats.org/officeDocument/2006/relationships/slideLayout" Target="/ppt/slideLayouts/slideLayout10.xml" Id="R3080a8d8b0e64a9e" /><Relationship Type="http://schemas.openxmlformats.org/officeDocument/2006/relationships/slideLayout" Target="/ppt/slideLayouts/slideLayout11.xml" Id="R709a728dd8d44e5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3dbd0a04d6e4905"/>
    <p:sldLayoutId xmlns:r="http://schemas.openxmlformats.org/officeDocument/2006/relationships" id="2147483650" r:id="R6d734e67ddd04dbd"/>
    <p:sldLayoutId xmlns:r="http://schemas.openxmlformats.org/officeDocument/2006/relationships" id="2147483651" r:id="R8c9a9380dc33449b"/>
    <p:sldLayoutId xmlns:r="http://schemas.openxmlformats.org/officeDocument/2006/relationships" id="2147483652" r:id="R73e1814e18354064"/>
    <p:sldLayoutId xmlns:r="http://schemas.openxmlformats.org/officeDocument/2006/relationships" id="2147483653" r:id="Ra7a0625af23447a3"/>
    <p:sldLayoutId xmlns:r="http://schemas.openxmlformats.org/officeDocument/2006/relationships" id="2147483654" r:id="R31183ee55ae64874"/>
    <p:sldLayoutId xmlns:r="http://schemas.openxmlformats.org/officeDocument/2006/relationships" id="2147483655" r:id="R357fcce71e844039"/>
    <p:sldLayoutId xmlns:r="http://schemas.openxmlformats.org/officeDocument/2006/relationships" id="2147483656" r:id="Rc99a7f44adc143aa"/>
    <p:sldLayoutId xmlns:r="http://schemas.openxmlformats.org/officeDocument/2006/relationships" id="2147483657" r:id="Rfa01b03709094b55"/>
    <p:sldLayoutId xmlns:r="http://schemas.openxmlformats.org/officeDocument/2006/relationships" id="2147483658" r:id="R3080a8d8b0e64a9e"/>
    <p:sldLayoutId xmlns:r="http://schemas.openxmlformats.org/officeDocument/2006/relationships" id="2147483659" r:id="R709a728dd8d44e5a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764dbc97e34211" /><Relationship Type="http://schemas.openxmlformats.org/officeDocument/2006/relationships/notesSlide" Target="/ppt/notesSlides/notesSlide1.xml" Id="R2b8d235319c24d0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2a267a3159845f1" /><Relationship Type="http://schemas.openxmlformats.org/officeDocument/2006/relationships/notesSlide" Target="/ppt/notesSlides/notesSlide2.xml" Id="R021a1e1090704df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cccf6a61004310" /><Relationship Type="http://schemas.openxmlformats.org/officeDocument/2006/relationships/notesSlide" Target="/ppt/notesSlides/notesSlide3.xml" Id="Rbf84e5cfc32f45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315912c3124ab3" /><Relationship Type="http://schemas.openxmlformats.org/officeDocument/2006/relationships/notesSlide" Target="/ppt/notesSlides/notesSlide4.xml" Id="R6a88ee33372d4dc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2d065bff7744a9" /><Relationship Type="http://schemas.openxmlformats.org/officeDocument/2006/relationships/notesSlide" Target="/ppt/notesSlides/notesSlide5.xml" Id="R19084090c22a44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5c59e7fa0646ea" /><Relationship Type="http://schemas.openxmlformats.org/officeDocument/2006/relationships/notesSlide" Target="/ppt/notesSlides/notesSlide6.xml" Id="Rf067f7a9976a4be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aeec032317c499e" /><Relationship Type="http://schemas.openxmlformats.org/officeDocument/2006/relationships/notesSlide" Target="/ppt/notesSlides/notesSlide7.xml" Id="Re68f60b38ae84b8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9eb5bea93840e9" /><Relationship Type="http://schemas.openxmlformats.org/officeDocument/2006/relationships/notesSlide" Target="/ppt/notesSlides/notesSlide8.xml" Id="R069ec8d1a349484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bf17a710a546dd" /><Relationship Type="http://schemas.openxmlformats.org/officeDocument/2006/relationships/notesSlide" Target="/ppt/notesSlides/notesSlide9.xml" Id="Rd87dca7780d6486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Hello Python!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01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What does input() do?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does the equal sign do?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What creates the green string literals?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does print() combine several values?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stores a greeting in another language, such as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"Xin chao"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greeting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Change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greeting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it also asks for a friend's name and stores it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friend_name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"and"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friend_name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program that asks for two school subjects and stores them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subject_1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subject_2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"I think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subject_1 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subject_2 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 are great subjects!"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name?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"Hello,"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4346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Lesson 01 - Hello Python!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8C8C8C"/>
                </a:solidFill>
                <a:latin typeface="JetBrains Mono"/>
                <a:ea typeface="JetBrains Mono"/>
                <a:cs typeface="JetBrains Mono"/>
              </a:rPr>
              <a:t># Fix the code!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name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(What is your name?)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sport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"What is your favorite sport?"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"Hmmmmm"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"Today I learned"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name,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"really likes"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favSport,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"!"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2026-09-28T08:24:26.5400000Z</dcterms:created>
  <dcterms:modified xsi:type="dcterms:W3CDTF">2026-09-28T08:24:26.5400000Z</dcterms:modified>
</coreProperties>
</file>