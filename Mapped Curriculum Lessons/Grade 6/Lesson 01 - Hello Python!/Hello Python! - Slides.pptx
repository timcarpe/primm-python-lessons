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b3e020f03e45fb" /><Relationship Type="http://schemas.openxmlformats.org/officeDocument/2006/relationships/extended-properties" Target="/docProps/app.xml" Id="Rc57c3bd200ff439f" /><Relationship Type="http://schemas.openxmlformats.org/officeDocument/2006/relationships/officeDocument" Target="/ppt/presentation.xml" Id="Rc2d226ca688c4bc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fecc763244a4ac9"/>
  </p:sldMasterIdLst>
  <p:notesMasterIdLst>
    <p:notesMasterId xmlns:r="http://schemas.openxmlformats.org/officeDocument/2006/relationships" r:id="Rade4444b28ce4b3c"/>
  </p:notesMasterIdLst>
  <p:sldIdLst>
    <p:sldId xmlns:r="http://schemas.openxmlformats.org/officeDocument/2006/relationships" id="256" r:id="R4675aaf0e9684683"/>
    <p:sldId xmlns:r="http://schemas.openxmlformats.org/officeDocument/2006/relationships" id="257" r:id="Rb9b03d64a2fa4356"/>
    <p:sldId xmlns:r="http://schemas.openxmlformats.org/officeDocument/2006/relationships" id="258" r:id="Rb7ea8beadce94f15"/>
    <p:sldId xmlns:r="http://schemas.openxmlformats.org/officeDocument/2006/relationships" id="259" r:id="R1c7d4a5409384dbd"/>
    <p:sldId xmlns:r="http://schemas.openxmlformats.org/officeDocument/2006/relationships" id="260" r:id="R3eda4dfaea774639"/>
    <p:sldId xmlns:r="http://schemas.openxmlformats.org/officeDocument/2006/relationships" id="261" r:id="R5f2c5382858c41e1"/>
    <p:sldId xmlns:r="http://schemas.openxmlformats.org/officeDocument/2006/relationships" id="262" r:id="R339b7bf1489a4264"/>
    <p:sldId xmlns:r="http://schemas.openxmlformats.org/officeDocument/2006/relationships" id="263" r:id="R728c846d6b514386"/>
    <p:sldId xmlns:r="http://schemas.openxmlformats.org/officeDocument/2006/relationships" id="264" r:id="Rec61c0e6fa0a4cdb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aa0f581ac37422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b259d1af2148b5" /><Relationship Type="http://schemas.openxmlformats.org/officeDocument/2006/relationships/slideMaster" Target="/ppt/slideMasters/slideMaster1.xml" Id="R6fecc763244a4ac9" /><Relationship Type="http://schemas.openxmlformats.org/officeDocument/2006/relationships/notesMaster" Target="/ppt/notesMasters/notesMaster1.xml" Id="Rade4444b28ce4b3c" /><Relationship Type="http://schemas.openxmlformats.org/officeDocument/2006/relationships/presProps" Target="/ppt/presProps.xml" Id="Rb19fce6858db4a3d" /><Relationship Type="http://schemas.openxmlformats.org/officeDocument/2006/relationships/viewProps" Target="/ppt/viewProps.xml" Id="R9039fda302b045c7" /><Relationship Type="http://schemas.openxmlformats.org/officeDocument/2006/relationships/tableStyles" Target="/ppt/tableStyles.xml" Id="Rf5d9bb4be93e430d" /><Relationship Type="http://schemas.openxmlformats.org/officeDocument/2006/relationships/font" Target="/ppt/fonts/font.dat" Id="R3aa0f581ac374228" /><Relationship Type="http://schemas.openxmlformats.org/officeDocument/2006/relationships/slide" Target="/ppt/slides/slide1.xml" Id="R4675aaf0e9684683" /><Relationship Type="http://schemas.openxmlformats.org/officeDocument/2006/relationships/slide" Target="/ppt/slides/slide2.xml" Id="Rb9b03d64a2fa4356" /><Relationship Type="http://schemas.openxmlformats.org/officeDocument/2006/relationships/slide" Target="/ppt/slides/slide3.xml" Id="Rb7ea8beadce94f15" /><Relationship Type="http://schemas.openxmlformats.org/officeDocument/2006/relationships/slide" Target="/ppt/slides/slide4.xml" Id="R1c7d4a5409384dbd" /><Relationship Type="http://schemas.openxmlformats.org/officeDocument/2006/relationships/slide" Target="/ppt/slides/slide5.xml" Id="R3eda4dfaea774639" /><Relationship Type="http://schemas.openxmlformats.org/officeDocument/2006/relationships/slide" Target="/ppt/slides/slide6.xml" Id="R5f2c5382858c41e1" /><Relationship Type="http://schemas.openxmlformats.org/officeDocument/2006/relationships/slide" Target="/ppt/slides/slide7.xml" Id="R339b7bf1489a4264" /><Relationship Type="http://schemas.openxmlformats.org/officeDocument/2006/relationships/slide" Target="/ppt/slides/slide8.xml" Id="R728c846d6b514386" /><Relationship Type="http://schemas.openxmlformats.org/officeDocument/2006/relationships/slide" Target="/ppt/slides/slide9.xml" Id="Rec61c0e6fa0a4c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2a1dd5cd3a4a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fa63ca147a4ee5" /><Relationship Type="http://schemas.openxmlformats.org/officeDocument/2006/relationships/notesMaster" Target="/ppt/notesMasters/notesMaster1.xml" Id="R56a2ee025e594e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8c42922a1e4a8d" /><Relationship Type="http://schemas.openxmlformats.org/officeDocument/2006/relationships/notesMaster" Target="/ppt/notesMasters/notesMaster1.xml" Id="Rf8728ee95a624d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8d82c8e41a4532" /><Relationship Type="http://schemas.openxmlformats.org/officeDocument/2006/relationships/notesMaster" Target="/ppt/notesMasters/notesMaster1.xml" Id="Rd8a1f5e3dfd240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69d61e54e04c2c" /><Relationship Type="http://schemas.openxmlformats.org/officeDocument/2006/relationships/notesMaster" Target="/ppt/notesMasters/notesMaster1.xml" Id="R059ee42018b14b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dfdc3e4d294891" /><Relationship Type="http://schemas.openxmlformats.org/officeDocument/2006/relationships/notesMaster" Target="/ppt/notesMasters/notesMaster1.xml" Id="R966c7f85fd0149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1281bcb5ff4d04" /><Relationship Type="http://schemas.openxmlformats.org/officeDocument/2006/relationships/notesMaster" Target="/ppt/notesMasters/notesMaster1.xml" Id="R636c6ad5de4c47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68f1a366874530" /><Relationship Type="http://schemas.openxmlformats.org/officeDocument/2006/relationships/notesMaster" Target="/ppt/notesMasters/notesMaster1.xml" Id="Rf2fe93aa1f024f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e3d50764654c37" /><Relationship Type="http://schemas.openxmlformats.org/officeDocument/2006/relationships/notesMaster" Target="/ppt/notesMasters/notesMaster1.xml" Id="R6526f2d73d0340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93f0af42c54bfb" /><Relationship Type="http://schemas.openxmlformats.org/officeDocument/2006/relationships/notesMaster" Target="/ppt/notesMasters/notesMaster1.xml" Id="R0de3eb02abcc4a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4ed7c19969413c" /><Relationship Type="http://schemas.openxmlformats.org/officeDocument/2006/relationships/image" Target="/ppt/media/image.png" Id="R1d8a5d7b2ca0484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6fa154b1174d8d" /><Relationship Type="http://schemas.openxmlformats.org/officeDocument/2006/relationships/image" Target="/ppt/media/image.png" Id="R52da0ba38e54430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ee600684b243c6" /><Relationship Type="http://schemas.openxmlformats.org/officeDocument/2006/relationships/image" Target="/ppt/media/image.png" Id="Rb395674e32ec43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8c9312ba374714" /><Relationship Type="http://schemas.openxmlformats.org/officeDocument/2006/relationships/image" Target="/ppt/media/image.png" Id="Rf51843f2493942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7c2de2a0f2481c" /><Relationship Type="http://schemas.openxmlformats.org/officeDocument/2006/relationships/image" Target="/ppt/media/image.png" Id="R1fe457012b2e462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d401a61727488b" /><Relationship Type="http://schemas.openxmlformats.org/officeDocument/2006/relationships/image" Target="/ppt/media/image.png" Id="Rcc87ef5635de4b7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a267029a654fb8" /><Relationship Type="http://schemas.openxmlformats.org/officeDocument/2006/relationships/image" Target="/ppt/media/image.png" Id="Rf8cc01cd75a64a1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97681e94de46ce" /><Relationship Type="http://schemas.openxmlformats.org/officeDocument/2006/relationships/image" Target="/ppt/media/image.png" Id="R994a2c5efdc44b2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1508b777944ece" /><Relationship Type="http://schemas.openxmlformats.org/officeDocument/2006/relationships/image" Target="/ppt/media/image.png" Id="R42f9aa79cc474d8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b0754730c45ae" /><Relationship Type="http://schemas.openxmlformats.org/officeDocument/2006/relationships/image" Target="/ppt/media/image.png" Id="Rdc5105b40224467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3085c46f8b4075" /><Relationship Type="http://schemas.openxmlformats.org/officeDocument/2006/relationships/image" Target="/ppt/media/image.png" Id="R039491bc7a094f9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8a5d7b2ca04843"/>
          <a:stretch xmlns:a="http://schemas.openxmlformats.org/drawingml/2006/main"/>
        </p:blipFill>
        <p:spPr>
          <a:xfrm xmlns:a="http://schemas.openxmlformats.org/drawingml/2006/main" flipH="1">
            <a:off x="10137900" y="4538703"/>
            <a:ext cx="1802409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da0ba38e54430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95674e32ec43c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1843f24939421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e457012b2e46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87ef5635de4b7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cc01cd75a64a1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4a2c5efdc44b2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f9aa79cc474d8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5105b4022446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9491bc7a094f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376686e15342a2" /><Relationship Type="http://schemas.openxmlformats.org/officeDocument/2006/relationships/slideLayout" Target="/ppt/slideLayouts/slideLayout1.xml" Id="Rc696308ec3574b91" /><Relationship Type="http://schemas.openxmlformats.org/officeDocument/2006/relationships/slideLayout" Target="/ppt/slideLayouts/slideLayout2.xml" Id="Rea04c539782c4e05" /><Relationship Type="http://schemas.openxmlformats.org/officeDocument/2006/relationships/slideLayout" Target="/ppt/slideLayouts/slideLayout3.xml" Id="Rec0d0497982b4f66" /><Relationship Type="http://schemas.openxmlformats.org/officeDocument/2006/relationships/slideLayout" Target="/ppt/slideLayouts/slideLayout4.xml" Id="R2060c9213e354a3d" /><Relationship Type="http://schemas.openxmlformats.org/officeDocument/2006/relationships/slideLayout" Target="/ppt/slideLayouts/slideLayout5.xml" Id="R7bdba952efee4973" /><Relationship Type="http://schemas.openxmlformats.org/officeDocument/2006/relationships/slideLayout" Target="/ppt/slideLayouts/slideLayout6.xml" Id="R9a128bca74c948f7" /><Relationship Type="http://schemas.openxmlformats.org/officeDocument/2006/relationships/slideLayout" Target="/ppt/slideLayouts/slideLayout7.xml" Id="Raf9254f953484359" /><Relationship Type="http://schemas.openxmlformats.org/officeDocument/2006/relationships/slideLayout" Target="/ppt/slideLayouts/slideLayout8.xml" Id="R82266c982e954c97" /><Relationship Type="http://schemas.openxmlformats.org/officeDocument/2006/relationships/slideLayout" Target="/ppt/slideLayouts/slideLayout9.xml" Id="R06b7910bd8d344de" /><Relationship Type="http://schemas.openxmlformats.org/officeDocument/2006/relationships/slideLayout" Target="/ppt/slideLayouts/slideLayout10.xml" Id="Rce250cdf5d8f4300" /><Relationship Type="http://schemas.openxmlformats.org/officeDocument/2006/relationships/slideLayout" Target="/ppt/slideLayouts/slideLayout11.xml" Id="R5fdaccd1d2e44e5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96308ec3574b91"/>
    <p:sldLayoutId xmlns:r="http://schemas.openxmlformats.org/officeDocument/2006/relationships" id="2147483650" r:id="Rea04c539782c4e05"/>
    <p:sldLayoutId xmlns:r="http://schemas.openxmlformats.org/officeDocument/2006/relationships" id="2147483651" r:id="Rec0d0497982b4f66"/>
    <p:sldLayoutId xmlns:r="http://schemas.openxmlformats.org/officeDocument/2006/relationships" id="2147483652" r:id="R2060c9213e354a3d"/>
    <p:sldLayoutId xmlns:r="http://schemas.openxmlformats.org/officeDocument/2006/relationships" id="2147483653" r:id="R7bdba952efee4973"/>
    <p:sldLayoutId xmlns:r="http://schemas.openxmlformats.org/officeDocument/2006/relationships" id="2147483654" r:id="R9a128bca74c948f7"/>
    <p:sldLayoutId xmlns:r="http://schemas.openxmlformats.org/officeDocument/2006/relationships" id="2147483655" r:id="Raf9254f953484359"/>
    <p:sldLayoutId xmlns:r="http://schemas.openxmlformats.org/officeDocument/2006/relationships" id="2147483656" r:id="R82266c982e954c97"/>
    <p:sldLayoutId xmlns:r="http://schemas.openxmlformats.org/officeDocument/2006/relationships" id="2147483657" r:id="R06b7910bd8d344de"/>
    <p:sldLayoutId xmlns:r="http://schemas.openxmlformats.org/officeDocument/2006/relationships" id="2147483658" r:id="Rce250cdf5d8f4300"/>
    <p:sldLayoutId xmlns:r="http://schemas.openxmlformats.org/officeDocument/2006/relationships" id="2147483659" r:id="R5fdaccd1d2e44e5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216be30b74fe2" /><Relationship Type="http://schemas.openxmlformats.org/officeDocument/2006/relationships/notesSlide" Target="/ppt/notesSlides/notesSlide1.xml" Id="R604b3752f1a947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e463238a3e4fb2" /><Relationship Type="http://schemas.openxmlformats.org/officeDocument/2006/relationships/notesSlide" Target="/ppt/notesSlides/notesSlide2.xml" Id="Rdb9f522f0b064b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6e1b47bdf24562" /><Relationship Type="http://schemas.openxmlformats.org/officeDocument/2006/relationships/notesSlide" Target="/ppt/notesSlides/notesSlide3.xml" Id="R6a589bb0ed0c4c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a240f48917432f" /><Relationship Type="http://schemas.openxmlformats.org/officeDocument/2006/relationships/notesSlide" Target="/ppt/notesSlides/notesSlide4.xml" Id="Rc7c72b90cffa44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c2d3a88b1547d9" /><Relationship Type="http://schemas.openxmlformats.org/officeDocument/2006/relationships/notesSlide" Target="/ppt/notesSlides/notesSlide5.xml" Id="R40e38ae2ba2c47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acc186efe24a89" /><Relationship Type="http://schemas.openxmlformats.org/officeDocument/2006/relationships/notesSlide" Target="/ppt/notesSlides/notesSlide6.xml" Id="Rdcdfe6e6db8843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ece4d76c284209" /><Relationship Type="http://schemas.openxmlformats.org/officeDocument/2006/relationships/notesSlide" Target="/ppt/notesSlides/notesSlide7.xml" Id="R1e6a80162f304f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9f98bb1c5e450f" /><Relationship Type="http://schemas.openxmlformats.org/officeDocument/2006/relationships/notesSlide" Target="/ppt/notesSlides/notesSlide8.xml" Id="R3fd94ce9dc8e4b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a5bac0d9b34250" /><Relationship Type="http://schemas.openxmlformats.org/officeDocument/2006/relationships/notesSlide" Target="/ppt/notesSlides/notesSlide9.xml" Id="R4428e1f429b848b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Hello Python!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does input()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equal sign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creates the green string literals?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print() combine several values?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stores a greeting in another language,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"Xin chao"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Change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also asks for a friend's name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friend_name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friend_name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for two school subjects and stores them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subject_1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subject_2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 think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subject_1 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subject_2 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are great subjects!"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01 -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(What is your name?)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sport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favorite sport?"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"Hmmmmm"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"Today I learned"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"really likes"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favSport,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2026-09-29T02:02:51.9670000Z</dcterms:created>
  <dcterms:modified xsi:type="dcterms:W3CDTF">2026-09-29T02:02:51.9670000Z</dcterms:modified>
</coreProperties>
</file>