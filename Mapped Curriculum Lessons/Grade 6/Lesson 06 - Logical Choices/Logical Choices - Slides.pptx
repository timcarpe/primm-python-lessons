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c49889b6d3d4ec2" /><Relationship Type="http://schemas.openxmlformats.org/officeDocument/2006/relationships/extended-properties" Target="/docProps/app.xml" Id="R0aba31b63c1f4b4f" /><Relationship Type="http://schemas.openxmlformats.org/officeDocument/2006/relationships/officeDocument" Target="/ppt/presentation.xml" Id="R8a6cd68d0baa4707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d6e5d9f7c207434d"/>
  </p:sldMasterIdLst>
  <p:notesMasterIdLst>
    <p:notesMasterId xmlns:r="http://schemas.openxmlformats.org/officeDocument/2006/relationships" r:id="R4c9e853be7644f04"/>
  </p:notesMasterIdLst>
  <p:sldIdLst>
    <p:sldId xmlns:r="http://schemas.openxmlformats.org/officeDocument/2006/relationships" id="256" r:id="R178a0a0317b34ead"/>
    <p:sldId xmlns:r="http://schemas.openxmlformats.org/officeDocument/2006/relationships" id="257" r:id="R8310b835900640ca"/>
    <p:sldId xmlns:r="http://schemas.openxmlformats.org/officeDocument/2006/relationships" id="258" r:id="R1299cac365d6422c"/>
    <p:sldId xmlns:r="http://schemas.openxmlformats.org/officeDocument/2006/relationships" id="259" r:id="R7de766750b2c48cd"/>
    <p:sldId xmlns:r="http://schemas.openxmlformats.org/officeDocument/2006/relationships" id="260" r:id="R8b21728ed18b4168"/>
    <p:sldId xmlns:r="http://schemas.openxmlformats.org/officeDocument/2006/relationships" id="261" r:id="R1abc0edd65dd4da8"/>
    <p:sldId xmlns:r="http://schemas.openxmlformats.org/officeDocument/2006/relationships" id="262" r:id="R97231609a6ae4943"/>
    <p:sldId xmlns:r="http://schemas.openxmlformats.org/officeDocument/2006/relationships" id="263" r:id="R739a67fb664c4a89"/>
    <p:sldId xmlns:r="http://schemas.openxmlformats.org/officeDocument/2006/relationships" id="264" r:id="R9c2e0687dffd49ae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1bb2109ea91541f7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2779485f3184235" /><Relationship Type="http://schemas.openxmlformats.org/officeDocument/2006/relationships/slideMaster" Target="/ppt/slideMasters/slideMaster1.xml" Id="Rd6e5d9f7c207434d" /><Relationship Type="http://schemas.openxmlformats.org/officeDocument/2006/relationships/notesMaster" Target="/ppt/notesMasters/notesMaster1.xml" Id="R4c9e853be7644f04" /><Relationship Type="http://schemas.openxmlformats.org/officeDocument/2006/relationships/presProps" Target="/ppt/presProps.xml" Id="R6a9d5de24ecf4a0d" /><Relationship Type="http://schemas.openxmlformats.org/officeDocument/2006/relationships/viewProps" Target="/ppt/viewProps.xml" Id="R415ee49a4f5643de" /><Relationship Type="http://schemas.openxmlformats.org/officeDocument/2006/relationships/tableStyles" Target="/ppt/tableStyles.xml" Id="R34a4bad3f43b4532" /><Relationship Type="http://schemas.openxmlformats.org/officeDocument/2006/relationships/font" Target="/ppt/fonts/font.dat" Id="R1bb2109ea91541f7" /><Relationship Type="http://schemas.openxmlformats.org/officeDocument/2006/relationships/slide" Target="/ppt/slides/slide1.xml" Id="R178a0a0317b34ead" /><Relationship Type="http://schemas.openxmlformats.org/officeDocument/2006/relationships/slide" Target="/ppt/slides/slide2.xml" Id="R8310b835900640ca" /><Relationship Type="http://schemas.openxmlformats.org/officeDocument/2006/relationships/slide" Target="/ppt/slides/slide3.xml" Id="R1299cac365d6422c" /><Relationship Type="http://schemas.openxmlformats.org/officeDocument/2006/relationships/slide" Target="/ppt/slides/slide4.xml" Id="R7de766750b2c48cd" /><Relationship Type="http://schemas.openxmlformats.org/officeDocument/2006/relationships/slide" Target="/ppt/slides/slide5.xml" Id="R8b21728ed18b4168" /><Relationship Type="http://schemas.openxmlformats.org/officeDocument/2006/relationships/slide" Target="/ppt/slides/slide6.xml" Id="R1abc0edd65dd4da8" /><Relationship Type="http://schemas.openxmlformats.org/officeDocument/2006/relationships/slide" Target="/ppt/slides/slide7.xml" Id="R97231609a6ae4943" /><Relationship Type="http://schemas.openxmlformats.org/officeDocument/2006/relationships/slide" Target="/ppt/slides/slide8.xml" Id="R739a67fb664c4a89" /><Relationship Type="http://schemas.openxmlformats.org/officeDocument/2006/relationships/slide" Target="/ppt/slides/slide9.xml" Id="R9c2e0687dffd49a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41a65b9a4ed430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0c6a3ff190747d8" /><Relationship Type="http://schemas.openxmlformats.org/officeDocument/2006/relationships/notesMaster" Target="/ppt/notesMasters/notesMaster1.xml" Id="R4e7d3ad2595a4f6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31ed41e4a0b49f3" /><Relationship Type="http://schemas.openxmlformats.org/officeDocument/2006/relationships/notesMaster" Target="/ppt/notesMasters/notesMaster1.xml" Id="R99fb3e33d20b471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1c4d23476eb4c99" /><Relationship Type="http://schemas.openxmlformats.org/officeDocument/2006/relationships/notesMaster" Target="/ppt/notesMasters/notesMaster1.xml" Id="R929ec125456c4ee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a0a2d05ed4143be" /><Relationship Type="http://schemas.openxmlformats.org/officeDocument/2006/relationships/notesMaster" Target="/ppt/notesMasters/notesMaster1.xml" Id="R1616c3e4994c42e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2a46debbf4d4f62" /><Relationship Type="http://schemas.openxmlformats.org/officeDocument/2006/relationships/notesMaster" Target="/ppt/notesMasters/notesMaster1.xml" Id="R09d1e1e68fe84e7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4ffb054319342a7" /><Relationship Type="http://schemas.openxmlformats.org/officeDocument/2006/relationships/notesMaster" Target="/ppt/notesMasters/notesMaster1.xml" Id="R95ea4dd4a928491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96cc7b7193343fb" /><Relationship Type="http://schemas.openxmlformats.org/officeDocument/2006/relationships/notesMaster" Target="/ppt/notesMasters/notesMaster1.xml" Id="Rb0f9d77f323a43e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4e29fb81a6e444e" /><Relationship Type="http://schemas.openxmlformats.org/officeDocument/2006/relationships/notesMaster" Target="/ppt/notesMasters/notesMaster1.xml" Id="Rc0354393a6e84e8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ca5ec03f48a40da" /><Relationship Type="http://schemas.openxmlformats.org/officeDocument/2006/relationships/notesMaster" Target="/ppt/notesMasters/notesMaster1.xml" Id="R3f43c924644841c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38f1163ee2d43a7" /><Relationship Type="http://schemas.openxmlformats.org/officeDocument/2006/relationships/image" Target="/ppt/media/image.png" Id="R82a800c43fd44c5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359add364a643c8" /><Relationship Type="http://schemas.openxmlformats.org/officeDocument/2006/relationships/image" Target="/ppt/media/image.png" Id="R7147e7e1564c4ce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fd1b0f60d6f49c3" /><Relationship Type="http://schemas.openxmlformats.org/officeDocument/2006/relationships/image" Target="/ppt/media/image.png" Id="Ra40ef5620091414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f9cb0a0a23d4903" /><Relationship Type="http://schemas.openxmlformats.org/officeDocument/2006/relationships/image" Target="/ppt/media/image.png" Id="Re016d9b537fe4d3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c9ae15921c84b4b" /><Relationship Type="http://schemas.openxmlformats.org/officeDocument/2006/relationships/image" Target="/ppt/media/image.png" Id="R727047e74d244b0a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1cd11065e504826" /><Relationship Type="http://schemas.openxmlformats.org/officeDocument/2006/relationships/image" Target="/ppt/media/image.png" Id="R4e831f31bb994f9a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5c92a85b4c9492f" /><Relationship Type="http://schemas.openxmlformats.org/officeDocument/2006/relationships/image" Target="/ppt/media/image.png" Id="R6fdbaed9b8f64d14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45c3c8d89834099" /><Relationship Type="http://schemas.openxmlformats.org/officeDocument/2006/relationships/image" Target="/ppt/media/image.png" Id="Ra48b8cecaa32499a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41139a52b9e4285" /><Relationship Type="http://schemas.openxmlformats.org/officeDocument/2006/relationships/image" Target="/ppt/media/image.png" Id="R5656ae9429024d6a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6fb6c38613a4827" /><Relationship Type="http://schemas.openxmlformats.org/officeDocument/2006/relationships/image" Target="/ppt/media/image.png" Id="R929ffb17dd9d4a77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8efa25740f840f7" /><Relationship Type="http://schemas.openxmlformats.org/officeDocument/2006/relationships/image" Target="/ppt/media/image.png" Id="Re2f0d62badfe40e8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2a800c43fd44c5d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147e7e1564c4ce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40ef5620091414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016d9b537fe4d3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27047e74d244b0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e831f31bb994f9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fdbaed9b8f64d1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48b8cecaa32499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656ae9429024d6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29ffb17dd9d4a7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2f0d62badfe40e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0266c6808234119" /><Relationship Type="http://schemas.openxmlformats.org/officeDocument/2006/relationships/slideLayout" Target="/ppt/slideLayouts/slideLayout1.xml" Id="Rbbc03f8e305d4db2" /><Relationship Type="http://schemas.openxmlformats.org/officeDocument/2006/relationships/slideLayout" Target="/ppt/slideLayouts/slideLayout2.xml" Id="R6d1e86d448724974" /><Relationship Type="http://schemas.openxmlformats.org/officeDocument/2006/relationships/slideLayout" Target="/ppt/slideLayouts/slideLayout3.xml" Id="R955992956fcd4f14" /><Relationship Type="http://schemas.openxmlformats.org/officeDocument/2006/relationships/slideLayout" Target="/ppt/slideLayouts/slideLayout4.xml" Id="Rfaef57ac4be04ff7" /><Relationship Type="http://schemas.openxmlformats.org/officeDocument/2006/relationships/slideLayout" Target="/ppt/slideLayouts/slideLayout5.xml" Id="R1492cf8d1a464ffa" /><Relationship Type="http://schemas.openxmlformats.org/officeDocument/2006/relationships/slideLayout" Target="/ppt/slideLayouts/slideLayout6.xml" Id="Rd9b7b645cf604ab0" /><Relationship Type="http://schemas.openxmlformats.org/officeDocument/2006/relationships/slideLayout" Target="/ppt/slideLayouts/slideLayout7.xml" Id="Rb90a41ee35c441e7" /><Relationship Type="http://schemas.openxmlformats.org/officeDocument/2006/relationships/slideLayout" Target="/ppt/slideLayouts/slideLayout8.xml" Id="Rada3c025709b49ab" /><Relationship Type="http://schemas.openxmlformats.org/officeDocument/2006/relationships/slideLayout" Target="/ppt/slideLayouts/slideLayout9.xml" Id="Rd59ee703accf4d5a" /><Relationship Type="http://schemas.openxmlformats.org/officeDocument/2006/relationships/slideLayout" Target="/ppt/slideLayouts/slideLayout10.xml" Id="R540de58b923940ca" /><Relationship Type="http://schemas.openxmlformats.org/officeDocument/2006/relationships/slideLayout" Target="/ppt/slideLayouts/slideLayout11.xml" Id="Rffbf22e5bb734d64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bc03f8e305d4db2"/>
    <p:sldLayoutId xmlns:r="http://schemas.openxmlformats.org/officeDocument/2006/relationships" id="2147483650" r:id="R6d1e86d448724974"/>
    <p:sldLayoutId xmlns:r="http://schemas.openxmlformats.org/officeDocument/2006/relationships" id="2147483651" r:id="R955992956fcd4f14"/>
    <p:sldLayoutId xmlns:r="http://schemas.openxmlformats.org/officeDocument/2006/relationships" id="2147483652" r:id="Rfaef57ac4be04ff7"/>
    <p:sldLayoutId xmlns:r="http://schemas.openxmlformats.org/officeDocument/2006/relationships" id="2147483653" r:id="R1492cf8d1a464ffa"/>
    <p:sldLayoutId xmlns:r="http://schemas.openxmlformats.org/officeDocument/2006/relationships" id="2147483654" r:id="Rd9b7b645cf604ab0"/>
    <p:sldLayoutId xmlns:r="http://schemas.openxmlformats.org/officeDocument/2006/relationships" id="2147483655" r:id="Rb90a41ee35c441e7"/>
    <p:sldLayoutId xmlns:r="http://schemas.openxmlformats.org/officeDocument/2006/relationships" id="2147483656" r:id="Rada3c025709b49ab"/>
    <p:sldLayoutId xmlns:r="http://schemas.openxmlformats.org/officeDocument/2006/relationships" id="2147483657" r:id="Rd59ee703accf4d5a"/>
    <p:sldLayoutId xmlns:r="http://schemas.openxmlformats.org/officeDocument/2006/relationships" id="2147483658" r:id="R540de58b923940ca"/>
    <p:sldLayoutId xmlns:r="http://schemas.openxmlformats.org/officeDocument/2006/relationships" id="2147483659" r:id="Rffbf22e5bb734d64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e6bd6e34a24ff9" /><Relationship Type="http://schemas.openxmlformats.org/officeDocument/2006/relationships/notesSlide" Target="/ppt/notesSlides/notesSlide1.xml" Id="R2bc36741ee8f424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679af3e789941ad" /><Relationship Type="http://schemas.openxmlformats.org/officeDocument/2006/relationships/notesSlide" Target="/ppt/notesSlides/notesSlide2.xml" Id="R496fea44cb564d7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acf34c35b994c79" /><Relationship Type="http://schemas.openxmlformats.org/officeDocument/2006/relationships/notesSlide" Target="/ppt/notesSlides/notesSlide3.xml" Id="R4702a37ccff24dd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2369365692b48c3" /><Relationship Type="http://schemas.openxmlformats.org/officeDocument/2006/relationships/notesSlide" Target="/ppt/notesSlides/notesSlide4.xml" Id="R209c6c39612e43c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272e8bffe774dd1" /><Relationship Type="http://schemas.openxmlformats.org/officeDocument/2006/relationships/notesSlide" Target="/ppt/notesSlides/notesSlide5.xml" Id="R4a36d57354904f9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05c818967144787" /><Relationship Type="http://schemas.openxmlformats.org/officeDocument/2006/relationships/notesSlide" Target="/ppt/notesSlides/notesSlide6.xml" Id="R1476d0ec16c94af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c9e3f7ed9b04d9b" /><Relationship Type="http://schemas.openxmlformats.org/officeDocument/2006/relationships/notesSlide" Target="/ppt/notesSlides/notesSlide7.xml" Id="R451715ff8948447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9d212c371804cb7" /><Relationship Type="http://schemas.openxmlformats.org/officeDocument/2006/relationships/notesSlide" Target="/ppt/notesSlides/notesSlide8.xml" Id="Rc76fddd41be04cf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83004dd835d4970" /><Relationship Type="http://schemas.openxmlformats.org/officeDocument/2006/relationships/notesSlide" Target="/ppt/notesSlides/notesSlide9.xml" Id="R7b3dcf343fbd4970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Logical Choices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06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96795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age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your age: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has_ticket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 you have a ticket?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has_adult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an adult with you?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age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12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and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(has_ticket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has_adult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"You may enter."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"Please check the entry rules."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77667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age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your age: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has_ticket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 you have a ticket?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has_adult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an adult with you?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age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12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and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(has_ticket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has_adult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"You may enter."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"Please check the entry rules."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77667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age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your age: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has_ticket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 you have a ticket?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has_adult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an adult with you?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age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12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and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(has_ticket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has_adult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"You may enter."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"Please check the entry rules."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If the age is 11 and the ticket answer is yes, what message appears? Why?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For age 14, ticket no and adult yes, what message appears? Which comparison is True?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What happens if the user types Yes instead of yes, and why?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If or were changed to and, would age 14, ticket no, adult yes allow entry?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age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your age: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has_ticket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 you have a ticket?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has_adult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an adult with you?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age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12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and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(has_ticket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has_adult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"You may enter."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"Please check the entry rules."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age check from 12 to 14. Test ages 13 and 14 with a ticket.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age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your age: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has_ticket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 you have a ticket?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has_adult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an adult with you?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age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12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and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(has_ticket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has_adult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"You may enter."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"Please check the entry rules."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Add an adult exception with or: entry is allowed when the age-and-ticket rule is true or an adult is present. Test an under-age visitor with no ticket but with an adult.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age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your age: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has_ticket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 you have a ticket?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has_adult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an adult with you?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age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12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and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(has_ticket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has_adult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"You may enter."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"Please check the entry rules."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Build a club checker that asks whether the visitor is a member and has a valid pass. Use and so entry is allowed only when both answers are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; otherwise show a refusal. Test one allowed and one refused route.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age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your age: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has_ticket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 you have a ticket?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has_adult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an adult with you?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age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12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and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(has_ticket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has_adult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"You may enter."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"Please check the entry rules."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54933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age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your age: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has_ticket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 you have a ticket?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has_adult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an adult with you?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age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12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and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(has_ticket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or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has_adults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"You may enter."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"Please check the entry rules."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2026-08-26T04:02:08.4140000Z</dcterms:created>
  <dcterms:modified xsi:type="dcterms:W3CDTF">2026-08-26T04:02:08.4140000Z</dcterms:modified>
</coreProperties>
</file>