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cc83fcda0814076" /><Relationship Type="http://schemas.openxmlformats.org/officeDocument/2006/relationships/extended-properties" Target="/docProps/app.xml" Id="R8e25d4c766db4202" /><Relationship Type="http://schemas.openxmlformats.org/officeDocument/2006/relationships/officeDocument" Target="/ppt/presentation.xml" Id="R795d55230209420b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6192feeff5124f73"/>
  </p:sldMasterIdLst>
  <p:notesMasterIdLst>
    <p:notesMasterId xmlns:r="http://schemas.openxmlformats.org/officeDocument/2006/relationships" r:id="R5581b120a37840c8"/>
  </p:notesMasterIdLst>
  <p:sldIdLst>
    <p:sldId xmlns:r="http://schemas.openxmlformats.org/officeDocument/2006/relationships" id="256" r:id="Ra2fe69308ef54602"/>
    <p:sldId xmlns:r="http://schemas.openxmlformats.org/officeDocument/2006/relationships" id="257" r:id="R1093f4b590c847b4"/>
    <p:sldId xmlns:r="http://schemas.openxmlformats.org/officeDocument/2006/relationships" id="258" r:id="R909fddb5c8b145ee"/>
    <p:sldId xmlns:r="http://schemas.openxmlformats.org/officeDocument/2006/relationships" id="259" r:id="Rbc9101763dd94f87"/>
    <p:sldId xmlns:r="http://schemas.openxmlformats.org/officeDocument/2006/relationships" id="260" r:id="R98a23984b5b140a7"/>
    <p:sldId xmlns:r="http://schemas.openxmlformats.org/officeDocument/2006/relationships" id="261" r:id="R44004c4541f44ae8"/>
    <p:sldId xmlns:r="http://schemas.openxmlformats.org/officeDocument/2006/relationships" id="262" r:id="Rf4d18abf81484d2c"/>
    <p:sldId xmlns:r="http://schemas.openxmlformats.org/officeDocument/2006/relationships" id="263" r:id="Rd6014ccd2ad04dfd"/>
    <p:sldId xmlns:r="http://schemas.openxmlformats.org/officeDocument/2006/relationships" id="264" r:id="Rd3b1195fa1064e17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6e4ed787bb064da8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21a28f0238f4a55" /><Relationship Type="http://schemas.openxmlformats.org/officeDocument/2006/relationships/slideMaster" Target="/ppt/slideMasters/slideMaster1.xml" Id="R6192feeff5124f73" /><Relationship Type="http://schemas.openxmlformats.org/officeDocument/2006/relationships/notesMaster" Target="/ppt/notesMasters/notesMaster1.xml" Id="R5581b120a37840c8" /><Relationship Type="http://schemas.openxmlformats.org/officeDocument/2006/relationships/presProps" Target="/ppt/presProps.xml" Id="R45e1e98901414124" /><Relationship Type="http://schemas.openxmlformats.org/officeDocument/2006/relationships/viewProps" Target="/ppt/viewProps.xml" Id="Rf022841cfa9f428e" /><Relationship Type="http://schemas.openxmlformats.org/officeDocument/2006/relationships/tableStyles" Target="/ppt/tableStyles.xml" Id="Rb2d280e5107242f6" /><Relationship Type="http://schemas.openxmlformats.org/officeDocument/2006/relationships/font" Target="/ppt/fonts/font.dat" Id="R6e4ed787bb064da8" /><Relationship Type="http://schemas.openxmlformats.org/officeDocument/2006/relationships/slide" Target="/ppt/slides/slide1.xml" Id="Ra2fe69308ef54602" /><Relationship Type="http://schemas.openxmlformats.org/officeDocument/2006/relationships/slide" Target="/ppt/slides/slide2.xml" Id="R1093f4b590c847b4" /><Relationship Type="http://schemas.openxmlformats.org/officeDocument/2006/relationships/slide" Target="/ppt/slides/slide3.xml" Id="R909fddb5c8b145ee" /><Relationship Type="http://schemas.openxmlformats.org/officeDocument/2006/relationships/slide" Target="/ppt/slides/slide4.xml" Id="Rbc9101763dd94f87" /><Relationship Type="http://schemas.openxmlformats.org/officeDocument/2006/relationships/slide" Target="/ppt/slides/slide5.xml" Id="R98a23984b5b140a7" /><Relationship Type="http://schemas.openxmlformats.org/officeDocument/2006/relationships/slide" Target="/ppt/slides/slide6.xml" Id="R44004c4541f44ae8" /><Relationship Type="http://schemas.openxmlformats.org/officeDocument/2006/relationships/slide" Target="/ppt/slides/slide7.xml" Id="Rf4d18abf81484d2c" /><Relationship Type="http://schemas.openxmlformats.org/officeDocument/2006/relationships/slide" Target="/ppt/slides/slide8.xml" Id="Rd6014ccd2ad04dfd" /><Relationship Type="http://schemas.openxmlformats.org/officeDocument/2006/relationships/slide" Target="/ppt/slides/slide9.xml" Id="Rd3b1195fa1064e1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038bef6bb3d4d3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3de2476644f4d3d" /><Relationship Type="http://schemas.openxmlformats.org/officeDocument/2006/relationships/notesMaster" Target="/ppt/notesMasters/notesMaster1.xml" Id="R20fef439ecbf423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a479577771f47d0" /><Relationship Type="http://schemas.openxmlformats.org/officeDocument/2006/relationships/notesMaster" Target="/ppt/notesMasters/notesMaster1.xml" Id="Reb961a9deb6043d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43f85d749444dbb" /><Relationship Type="http://schemas.openxmlformats.org/officeDocument/2006/relationships/notesMaster" Target="/ppt/notesMasters/notesMaster1.xml" Id="R6ceef18f44f94a4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fdb5c3d91db4df9" /><Relationship Type="http://schemas.openxmlformats.org/officeDocument/2006/relationships/notesMaster" Target="/ppt/notesMasters/notesMaster1.xml" Id="Re3109d4cfc834a2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ed6f2b67fb14821" /><Relationship Type="http://schemas.openxmlformats.org/officeDocument/2006/relationships/notesMaster" Target="/ppt/notesMasters/notesMaster1.xml" Id="Rb4db1daa2bf9406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3d18286e9484fce" /><Relationship Type="http://schemas.openxmlformats.org/officeDocument/2006/relationships/notesMaster" Target="/ppt/notesMasters/notesMaster1.xml" Id="Rbc035a13158e4ee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22ae1982e424645" /><Relationship Type="http://schemas.openxmlformats.org/officeDocument/2006/relationships/notesMaster" Target="/ppt/notesMasters/notesMaster1.xml" Id="R73463dffb6e4426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f79afc53f184406" /><Relationship Type="http://schemas.openxmlformats.org/officeDocument/2006/relationships/notesMaster" Target="/ppt/notesMasters/notesMaster1.xml" Id="Rb00f93aecee7413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f0d54c996e94164" /><Relationship Type="http://schemas.openxmlformats.org/officeDocument/2006/relationships/notesMaster" Target="/ppt/notesMasters/notesMaster1.xml" Id="R5be92df6312e429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9bf29e93db4c08" /><Relationship Type="http://schemas.openxmlformats.org/officeDocument/2006/relationships/image" Target="/ppt/media/image.png" Id="R55e3d771101b403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f678e0c0ed4e04" /><Relationship Type="http://schemas.openxmlformats.org/officeDocument/2006/relationships/image" Target="/ppt/media/image.png" Id="R2f6cf0801d67406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dbcfd90bab4bfc" /><Relationship Type="http://schemas.openxmlformats.org/officeDocument/2006/relationships/image" Target="/ppt/media/image.png" Id="R9725c542b6b74ce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fb9a1ba48b4526" /><Relationship Type="http://schemas.openxmlformats.org/officeDocument/2006/relationships/image" Target="/ppt/media/image.png" Id="R62bee73dee4a4c7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81febaea674d47" /><Relationship Type="http://schemas.openxmlformats.org/officeDocument/2006/relationships/image" Target="/ppt/media/image.png" Id="Rad1666af01504e7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6e4558c1d244f9" /><Relationship Type="http://schemas.openxmlformats.org/officeDocument/2006/relationships/image" Target="/ppt/media/image.png" Id="R5e1ee433fa764b0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f02645621f46b2" /><Relationship Type="http://schemas.openxmlformats.org/officeDocument/2006/relationships/image" Target="/ppt/media/image.png" Id="R5ef88686b0164c2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55099d18ca42e3" /><Relationship Type="http://schemas.openxmlformats.org/officeDocument/2006/relationships/image" Target="/ppt/media/image.png" Id="Rda47c0ac0a174d0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a4f21b8d174bfc" /><Relationship Type="http://schemas.openxmlformats.org/officeDocument/2006/relationships/image" Target="/ppt/media/image.png" Id="R13d71dcb7d06498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0ca7d85737455f" /><Relationship Type="http://schemas.openxmlformats.org/officeDocument/2006/relationships/image" Target="/ppt/media/image.png" Id="Rb6435bf04b414a9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43cb8fbd3d4f6b" /><Relationship Type="http://schemas.openxmlformats.org/officeDocument/2006/relationships/image" Target="/ppt/media/image.png" Id="R9cf84d4f800148f0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5e3d771101b4039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f6cf0801d67406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725c542b6b74ce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2bee73dee4a4c7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d1666af01504e7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e1ee433fa764b0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ef88686b0164c2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a47c0ac0a174d0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3d71dcb7d06498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6435bf04b414a9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cf84d4f800148f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3921fa386174b7e" /><Relationship Type="http://schemas.openxmlformats.org/officeDocument/2006/relationships/slideLayout" Target="/ppt/slideLayouts/slideLayout1.xml" Id="R58a2bdd671e144ba" /><Relationship Type="http://schemas.openxmlformats.org/officeDocument/2006/relationships/slideLayout" Target="/ppt/slideLayouts/slideLayout2.xml" Id="Rf8f76c146ed14992" /><Relationship Type="http://schemas.openxmlformats.org/officeDocument/2006/relationships/slideLayout" Target="/ppt/slideLayouts/slideLayout3.xml" Id="R758dd976a8d74d49" /><Relationship Type="http://schemas.openxmlformats.org/officeDocument/2006/relationships/slideLayout" Target="/ppt/slideLayouts/slideLayout4.xml" Id="R34197401a2464592" /><Relationship Type="http://schemas.openxmlformats.org/officeDocument/2006/relationships/slideLayout" Target="/ppt/slideLayouts/slideLayout5.xml" Id="Ra0033bce88204f0e" /><Relationship Type="http://schemas.openxmlformats.org/officeDocument/2006/relationships/slideLayout" Target="/ppt/slideLayouts/slideLayout6.xml" Id="R293967cf84f14c32" /><Relationship Type="http://schemas.openxmlformats.org/officeDocument/2006/relationships/slideLayout" Target="/ppt/slideLayouts/slideLayout7.xml" Id="R870a74e4236a49ac" /><Relationship Type="http://schemas.openxmlformats.org/officeDocument/2006/relationships/slideLayout" Target="/ppt/slideLayouts/slideLayout8.xml" Id="R9ec3dd3db635456e" /><Relationship Type="http://schemas.openxmlformats.org/officeDocument/2006/relationships/slideLayout" Target="/ppt/slideLayouts/slideLayout9.xml" Id="R97e6334bf607417c" /><Relationship Type="http://schemas.openxmlformats.org/officeDocument/2006/relationships/slideLayout" Target="/ppt/slideLayouts/slideLayout10.xml" Id="R3f12de862800418c" /><Relationship Type="http://schemas.openxmlformats.org/officeDocument/2006/relationships/slideLayout" Target="/ppt/slideLayouts/slideLayout11.xml" Id="Rd8fb7be23bf74ed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8a2bdd671e144ba"/>
    <p:sldLayoutId xmlns:r="http://schemas.openxmlformats.org/officeDocument/2006/relationships" id="2147483650" r:id="Rf8f76c146ed14992"/>
    <p:sldLayoutId xmlns:r="http://schemas.openxmlformats.org/officeDocument/2006/relationships" id="2147483651" r:id="R758dd976a8d74d49"/>
    <p:sldLayoutId xmlns:r="http://schemas.openxmlformats.org/officeDocument/2006/relationships" id="2147483652" r:id="R34197401a2464592"/>
    <p:sldLayoutId xmlns:r="http://schemas.openxmlformats.org/officeDocument/2006/relationships" id="2147483653" r:id="Ra0033bce88204f0e"/>
    <p:sldLayoutId xmlns:r="http://schemas.openxmlformats.org/officeDocument/2006/relationships" id="2147483654" r:id="R293967cf84f14c32"/>
    <p:sldLayoutId xmlns:r="http://schemas.openxmlformats.org/officeDocument/2006/relationships" id="2147483655" r:id="R870a74e4236a49ac"/>
    <p:sldLayoutId xmlns:r="http://schemas.openxmlformats.org/officeDocument/2006/relationships" id="2147483656" r:id="R9ec3dd3db635456e"/>
    <p:sldLayoutId xmlns:r="http://schemas.openxmlformats.org/officeDocument/2006/relationships" id="2147483657" r:id="R97e6334bf607417c"/>
    <p:sldLayoutId xmlns:r="http://schemas.openxmlformats.org/officeDocument/2006/relationships" id="2147483658" r:id="R3f12de862800418c"/>
    <p:sldLayoutId xmlns:r="http://schemas.openxmlformats.org/officeDocument/2006/relationships" id="2147483659" r:id="Rd8fb7be23bf74edc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aa754e9e464a00" /><Relationship Type="http://schemas.openxmlformats.org/officeDocument/2006/relationships/notesSlide" Target="/ppt/notesSlides/notesSlide1.xml" Id="Re2893c676b0546b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a5474d12e8c4543" /><Relationship Type="http://schemas.openxmlformats.org/officeDocument/2006/relationships/notesSlide" Target="/ppt/notesSlides/notesSlide2.xml" Id="R1617392ce310484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c6b8dfa0e94cd5" /><Relationship Type="http://schemas.openxmlformats.org/officeDocument/2006/relationships/notesSlide" Target="/ppt/notesSlides/notesSlide3.xml" Id="Re6b94978cc254e9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d1a1950c324b5e" /><Relationship Type="http://schemas.openxmlformats.org/officeDocument/2006/relationships/notesSlide" Target="/ppt/notesSlides/notesSlide4.xml" Id="R431739e5a5ba4ff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786b9b284c94301" /><Relationship Type="http://schemas.openxmlformats.org/officeDocument/2006/relationships/notesSlide" Target="/ppt/notesSlides/notesSlide5.xml" Id="Re5b716a511e4460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36c5a0b61947dd" /><Relationship Type="http://schemas.openxmlformats.org/officeDocument/2006/relationships/notesSlide" Target="/ppt/notesSlides/notesSlide6.xml" Id="R37a530af4ac94cb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a2b9be3b12549e1" /><Relationship Type="http://schemas.openxmlformats.org/officeDocument/2006/relationships/notesSlide" Target="/ppt/notesSlides/notesSlide7.xml" Id="R636fd5e49423436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25e360826a04c6a" /><Relationship Type="http://schemas.openxmlformats.org/officeDocument/2006/relationships/notesSlide" Target="/ppt/notesSlides/notesSlide8.xml" Id="R578c1c499cc844d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f9ba235a814f12" /><Relationship Type="http://schemas.openxmlformats.org/officeDocument/2006/relationships/notesSlide" Target="/ppt/notesSlides/notesSlide9.xml" Id="R686891c51fb7481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Logical Choices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06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6795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77667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77667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the age is 11 and the ticket answer is yes, what message appears? Why?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For age 14, ticket no and adult yes, what message appears? Which comparison is True?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happens if the user types Yes instead of yes, and why?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or were changed to and, would age 14, ticket no, adult yes allow entry?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visitors must also be 17 or under. Add this rule with the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operator and &lt;=. For example, age 14 with a ticket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but age 18 with a ticket does not.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entry rule in the example: visitors aged 12 or over need a ticket, but anyone with an adult may enter at any age. Rewrite the condition using the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operator and the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operator. For example, age 10, no ticket and an adult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cinema-ticket program that asks for the user's age and whether they are a student.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"Discount price"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anyone under 16, or for students aged 25 or under; otherwise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"Full price"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the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operator and the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operator. Test 12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20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30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has_adults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2026-09-28T08:25:35.2580000Z</dcterms:created>
  <dcterms:modified xsi:type="dcterms:W3CDTF">2026-09-28T08:25:35.2580000Z</dcterms:modified>
</coreProperties>
</file>