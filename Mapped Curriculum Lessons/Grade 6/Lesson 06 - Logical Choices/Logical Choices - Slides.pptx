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ef188098554357" /><Relationship Type="http://schemas.openxmlformats.org/officeDocument/2006/relationships/extended-properties" Target="/docProps/app.xml" Id="R8455ef7139a84ac3" /><Relationship Type="http://schemas.openxmlformats.org/officeDocument/2006/relationships/officeDocument" Target="/ppt/presentation.xml" Id="R78cd272007a3455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2e84ed0ef0949b7"/>
  </p:sldMasterIdLst>
  <p:notesMasterIdLst>
    <p:notesMasterId xmlns:r="http://schemas.openxmlformats.org/officeDocument/2006/relationships" r:id="R5945f92af9a94811"/>
  </p:notesMasterIdLst>
  <p:sldIdLst>
    <p:sldId xmlns:r="http://schemas.openxmlformats.org/officeDocument/2006/relationships" id="256" r:id="Rb0fb57d0d02e4e50"/>
    <p:sldId xmlns:r="http://schemas.openxmlformats.org/officeDocument/2006/relationships" id="257" r:id="R17277347c0774cef"/>
    <p:sldId xmlns:r="http://schemas.openxmlformats.org/officeDocument/2006/relationships" id="258" r:id="Rc4e0e47ae10d449c"/>
    <p:sldId xmlns:r="http://schemas.openxmlformats.org/officeDocument/2006/relationships" id="259" r:id="Rede2741657654244"/>
    <p:sldId xmlns:r="http://schemas.openxmlformats.org/officeDocument/2006/relationships" id="260" r:id="R614dca13db6a4a0d"/>
    <p:sldId xmlns:r="http://schemas.openxmlformats.org/officeDocument/2006/relationships" id="261" r:id="R2a06c8ac445246b4"/>
    <p:sldId xmlns:r="http://schemas.openxmlformats.org/officeDocument/2006/relationships" id="262" r:id="R028d9685c66b4660"/>
    <p:sldId xmlns:r="http://schemas.openxmlformats.org/officeDocument/2006/relationships" id="263" r:id="Rc35766a8f5c64f67"/>
    <p:sldId xmlns:r="http://schemas.openxmlformats.org/officeDocument/2006/relationships" id="264" r:id="R3844d0f611f64f4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9b7ac71e0fa4d1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d7c70e05e14d55" /><Relationship Type="http://schemas.openxmlformats.org/officeDocument/2006/relationships/slideMaster" Target="/ppt/slideMasters/slideMaster1.xml" Id="Re2e84ed0ef0949b7" /><Relationship Type="http://schemas.openxmlformats.org/officeDocument/2006/relationships/notesMaster" Target="/ppt/notesMasters/notesMaster1.xml" Id="R5945f92af9a94811" /><Relationship Type="http://schemas.openxmlformats.org/officeDocument/2006/relationships/presProps" Target="/ppt/presProps.xml" Id="R6fc854dfc0fc4e81" /><Relationship Type="http://schemas.openxmlformats.org/officeDocument/2006/relationships/viewProps" Target="/ppt/viewProps.xml" Id="R3e28076f54654788" /><Relationship Type="http://schemas.openxmlformats.org/officeDocument/2006/relationships/tableStyles" Target="/ppt/tableStyles.xml" Id="Rf9099b05c92545bc" /><Relationship Type="http://schemas.openxmlformats.org/officeDocument/2006/relationships/font" Target="/ppt/fonts/font.dat" Id="Rd9b7ac71e0fa4d1a" /><Relationship Type="http://schemas.openxmlformats.org/officeDocument/2006/relationships/slide" Target="/ppt/slides/slide1.xml" Id="Rb0fb57d0d02e4e50" /><Relationship Type="http://schemas.openxmlformats.org/officeDocument/2006/relationships/slide" Target="/ppt/slides/slide2.xml" Id="R17277347c0774cef" /><Relationship Type="http://schemas.openxmlformats.org/officeDocument/2006/relationships/slide" Target="/ppt/slides/slide3.xml" Id="Rc4e0e47ae10d449c" /><Relationship Type="http://schemas.openxmlformats.org/officeDocument/2006/relationships/slide" Target="/ppt/slides/slide4.xml" Id="Rede2741657654244" /><Relationship Type="http://schemas.openxmlformats.org/officeDocument/2006/relationships/slide" Target="/ppt/slides/slide5.xml" Id="R614dca13db6a4a0d" /><Relationship Type="http://schemas.openxmlformats.org/officeDocument/2006/relationships/slide" Target="/ppt/slides/slide6.xml" Id="R2a06c8ac445246b4" /><Relationship Type="http://schemas.openxmlformats.org/officeDocument/2006/relationships/slide" Target="/ppt/slides/slide7.xml" Id="R028d9685c66b4660" /><Relationship Type="http://schemas.openxmlformats.org/officeDocument/2006/relationships/slide" Target="/ppt/slides/slide8.xml" Id="Rc35766a8f5c64f67" /><Relationship Type="http://schemas.openxmlformats.org/officeDocument/2006/relationships/slide" Target="/ppt/slides/slide9.xml" Id="R3844d0f611f64f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a2ae260dda44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b2298e33fc4be4" /><Relationship Type="http://schemas.openxmlformats.org/officeDocument/2006/relationships/notesMaster" Target="/ppt/notesMasters/notesMaster1.xml" Id="Rc723954674424f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06b189f92a4352" /><Relationship Type="http://schemas.openxmlformats.org/officeDocument/2006/relationships/notesMaster" Target="/ppt/notesMasters/notesMaster1.xml" Id="Rac79c240fbf048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aea0b0e72f4381" /><Relationship Type="http://schemas.openxmlformats.org/officeDocument/2006/relationships/notesMaster" Target="/ppt/notesMasters/notesMaster1.xml" Id="R235d52f0beb740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6e0cc4f89045fb" /><Relationship Type="http://schemas.openxmlformats.org/officeDocument/2006/relationships/notesMaster" Target="/ppt/notesMasters/notesMaster1.xml" Id="Ra6fd4637f3d144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4005375f554360" /><Relationship Type="http://schemas.openxmlformats.org/officeDocument/2006/relationships/notesMaster" Target="/ppt/notesMasters/notesMaster1.xml" Id="Rbf664a66d2954c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f9019d39da4f24" /><Relationship Type="http://schemas.openxmlformats.org/officeDocument/2006/relationships/notesMaster" Target="/ppt/notesMasters/notesMaster1.xml" Id="R0058edfa8ab340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4bd09d6e53489d" /><Relationship Type="http://schemas.openxmlformats.org/officeDocument/2006/relationships/notesMaster" Target="/ppt/notesMasters/notesMaster1.xml" Id="R0220c014760144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68621335984621" /><Relationship Type="http://schemas.openxmlformats.org/officeDocument/2006/relationships/notesMaster" Target="/ppt/notesMasters/notesMaster1.xml" Id="R604760576a5f41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89605685254c93" /><Relationship Type="http://schemas.openxmlformats.org/officeDocument/2006/relationships/notesMaster" Target="/ppt/notesMasters/notesMaster1.xml" Id="R2624361225074d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3e12010af8464d" /><Relationship Type="http://schemas.openxmlformats.org/officeDocument/2006/relationships/image" Target="/ppt/media/image.png" Id="Re5a79401e9c44e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d0c081ffd41d0" /><Relationship Type="http://schemas.openxmlformats.org/officeDocument/2006/relationships/image" Target="/ppt/media/image.png" Id="R22bd2c3c909445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bcbc72fbdd4334" /><Relationship Type="http://schemas.openxmlformats.org/officeDocument/2006/relationships/image" Target="/ppt/media/image.png" Id="Ra243aaaade2248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7cf7fc0e948bf" /><Relationship Type="http://schemas.openxmlformats.org/officeDocument/2006/relationships/image" Target="/ppt/media/image.png" Id="R56802cc667fb47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0f799124247ec" /><Relationship Type="http://schemas.openxmlformats.org/officeDocument/2006/relationships/image" Target="/ppt/media/image.png" Id="Rbd64a0f384f547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cfcae69b504b83" /><Relationship Type="http://schemas.openxmlformats.org/officeDocument/2006/relationships/image" Target="/ppt/media/image.png" Id="R5bf2c713f2a64e6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2ef5a69634a78" /><Relationship Type="http://schemas.openxmlformats.org/officeDocument/2006/relationships/image" Target="/ppt/media/image.png" Id="Rd8e0f25bac2047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2d5d2e1c44270" /><Relationship Type="http://schemas.openxmlformats.org/officeDocument/2006/relationships/image" Target="/ppt/media/image.png" Id="R355f6bc0554a454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be1da0dc924894" /><Relationship Type="http://schemas.openxmlformats.org/officeDocument/2006/relationships/image" Target="/ppt/media/image.png" Id="R5d17a4932d03472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f22a78fb0c4ee9" /><Relationship Type="http://schemas.openxmlformats.org/officeDocument/2006/relationships/image" Target="/ppt/media/image.png" Id="R21a9bddf656b436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8d15bf2da452d" /><Relationship Type="http://schemas.openxmlformats.org/officeDocument/2006/relationships/image" Target="/ppt/media/image.png" Id="R7bb99d99a2224fd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a79401e9c44ea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bd2c3c909445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43aaaade2248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802cc667fb47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64a0f384f547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f2c713f2a64e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e0f25bac2047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5f6bc0554a45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17a4932d0347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a9bddf656b436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b99d99a2224f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3fa11891c94fc6" /><Relationship Type="http://schemas.openxmlformats.org/officeDocument/2006/relationships/slideLayout" Target="/ppt/slideLayouts/slideLayout1.xml" Id="R785cdf91678747a5" /><Relationship Type="http://schemas.openxmlformats.org/officeDocument/2006/relationships/slideLayout" Target="/ppt/slideLayouts/slideLayout2.xml" Id="R6ca9fd3a55894a3d" /><Relationship Type="http://schemas.openxmlformats.org/officeDocument/2006/relationships/slideLayout" Target="/ppt/slideLayouts/slideLayout3.xml" Id="R53000d2c7b594fb6" /><Relationship Type="http://schemas.openxmlformats.org/officeDocument/2006/relationships/slideLayout" Target="/ppt/slideLayouts/slideLayout4.xml" Id="R7abf30a5e87a4a36" /><Relationship Type="http://schemas.openxmlformats.org/officeDocument/2006/relationships/slideLayout" Target="/ppt/slideLayouts/slideLayout5.xml" Id="R87852f844f604c2f" /><Relationship Type="http://schemas.openxmlformats.org/officeDocument/2006/relationships/slideLayout" Target="/ppt/slideLayouts/slideLayout6.xml" Id="Rbfbef9de00f1421d" /><Relationship Type="http://schemas.openxmlformats.org/officeDocument/2006/relationships/slideLayout" Target="/ppt/slideLayouts/slideLayout7.xml" Id="R57887082d43d4579" /><Relationship Type="http://schemas.openxmlformats.org/officeDocument/2006/relationships/slideLayout" Target="/ppt/slideLayouts/slideLayout8.xml" Id="R1256ad2a39854106" /><Relationship Type="http://schemas.openxmlformats.org/officeDocument/2006/relationships/slideLayout" Target="/ppt/slideLayouts/slideLayout9.xml" Id="Rd62156c2e7f04a21" /><Relationship Type="http://schemas.openxmlformats.org/officeDocument/2006/relationships/slideLayout" Target="/ppt/slideLayouts/slideLayout10.xml" Id="R3673b7db2de54e08" /><Relationship Type="http://schemas.openxmlformats.org/officeDocument/2006/relationships/slideLayout" Target="/ppt/slideLayouts/slideLayout11.xml" Id="R7a6b287b821b499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5cdf91678747a5"/>
    <p:sldLayoutId xmlns:r="http://schemas.openxmlformats.org/officeDocument/2006/relationships" id="2147483650" r:id="R6ca9fd3a55894a3d"/>
    <p:sldLayoutId xmlns:r="http://schemas.openxmlformats.org/officeDocument/2006/relationships" id="2147483651" r:id="R53000d2c7b594fb6"/>
    <p:sldLayoutId xmlns:r="http://schemas.openxmlformats.org/officeDocument/2006/relationships" id="2147483652" r:id="R7abf30a5e87a4a36"/>
    <p:sldLayoutId xmlns:r="http://schemas.openxmlformats.org/officeDocument/2006/relationships" id="2147483653" r:id="R87852f844f604c2f"/>
    <p:sldLayoutId xmlns:r="http://schemas.openxmlformats.org/officeDocument/2006/relationships" id="2147483654" r:id="Rbfbef9de00f1421d"/>
    <p:sldLayoutId xmlns:r="http://schemas.openxmlformats.org/officeDocument/2006/relationships" id="2147483655" r:id="R57887082d43d4579"/>
    <p:sldLayoutId xmlns:r="http://schemas.openxmlformats.org/officeDocument/2006/relationships" id="2147483656" r:id="R1256ad2a39854106"/>
    <p:sldLayoutId xmlns:r="http://schemas.openxmlformats.org/officeDocument/2006/relationships" id="2147483657" r:id="Rd62156c2e7f04a21"/>
    <p:sldLayoutId xmlns:r="http://schemas.openxmlformats.org/officeDocument/2006/relationships" id="2147483658" r:id="R3673b7db2de54e08"/>
    <p:sldLayoutId xmlns:r="http://schemas.openxmlformats.org/officeDocument/2006/relationships" id="2147483659" r:id="R7a6b287b821b499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2b5f159934836" /><Relationship Type="http://schemas.openxmlformats.org/officeDocument/2006/relationships/notesSlide" Target="/ppt/notesSlides/notesSlide1.xml" Id="R577062fdc92948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31ae246e7b41d6" /><Relationship Type="http://schemas.openxmlformats.org/officeDocument/2006/relationships/notesSlide" Target="/ppt/notesSlides/notesSlide2.xml" Id="Re320e4bf9cb44e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09411188794188" /><Relationship Type="http://schemas.openxmlformats.org/officeDocument/2006/relationships/notesSlide" Target="/ppt/notesSlides/notesSlide3.xml" Id="Rd60bf846d34347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b774f495894e12" /><Relationship Type="http://schemas.openxmlformats.org/officeDocument/2006/relationships/notesSlide" Target="/ppt/notesSlides/notesSlide4.xml" Id="Rc4223c671bd648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bbe9075bcd4529" /><Relationship Type="http://schemas.openxmlformats.org/officeDocument/2006/relationships/notesSlide" Target="/ppt/notesSlides/notesSlide5.xml" Id="R1c5d8fb7dd9c40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77a9de69b24f1b" /><Relationship Type="http://schemas.openxmlformats.org/officeDocument/2006/relationships/notesSlide" Target="/ppt/notesSlides/notesSlide6.xml" Id="R1f140d39083848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8ab0f539174b38" /><Relationship Type="http://schemas.openxmlformats.org/officeDocument/2006/relationships/notesSlide" Target="/ppt/notesSlides/notesSlide7.xml" Id="R1a3a3266d24e47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6257411397424d" /><Relationship Type="http://schemas.openxmlformats.org/officeDocument/2006/relationships/notesSlide" Target="/ppt/notesSlides/notesSlide8.xml" Id="R662c5eea3d554a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c0dfbdd8b74bc0" /><Relationship Type="http://schemas.openxmlformats.org/officeDocument/2006/relationships/notesSlide" Target="/ppt/notesSlides/notesSlide9.xml" Id="R0d0384141ffa48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visitors must also be 17 or under. Add this rule with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&lt;=. For example, age 14 with a ticket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but age 18 with a ticket does not.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entry rule in the example: visitors aged 12 or over need a ticket, but anyone with an adult may enter at any age. Rewrite the condition using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For example, age 10, no ticket and an adult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cinema-ticket program that asks for the user's age and whether they are a student.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"Discount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anyone under 16, or for students aged 25 or under;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"Full price"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 and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operator. Test 12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30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2026-09-29T02:03:58.7040000Z</dcterms:created>
  <dcterms:modified xsi:type="dcterms:W3CDTF">2026-09-29T02:03:58.7040000Z</dcterms:modified>
</coreProperties>
</file>