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363e30322e479b" /><Relationship Type="http://schemas.openxmlformats.org/officeDocument/2006/relationships/extended-properties" Target="/docProps/app.xml" Id="R3ab084a81e4241cc" /><Relationship Type="http://schemas.openxmlformats.org/officeDocument/2006/relationships/officeDocument" Target="/ppt/presentation.xml" Id="R1d53f9cf45df42f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86939b95e104cd7"/>
  </p:sldMasterIdLst>
  <p:notesMasterIdLst>
    <p:notesMasterId xmlns:r="http://schemas.openxmlformats.org/officeDocument/2006/relationships" r:id="Rbdfee60d81064ee7"/>
  </p:notesMasterIdLst>
  <p:sldIdLst>
    <p:sldId xmlns:r="http://schemas.openxmlformats.org/officeDocument/2006/relationships" id="256" r:id="R9951eb4ab5a44c75"/>
    <p:sldId xmlns:r="http://schemas.openxmlformats.org/officeDocument/2006/relationships" id="257" r:id="R791bbb8dc9334d3e"/>
    <p:sldId xmlns:r="http://schemas.openxmlformats.org/officeDocument/2006/relationships" id="258" r:id="Rcbefde46f3f6414e"/>
    <p:sldId xmlns:r="http://schemas.openxmlformats.org/officeDocument/2006/relationships" id="259" r:id="R8645d1fbbd39449b"/>
    <p:sldId xmlns:r="http://schemas.openxmlformats.org/officeDocument/2006/relationships" id="260" r:id="R49d5f225dc0644d2"/>
    <p:sldId xmlns:r="http://schemas.openxmlformats.org/officeDocument/2006/relationships" id="261" r:id="Ree3eb617a2bb487b"/>
    <p:sldId xmlns:r="http://schemas.openxmlformats.org/officeDocument/2006/relationships" id="262" r:id="R04dbdb57ff584fbb"/>
    <p:sldId xmlns:r="http://schemas.openxmlformats.org/officeDocument/2006/relationships" id="263" r:id="R289d8db58e9744df"/>
    <p:sldId xmlns:r="http://schemas.openxmlformats.org/officeDocument/2006/relationships" id="264" r:id="R6d13a2eb0b1b48a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1f1a0423d59430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272221c838440a" /><Relationship Type="http://schemas.openxmlformats.org/officeDocument/2006/relationships/slideMaster" Target="/ppt/slideMasters/slideMaster1.xml" Id="Rf86939b95e104cd7" /><Relationship Type="http://schemas.openxmlformats.org/officeDocument/2006/relationships/notesMaster" Target="/ppt/notesMasters/notesMaster1.xml" Id="Rbdfee60d81064ee7" /><Relationship Type="http://schemas.openxmlformats.org/officeDocument/2006/relationships/presProps" Target="/ppt/presProps.xml" Id="R959981a6dc97407c" /><Relationship Type="http://schemas.openxmlformats.org/officeDocument/2006/relationships/viewProps" Target="/ppt/viewProps.xml" Id="Ra0764dd515d14baa" /><Relationship Type="http://schemas.openxmlformats.org/officeDocument/2006/relationships/tableStyles" Target="/ppt/tableStyles.xml" Id="Ra5a010716eed427d" /><Relationship Type="http://schemas.openxmlformats.org/officeDocument/2006/relationships/font" Target="/ppt/fonts/font.dat" Id="Rc1f1a0423d59430f" /><Relationship Type="http://schemas.openxmlformats.org/officeDocument/2006/relationships/slide" Target="/ppt/slides/slide1.xml" Id="R9951eb4ab5a44c75" /><Relationship Type="http://schemas.openxmlformats.org/officeDocument/2006/relationships/slide" Target="/ppt/slides/slide2.xml" Id="R791bbb8dc9334d3e" /><Relationship Type="http://schemas.openxmlformats.org/officeDocument/2006/relationships/slide" Target="/ppt/slides/slide3.xml" Id="Rcbefde46f3f6414e" /><Relationship Type="http://schemas.openxmlformats.org/officeDocument/2006/relationships/slide" Target="/ppt/slides/slide4.xml" Id="R8645d1fbbd39449b" /><Relationship Type="http://schemas.openxmlformats.org/officeDocument/2006/relationships/slide" Target="/ppt/slides/slide5.xml" Id="R49d5f225dc0644d2" /><Relationship Type="http://schemas.openxmlformats.org/officeDocument/2006/relationships/slide" Target="/ppt/slides/slide6.xml" Id="Ree3eb617a2bb487b" /><Relationship Type="http://schemas.openxmlformats.org/officeDocument/2006/relationships/slide" Target="/ppt/slides/slide7.xml" Id="R04dbdb57ff584fbb" /><Relationship Type="http://schemas.openxmlformats.org/officeDocument/2006/relationships/slide" Target="/ppt/slides/slide8.xml" Id="R289d8db58e9744df" /><Relationship Type="http://schemas.openxmlformats.org/officeDocument/2006/relationships/slide" Target="/ppt/slides/slide9.xml" Id="R6d13a2eb0b1b48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fef06cda8b4e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89773d53594f26" /><Relationship Type="http://schemas.openxmlformats.org/officeDocument/2006/relationships/notesMaster" Target="/ppt/notesMasters/notesMaster1.xml" Id="R181a0bcbe4f54c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7950965ee54e9b" /><Relationship Type="http://schemas.openxmlformats.org/officeDocument/2006/relationships/notesMaster" Target="/ppt/notesMasters/notesMaster1.xml" Id="R830b8222d3f543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d8ff407e814bb9" /><Relationship Type="http://schemas.openxmlformats.org/officeDocument/2006/relationships/notesMaster" Target="/ppt/notesMasters/notesMaster1.xml" Id="R9500e9705f9c49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2949d01ad34893" /><Relationship Type="http://schemas.openxmlformats.org/officeDocument/2006/relationships/notesMaster" Target="/ppt/notesMasters/notesMaster1.xml" Id="Ra7cf18ee49844c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99e680e0d242ca" /><Relationship Type="http://schemas.openxmlformats.org/officeDocument/2006/relationships/notesMaster" Target="/ppt/notesMasters/notesMaster1.xml" Id="R4832be212c8345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b2031a2c314d6d" /><Relationship Type="http://schemas.openxmlformats.org/officeDocument/2006/relationships/notesMaster" Target="/ppt/notesMasters/notesMaster1.xml" Id="Rb54a642cc7e443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398d4d66434a1f" /><Relationship Type="http://schemas.openxmlformats.org/officeDocument/2006/relationships/notesMaster" Target="/ppt/notesMasters/notesMaster1.xml" Id="R5944530dd81449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764d68d9814020" /><Relationship Type="http://schemas.openxmlformats.org/officeDocument/2006/relationships/notesMaster" Target="/ppt/notesMasters/notesMaster1.xml" Id="R605d6898094743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d847b26acd400c" /><Relationship Type="http://schemas.openxmlformats.org/officeDocument/2006/relationships/notesMaster" Target="/ppt/notesMasters/notesMaster1.xml" Id="R07351ee8d41149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a4fe5bc65e4a6f" /><Relationship Type="http://schemas.openxmlformats.org/officeDocument/2006/relationships/image" Target="/ppt/media/image.png" Id="R6a387bbd6a1749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afbaf66d9041dd" /><Relationship Type="http://schemas.openxmlformats.org/officeDocument/2006/relationships/image" Target="/ppt/media/image.png" Id="R450caab494a0413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c04871f0da4d7d" /><Relationship Type="http://schemas.openxmlformats.org/officeDocument/2006/relationships/image" Target="/ppt/media/image.png" Id="Rf05a307475b54f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89228d7994cff" /><Relationship Type="http://schemas.openxmlformats.org/officeDocument/2006/relationships/image" Target="/ppt/media/image.png" Id="R39ed3b7f24ae4a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91ec88d9e4296" /><Relationship Type="http://schemas.openxmlformats.org/officeDocument/2006/relationships/image" Target="/ppt/media/image.png" Id="R7a0a5e480fcc470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bb214d21a54861" /><Relationship Type="http://schemas.openxmlformats.org/officeDocument/2006/relationships/image" Target="/ppt/media/image.png" Id="R333eb9617c054e0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1ff39074f04f66" /><Relationship Type="http://schemas.openxmlformats.org/officeDocument/2006/relationships/image" Target="/ppt/media/image.png" Id="R7a31a42780fb49a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9e5bfc11744c2" /><Relationship Type="http://schemas.openxmlformats.org/officeDocument/2006/relationships/image" Target="/ppt/media/image.png" Id="R032bda891a3d405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f9037249c5428f" /><Relationship Type="http://schemas.openxmlformats.org/officeDocument/2006/relationships/image" Target="/ppt/media/image.png" Id="R75a7b2d6167b424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95f6993e0f474a" /><Relationship Type="http://schemas.openxmlformats.org/officeDocument/2006/relationships/image" Target="/ppt/media/image.png" Id="Reddaa3b7f6a042e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ec4ac004ed43fb" /><Relationship Type="http://schemas.openxmlformats.org/officeDocument/2006/relationships/image" Target="/ppt/media/image.png" Id="Rca8aaea1142541c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387bbd6a17493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0caab494a0413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5a307475b54f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ed3b7f24ae4a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0a5e480fcc47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3eb9617c054e0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31a42780fb49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2bda891a3d40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a7b2d6167b42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daa3b7f6a042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8aaea1142541c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9af7a30d6f4b9c" /><Relationship Type="http://schemas.openxmlformats.org/officeDocument/2006/relationships/slideLayout" Target="/ppt/slideLayouts/slideLayout1.xml" Id="Rc7acf63b611340cd" /><Relationship Type="http://schemas.openxmlformats.org/officeDocument/2006/relationships/slideLayout" Target="/ppt/slideLayouts/slideLayout2.xml" Id="R793759ddf74d47f8" /><Relationship Type="http://schemas.openxmlformats.org/officeDocument/2006/relationships/slideLayout" Target="/ppt/slideLayouts/slideLayout3.xml" Id="Rf257145d88b740b7" /><Relationship Type="http://schemas.openxmlformats.org/officeDocument/2006/relationships/slideLayout" Target="/ppt/slideLayouts/slideLayout4.xml" Id="Rafcfb7f844874c1f" /><Relationship Type="http://schemas.openxmlformats.org/officeDocument/2006/relationships/slideLayout" Target="/ppt/slideLayouts/slideLayout5.xml" Id="Rc1b8b2151f5148d8" /><Relationship Type="http://schemas.openxmlformats.org/officeDocument/2006/relationships/slideLayout" Target="/ppt/slideLayouts/slideLayout6.xml" Id="Re7701869fcb141cf" /><Relationship Type="http://schemas.openxmlformats.org/officeDocument/2006/relationships/slideLayout" Target="/ppt/slideLayouts/slideLayout7.xml" Id="Rb5b0993eb3f94152" /><Relationship Type="http://schemas.openxmlformats.org/officeDocument/2006/relationships/slideLayout" Target="/ppt/slideLayouts/slideLayout8.xml" Id="Re7a072f8ba9640f3" /><Relationship Type="http://schemas.openxmlformats.org/officeDocument/2006/relationships/slideLayout" Target="/ppt/slideLayouts/slideLayout9.xml" Id="R7e26961603f34c57" /><Relationship Type="http://schemas.openxmlformats.org/officeDocument/2006/relationships/slideLayout" Target="/ppt/slideLayouts/slideLayout10.xml" Id="R9c135640168443fa" /><Relationship Type="http://schemas.openxmlformats.org/officeDocument/2006/relationships/slideLayout" Target="/ppt/slideLayouts/slideLayout11.xml" Id="Ra002468f09b145a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acf63b611340cd"/>
    <p:sldLayoutId xmlns:r="http://schemas.openxmlformats.org/officeDocument/2006/relationships" id="2147483650" r:id="R793759ddf74d47f8"/>
    <p:sldLayoutId xmlns:r="http://schemas.openxmlformats.org/officeDocument/2006/relationships" id="2147483651" r:id="Rf257145d88b740b7"/>
    <p:sldLayoutId xmlns:r="http://schemas.openxmlformats.org/officeDocument/2006/relationships" id="2147483652" r:id="Rafcfb7f844874c1f"/>
    <p:sldLayoutId xmlns:r="http://schemas.openxmlformats.org/officeDocument/2006/relationships" id="2147483653" r:id="Rc1b8b2151f5148d8"/>
    <p:sldLayoutId xmlns:r="http://schemas.openxmlformats.org/officeDocument/2006/relationships" id="2147483654" r:id="Re7701869fcb141cf"/>
    <p:sldLayoutId xmlns:r="http://schemas.openxmlformats.org/officeDocument/2006/relationships" id="2147483655" r:id="Rb5b0993eb3f94152"/>
    <p:sldLayoutId xmlns:r="http://schemas.openxmlformats.org/officeDocument/2006/relationships" id="2147483656" r:id="Re7a072f8ba9640f3"/>
    <p:sldLayoutId xmlns:r="http://schemas.openxmlformats.org/officeDocument/2006/relationships" id="2147483657" r:id="R7e26961603f34c57"/>
    <p:sldLayoutId xmlns:r="http://schemas.openxmlformats.org/officeDocument/2006/relationships" id="2147483658" r:id="R9c135640168443fa"/>
    <p:sldLayoutId xmlns:r="http://schemas.openxmlformats.org/officeDocument/2006/relationships" id="2147483659" r:id="Ra002468f09b145a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3f093cfd744c6a" /><Relationship Type="http://schemas.openxmlformats.org/officeDocument/2006/relationships/notesSlide" Target="/ppt/notesSlides/notesSlide1.xml" Id="R486b1752138c47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aa9b778f224911" /><Relationship Type="http://schemas.openxmlformats.org/officeDocument/2006/relationships/notesSlide" Target="/ppt/notesSlides/notesSlide2.xml" Id="R784f333dcf9745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04e73b56eb4268" /><Relationship Type="http://schemas.openxmlformats.org/officeDocument/2006/relationships/notesSlide" Target="/ppt/notesSlides/notesSlide3.xml" Id="R1b4326d6f1af45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a44f57968f41ce" /><Relationship Type="http://schemas.openxmlformats.org/officeDocument/2006/relationships/notesSlide" Target="/ppt/notesSlides/notesSlide4.xml" Id="Re7031502b5fd4b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0638b073634261" /><Relationship Type="http://schemas.openxmlformats.org/officeDocument/2006/relationships/notesSlide" Target="/ppt/notesSlides/notesSlide5.xml" Id="Rd0f375cea2d042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372676033949f6" /><Relationship Type="http://schemas.openxmlformats.org/officeDocument/2006/relationships/notesSlide" Target="/ppt/notesSlides/notesSlide6.xml" Id="R5f5975a4e26c4d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befa1f5a704fb4" /><Relationship Type="http://schemas.openxmlformats.org/officeDocument/2006/relationships/notesSlide" Target="/ppt/notesSlides/notesSlide7.xml" Id="R103739cd02244d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f6df1f04df4b26" /><Relationship Type="http://schemas.openxmlformats.org/officeDocument/2006/relationships/notesSlide" Target="/ppt/notesSlides/notesSlide8.xml" Id="Re5b32db532e540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b2626f7e9343af" /><Relationship Type="http://schemas.openxmlformats.org/officeDocument/2006/relationships/notesSlide" Target="/ppt/notesSlides/notesSlide9.xml" Id="Ree32a1815e364ff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Logical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67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the age is 11 and the ticket answer is yes, what message appears?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age 14, ticket no and adult yes, what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types Yes instead of yes, and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or were changed to and, would age 14, ticket no, adult yes allow entry?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age check from 12 to 14. Test ages 13 and 14 with a ticket.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452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condition. Use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to allow entry when [age] is at least 12 and [has_ticket] is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to also allow entry when [has_adult] is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Otherwise,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age 10 with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the ticket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the adult;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783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whether the visitor is a member and store the answer in [member]. Ask whether the visitor has a valid pass and store the answer in [valid_pass]. Use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in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so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entry allowed."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displayed only when both answers are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entry refused."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2026-08-28T09:20:43.4450000Z</dcterms:created>
  <dcterms:modified xsi:type="dcterms:W3CDTF">2026-08-28T09:20:43.4450000Z</dcterms:modified>
</coreProperties>
</file>