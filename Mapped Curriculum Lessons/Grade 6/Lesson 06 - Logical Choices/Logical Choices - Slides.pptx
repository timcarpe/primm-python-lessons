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c1186c613b41f2" /><Relationship Type="http://schemas.openxmlformats.org/officeDocument/2006/relationships/extended-properties" Target="/docProps/app.xml" Id="R0fcac56cc80a4c56" /><Relationship Type="http://schemas.openxmlformats.org/officeDocument/2006/relationships/officeDocument" Target="/ppt/presentation.xml" Id="R821cc10e9a234bf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451db3c8f5b4f93"/>
  </p:sldMasterIdLst>
  <p:notesMasterIdLst>
    <p:notesMasterId xmlns:r="http://schemas.openxmlformats.org/officeDocument/2006/relationships" r:id="R240788ad4ca642b5"/>
  </p:notesMasterIdLst>
  <p:sldIdLst>
    <p:sldId xmlns:r="http://schemas.openxmlformats.org/officeDocument/2006/relationships" id="256" r:id="R7820576b97e54524"/>
    <p:sldId xmlns:r="http://schemas.openxmlformats.org/officeDocument/2006/relationships" id="257" r:id="R91613058f15746f0"/>
    <p:sldId xmlns:r="http://schemas.openxmlformats.org/officeDocument/2006/relationships" id="258" r:id="Rdb77711515e34c05"/>
    <p:sldId xmlns:r="http://schemas.openxmlformats.org/officeDocument/2006/relationships" id="259" r:id="R7c1b5bdf01e14eca"/>
    <p:sldId xmlns:r="http://schemas.openxmlformats.org/officeDocument/2006/relationships" id="260" r:id="Raa93be10228f4d8b"/>
    <p:sldId xmlns:r="http://schemas.openxmlformats.org/officeDocument/2006/relationships" id="261" r:id="R13e53c9b9ff94a26"/>
    <p:sldId xmlns:r="http://schemas.openxmlformats.org/officeDocument/2006/relationships" id="262" r:id="R5658b2a0d27a461d"/>
    <p:sldId xmlns:r="http://schemas.openxmlformats.org/officeDocument/2006/relationships" id="263" r:id="R8f7b5e2b7ab5424f"/>
    <p:sldId xmlns:r="http://schemas.openxmlformats.org/officeDocument/2006/relationships" id="264" r:id="R284bc5abcca4481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629863a2b264c2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495890f4bd4c5e" /><Relationship Type="http://schemas.openxmlformats.org/officeDocument/2006/relationships/slideMaster" Target="/ppt/slideMasters/slideMaster1.xml" Id="Rd451db3c8f5b4f93" /><Relationship Type="http://schemas.openxmlformats.org/officeDocument/2006/relationships/notesMaster" Target="/ppt/notesMasters/notesMaster1.xml" Id="R240788ad4ca642b5" /><Relationship Type="http://schemas.openxmlformats.org/officeDocument/2006/relationships/presProps" Target="/ppt/presProps.xml" Id="Rbb65b77b88b74d14" /><Relationship Type="http://schemas.openxmlformats.org/officeDocument/2006/relationships/viewProps" Target="/ppt/viewProps.xml" Id="Rd2dde90906484375" /><Relationship Type="http://schemas.openxmlformats.org/officeDocument/2006/relationships/tableStyles" Target="/ppt/tableStyles.xml" Id="R33c9ed4eb8254f8b" /><Relationship Type="http://schemas.openxmlformats.org/officeDocument/2006/relationships/font" Target="/ppt/fonts/font.dat" Id="R1629863a2b264c2e" /><Relationship Type="http://schemas.openxmlformats.org/officeDocument/2006/relationships/slide" Target="/ppt/slides/slide1.xml" Id="R7820576b97e54524" /><Relationship Type="http://schemas.openxmlformats.org/officeDocument/2006/relationships/slide" Target="/ppt/slides/slide2.xml" Id="R91613058f15746f0" /><Relationship Type="http://schemas.openxmlformats.org/officeDocument/2006/relationships/slide" Target="/ppt/slides/slide3.xml" Id="Rdb77711515e34c05" /><Relationship Type="http://schemas.openxmlformats.org/officeDocument/2006/relationships/slide" Target="/ppt/slides/slide4.xml" Id="R7c1b5bdf01e14eca" /><Relationship Type="http://schemas.openxmlformats.org/officeDocument/2006/relationships/slide" Target="/ppt/slides/slide5.xml" Id="Raa93be10228f4d8b" /><Relationship Type="http://schemas.openxmlformats.org/officeDocument/2006/relationships/slide" Target="/ppt/slides/slide6.xml" Id="R13e53c9b9ff94a26" /><Relationship Type="http://schemas.openxmlformats.org/officeDocument/2006/relationships/slide" Target="/ppt/slides/slide7.xml" Id="R5658b2a0d27a461d" /><Relationship Type="http://schemas.openxmlformats.org/officeDocument/2006/relationships/slide" Target="/ppt/slides/slide8.xml" Id="R8f7b5e2b7ab5424f" /><Relationship Type="http://schemas.openxmlformats.org/officeDocument/2006/relationships/slide" Target="/ppt/slides/slide9.xml" Id="R284bc5abcca448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f28fe3a86341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acb42c463c42e9" /><Relationship Type="http://schemas.openxmlformats.org/officeDocument/2006/relationships/notesMaster" Target="/ppt/notesMasters/notesMaster1.xml" Id="R059b6150d8b74a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a6c70fbf5d476c" /><Relationship Type="http://schemas.openxmlformats.org/officeDocument/2006/relationships/notesMaster" Target="/ppt/notesMasters/notesMaster1.xml" Id="Rb936e66125e444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fc07f7646a49c5" /><Relationship Type="http://schemas.openxmlformats.org/officeDocument/2006/relationships/notesMaster" Target="/ppt/notesMasters/notesMaster1.xml" Id="Raed6d7f852e34f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b8e09c5f334034" /><Relationship Type="http://schemas.openxmlformats.org/officeDocument/2006/relationships/notesMaster" Target="/ppt/notesMasters/notesMaster1.xml" Id="Re18c324fb05d46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a720b648a14198" /><Relationship Type="http://schemas.openxmlformats.org/officeDocument/2006/relationships/notesMaster" Target="/ppt/notesMasters/notesMaster1.xml" Id="Rca034b3eded44b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16e505837e4df9" /><Relationship Type="http://schemas.openxmlformats.org/officeDocument/2006/relationships/notesMaster" Target="/ppt/notesMasters/notesMaster1.xml" Id="R11b269a0743848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da6be74cf44f07" /><Relationship Type="http://schemas.openxmlformats.org/officeDocument/2006/relationships/notesMaster" Target="/ppt/notesMasters/notesMaster1.xml" Id="Re9637092f87545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887bf58f524d6d" /><Relationship Type="http://schemas.openxmlformats.org/officeDocument/2006/relationships/notesMaster" Target="/ppt/notesMasters/notesMaster1.xml" Id="R8d69f19db4eb49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a6dc2c3f0f43c2" /><Relationship Type="http://schemas.openxmlformats.org/officeDocument/2006/relationships/notesMaster" Target="/ppt/notesMasters/notesMaster1.xml" Id="R5c898cf4555a40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9e16820f34915" /><Relationship Type="http://schemas.openxmlformats.org/officeDocument/2006/relationships/image" Target="/ppt/media/image.png" Id="R2f5cf422e3584b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8de716c7154983" /><Relationship Type="http://schemas.openxmlformats.org/officeDocument/2006/relationships/image" Target="/ppt/media/image.png" Id="Rc850d6bc828748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bdb9579eb4515" /><Relationship Type="http://schemas.openxmlformats.org/officeDocument/2006/relationships/image" Target="/ppt/media/image.png" Id="Rca7735065cf0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8b85cbf7d748e0" /><Relationship Type="http://schemas.openxmlformats.org/officeDocument/2006/relationships/image" Target="/ppt/media/image.png" Id="Raf0ff1e2774741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1360fdf23b48d7" /><Relationship Type="http://schemas.openxmlformats.org/officeDocument/2006/relationships/image" Target="/ppt/media/image.png" Id="R48d93bb476f0428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c23d3df14e4dcd" /><Relationship Type="http://schemas.openxmlformats.org/officeDocument/2006/relationships/image" Target="/ppt/media/image.png" Id="Rbcfcdbcf59c94a5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9bed2ac46e424a" /><Relationship Type="http://schemas.openxmlformats.org/officeDocument/2006/relationships/image" Target="/ppt/media/image.png" Id="Rae81f2ae596e416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6b47d6face474d" /><Relationship Type="http://schemas.openxmlformats.org/officeDocument/2006/relationships/image" Target="/ppt/media/image.png" Id="R207ddb4228c84a1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efd73af1e44263" /><Relationship Type="http://schemas.openxmlformats.org/officeDocument/2006/relationships/image" Target="/ppt/media/image.png" Id="R3e3a4c1f096147b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96584444254d68" /><Relationship Type="http://schemas.openxmlformats.org/officeDocument/2006/relationships/image" Target="/ppt/media/image.png" Id="R0682152df7bf4d9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1ea475c3048d5" /><Relationship Type="http://schemas.openxmlformats.org/officeDocument/2006/relationships/image" Target="/ppt/media/image.png" Id="R02816fcf3ca4427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5cf422e3584b1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50d6bc828748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7735065cf048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0ff1e2774741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d93bb476f042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fcdbcf59c94a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81f2ae596e41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7ddb4228c84a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3a4c1f096147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82152df7bf4d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816fcf3ca442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8fa9964617498a" /><Relationship Type="http://schemas.openxmlformats.org/officeDocument/2006/relationships/slideLayout" Target="/ppt/slideLayouts/slideLayout1.xml" Id="R82850e9fa680439e" /><Relationship Type="http://schemas.openxmlformats.org/officeDocument/2006/relationships/slideLayout" Target="/ppt/slideLayouts/slideLayout2.xml" Id="R6b36e095515e4179" /><Relationship Type="http://schemas.openxmlformats.org/officeDocument/2006/relationships/slideLayout" Target="/ppt/slideLayouts/slideLayout3.xml" Id="R431a891ca0404568" /><Relationship Type="http://schemas.openxmlformats.org/officeDocument/2006/relationships/slideLayout" Target="/ppt/slideLayouts/slideLayout4.xml" Id="R4d414062e1c242b3" /><Relationship Type="http://schemas.openxmlformats.org/officeDocument/2006/relationships/slideLayout" Target="/ppt/slideLayouts/slideLayout5.xml" Id="R6614776dffdc454f" /><Relationship Type="http://schemas.openxmlformats.org/officeDocument/2006/relationships/slideLayout" Target="/ppt/slideLayouts/slideLayout6.xml" Id="Rb77f125e4e2c4bc2" /><Relationship Type="http://schemas.openxmlformats.org/officeDocument/2006/relationships/slideLayout" Target="/ppt/slideLayouts/slideLayout7.xml" Id="R5872f28dbe174223" /><Relationship Type="http://schemas.openxmlformats.org/officeDocument/2006/relationships/slideLayout" Target="/ppt/slideLayouts/slideLayout8.xml" Id="Re346244f21094c6b" /><Relationship Type="http://schemas.openxmlformats.org/officeDocument/2006/relationships/slideLayout" Target="/ppt/slideLayouts/slideLayout9.xml" Id="R1418bdb4c9c54011" /><Relationship Type="http://schemas.openxmlformats.org/officeDocument/2006/relationships/slideLayout" Target="/ppt/slideLayouts/slideLayout10.xml" Id="Ra726c52fca034ee8" /><Relationship Type="http://schemas.openxmlformats.org/officeDocument/2006/relationships/slideLayout" Target="/ppt/slideLayouts/slideLayout11.xml" Id="R1b524a13b60f422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850e9fa680439e"/>
    <p:sldLayoutId xmlns:r="http://schemas.openxmlformats.org/officeDocument/2006/relationships" id="2147483650" r:id="R6b36e095515e4179"/>
    <p:sldLayoutId xmlns:r="http://schemas.openxmlformats.org/officeDocument/2006/relationships" id="2147483651" r:id="R431a891ca0404568"/>
    <p:sldLayoutId xmlns:r="http://schemas.openxmlformats.org/officeDocument/2006/relationships" id="2147483652" r:id="R4d414062e1c242b3"/>
    <p:sldLayoutId xmlns:r="http://schemas.openxmlformats.org/officeDocument/2006/relationships" id="2147483653" r:id="R6614776dffdc454f"/>
    <p:sldLayoutId xmlns:r="http://schemas.openxmlformats.org/officeDocument/2006/relationships" id="2147483654" r:id="Rb77f125e4e2c4bc2"/>
    <p:sldLayoutId xmlns:r="http://schemas.openxmlformats.org/officeDocument/2006/relationships" id="2147483655" r:id="R5872f28dbe174223"/>
    <p:sldLayoutId xmlns:r="http://schemas.openxmlformats.org/officeDocument/2006/relationships" id="2147483656" r:id="Re346244f21094c6b"/>
    <p:sldLayoutId xmlns:r="http://schemas.openxmlformats.org/officeDocument/2006/relationships" id="2147483657" r:id="R1418bdb4c9c54011"/>
    <p:sldLayoutId xmlns:r="http://schemas.openxmlformats.org/officeDocument/2006/relationships" id="2147483658" r:id="Ra726c52fca034ee8"/>
    <p:sldLayoutId xmlns:r="http://schemas.openxmlformats.org/officeDocument/2006/relationships" id="2147483659" r:id="R1b524a13b60f422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ca812447a4d15" /><Relationship Type="http://schemas.openxmlformats.org/officeDocument/2006/relationships/notesSlide" Target="/ppt/notesSlides/notesSlide1.xml" Id="Rf5b31659e45d4c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d443b97fb743a5" /><Relationship Type="http://schemas.openxmlformats.org/officeDocument/2006/relationships/notesSlide" Target="/ppt/notesSlides/notesSlide2.xml" Id="R448df5c5c6bb46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8c003ee2424965" /><Relationship Type="http://schemas.openxmlformats.org/officeDocument/2006/relationships/notesSlide" Target="/ppt/notesSlides/notesSlide3.xml" Id="R743c8e4a00d147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e46903f6ba4850" /><Relationship Type="http://schemas.openxmlformats.org/officeDocument/2006/relationships/notesSlide" Target="/ppt/notesSlides/notesSlide4.xml" Id="R81d58a12ec454d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51c4cf7879457c" /><Relationship Type="http://schemas.openxmlformats.org/officeDocument/2006/relationships/notesSlide" Target="/ppt/notesSlides/notesSlide5.xml" Id="R197ccffe566f45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27dd19a1d8438a" /><Relationship Type="http://schemas.openxmlformats.org/officeDocument/2006/relationships/notesSlide" Target="/ppt/notesSlides/notesSlide6.xml" Id="Re0085a666e044f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a01d03b867473b" /><Relationship Type="http://schemas.openxmlformats.org/officeDocument/2006/relationships/notesSlide" Target="/ppt/notesSlides/notesSlide7.xml" Id="Re43f58fbc28145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045e7e8f3542d4" /><Relationship Type="http://schemas.openxmlformats.org/officeDocument/2006/relationships/notesSlide" Target="/ppt/notesSlides/notesSlide8.xml" Id="Rb2cc9cbee9634e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9c27a2b1bc4fad" /><Relationship Type="http://schemas.openxmlformats.org/officeDocument/2006/relationships/notesSlide" Target="/ppt/notesSlides/notesSlide9.xml" Id="R7a8e6cfc806247b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visitors must also be 17 or under. Add this rule with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&lt;=. For example, age 14 with a ticket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but age 18 with a ticket does not.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entry rule in the example: visitors aged 12 or over need a ticket, but anyone with an adult may enter at any age. Rewrite the condition using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For example, age 10, no ticket and an adult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cinema-ticket program that asks for the user's age and whether they are a student.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"Discount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anyone under 16, or for students aged 25 or under;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"Full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Test 12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30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2026-09-28T06:16:33.0410000Z</dcterms:created>
  <dcterms:modified xsi:type="dcterms:W3CDTF">2026-09-28T06:16:33.0410000Z</dcterms:modified>
</coreProperties>
</file>