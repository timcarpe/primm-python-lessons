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a903027d7394b47" /><Relationship Type="http://schemas.openxmlformats.org/officeDocument/2006/relationships/extended-properties" Target="/docProps/app.xml" Id="Rcfc9e7c9ae634338" /><Relationship Type="http://schemas.openxmlformats.org/officeDocument/2006/relationships/officeDocument" Target="/ppt/presentation.xml" Id="R12aa15a457e94cff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845388cdb57e41e2"/>
  </p:sldMasterIdLst>
  <p:notesMasterIdLst>
    <p:notesMasterId xmlns:r="http://schemas.openxmlformats.org/officeDocument/2006/relationships" r:id="R2c7f0e6e27ff4414"/>
  </p:notesMasterIdLst>
  <p:sldIdLst>
    <p:sldId xmlns:r="http://schemas.openxmlformats.org/officeDocument/2006/relationships" id="256" r:id="Rc7e24236e4ea4281"/>
    <p:sldId xmlns:r="http://schemas.openxmlformats.org/officeDocument/2006/relationships" id="257" r:id="Ra267b677bca94385"/>
    <p:sldId xmlns:r="http://schemas.openxmlformats.org/officeDocument/2006/relationships" id="258" r:id="R65ff0b4449514412"/>
    <p:sldId xmlns:r="http://schemas.openxmlformats.org/officeDocument/2006/relationships" id="259" r:id="Re4db280ace1d4d20"/>
    <p:sldId xmlns:r="http://schemas.openxmlformats.org/officeDocument/2006/relationships" id="260" r:id="R7e246ac558724e26"/>
    <p:sldId xmlns:r="http://schemas.openxmlformats.org/officeDocument/2006/relationships" id="261" r:id="Rc46c8a5080ec494e"/>
    <p:sldId xmlns:r="http://schemas.openxmlformats.org/officeDocument/2006/relationships" id="262" r:id="R554a2e522b564f20"/>
    <p:sldId xmlns:r="http://schemas.openxmlformats.org/officeDocument/2006/relationships" id="263" r:id="R2491487714a24c89"/>
    <p:sldId xmlns:r="http://schemas.openxmlformats.org/officeDocument/2006/relationships" id="264" r:id="R398802ee65a14ae5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51d3c30cb1f24230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20adf94256e4143" /><Relationship Type="http://schemas.openxmlformats.org/officeDocument/2006/relationships/slideMaster" Target="/ppt/slideMasters/slideMaster1.xml" Id="R845388cdb57e41e2" /><Relationship Type="http://schemas.openxmlformats.org/officeDocument/2006/relationships/notesMaster" Target="/ppt/notesMasters/notesMaster1.xml" Id="R2c7f0e6e27ff4414" /><Relationship Type="http://schemas.openxmlformats.org/officeDocument/2006/relationships/presProps" Target="/ppt/presProps.xml" Id="Rf0f9a46a439f4322" /><Relationship Type="http://schemas.openxmlformats.org/officeDocument/2006/relationships/viewProps" Target="/ppt/viewProps.xml" Id="R1009bc3f38754c7a" /><Relationship Type="http://schemas.openxmlformats.org/officeDocument/2006/relationships/tableStyles" Target="/ppt/tableStyles.xml" Id="R61e5a6f2b6ea4df3" /><Relationship Type="http://schemas.openxmlformats.org/officeDocument/2006/relationships/font" Target="/ppt/fonts/font.dat" Id="R51d3c30cb1f24230" /><Relationship Type="http://schemas.openxmlformats.org/officeDocument/2006/relationships/slide" Target="/ppt/slides/slide1.xml" Id="Rc7e24236e4ea4281" /><Relationship Type="http://schemas.openxmlformats.org/officeDocument/2006/relationships/slide" Target="/ppt/slides/slide2.xml" Id="Ra267b677bca94385" /><Relationship Type="http://schemas.openxmlformats.org/officeDocument/2006/relationships/slide" Target="/ppt/slides/slide3.xml" Id="R65ff0b4449514412" /><Relationship Type="http://schemas.openxmlformats.org/officeDocument/2006/relationships/slide" Target="/ppt/slides/slide4.xml" Id="Re4db280ace1d4d20" /><Relationship Type="http://schemas.openxmlformats.org/officeDocument/2006/relationships/slide" Target="/ppt/slides/slide5.xml" Id="R7e246ac558724e26" /><Relationship Type="http://schemas.openxmlformats.org/officeDocument/2006/relationships/slide" Target="/ppt/slides/slide6.xml" Id="Rc46c8a5080ec494e" /><Relationship Type="http://schemas.openxmlformats.org/officeDocument/2006/relationships/slide" Target="/ppt/slides/slide7.xml" Id="R554a2e522b564f20" /><Relationship Type="http://schemas.openxmlformats.org/officeDocument/2006/relationships/slide" Target="/ppt/slides/slide8.xml" Id="R2491487714a24c89" /><Relationship Type="http://schemas.openxmlformats.org/officeDocument/2006/relationships/slide" Target="/ppt/slides/slide9.xml" Id="R398802ee65a14ae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eaf349492074a8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032d2032dc14255" /><Relationship Type="http://schemas.openxmlformats.org/officeDocument/2006/relationships/notesMaster" Target="/ppt/notesMasters/notesMaster1.xml" Id="R487bebcf2708462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81dc9f73f9a41a4" /><Relationship Type="http://schemas.openxmlformats.org/officeDocument/2006/relationships/notesMaster" Target="/ppt/notesMasters/notesMaster1.xml" Id="Refff80dfc2664b8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8b4bda832ce49ea" /><Relationship Type="http://schemas.openxmlformats.org/officeDocument/2006/relationships/notesMaster" Target="/ppt/notesMasters/notesMaster1.xml" Id="R72a9e90f71c1465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8d1dd997d7a4e60" /><Relationship Type="http://schemas.openxmlformats.org/officeDocument/2006/relationships/notesMaster" Target="/ppt/notesMasters/notesMaster1.xml" Id="R4fee1cdadbd94b1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116993e98d84929" /><Relationship Type="http://schemas.openxmlformats.org/officeDocument/2006/relationships/notesMaster" Target="/ppt/notesMasters/notesMaster1.xml" Id="R5ea32e993bbd403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75d0b0eaebc4d45" /><Relationship Type="http://schemas.openxmlformats.org/officeDocument/2006/relationships/notesMaster" Target="/ppt/notesMasters/notesMaster1.xml" Id="R9c384fa1aac5469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8c4cd019e9b45cd" /><Relationship Type="http://schemas.openxmlformats.org/officeDocument/2006/relationships/notesMaster" Target="/ppt/notesMasters/notesMaster1.xml" Id="R819739634196486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ecbecfb004d4783" /><Relationship Type="http://schemas.openxmlformats.org/officeDocument/2006/relationships/notesMaster" Target="/ppt/notesMasters/notesMaster1.xml" Id="R9f7ccc7b590d4e5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220f5d295e545be" /><Relationship Type="http://schemas.openxmlformats.org/officeDocument/2006/relationships/notesMaster" Target="/ppt/notesMasters/notesMaster1.xml" Id="Rd143f063cfa2436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29bb4539c04318" /><Relationship Type="http://schemas.openxmlformats.org/officeDocument/2006/relationships/image" Target="/ppt/media/image.png" Id="R0c3dc0f8b888457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d33679969e404c" /><Relationship Type="http://schemas.openxmlformats.org/officeDocument/2006/relationships/image" Target="/ppt/media/image.png" Id="Rbe010588f1f848e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e1666147c14865" /><Relationship Type="http://schemas.openxmlformats.org/officeDocument/2006/relationships/image" Target="/ppt/media/image.png" Id="Rb93770bf7047479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bf429f471a4383" /><Relationship Type="http://schemas.openxmlformats.org/officeDocument/2006/relationships/image" Target="/ppt/media/image.png" Id="Re3dce3af5c2045a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bd14dbd2474b0a" /><Relationship Type="http://schemas.openxmlformats.org/officeDocument/2006/relationships/image" Target="/ppt/media/image.png" Id="R4c44f606236f4a4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df9c1c9b684928" /><Relationship Type="http://schemas.openxmlformats.org/officeDocument/2006/relationships/image" Target="/ppt/media/image.png" Id="Ra9a0df1295ce4f5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11955ef8d04f96" /><Relationship Type="http://schemas.openxmlformats.org/officeDocument/2006/relationships/image" Target="/ppt/media/image.png" Id="R718b43eed1654fd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f138354453418e" /><Relationship Type="http://schemas.openxmlformats.org/officeDocument/2006/relationships/image" Target="/ppt/media/image.png" Id="R899bf92b62bd4da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3bf0b1f20440d3" /><Relationship Type="http://schemas.openxmlformats.org/officeDocument/2006/relationships/image" Target="/ppt/media/image.png" Id="Re09ed2caaced49a5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62036814974395" /><Relationship Type="http://schemas.openxmlformats.org/officeDocument/2006/relationships/image" Target="/ppt/media/image.png" Id="Rd2f57ee6ad51467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dc68bec06f420e" /><Relationship Type="http://schemas.openxmlformats.org/officeDocument/2006/relationships/image" Target="/ppt/media/image.png" Id="R3ea7e3de535a4bb0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c3dc0f8b888457d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e010588f1f848e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93770bf7047479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3dce3af5c2045a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c44f606236f4a4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9a0df1295ce4f5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18b43eed1654fd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99bf92b62bd4da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09ed2caaced49a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2f57ee6ad51467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ea7e3de535a4bb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3f08ee4fa664e83" /><Relationship Type="http://schemas.openxmlformats.org/officeDocument/2006/relationships/slideLayout" Target="/ppt/slideLayouts/slideLayout1.xml" Id="R3cbffb0924c84cdf" /><Relationship Type="http://schemas.openxmlformats.org/officeDocument/2006/relationships/slideLayout" Target="/ppt/slideLayouts/slideLayout2.xml" Id="Rbb8130956a844790" /><Relationship Type="http://schemas.openxmlformats.org/officeDocument/2006/relationships/slideLayout" Target="/ppt/slideLayouts/slideLayout3.xml" Id="Rb64114330a45474d" /><Relationship Type="http://schemas.openxmlformats.org/officeDocument/2006/relationships/slideLayout" Target="/ppt/slideLayouts/slideLayout4.xml" Id="R93b8bebac7d9439b" /><Relationship Type="http://schemas.openxmlformats.org/officeDocument/2006/relationships/slideLayout" Target="/ppt/slideLayouts/slideLayout5.xml" Id="R6426e8ddded44e83" /><Relationship Type="http://schemas.openxmlformats.org/officeDocument/2006/relationships/slideLayout" Target="/ppt/slideLayouts/slideLayout6.xml" Id="Rba03e88435164d61" /><Relationship Type="http://schemas.openxmlformats.org/officeDocument/2006/relationships/slideLayout" Target="/ppt/slideLayouts/slideLayout7.xml" Id="R22d6e8f971a24aba" /><Relationship Type="http://schemas.openxmlformats.org/officeDocument/2006/relationships/slideLayout" Target="/ppt/slideLayouts/slideLayout8.xml" Id="Re65b8c7c320d4d74" /><Relationship Type="http://schemas.openxmlformats.org/officeDocument/2006/relationships/slideLayout" Target="/ppt/slideLayouts/slideLayout9.xml" Id="R924ff6cbbec74b82" /><Relationship Type="http://schemas.openxmlformats.org/officeDocument/2006/relationships/slideLayout" Target="/ppt/slideLayouts/slideLayout10.xml" Id="R7504d93ce43a4dd8" /><Relationship Type="http://schemas.openxmlformats.org/officeDocument/2006/relationships/slideLayout" Target="/ppt/slideLayouts/slideLayout11.xml" Id="R67b352c1cc5a4c9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cbffb0924c84cdf"/>
    <p:sldLayoutId xmlns:r="http://schemas.openxmlformats.org/officeDocument/2006/relationships" id="2147483650" r:id="Rbb8130956a844790"/>
    <p:sldLayoutId xmlns:r="http://schemas.openxmlformats.org/officeDocument/2006/relationships" id="2147483651" r:id="Rb64114330a45474d"/>
    <p:sldLayoutId xmlns:r="http://schemas.openxmlformats.org/officeDocument/2006/relationships" id="2147483652" r:id="R93b8bebac7d9439b"/>
    <p:sldLayoutId xmlns:r="http://schemas.openxmlformats.org/officeDocument/2006/relationships" id="2147483653" r:id="R6426e8ddded44e83"/>
    <p:sldLayoutId xmlns:r="http://schemas.openxmlformats.org/officeDocument/2006/relationships" id="2147483654" r:id="Rba03e88435164d61"/>
    <p:sldLayoutId xmlns:r="http://schemas.openxmlformats.org/officeDocument/2006/relationships" id="2147483655" r:id="R22d6e8f971a24aba"/>
    <p:sldLayoutId xmlns:r="http://schemas.openxmlformats.org/officeDocument/2006/relationships" id="2147483656" r:id="Re65b8c7c320d4d74"/>
    <p:sldLayoutId xmlns:r="http://schemas.openxmlformats.org/officeDocument/2006/relationships" id="2147483657" r:id="R924ff6cbbec74b82"/>
    <p:sldLayoutId xmlns:r="http://schemas.openxmlformats.org/officeDocument/2006/relationships" id="2147483658" r:id="R7504d93ce43a4dd8"/>
    <p:sldLayoutId xmlns:r="http://schemas.openxmlformats.org/officeDocument/2006/relationships" id="2147483659" r:id="R67b352c1cc5a4c97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6cc1c1318f46e2" /><Relationship Type="http://schemas.openxmlformats.org/officeDocument/2006/relationships/notesSlide" Target="/ppt/notesSlides/notesSlide1.xml" Id="Ra41581c63e034c2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af301f6a58541f3" /><Relationship Type="http://schemas.openxmlformats.org/officeDocument/2006/relationships/notesSlide" Target="/ppt/notesSlides/notesSlide2.xml" Id="R9498cc6faa614a8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2cd5408feda4cc5" /><Relationship Type="http://schemas.openxmlformats.org/officeDocument/2006/relationships/notesSlide" Target="/ppt/notesSlides/notesSlide3.xml" Id="R9bbe4d4aa03340e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f3a283ca2b44bd5" /><Relationship Type="http://schemas.openxmlformats.org/officeDocument/2006/relationships/notesSlide" Target="/ppt/notesSlides/notesSlide4.xml" Id="Ra9093a2cba2b495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dc033d9ecf4bfd" /><Relationship Type="http://schemas.openxmlformats.org/officeDocument/2006/relationships/notesSlide" Target="/ppt/notesSlides/notesSlide5.xml" Id="R74426a20e1e94fd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6f105e22fc34df5" /><Relationship Type="http://schemas.openxmlformats.org/officeDocument/2006/relationships/notesSlide" Target="/ppt/notesSlides/notesSlide6.xml" Id="R78be62dc1178486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28934d0d00747b6" /><Relationship Type="http://schemas.openxmlformats.org/officeDocument/2006/relationships/notesSlide" Target="/ppt/notesSlides/notesSlide7.xml" Id="R1b011e1e0c174f1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595f14cea904f03" /><Relationship Type="http://schemas.openxmlformats.org/officeDocument/2006/relationships/notesSlide" Target="/ppt/notesSlides/notesSlide8.xml" Id="Rc7697f77b80f4eb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e9fbe69b504fe7" /><Relationship Type="http://schemas.openxmlformats.org/officeDocument/2006/relationships/notesSlide" Target="/ppt/notesSlides/notesSlide9.xml" Id="R63097a179f224a0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Logical Choices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06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96795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77667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77667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If the age is 11 and the ticket answer is yes, what message appears? Why?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For age 14, ticket no and adult yes, what message appears? Which comparison is True?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happens if the user types Yes instead of yes, and why?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or were changed to and, would age 14, ticket no, adult yes allow entry?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age check from 12 to 14. Test ages 13 and 14 with a ticket.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Add an adult exception with or: entry is allowed when the age-and-ticket rule is true or an adult is present. Test an under-age visitor with no ticket but with an adult.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Build a club checker that asks whether the visitor is a member and has a valid pass. Use and so entry is allowed only when both answers are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otherwise show a refusal. Test one allowed and one refused route.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age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"Enter your age: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has_ticket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 you have a ticket?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has_adult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"Is an adult with you?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age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&gt;=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12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(has_ticket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has_adults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==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"yes"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"You may enter."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"Please check the entry rules."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2026-08-27T03:50:29.0380000Z</dcterms:created>
  <dcterms:modified xsi:type="dcterms:W3CDTF">2026-08-27T03:50:29.0380000Z</dcterms:modified>
</coreProperties>
</file>