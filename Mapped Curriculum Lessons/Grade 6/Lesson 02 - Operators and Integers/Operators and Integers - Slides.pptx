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25c597fb0542a5" /><Relationship Type="http://schemas.openxmlformats.org/officeDocument/2006/relationships/extended-properties" Target="/docProps/app.xml" Id="Ra38a66b9a28a4a53" /><Relationship Type="http://schemas.openxmlformats.org/officeDocument/2006/relationships/officeDocument" Target="/ppt/presentation.xml" Id="R576f46bd540346e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91e2454aa9d4ca5"/>
  </p:sldMasterIdLst>
  <p:notesMasterIdLst>
    <p:notesMasterId xmlns:r="http://schemas.openxmlformats.org/officeDocument/2006/relationships" r:id="Rc6a619938ed040f1"/>
  </p:notesMasterIdLst>
  <p:sldIdLst>
    <p:sldId xmlns:r="http://schemas.openxmlformats.org/officeDocument/2006/relationships" id="256" r:id="R915c356a102f41aa"/>
    <p:sldId xmlns:r="http://schemas.openxmlformats.org/officeDocument/2006/relationships" id="257" r:id="Rc44a8f68b026437b"/>
    <p:sldId xmlns:r="http://schemas.openxmlformats.org/officeDocument/2006/relationships" id="258" r:id="R1414d77ce83e40ca"/>
    <p:sldId xmlns:r="http://schemas.openxmlformats.org/officeDocument/2006/relationships" id="259" r:id="R225297c556464f08"/>
    <p:sldId xmlns:r="http://schemas.openxmlformats.org/officeDocument/2006/relationships" id="260" r:id="R6f61ffce81b147bc"/>
    <p:sldId xmlns:r="http://schemas.openxmlformats.org/officeDocument/2006/relationships" id="261" r:id="R7e2f09eb8ae24e03"/>
    <p:sldId xmlns:r="http://schemas.openxmlformats.org/officeDocument/2006/relationships" id="262" r:id="R4a70f779d93e48aa"/>
    <p:sldId xmlns:r="http://schemas.openxmlformats.org/officeDocument/2006/relationships" id="263" r:id="R25d27bc422ba470b"/>
    <p:sldId xmlns:r="http://schemas.openxmlformats.org/officeDocument/2006/relationships" id="264" r:id="Raebcb81f3546486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659b2c496eb46f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02c5916bd2485a" /><Relationship Type="http://schemas.openxmlformats.org/officeDocument/2006/relationships/slideMaster" Target="/ppt/slideMasters/slideMaster1.xml" Id="R691e2454aa9d4ca5" /><Relationship Type="http://schemas.openxmlformats.org/officeDocument/2006/relationships/notesMaster" Target="/ppt/notesMasters/notesMaster1.xml" Id="Rc6a619938ed040f1" /><Relationship Type="http://schemas.openxmlformats.org/officeDocument/2006/relationships/presProps" Target="/ppt/presProps.xml" Id="Rf69892b88e7e42b3" /><Relationship Type="http://schemas.openxmlformats.org/officeDocument/2006/relationships/viewProps" Target="/ppt/viewProps.xml" Id="R8d032dafcc584f0e" /><Relationship Type="http://schemas.openxmlformats.org/officeDocument/2006/relationships/tableStyles" Target="/ppt/tableStyles.xml" Id="R7bfd44ae649f4dbc" /><Relationship Type="http://schemas.openxmlformats.org/officeDocument/2006/relationships/font" Target="/ppt/fonts/font.dat" Id="R3659b2c496eb46f1" /><Relationship Type="http://schemas.openxmlformats.org/officeDocument/2006/relationships/slide" Target="/ppt/slides/slide1.xml" Id="R915c356a102f41aa" /><Relationship Type="http://schemas.openxmlformats.org/officeDocument/2006/relationships/slide" Target="/ppt/slides/slide2.xml" Id="Rc44a8f68b026437b" /><Relationship Type="http://schemas.openxmlformats.org/officeDocument/2006/relationships/slide" Target="/ppt/slides/slide3.xml" Id="R1414d77ce83e40ca" /><Relationship Type="http://schemas.openxmlformats.org/officeDocument/2006/relationships/slide" Target="/ppt/slides/slide4.xml" Id="R225297c556464f08" /><Relationship Type="http://schemas.openxmlformats.org/officeDocument/2006/relationships/slide" Target="/ppt/slides/slide5.xml" Id="R6f61ffce81b147bc" /><Relationship Type="http://schemas.openxmlformats.org/officeDocument/2006/relationships/slide" Target="/ppt/slides/slide6.xml" Id="R7e2f09eb8ae24e03" /><Relationship Type="http://schemas.openxmlformats.org/officeDocument/2006/relationships/slide" Target="/ppt/slides/slide7.xml" Id="R4a70f779d93e48aa" /><Relationship Type="http://schemas.openxmlformats.org/officeDocument/2006/relationships/slide" Target="/ppt/slides/slide8.xml" Id="R25d27bc422ba470b" /><Relationship Type="http://schemas.openxmlformats.org/officeDocument/2006/relationships/slide" Target="/ppt/slides/slide9.xml" Id="Raebcb81f354648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4f190d7a5645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17fc8c0aa2461a" /><Relationship Type="http://schemas.openxmlformats.org/officeDocument/2006/relationships/notesMaster" Target="/ppt/notesMasters/notesMaster1.xml" Id="R1c98822cd43141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0a90235b1d442c" /><Relationship Type="http://schemas.openxmlformats.org/officeDocument/2006/relationships/notesMaster" Target="/ppt/notesMasters/notesMaster1.xml" Id="R64827477717b46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aa4d59dacb429c" /><Relationship Type="http://schemas.openxmlformats.org/officeDocument/2006/relationships/notesMaster" Target="/ppt/notesMasters/notesMaster1.xml" Id="Rd4a820bc1e9c42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45792d119b4da3" /><Relationship Type="http://schemas.openxmlformats.org/officeDocument/2006/relationships/notesMaster" Target="/ppt/notesMasters/notesMaster1.xml" Id="R05d038e523214f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cec2de29644dc8" /><Relationship Type="http://schemas.openxmlformats.org/officeDocument/2006/relationships/notesMaster" Target="/ppt/notesMasters/notesMaster1.xml" Id="Rae93bf1f947a49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892c2691db4200" /><Relationship Type="http://schemas.openxmlformats.org/officeDocument/2006/relationships/notesMaster" Target="/ppt/notesMasters/notesMaster1.xml" Id="R21e4cc086f7945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53f89a74b34881" /><Relationship Type="http://schemas.openxmlformats.org/officeDocument/2006/relationships/notesMaster" Target="/ppt/notesMasters/notesMaster1.xml" Id="R043cade1471245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b68f7d540a427b" /><Relationship Type="http://schemas.openxmlformats.org/officeDocument/2006/relationships/notesMaster" Target="/ppt/notesMasters/notesMaster1.xml" Id="Ree5faa08c7844a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af7e0b55544b5e" /><Relationship Type="http://schemas.openxmlformats.org/officeDocument/2006/relationships/notesMaster" Target="/ppt/notesMasters/notesMaster1.xml" Id="R2c709bd8279640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c8d3e580ed4717" /><Relationship Type="http://schemas.openxmlformats.org/officeDocument/2006/relationships/image" Target="/ppt/media/image.png" Id="R5e14108ccbdd49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98fea734a74f0a" /><Relationship Type="http://schemas.openxmlformats.org/officeDocument/2006/relationships/image" Target="/ppt/media/image.png" Id="R46cfa3340da643b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bbbc334663486f" /><Relationship Type="http://schemas.openxmlformats.org/officeDocument/2006/relationships/image" Target="/ppt/media/image.png" Id="R1a5c8b92ba1045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b70dfb78484298" /><Relationship Type="http://schemas.openxmlformats.org/officeDocument/2006/relationships/image" Target="/ppt/media/image.png" Id="Rd554d3ae6d7d4cc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a81856ea5f49eb" /><Relationship Type="http://schemas.openxmlformats.org/officeDocument/2006/relationships/image" Target="/ppt/media/image.png" Id="Rd88e0b5b0309475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8e76ab96f844a0" /><Relationship Type="http://schemas.openxmlformats.org/officeDocument/2006/relationships/image" Target="/ppt/media/image.png" Id="R037c8e0d76c94d4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051532739143a0" /><Relationship Type="http://schemas.openxmlformats.org/officeDocument/2006/relationships/image" Target="/ppt/media/image.png" Id="R092d6563d2954c1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c1eb2a2e024530" /><Relationship Type="http://schemas.openxmlformats.org/officeDocument/2006/relationships/image" Target="/ppt/media/image.png" Id="R84cbb884201744f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bdc5f843a742fa" /><Relationship Type="http://schemas.openxmlformats.org/officeDocument/2006/relationships/image" Target="/ppt/media/image.png" Id="Reb70eccc99d04a7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0b378dddc643d8" /><Relationship Type="http://schemas.openxmlformats.org/officeDocument/2006/relationships/image" Target="/ppt/media/image.png" Id="R16291421d28c430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4b6b77882c4fae" /><Relationship Type="http://schemas.openxmlformats.org/officeDocument/2006/relationships/image" Target="/ppt/media/image.png" Id="Rd4d12c909d8148f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14108ccbdd49d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cfa3340da643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5c8b92ba10453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54d3ae6d7d4cc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8e0b5b030947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7c8e0d76c94d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2d6563d2954c1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cbb884201744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70eccc99d04a7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291421d28c43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d12c909d8148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27244d7c604db0" /><Relationship Type="http://schemas.openxmlformats.org/officeDocument/2006/relationships/slideLayout" Target="/ppt/slideLayouts/slideLayout1.xml" Id="R2f8d48ec25d04c00" /><Relationship Type="http://schemas.openxmlformats.org/officeDocument/2006/relationships/slideLayout" Target="/ppt/slideLayouts/slideLayout2.xml" Id="R75f4bcea58274560" /><Relationship Type="http://schemas.openxmlformats.org/officeDocument/2006/relationships/slideLayout" Target="/ppt/slideLayouts/slideLayout3.xml" Id="R16d59e23b2b84649" /><Relationship Type="http://schemas.openxmlformats.org/officeDocument/2006/relationships/slideLayout" Target="/ppt/slideLayouts/slideLayout4.xml" Id="Reed16fd2054948c0" /><Relationship Type="http://schemas.openxmlformats.org/officeDocument/2006/relationships/slideLayout" Target="/ppt/slideLayouts/slideLayout5.xml" Id="Rec16c2d581864422" /><Relationship Type="http://schemas.openxmlformats.org/officeDocument/2006/relationships/slideLayout" Target="/ppt/slideLayouts/slideLayout6.xml" Id="R548e5c23f24f4d3f" /><Relationship Type="http://schemas.openxmlformats.org/officeDocument/2006/relationships/slideLayout" Target="/ppt/slideLayouts/slideLayout7.xml" Id="R7619279a2a164d6d" /><Relationship Type="http://schemas.openxmlformats.org/officeDocument/2006/relationships/slideLayout" Target="/ppt/slideLayouts/slideLayout8.xml" Id="Rbff30041cb2f4256" /><Relationship Type="http://schemas.openxmlformats.org/officeDocument/2006/relationships/slideLayout" Target="/ppt/slideLayouts/slideLayout9.xml" Id="R0edf5b0a9ff54c17" /><Relationship Type="http://schemas.openxmlformats.org/officeDocument/2006/relationships/slideLayout" Target="/ppt/slideLayouts/slideLayout10.xml" Id="Ra1ce7e268d9146aa" /><Relationship Type="http://schemas.openxmlformats.org/officeDocument/2006/relationships/slideLayout" Target="/ppt/slideLayouts/slideLayout11.xml" Id="R4d0383bc9d34423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8d48ec25d04c00"/>
    <p:sldLayoutId xmlns:r="http://schemas.openxmlformats.org/officeDocument/2006/relationships" id="2147483650" r:id="R75f4bcea58274560"/>
    <p:sldLayoutId xmlns:r="http://schemas.openxmlformats.org/officeDocument/2006/relationships" id="2147483651" r:id="R16d59e23b2b84649"/>
    <p:sldLayoutId xmlns:r="http://schemas.openxmlformats.org/officeDocument/2006/relationships" id="2147483652" r:id="Reed16fd2054948c0"/>
    <p:sldLayoutId xmlns:r="http://schemas.openxmlformats.org/officeDocument/2006/relationships" id="2147483653" r:id="Rec16c2d581864422"/>
    <p:sldLayoutId xmlns:r="http://schemas.openxmlformats.org/officeDocument/2006/relationships" id="2147483654" r:id="R548e5c23f24f4d3f"/>
    <p:sldLayoutId xmlns:r="http://schemas.openxmlformats.org/officeDocument/2006/relationships" id="2147483655" r:id="R7619279a2a164d6d"/>
    <p:sldLayoutId xmlns:r="http://schemas.openxmlformats.org/officeDocument/2006/relationships" id="2147483656" r:id="Rbff30041cb2f4256"/>
    <p:sldLayoutId xmlns:r="http://schemas.openxmlformats.org/officeDocument/2006/relationships" id="2147483657" r:id="R0edf5b0a9ff54c17"/>
    <p:sldLayoutId xmlns:r="http://schemas.openxmlformats.org/officeDocument/2006/relationships" id="2147483658" r:id="Ra1ce7e268d9146aa"/>
    <p:sldLayoutId xmlns:r="http://schemas.openxmlformats.org/officeDocument/2006/relationships" id="2147483659" r:id="R4d0383bc9d34423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a2aeb53644e66" /><Relationship Type="http://schemas.openxmlformats.org/officeDocument/2006/relationships/notesSlide" Target="/ppt/notesSlides/notesSlide1.xml" Id="R86db5c5dd9fc4c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c8d024c8144a1e" /><Relationship Type="http://schemas.openxmlformats.org/officeDocument/2006/relationships/notesSlide" Target="/ppt/notesSlides/notesSlide2.xml" Id="R26713dda62a84d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40900dc9ff428f" /><Relationship Type="http://schemas.openxmlformats.org/officeDocument/2006/relationships/notesSlide" Target="/ppt/notesSlides/notesSlide3.xml" Id="R041e8e79173244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98776e103047f8" /><Relationship Type="http://schemas.openxmlformats.org/officeDocument/2006/relationships/notesSlide" Target="/ppt/notesSlides/notesSlide4.xml" Id="Rf1df19f148da4a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fe28b0d3fb4559" /><Relationship Type="http://schemas.openxmlformats.org/officeDocument/2006/relationships/notesSlide" Target="/ppt/notesSlides/notesSlide5.xml" Id="Re034e17206b745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1f9fe341e64bdb" /><Relationship Type="http://schemas.openxmlformats.org/officeDocument/2006/relationships/notesSlide" Target="/ppt/notesSlides/notesSlide6.xml" Id="R1999e843ca1342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e476e9dfc64beb" /><Relationship Type="http://schemas.openxmlformats.org/officeDocument/2006/relationships/notesSlide" Target="/ppt/notesSlides/notesSlide7.xml" Id="R8bdab14d93ff4a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37616d43d14e16" /><Relationship Type="http://schemas.openxmlformats.org/officeDocument/2006/relationships/notesSlide" Target="/ppt/notesSlides/notesSlide8.xml" Id="Ra472fb57feed411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72cba4df7340c4" /><Relationship Type="http://schemas.openxmlformats.org/officeDocument/2006/relationships/notesSlide" Target="/ppt/notesSlides/notesSlide9.xml" Id="R8e68ef1334f2402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Operators and Integers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I enter 6, which number is stored with the name num2?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After num1 is added to num2, which number is stored with the name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number appears on screen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num1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comes from the user instead of the fixed value 12.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convert the input to a whole number. For example, 8 and 4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your Challenge 1 program. Ask how many people will share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 the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people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Divide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people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"Each share:"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result. For example, 8, 4 and 3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"Each share: 4.0"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the first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the second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pizza program. Ask how many slices there are, then how many slices each of two friends eats. Convert every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"Slices left:"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number left. For example, 12, 3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"Slices left: 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33978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02 -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number between 1 and 12: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(num1 * num2 – num1)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2026-09-28T09:05:14.3080000Z</dcterms:created>
  <dcterms:modified xsi:type="dcterms:W3CDTF">2026-09-28T09:05:14.3080000Z</dcterms:modified>
</coreProperties>
</file>