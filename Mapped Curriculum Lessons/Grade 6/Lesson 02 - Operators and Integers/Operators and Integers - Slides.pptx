
<file path=[Content_Types].xml><?xml version="1.0" encoding="utf-8"?>
<Types xmlns="http://schemas.openxmlformats.org/package/2006/content-types">
  <Default Extension="xml" ContentType="application/vnd.openxmlformats-package.core-properties+xml"/>
  <Default Extension="png" ContentType="image/png"/>
  <Default Extension="dat" ContentType="application/x-fontdata"/>
  <Default Extension="rels" ContentType="application/vnd.openxmlformats-package.relationships+xml"/>
  <Override PartName="/docProps/app.xml" ContentType="application/vnd.openxmlformats-officedocument.extended-properties+xml"/>
  <Override PartName="/ppt/presentation.xml" ContentType="application/vnd.openxmlformats-officedocument.presentationml.presentation.main+xml"/>
  <Override PartName="/ppt/theme/theme1.xml" ContentType="application/vnd.openxmlformats-officedocument.theme+xml"/>
  <Override PartName="/ppt/slideMasters/slideMaster1.xml" ContentType="application/vnd.openxmlformats-officedocument.presentationml.slideMaster+xml"/>
  <Override PartName="/ppt/slideMasters/theme/theme2.xml" ContentType="application/vnd.openxmlformats-officedocument.theme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notesMasters/notesMaster1.xml" ContentType="application/vnd.openxmlformats-officedocument.presentationml.notesMaster+xml"/>
  <Override PartName="/ppt/notesMasters/theme/theme3.xml" ContentType="application/vnd.openxmlformats-officedocument.them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ableStyles.xml" ContentType="application/vnd.openxmlformats-officedocument.presentationml.tableStyles+xml"/>
  <Override PartName="/ppt/slides/slide1.xml" ContentType="application/vnd.openxmlformats-officedocument.presentationml.slide+xml"/>
  <Override PartName="/ppt/notesSlides/notesSlide1.xml" ContentType="application/vnd.openxmlformats-officedocument.presentationml.notesSlide+xml"/>
  <Override PartName="/ppt/slides/slide2.xml" ContentType="application/vnd.openxmlformats-officedocument.presentationml.slide+xml"/>
  <Override PartName="/ppt/notesSlides/notesSlide2.xml" ContentType="application/vnd.openxmlformats-officedocument.presentationml.notesSlide+xml"/>
  <Override PartName="/ppt/slides/slide3.xml" ContentType="application/vnd.openxmlformats-officedocument.presentationml.slide+xml"/>
  <Override PartName="/ppt/notesSlides/notesSlide3.xml" ContentType="application/vnd.openxmlformats-officedocument.presentationml.notesSlide+xml"/>
  <Override PartName="/ppt/slides/slide4.xml" ContentType="application/vnd.openxmlformats-officedocument.presentationml.slide+xml"/>
  <Override PartName="/ppt/notesSlides/notesSlide4.xml" ContentType="application/vnd.openxmlformats-officedocument.presentationml.notesSlide+xml"/>
  <Override PartName="/ppt/slides/slide5.xml" ContentType="application/vnd.openxmlformats-officedocument.presentationml.slide+xml"/>
  <Override PartName="/ppt/notesSlides/notesSlide5.xml" ContentType="application/vnd.openxmlformats-officedocument.presentationml.notesSlide+xml"/>
  <Override PartName="/ppt/slides/slide6.xml" ContentType="application/vnd.openxmlformats-officedocument.presentationml.slide+xml"/>
  <Override PartName="/ppt/notesSlides/notesSlide6.xml" ContentType="application/vnd.openxmlformats-officedocument.presentationml.notesSlide+xml"/>
  <Override PartName="/ppt/slides/slide7.xml" ContentType="application/vnd.openxmlformats-officedocument.presentationml.slide+xml"/>
  <Override PartName="/ppt/notesSlides/notesSlide7.xml" ContentType="application/vnd.openxmlformats-officedocument.presentationml.notesSlide+xml"/>
  <Override PartName="/ppt/slides/slide8.xml" ContentType="application/vnd.openxmlformats-officedocument.presentationml.slide+xml"/>
  <Override PartName="/ppt/notesSlides/notesSlide8.xml" ContentType="application/vnd.openxmlformats-officedocument.presentationml.notesSlide+xml"/>
  <Override PartName="/ppt/slides/slide9.xml" ContentType="application/vnd.openxmlformats-officedocument.presentationml.slide+xml"/>
  <Override PartName="/ppt/notesSlides/notesSlide9.xml" ContentType="application/vnd.openxmlformats-officedocument.presentationml.notesSlide+xml"/>
</Types>
</file>

<file path=_rels/.rels>&#65279;<?xml version="1.0" encoding="utf-8"?><Relationships xmlns="http://schemas.openxmlformats.org/package/2006/relationships"><Relationship Type="http://schemas.openxmlformats.org/package/2006/relationships/metadata/core-properties" Target="/docProps/core.xml" Id="R4aaa19de2f304e09" /><Relationship Type="http://schemas.openxmlformats.org/officeDocument/2006/relationships/extended-properties" Target="/docProps/app.xml" Id="Rcf47fb0082194367" /><Relationship Type="http://schemas.openxmlformats.org/officeDocument/2006/relationships/officeDocument" Target="/ppt/presentation.xml" Id="Rd7c0e9211b52434c" /></Relationships>
</file>

<file path=ppt/presentation.xml><?xml version="1.0" encoding="utf-8"?>
<p:presentation xmlns:p="http://schemas.openxmlformats.org/presentationml/2006/main" embedTrueTypeFonts="1" saveSubsetFonts="0">
  <p:sldMasterIdLst>
    <p:sldMasterId xmlns:r="http://schemas.openxmlformats.org/officeDocument/2006/relationships" id="2147483648" r:id="Rfbef9cac89904013"/>
  </p:sldMasterIdLst>
  <p:notesMasterIdLst>
    <p:notesMasterId xmlns:r="http://schemas.openxmlformats.org/officeDocument/2006/relationships" r:id="Rc35af77e126c4bdd"/>
  </p:notesMasterIdLst>
  <p:sldIdLst>
    <p:sldId xmlns:r="http://schemas.openxmlformats.org/officeDocument/2006/relationships" id="256" r:id="R4ee7fa2cf1134cb6"/>
    <p:sldId xmlns:r="http://schemas.openxmlformats.org/officeDocument/2006/relationships" id="257" r:id="R5e5d3d78915a4539"/>
    <p:sldId xmlns:r="http://schemas.openxmlformats.org/officeDocument/2006/relationships" id="258" r:id="R477d43bff9de40f7"/>
    <p:sldId xmlns:r="http://schemas.openxmlformats.org/officeDocument/2006/relationships" id="259" r:id="Rcfb3e9a66f6747cb"/>
    <p:sldId xmlns:r="http://schemas.openxmlformats.org/officeDocument/2006/relationships" id="260" r:id="R1445cb515142461e"/>
    <p:sldId xmlns:r="http://schemas.openxmlformats.org/officeDocument/2006/relationships" id="261" r:id="Rea5d9c83015243fd"/>
    <p:sldId xmlns:r="http://schemas.openxmlformats.org/officeDocument/2006/relationships" id="262" r:id="R2cdd16f812dc4e0b"/>
    <p:sldId xmlns:r="http://schemas.openxmlformats.org/officeDocument/2006/relationships" id="263" r:id="R66832f402a4c4fb7"/>
    <p:sldId xmlns:r="http://schemas.openxmlformats.org/officeDocument/2006/relationships" id="264" r:id="R737dc15fdb6b4a25"/>
  </p:sldIdLst>
  <p:sldSz cx="12192000" cy="6858000"/>
  <p:notesSz cx="6858000" cy="9144000"/>
  <p:embeddedFontLst>
    <p:embeddedFont>
      <p:font typeface="JetBrains Mono"/>
      <p:regular xmlns:r="http://schemas.openxmlformats.org/officeDocument/2006/relationships" r:id="R6f77febb2cfa407c"/>
    </p:embeddedFont>
  </p:embeddedFontLst>
</p:presentation>
</file>

<file path=ppt/presProps.xml><?xml version="1.0" encoding="utf-8"?>
<p:presentationPr xmlns:p="http://schemas.openxmlformats.org/presentationml/2006/main">
  <p:extLst>
    <p:ext xmlns:p14="http://schemas.microsoft.com/office/powerpoint/2010/main" uri="{E76CE94A-603C-4142-B9EB-6D1370010A27}">
      <p14:discardImageEditData val="0"/>
    </p:ext>
    <p:ext xmlns:p14="http://schemas.microsoft.com/office/powerpoint/2010/main" uri="{D31A062A-798A-4329-ABDD-BBA856620510}">
      <p14:defaultImageDpi val="32767"/>
    </p:ext>
    <p:ext xmlns:p15="http://schemas.microsoft.com/office/powerpoint/2012/main" uri="{FD5EFAAD-0ECE-453E-9831-46B23BE46B34}">
      <p15:chartTrackingRefBased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p="http://schemas.openxmlformats.org/presentationml/2006/main">
  <p:slideViewPr>
    <p:cSldViewPr snapToGrid="0">
      <p:cViewPr>
        <p:scale>
          <a:sx xmlns:a="http://schemas.openxmlformats.org/drawingml/2006/main" n="1" d="1"/>
          <a:sy xmlns:a="http://schemas.openxmlformats.org/drawingml/2006/main" n="1" d="1"/>
        </p:scale>
        <p:origin x="0" y="0"/>
      </p:cViewPr>
      <p:guideLst/>
    </p:cSldViewPr>
  </p:slideViewPr>
  <p:gridSpacing cx="76200" cy="76200"/>
</p:viewPr>
</file>

<file path=ppt/_rels/presentation.xml.rels>&#65279;<?xml version="1.0" encoding="utf-8"?><Relationships xmlns="http://schemas.openxmlformats.org/package/2006/relationships"><Relationship Type="http://schemas.openxmlformats.org/officeDocument/2006/relationships/theme" Target="/ppt/theme/theme1.xml" Id="Rf458a8fd0123459a" /><Relationship Type="http://schemas.openxmlformats.org/officeDocument/2006/relationships/slideMaster" Target="/ppt/slideMasters/slideMaster1.xml" Id="Rfbef9cac89904013" /><Relationship Type="http://schemas.openxmlformats.org/officeDocument/2006/relationships/notesMaster" Target="/ppt/notesMasters/notesMaster1.xml" Id="Rc35af77e126c4bdd" /><Relationship Type="http://schemas.openxmlformats.org/officeDocument/2006/relationships/presProps" Target="/ppt/presProps.xml" Id="R4094d1165222413e" /><Relationship Type="http://schemas.openxmlformats.org/officeDocument/2006/relationships/viewProps" Target="/ppt/viewProps.xml" Id="R85e05193356344a6" /><Relationship Type="http://schemas.openxmlformats.org/officeDocument/2006/relationships/tableStyles" Target="/ppt/tableStyles.xml" Id="R76e44e1823364fac" /><Relationship Type="http://schemas.openxmlformats.org/officeDocument/2006/relationships/font" Target="/ppt/fonts/font.dat" Id="R6f77febb2cfa407c" /><Relationship Type="http://schemas.openxmlformats.org/officeDocument/2006/relationships/slide" Target="/ppt/slides/slide1.xml" Id="R4ee7fa2cf1134cb6" /><Relationship Type="http://schemas.openxmlformats.org/officeDocument/2006/relationships/slide" Target="/ppt/slides/slide2.xml" Id="R5e5d3d78915a4539" /><Relationship Type="http://schemas.openxmlformats.org/officeDocument/2006/relationships/slide" Target="/ppt/slides/slide3.xml" Id="R477d43bff9de40f7" /><Relationship Type="http://schemas.openxmlformats.org/officeDocument/2006/relationships/slide" Target="/ppt/slides/slide4.xml" Id="Rcfb3e9a66f6747cb" /><Relationship Type="http://schemas.openxmlformats.org/officeDocument/2006/relationships/slide" Target="/ppt/slides/slide5.xml" Id="R1445cb515142461e" /><Relationship Type="http://schemas.openxmlformats.org/officeDocument/2006/relationships/slide" Target="/ppt/slides/slide6.xml" Id="Rea5d9c83015243fd" /><Relationship Type="http://schemas.openxmlformats.org/officeDocument/2006/relationships/slide" Target="/ppt/slides/slide7.xml" Id="R2cdd16f812dc4e0b" /><Relationship Type="http://schemas.openxmlformats.org/officeDocument/2006/relationships/slide" Target="/ppt/slides/slide8.xml" Id="R66832f402a4c4fb7" /><Relationship Type="http://schemas.openxmlformats.org/officeDocument/2006/relationships/slide" Target="/ppt/slides/slide9.xml" Id="R737dc15fdb6b4a25" /></Relationships>
</file>

<file path=ppt/notesMasters/_rels/notesMaster1.xml.rels>&#65279;<?xml version="1.0" encoding="utf-8"?><Relationships xmlns="http://schemas.openxmlformats.org/package/2006/relationships"><Relationship Type="http://schemas.openxmlformats.org/officeDocument/2006/relationships/theme" Target="/ppt/notesMasters/theme/theme3.xml" Id="R88eb8e73d97f4feb" /></Relationships>
</file>

<file path=ppt/notesMasters/notesMaster1.xml><?xml version="1.0" encoding="utf-8"?>
<p:notesMaster xmlns:p="http://schemas.openxmlformats.org/presentationml/2006/main">
  <p:cSld>
    <p:bg>
      <p:bgRef idx="1001">
        <a:schemeClr xmlns:a="http://schemas.openxmlformats.org/drawingml/2006/main" val="bg1"/>
      </p:bgRef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Header Placeholder"/>
          <p:cNvSpPr/>
          <p:nvPr>
            <p:ph type="hdr" sz="quarter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3" name="Date Placeholder"/>
          <p:cNvSpPr/>
          <p:nvPr>
            <p:ph type="dt" sz="quarter" idx="1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Image Placeholder"/>
          <p:cNvSpPr/>
          <p:nvPr>
            <p:ph type="sldImg" idx="2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5" name="Notes Placeholder"/>
          <p:cNvSpPr/>
          <p:nvPr>
            <p:ph type="body" sz="quarter" idx="3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6" name="Footer Placeholder"/>
          <p:cNvSpPr/>
          <p:nvPr>
            <p:ph type="ftr" sz="quarter" idx="4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7" name="Slide Number Placeholder"/>
          <p:cNvSpPr/>
          <p:nvPr>
            <p:ph type="sldNum" sz="quarter" idx="5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 bg1="lt1" tx1="dk1" bg2="lt2" tx2="dk2" accent1="accent1" accent2="accent2" accent3="accent3" accent4="accent4" accent5="accent5" accent6="accent6" hlink="hlink" folHlink="folHlink"/>
  <p:notesStyle>
    <a:lvl1pPr xmlns:a="http://schemas.openxmlformats.org/drawingml/2006/main" marL="0" algn="l" defTabSz="914400" rtl="0" eaLnBrk="1" latinLnBrk="0" hangingPunct="1">
      <a:defRPr sz="1200" kern="1200"/>
    </a:lvl1pPr>
  </p:notesStyle>
</p:notesMaster>
</file>

<file path=ppt/notesMasters/theme/theme3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6350">
          <a:solidFill>
            <a:schemeClr val="phClr"/>
          </a:solidFill>
          <a:prstDash val="solid"/>
        </a:ln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ppt/notesSlides/_rels/notesSlide1.xml.rels>&#65279;<?xml version="1.0" encoding="utf-8"?><Relationships xmlns="http://schemas.openxmlformats.org/package/2006/relationships"><Relationship Type="http://schemas.openxmlformats.org/officeDocument/2006/relationships/slide" Target="/ppt/slides/slide1.xml" Id="Rb067f8041e5f481d" /><Relationship Type="http://schemas.openxmlformats.org/officeDocument/2006/relationships/notesMaster" Target="/ppt/notesMasters/notesMaster1.xml" Id="R01de98a8cdeb48c1" /></Relationships>
</file>

<file path=ppt/notesSlides/_rels/notesSlide2.xml.rels>&#65279;<?xml version="1.0" encoding="utf-8"?><Relationships xmlns="http://schemas.openxmlformats.org/package/2006/relationships"><Relationship Type="http://schemas.openxmlformats.org/officeDocument/2006/relationships/slide" Target="/ppt/slides/slide2.xml" Id="R94da7ad6e5bc493b" /><Relationship Type="http://schemas.openxmlformats.org/officeDocument/2006/relationships/notesMaster" Target="/ppt/notesMasters/notesMaster1.xml" Id="R9899c0541e6a4dec" /></Relationships>
</file>

<file path=ppt/notesSlides/_rels/notesSlide3.xml.rels>&#65279;<?xml version="1.0" encoding="utf-8"?><Relationships xmlns="http://schemas.openxmlformats.org/package/2006/relationships"><Relationship Type="http://schemas.openxmlformats.org/officeDocument/2006/relationships/slide" Target="/ppt/slides/slide3.xml" Id="R489937a1dbeb4260" /><Relationship Type="http://schemas.openxmlformats.org/officeDocument/2006/relationships/notesMaster" Target="/ppt/notesMasters/notesMaster1.xml" Id="Rb463d397336c4836" /></Relationships>
</file>

<file path=ppt/notesSlides/_rels/notesSlide4.xml.rels>&#65279;<?xml version="1.0" encoding="utf-8"?><Relationships xmlns="http://schemas.openxmlformats.org/package/2006/relationships"><Relationship Type="http://schemas.openxmlformats.org/officeDocument/2006/relationships/slide" Target="/ppt/slides/slide4.xml" Id="Re3f63a7710214d58" /><Relationship Type="http://schemas.openxmlformats.org/officeDocument/2006/relationships/notesMaster" Target="/ppt/notesMasters/notesMaster1.xml" Id="R5d12f02182b64b81" /></Relationships>
</file>

<file path=ppt/notesSlides/_rels/notesSlide5.xml.rels>&#65279;<?xml version="1.0" encoding="utf-8"?><Relationships xmlns="http://schemas.openxmlformats.org/package/2006/relationships"><Relationship Type="http://schemas.openxmlformats.org/officeDocument/2006/relationships/slide" Target="/ppt/slides/slide5.xml" Id="R4716ecb96faf4c80" /><Relationship Type="http://schemas.openxmlformats.org/officeDocument/2006/relationships/notesMaster" Target="/ppt/notesMasters/notesMaster1.xml" Id="Rb4831347603f4464" /></Relationships>
</file>

<file path=ppt/notesSlides/_rels/notesSlide6.xml.rels>&#65279;<?xml version="1.0" encoding="utf-8"?><Relationships xmlns="http://schemas.openxmlformats.org/package/2006/relationships"><Relationship Type="http://schemas.openxmlformats.org/officeDocument/2006/relationships/slide" Target="/ppt/slides/slide6.xml" Id="R265baeee9f4f40a2" /><Relationship Type="http://schemas.openxmlformats.org/officeDocument/2006/relationships/notesMaster" Target="/ppt/notesMasters/notesMaster1.xml" Id="R7923f3b6d22d4797" /></Relationships>
</file>

<file path=ppt/notesSlides/_rels/notesSlide7.xml.rels>&#65279;<?xml version="1.0" encoding="utf-8"?><Relationships xmlns="http://schemas.openxmlformats.org/package/2006/relationships"><Relationship Type="http://schemas.openxmlformats.org/officeDocument/2006/relationships/slide" Target="/ppt/slides/slide7.xml" Id="Rae9d4fee2eae4147" /><Relationship Type="http://schemas.openxmlformats.org/officeDocument/2006/relationships/notesMaster" Target="/ppt/notesMasters/notesMaster1.xml" Id="R8df3512e4a1744cf" /></Relationships>
</file>

<file path=ppt/notesSlides/_rels/notesSlide8.xml.rels>&#65279;<?xml version="1.0" encoding="utf-8"?><Relationships xmlns="http://schemas.openxmlformats.org/package/2006/relationships"><Relationship Type="http://schemas.openxmlformats.org/officeDocument/2006/relationships/slide" Target="/ppt/slides/slide8.xml" Id="R11ad70c313224be6" /><Relationship Type="http://schemas.openxmlformats.org/officeDocument/2006/relationships/notesMaster" Target="/ppt/notesMasters/notesMaster1.xml" Id="R61e86fd47f9e4fca" /></Relationships>
</file>

<file path=ppt/notesSlides/_rels/notesSlide9.xml.rels>&#65279;<?xml version="1.0" encoding="utf-8"?><Relationships xmlns="http://schemas.openxmlformats.org/package/2006/relationships"><Relationship Type="http://schemas.openxmlformats.org/officeDocument/2006/relationships/slide" Target="/ppt/slides/slide9.xml" Id="R3007363d26214970" /><Relationship Type="http://schemas.openxmlformats.org/officeDocument/2006/relationships/notesMaster" Target="/ppt/notesMasters/notesMaster1.xml" Id="Rca96acc282974176" /></Relationships>
</file>

<file path=ppt/notesSlides/notesSlide1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2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3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4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5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6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7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8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9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slideLayouts/_rels/slideLayout1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a23163ce602a4278" /><Relationship Type="http://schemas.openxmlformats.org/officeDocument/2006/relationships/image" Target="/ppt/media/image.png" Id="Rafd5a1781cb049b1" /></Relationships>
</file>

<file path=ppt/slideLayouts/_rels/slideLayout2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1f70625c1a95436f" /><Relationship Type="http://schemas.openxmlformats.org/officeDocument/2006/relationships/image" Target="/ppt/media/image.png" Id="Rb7938e0e13704b1b" /></Relationships>
</file>

<file path=ppt/slideLayouts/_rels/slideLayout3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9d9e57d0714c4421" /><Relationship Type="http://schemas.openxmlformats.org/officeDocument/2006/relationships/image" Target="/ppt/media/image.png" Id="R9e9cc562d3dc4946" /></Relationships>
</file>

<file path=ppt/slideLayouts/_rels/slideLayout4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4b98f18015c94180" /><Relationship Type="http://schemas.openxmlformats.org/officeDocument/2006/relationships/image" Target="/ppt/media/image.png" Id="R0e6063b2a60941db" /></Relationships>
</file>

<file path=ppt/slideLayouts/_rels/slideLayout5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44bd0cc199bc4534" /><Relationship Type="http://schemas.openxmlformats.org/officeDocument/2006/relationships/image" Target="/ppt/media/image.png" Id="R6282c0a3a0444946" /></Relationships>
</file>

<file path=ppt/slideLayouts/_rels/slideLayout6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ef080037328a4eec" /><Relationship Type="http://schemas.openxmlformats.org/officeDocument/2006/relationships/image" Target="/ppt/media/image.png" Id="Rbef233ca3ea648b6" /></Relationships>
</file>

<file path=ppt/slideLayouts/_rels/slideLayout7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db19b8c811264a75" /><Relationship Type="http://schemas.openxmlformats.org/officeDocument/2006/relationships/image" Target="/ppt/media/image.png" Id="Re8c16080c548434e" /></Relationships>
</file>

<file path=ppt/slideLayouts/_rels/slideLayout8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ab5d82a6081c483a" /><Relationship Type="http://schemas.openxmlformats.org/officeDocument/2006/relationships/image" Target="/ppt/media/image.png" Id="Rb9a3eb5ce91d4c59" /></Relationships>
</file>

<file path=ppt/slideLayouts/_rels/slideLayout9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2dab56127feb4898" /><Relationship Type="http://schemas.openxmlformats.org/officeDocument/2006/relationships/image" Target="/ppt/media/image.png" Id="Ra907877f46814637" /></Relationships>
</file>

<file path=ppt/slideLayouts/_rels/slideLayout10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b3a0a71e5d21489e" /><Relationship Type="http://schemas.openxmlformats.org/officeDocument/2006/relationships/image" Target="/ppt/media/image.png" Id="Rb3fad4077a07434a" /></Relationships>
</file>

<file path=ppt/slideLayouts/_rels/slideLayout11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21476a3532f14223" /><Relationship Type="http://schemas.openxmlformats.org/officeDocument/2006/relationships/image" Target="/ppt/media/image.png" Id="Re9bb8d1bfee34292" /></Relationships>
</file>

<file path=ppt/slideLayouts/slideLayout1.xml><?xml version="1.0" encoding="utf-8"?>
<p:sldLayout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 xmlns:a="http://schemas.openxmlformats.org/drawingml/2006/main"/>
      </p:grpSpPr>
      <p:pic>
        <p:nvPicPr>
          <p:cNvPr id="11" name="Picture 10"/>
          <p:cNvPicPr>
            <a:picLocks xmlns:a="http://schemas.openxmlformats.org/drawingml/2006/main" noChangeAspect="1"/>
          </p:cNvPicPr>
          <p:nvPr/>
        </p:nvPicPr>
        <p:blipFill rotWithShape="1">
          <a:blip xmlns:r="http://schemas.openxmlformats.org/officeDocument/2006/relationships" xmlns:a="http://schemas.openxmlformats.org/drawingml/2006/main" r:embed="Rafd5a1781cb049b1"/>
          <a:stretch xmlns:a="http://schemas.openxmlformats.org/drawingml/2006/main"/>
        </p:blipFill>
        <p:spPr>
          <a:xfrm xmlns:a="http://schemas.openxmlformats.org/drawingml/2006/main" flipH="1">
            <a:off x="9886209" y="4538703"/>
            <a:ext cx="2305791" cy="1808464"/>
          </a:xfrm>
          <a:prstGeom xmlns:a="http://schemas.openxmlformats.org/drawingml/2006/main" prst="rect">
            <a:avLst/>
          </a:prstGeom>
        </p:spPr>
      </p:pic>
      <p:sp>
        <p:nvSpPr>
          <p:cNvPr id="2" name="Title 1">
            <a:extLst xmlns:a="http://schemas.openxmlformats.org/drawingml/2006/main">
              <a:ext uri="{FF2B5EF4-FFF2-40B4-BE49-F238E27FC236}">
                <a16:creationId xmlns:a16="http://schemas.microsoft.com/office/drawing/2014/main" id="{7FDFF6CC-43FC-990C-9B6B-9217A2FD674A}"/>
              </a:ext>
            </a:extLst>
          </p:cNvPr>
          <p:cNvSpPr>
            <a:spLocks xmlns:a="http://schemas.openxmlformats.org/drawingml/2006/main" noGrp="1"/>
          </p:cNvSpPr>
          <p:nvPr>
            <p:ph type="ctrTitle" idx="0"/>
          </p:nvPr>
        </p:nvSpPr>
        <p:spPr>
          <a:xfrm xmlns:a="http://schemas.openxmlformats.org/drawingml/2006/main">
            <a:off x="1524000" y="1122363"/>
            <a:ext cx="9144000" cy="2387600"/>
          </a:xfrm>
        </p:spPr>
        <p:txBody>
          <a:bodyPr xmlns:a="http://schemas.openxmlformats.org/drawingml/2006/main" anchor="b"/>
          <a:lstStyle xmlns:a="http://schemas.openxmlformats.org/drawingml/2006/main">
            <a:lvl1pPr algn="ctr">
              <a:buNone/>
              <a:defRPr sz="6000"/>
            </a:lvl1pPr>
          </a:lstStyle>
          <a:p xmlns:a="http://schemas.openxmlformats.org/drawingml/2006/main">
            <a:r>
              <a:t>Click to edit Master title style</a:t>
            </a:r>
          </a:p>
        </p:txBody>
      </p:sp>
      <p:sp>
        <p:nvSpPr>
          <p:cNvPr id="3" name="Subtitle 2">
            <a:extLst xmlns:a="http://schemas.openxmlformats.org/drawingml/2006/main">
              <a:ext uri="{FF2B5EF4-FFF2-40B4-BE49-F238E27FC236}">
                <a16:creationId xmlns:a16="http://schemas.microsoft.com/office/drawing/2014/main" id="{58F1D1E5-61EC-84C2-68FB-37DA30B7C33E}"/>
              </a:ext>
            </a:extLst>
          </p:cNvPr>
          <p:cNvSpPr>
            <a:spLocks xmlns:a="http://schemas.openxmlformats.org/drawingml/2006/main" noGrp="1"/>
          </p:cNvSpPr>
          <p:nvPr>
            <p:ph type="subTitle" idx="1"/>
          </p:nvPr>
        </p:nvSpPr>
        <p:spPr>
          <a:xfrm xmlns:a="http://schemas.openxmlformats.org/drawingml/2006/main">
            <a:off x="1524000" y="3602038"/>
            <a:ext cx="9144000" cy="1655762"/>
          </a:xfrm>
        </p:spPr>
        <p:txBody>
          <a:bodyPr xmlns:a="http://schemas.openxmlformats.org/drawingml/2006/main"/>
          <a:lstStyle xmlns:a="http://schemas.openxmlformats.org/drawingml/2006/main"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 xmlns:a="http://schemas.openxmlformats.org/drawingml/2006/main">
            <a:r>
              <a:t>Click to edit Master subtitle style</a:t>
            </a:r>
          </a:p>
        </p:txBody>
      </p:sp>
      <p:sp>
        <p:nvSpPr>
          <p:cNvPr id="6" name="Slide Number Placeholder 5">
            <a:extLst xmlns:a="http://schemas.openxmlformats.org/drawingml/2006/main">
              <a:ext uri="{FF2B5EF4-FFF2-40B4-BE49-F238E27FC236}">
                <a16:creationId xmlns:a16="http://schemas.microsoft.com/office/drawing/2014/main" id="{47481232-E342-60AC-0C19-E932E468DAFC}"/>
              </a:ext>
            </a:extLst>
          </p:cNvPr>
          <p:cNvSpPr>
            <a:spLocks xmlns:a="http://schemas.openxmlformats.org/drawingml/2006/main" noGrp="1"/>
          </p:cNvSpPr>
          <p:nvPr>
            <p:ph type="sldNum" idx="12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61038E6D-FA33-47E9-9599-ABA915C5198A}" type="slidenum">
              <a:t>‹#›</a:t>
            </a:fld>
          </a:p>
        </p:txBody>
      </p:sp>
      <p:sp>
        <p:nvSpPr>
          <p:cNvPr id="9" name="Footer Placeholder 4">
            <a:extLst xmlns:a="http://schemas.openxmlformats.org/drawingml/2006/main">
              <a:ext uri="{FF2B5EF4-FFF2-40B4-BE49-F238E27FC236}">
                <a16:creationId xmlns:a16="http://schemas.microsoft.com/office/drawing/2014/main" id="{D451A462-1188-9829-7D1E-417EB3274292}"/>
              </a:ext>
            </a:extLst>
          </p:cNvPr>
          <p:cNvSpPr>
            <a:spLocks xmlns:a="http://schemas.openxmlformats.org/drawingml/2006/main" noGrp="1"/>
          </p:cNvSpPr>
          <p:nvPr>
            <p:ph type="ftr" idx="3"/>
          </p:nvPr>
        </p:nvSpPr>
        <p:spPr>
          <a:xfrm xmlns:a="http://schemas.openxmlformats.org/drawingml/2006/main">
            <a:off x="137556" y="6358621"/>
            <a:ext cx="4114800" cy="365125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vert="horz" lIns="91440" tIns="45720" rIns="91440" bIns="45720" anchor="ctr"/>
          <a:lstStyle xmlns:a="http://schemas.openxmlformats.org/drawingml/2006/main">
            <a:lvl1pPr algn="l">
              <a:buNone/>
              <a:defRPr sz="800">
                <a:solidFill>
                  <a:schemeClr val="tx1">
                    <a:tint val="75000"/>
                  </a:schemeClr>
                </a:solidFill>
              </a:defRPr>
            </a:lvl1pPr>
          </a:lstStyle>
          <a:p xmlns:a="http://schemas.openxmlformats.org/drawingml/2006/main">
            <a:r>
              <a:t>© Tim Carpenter 2024</a:t>
            </a:r>
          </a:p>
        </p:txBody>
      </p:sp>
    </p:spTree>
  </p:cSld>
</p:sldLayout>
</file>

<file path=ppt/slideLayouts/slideLayout2.xml><?xml version="1.0" encoding="utf-8"?>
<p:sldLayout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itle 1">
            <a:extLst xmlns:a="http://schemas.openxmlformats.org/drawingml/2006/main">
              <a:ext uri="{FF2B5EF4-FFF2-40B4-BE49-F238E27FC236}">
                <a16:creationId xmlns:a16="http://schemas.microsoft.com/office/drawing/2014/main" id="{88AED0F6-839A-B9DC-89D0-453455FF7C42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/>
        <p:txBody>
          <a:bodyPr xmlns:a="http://schemas.openxmlformats.org/drawingml/2006/main"/>
          <a:lstStyle xmlns:a="http://schemas.openxmlformats.org/drawingml/2006/main">
            <a:lvl1pPr>
              <a:buNone/>
              <a:defRPr>
                <a:latin typeface="+mn-lt"/>
                <a:ea typeface="+mn-lt"/>
                <a:cs typeface="+mn-lt"/>
              </a:defRPr>
            </a:lvl1pPr>
          </a:lstStyle>
          <a:p xmlns:a="http://schemas.openxmlformats.org/drawingml/2006/main">
            <a:r>
              <a:t>Click to edit Master title style</a:t>
            </a:r>
          </a:p>
        </p:txBody>
      </p:sp>
      <p:sp>
        <p:nvSpPr>
          <p:cNvPr id="3" name="Content Placeholder 2">
            <a:extLst xmlns:a="http://schemas.openxmlformats.org/drawingml/2006/main">
              <a:ext uri="{FF2B5EF4-FFF2-40B4-BE49-F238E27FC236}">
                <a16:creationId xmlns:a16="http://schemas.microsoft.com/office/drawing/2014/main" id="{AB58F53C-9EF7-92DC-D765-8C886206A74B}"/>
              </a:ext>
            </a:extLst>
          </p:cNvPr>
          <p:cNvSpPr>
            <a:spLocks xmlns:a="http://schemas.openxmlformats.org/drawingml/2006/main" noGrp="1"/>
          </p:cNvSpPr>
          <p:nvPr>
            <p:ph idx="1"/>
          </p:nvPr>
        </p:nvSpPr>
        <p:spPr/>
        <p:txBody>
          <a:bodyPr xmlns:a="http://schemas.openxmlformats.org/drawingml/2006/main">
            <a:normAutofit/>
          </a:bodyPr>
          <a:lstStyle xmlns:a="http://schemas.openxmlformats.org/drawingml/2006/main">
            <a:lvl1pPr>
              <a:buNone/>
              <a:defRPr sz="2000"/>
            </a:lvl1pPr>
            <a:lvl2pPr>
              <a:buNone/>
              <a:defRPr sz="1800"/>
            </a:lvl2pPr>
            <a:lvl3pPr>
              <a:buNone/>
              <a:defRPr sz="1600"/>
            </a:lvl3pPr>
            <a:lvl4pPr>
              <a:buNone/>
              <a:defRPr sz="1400"/>
            </a:lvl4pPr>
            <a:lvl5pPr>
              <a:buNone/>
              <a:defRPr sz="1400"/>
            </a:lvl5pPr>
          </a:lstStyle>
          <a:p xmlns:a="http://schemas.openxmlformats.org/drawingml/2006/main">
            <a:pPr lvl="0">
              <a:buNone/>
            </a:pPr>
            <a:r>
              <a:t>Click to edit Master text styles</a:t>
            </a:r>
          </a:p>
          <a:p xmlns:a="http://schemas.openxmlformats.org/drawingml/2006/main">
            <a:pPr lvl="1">
              <a:buNone/>
            </a:pPr>
            <a:r>
              <a:t>Second level</a:t>
            </a:r>
          </a:p>
          <a:p xmlns:a="http://schemas.openxmlformats.org/drawingml/2006/main">
            <a:pPr lvl="2">
              <a:buNone/>
            </a:pPr>
            <a:r>
              <a:t>Third level</a:t>
            </a:r>
          </a:p>
          <a:p xmlns:a="http://schemas.openxmlformats.org/drawingml/2006/main">
            <a:pPr lvl="3">
              <a:buNone/>
            </a:pPr>
            <a:r>
              <a:t>Fourth level</a:t>
            </a:r>
          </a:p>
          <a:p xmlns:a="http://schemas.openxmlformats.org/drawingml/2006/main">
            <a:pPr lvl="4">
              <a:buNone/>
            </a:pPr>
            <a:r>
              <a:t>Fifth level</a:t>
            </a:r>
          </a:p>
        </p:txBody>
      </p:sp>
      <p:sp>
        <p:nvSpPr>
          <p:cNvPr id="6" name="Slide Number Placeholder 5">
            <a:extLst xmlns:a="http://schemas.openxmlformats.org/drawingml/2006/main">
              <a:ext uri="{FF2B5EF4-FFF2-40B4-BE49-F238E27FC236}">
                <a16:creationId xmlns:a16="http://schemas.microsoft.com/office/drawing/2014/main" id="{6CBFC8B0-5A0E-12F0-38B4-11A4F3EF9A8E}"/>
              </a:ext>
            </a:extLst>
          </p:cNvPr>
          <p:cNvSpPr>
            <a:spLocks xmlns:a="http://schemas.openxmlformats.org/drawingml/2006/main" noGrp="1"/>
          </p:cNvSpPr>
          <p:nvPr>
            <p:ph type="sldNum" idx="12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61038E6D-FA33-47E9-9599-ABA915C5198A}" type="slidenum">
              <a:t>‹#›</a:t>
            </a:fld>
          </a:p>
        </p:txBody>
      </p:sp>
      <p:sp>
        <p:nvSpPr>
          <p:cNvPr id="8" name="Footer Placeholder 4">
            <a:extLst xmlns:a="http://schemas.openxmlformats.org/drawingml/2006/main">
              <a:ext uri="{FF2B5EF4-FFF2-40B4-BE49-F238E27FC236}">
                <a16:creationId xmlns:a16="http://schemas.microsoft.com/office/drawing/2014/main" id="{206D73EA-21DB-DB97-4D76-9405B6C179F8}"/>
              </a:ext>
            </a:extLst>
          </p:cNvPr>
          <p:cNvSpPr>
            <a:spLocks xmlns:a="http://schemas.openxmlformats.org/drawingml/2006/main" noGrp="1"/>
          </p:cNvSpPr>
          <p:nvPr>
            <p:ph type="ftr" idx="3"/>
          </p:nvPr>
        </p:nvSpPr>
        <p:spPr>
          <a:xfrm xmlns:a="http://schemas.openxmlformats.org/drawingml/2006/main">
            <a:off x="137556" y="6358621"/>
            <a:ext cx="4114800" cy="365125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vert="horz" lIns="91440" tIns="45720" rIns="91440" bIns="45720" anchor="ctr"/>
          <a:lstStyle xmlns:a="http://schemas.openxmlformats.org/drawingml/2006/main">
            <a:lvl1pPr algn="l">
              <a:buNone/>
              <a:defRPr sz="800">
                <a:solidFill>
                  <a:schemeClr val="tx1">
                    <a:tint val="75000"/>
                  </a:schemeClr>
                </a:solidFill>
              </a:defRPr>
            </a:lvl1pPr>
          </a:lstStyle>
          <a:p xmlns:a="http://schemas.openxmlformats.org/drawingml/2006/main">
            <a:r>
              <a:t>© Tim Carpenter 2024</a:t>
            </a:r>
          </a:p>
        </p:txBody>
      </p:sp>
      <p:pic>
        <p:nvPicPr>
          <p:cNvPr id="26" name="Picture 10"/>
          <p:cNvPicPr>
            <a:picLocks xmlns:a="http://schemas.openxmlformats.org/drawingml/2006/main" noChangeAspect="1"/>
          </p:cNvPicPr>
          <p:nvPr/>
        </p:nvPicPr>
        <p:blipFill rotWithShape="1">
          <a:blip xmlns:r="http://schemas.openxmlformats.org/officeDocument/2006/relationships" xmlns:a="http://schemas.openxmlformats.org/drawingml/2006/main" r:embed="Rb7938e0e13704b1b">
            <a:alphaModFix amt="28000"/>
          </a:blip>
          <a:stretch xmlns:a="http://schemas.openxmlformats.org/drawingml/2006/main"/>
        </p:blipFill>
        <p:spPr>
          <a:xfrm xmlns:a="http://schemas.openxmlformats.org/drawingml/2006/main">
            <a:off x="10590687" y="5492510"/>
            <a:ext cx="1526225" cy="1197039"/>
          </a:xfrm>
          <a:prstGeom xmlns:a="http://schemas.openxmlformats.org/drawingml/2006/main" prst="rect">
            <a:avLst/>
          </a:prstGeom>
        </p:spPr>
      </p:pic>
    </p:spTree>
  </p:cSld>
</p:sldLayout>
</file>

<file path=ppt/slideLayouts/slideLayout3.xml><?xml version="1.0" encoding="utf-8"?>
<p:sldLayout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itle 1">
            <a:extLst xmlns:a="http://schemas.openxmlformats.org/drawingml/2006/main">
              <a:ext uri="{FF2B5EF4-FFF2-40B4-BE49-F238E27FC236}">
                <a16:creationId xmlns:a16="http://schemas.microsoft.com/office/drawing/2014/main" id="{14FC867F-56FF-F385-7E21-9E50A476D191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>
          <a:xfrm xmlns:a="http://schemas.openxmlformats.org/drawingml/2006/main">
            <a:off x="831850" y="1709738"/>
            <a:ext cx="10515600" cy="2852737"/>
          </a:xfrm>
        </p:spPr>
        <p:txBody>
          <a:bodyPr xmlns:a="http://schemas.openxmlformats.org/drawingml/2006/main" anchor="b"/>
          <a:lstStyle xmlns:a="http://schemas.openxmlformats.org/drawingml/2006/main">
            <a:lvl1pPr>
              <a:buNone/>
              <a:defRPr sz="6000"/>
            </a:lvl1pPr>
          </a:lstStyle>
          <a:p xmlns:a="http://schemas.openxmlformats.org/drawingml/2006/main">
            <a:r>
              <a:t>Click to edit Master title style</a:t>
            </a:r>
          </a:p>
        </p:txBody>
      </p:sp>
      <p:sp>
        <p:nvSpPr>
          <p:cNvPr id="3" name="Text Placeholder 2">
            <a:extLst xmlns:a="http://schemas.openxmlformats.org/drawingml/2006/main">
              <a:ext uri="{FF2B5EF4-FFF2-40B4-BE49-F238E27FC236}">
                <a16:creationId xmlns:a16="http://schemas.microsoft.com/office/drawing/2014/main" id="{F0BBECC5-631B-7421-97E1-98B9F359D5AC}"/>
              </a:ext>
            </a:extLst>
          </p:cNvPr>
          <p:cNvSpPr>
            <a:spLocks xmlns:a="http://schemas.openxmlformats.org/drawingml/2006/main" noGrp="1"/>
          </p:cNvSpPr>
          <p:nvPr>
            <p:ph type="body" idx="1"/>
          </p:nvPr>
        </p:nvSpPr>
        <p:spPr>
          <a:xfrm xmlns:a="http://schemas.openxmlformats.org/drawingml/2006/main">
            <a:off x="831850" y="4589463"/>
            <a:ext cx="10515600" cy="1500187"/>
          </a:xfrm>
        </p:spPr>
        <p:txBody>
          <a:bodyPr xmlns:a="http://schemas.openxmlformats.org/drawingml/2006/main"/>
          <a:lstStyle xmlns:a="http://schemas.openxmlformats.org/drawingml/2006/main">
            <a:lvl1pPr marL="0" indent="0">
              <a:buNone/>
              <a:defRPr sz="24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 xmlns:a="http://schemas.openxmlformats.org/drawingml/2006/main">
            <a:pPr lvl="0">
              <a:buNone/>
            </a:pPr>
            <a:r>
              <a:t>Click to edit Master text styles</a:t>
            </a:r>
          </a:p>
        </p:txBody>
      </p:sp>
      <p:sp>
        <p:nvSpPr>
          <p:cNvPr id="6" name="Slide Number Placeholder 5">
            <a:extLst xmlns:a="http://schemas.openxmlformats.org/drawingml/2006/main">
              <a:ext uri="{FF2B5EF4-FFF2-40B4-BE49-F238E27FC236}">
                <a16:creationId xmlns:a16="http://schemas.microsoft.com/office/drawing/2014/main" id="{9E8F7E75-9E44-2A95-FBD3-0072178142E3}"/>
              </a:ext>
            </a:extLst>
          </p:cNvPr>
          <p:cNvSpPr>
            <a:spLocks xmlns:a="http://schemas.openxmlformats.org/drawingml/2006/main" noGrp="1"/>
          </p:cNvSpPr>
          <p:nvPr>
            <p:ph type="sldNum" idx="12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61038E6D-FA33-47E9-9599-ABA915C5198A}" type="slidenum">
              <a:t>‹#›</a:t>
            </a:fld>
          </a:p>
        </p:txBody>
      </p:sp>
      <p:sp>
        <p:nvSpPr>
          <p:cNvPr id="7" name="Footer Placeholder 4">
            <a:extLst xmlns:a="http://schemas.openxmlformats.org/drawingml/2006/main">
              <a:ext uri="{FF2B5EF4-FFF2-40B4-BE49-F238E27FC236}">
                <a16:creationId xmlns:a16="http://schemas.microsoft.com/office/drawing/2014/main" id="{3860958F-0114-E4CB-62D5-0B058DD7DCD9}"/>
              </a:ext>
            </a:extLst>
          </p:cNvPr>
          <p:cNvSpPr>
            <a:spLocks xmlns:a="http://schemas.openxmlformats.org/drawingml/2006/main" noGrp="1"/>
          </p:cNvSpPr>
          <p:nvPr>
            <p:ph type="ftr" idx="3"/>
          </p:nvPr>
        </p:nvSpPr>
        <p:spPr>
          <a:xfrm xmlns:a="http://schemas.openxmlformats.org/drawingml/2006/main">
            <a:off x="137556" y="6358621"/>
            <a:ext cx="4114800" cy="365125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vert="horz" lIns="91440" tIns="45720" rIns="91440" bIns="45720" anchor="ctr"/>
          <a:lstStyle xmlns:a="http://schemas.openxmlformats.org/drawingml/2006/main">
            <a:lvl1pPr algn="l">
              <a:buNone/>
              <a:defRPr sz="800">
                <a:solidFill>
                  <a:schemeClr val="tx1">
                    <a:tint val="75000"/>
                  </a:schemeClr>
                </a:solidFill>
              </a:defRPr>
            </a:lvl1pPr>
          </a:lstStyle>
          <a:p xmlns:a="http://schemas.openxmlformats.org/drawingml/2006/main">
            <a:r>
              <a:t>© Tim Carpenter 2024</a:t>
            </a:r>
          </a:p>
        </p:txBody>
      </p:sp>
      <p:pic>
        <p:nvPicPr>
          <p:cNvPr id="26" name="Picture 10"/>
          <p:cNvPicPr>
            <a:picLocks xmlns:a="http://schemas.openxmlformats.org/drawingml/2006/main" noChangeAspect="1"/>
          </p:cNvPicPr>
          <p:nvPr/>
        </p:nvPicPr>
        <p:blipFill rotWithShape="1">
          <a:blip xmlns:r="http://schemas.openxmlformats.org/officeDocument/2006/relationships" xmlns:a="http://schemas.openxmlformats.org/drawingml/2006/main" r:embed="R9e9cc562d3dc4946">
            <a:alphaModFix amt="28000"/>
          </a:blip>
          <a:stretch xmlns:a="http://schemas.openxmlformats.org/drawingml/2006/main"/>
        </p:blipFill>
        <p:spPr>
          <a:xfrm xmlns:a="http://schemas.openxmlformats.org/drawingml/2006/main">
            <a:off x="10590687" y="5492510"/>
            <a:ext cx="1526225" cy="1197039"/>
          </a:xfrm>
          <a:prstGeom xmlns:a="http://schemas.openxmlformats.org/drawingml/2006/main" prst="rect">
            <a:avLst/>
          </a:prstGeom>
        </p:spPr>
      </p:pic>
    </p:spTree>
  </p:cSld>
</p:sldLayout>
</file>

<file path=ppt/slideLayouts/slideLayout4.xml><?xml version="1.0" encoding="utf-8"?>
<p:sldLayout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itle 1">
            <a:extLst xmlns:a="http://schemas.openxmlformats.org/drawingml/2006/main">
              <a:ext uri="{FF2B5EF4-FFF2-40B4-BE49-F238E27FC236}">
                <a16:creationId xmlns:a16="http://schemas.microsoft.com/office/drawing/2014/main" id="{73B01DDD-AD72-5492-F320-2E7CE01CE0BE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Click to edit Master title style</a:t>
            </a:r>
          </a:p>
        </p:txBody>
      </p:sp>
      <p:sp>
        <p:nvSpPr>
          <p:cNvPr id="3" name="Content Placeholder 2">
            <a:extLst xmlns:a="http://schemas.openxmlformats.org/drawingml/2006/main">
              <a:ext uri="{FF2B5EF4-FFF2-40B4-BE49-F238E27FC236}">
                <a16:creationId xmlns:a16="http://schemas.microsoft.com/office/drawing/2014/main" id="{B909B796-7446-F558-30BA-08587FEC72F6}"/>
              </a:ext>
            </a:extLst>
          </p:cNvPr>
          <p:cNvSpPr>
            <a:spLocks xmlns:a="http://schemas.openxmlformats.org/drawingml/2006/main" noGrp="1"/>
          </p:cNvSpPr>
          <p:nvPr>
            <p:ph idx="1"/>
          </p:nvPr>
        </p:nvSpPr>
        <p:spPr>
          <a:xfrm xmlns:a="http://schemas.openxmlformats.org/drawingml/2006/main">
            <a:off x="838200" y="1825625"/>
            <a:ext cx="5181600" cy="4351338"/>
          </a:xfr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lvl="0">
              <a:buNone/>
            </a:pPr>
            <a:r>
              <a:t>Click to edit Master text styles</a:t>
            </a:r>
          </a:p>
          <a:p xmlns:a="http://schemas.openxmlformats.org/drawingml/2006/main">
            <a:pPr lvl="1">
              <a:buNone/>
            </a:pPr>
            <a:r>
              <a:t>Second level</a:t>
            </a:r>
          </a:p>
          <a:p xmlns:a="http://schemas.openxmlformats.org/drawingml/2006/main">
            <a:pPr lvl="2">
              <a:buNone/>
            </a:pPr>
            <a:r>
              <a:t>Third level</a:t>
            </a:r>
          </a:p>
          <a:p xmlns:a="http://schemas.openxmlformats.org/drawingml/2006/main">
            <a:pPr lvl="3">
              <a:buNone/>
            </a:pPr>
            <a:r>
              <a:t>Fourth level</a:t>
            </a:r>
          </a:p>
          <a:p xmlns:a="http://schemas.openxmlformats.org/drawingml/2006/main">
            <a:pPr lvl="4">
              <a:buNone/>
            </a:pPr>
            <a:r>
              <a:t>Fifth level</a:t>
            </a:r>
          </a:p>
        </p:txBody>
      </p:sp>
      <p:sp>
        <p:nvSpPr>
          <p:cNvPr id="4" name="Content Placeholder 3">
            <a:extLst xmlns:a="http://schemas.openxmlformats.org/drawingml/2006/main">
              <a:ext uri="{FF2B5EF4-FFF2-40B4-BE49-F238E27FC236}">
                <a16:creationId xmlns:a16="http://schemas.microsoft.com/office/drawing/2014/main" id="{A22B2085-44DC-514D-64F8-CF9AAAFC60B9}"/>
              </a:ext>
            </a:extLst>
          </p:cNvPr>
          <p:cNvSpPr>
            <a:spLocks xmlns:a="http://schemas.openxmlformats.org/drawingml/2006/main" noGrp="1"/>
          </p:cNvSpPr>
          <p:nvPr>
            <p:ph idx="2"/>
          </p:nvPr>
        </p:nvSpPr>
        <p:spPr>
          <a:xfrm xmlns:a="http://schemas.openxmlformats.org/drawingml/2006/main">
            <a:off x="6172200" y="1825625"/>
            <a:ext cx="5181600" cy="4351338"/>
          </a:xfr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lvl="0">
              <a:buNone/>
            </a:pPr>
            <a:r>
              <a:t>Click to edit Master text styles</a:t>
            </a:r>
          </a:p>
          <a:p xmlns:a="http://schemas.openxmlformats.org/drawingml/2006/main">
            <a:pPr lvl="1">
              <a:buNone/>
            </a:pPr>
            <a:r>
              <a:t>Second level</a:t>
            </a:r>
          </a:p>
          <a:p xmlns:a="http://schemas.openxmlformats.org/drawingml/2006/main">
            <a:pPr lvl="2">
              <a:buNone/>
            </a:pPr>
            <a:r>
              <a:t>Third level</a:t>
            </a:r>
          </a:p>
          <a:p xmlns:a="http://schemas.openxmlformats.org/drawingml/2006/main">
            <a:pPr lvl="3">
              <a:buNone/>
            </a:pPr>
            <a:r>
              <a:t>Fourth level</a:t>
            </a:r>
          </a:p>
          <a:p xmlns:a="http://schemas.openxmlformats.org/drawingml/2006/main">
            <a:pPr lvl="4">
              <a:buNone/>
            </a:pPr>
            <a:r>
              <a:t>Fifth level</a:t>
            </a:r>
          </a:p>
        </p:txBody>
      </p:sp>
      <p:sp>
        <p:nvSpPr>
          <p:cNvPr id="7" name="Slide Number Placeholder 6">
            <a:extLst xmlns:a="http://schemas.openxmlformats.org/drawingml/2006/main">
              <a:ext uri="{FF2B5EF4-FFF2-40B4-BE49-F238E27FC236}">
                <a16:creationId xmlns:a16="http://schemas.microsoft.com/office/drawing/2014/main" id="{E39ABB85-F6F1-0C19-E67F-0640F2AD985C}"/>
              </a:ext>
            </a:extLst>
          </p:cNvPr>
          <p:cNvSpPr>
            <a:spLocks xmlns:a="http://schemas.openxmlformats.org/drawingml/2006/main" noGrp="1"/>
          </p:cNvSpPr>
          <p:nvPr>
            <p:ph type="sldNum" idx="12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61038E6D-FA33-47E9-9599-ABA915C5198A}" type="slidenum">
              <a:t>‹#›</a:t>
            </a:fld>
          </a:p>
        </p:txBody>
      </p:sp>
      <p:sp>
        <p:nvSpPr>
          <p:cNvPr id="8" name="Footer Placeholder 4">
            <a:extLst xmlns:a="http://schemas.openxmlformats.org/drawingml/2006/main">
              <a:ext uri="{FF2B5EF4-FFF2-40B4-BE49-F238E27FC236}">
                <a16:creationId xmlns:a16="http://schemas.microsoft.com/office/drawing/2014/main" id="{E1953A55-7744-6468-2338-E73DDA32AA89}"/>
              </a:ext>
            </a:extLst>
          </p:cNvPr>
          <p:cNvSpPr>
            <a:spLocks xmlns:a="http://schemas.openxmlformats.org/drawingml/2006/main" noGrp="1"/>
          </p:cNvSpPr>
          <p:nvPr>
            <p:ph type="ftr" idx="3"/>
          </p:nvPr>
        </p:nvSpPr>
        <p:spPr>
          <a:xfrm xmlns:a="http://schemas.openxmlformats.org/drawingml/2006/main">
            <a:off x="137556" y="6358621"/>
            <a:ext cx="4114800" cy="365125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vert="horz" lIns="91440" tIns="45720" rIns="91440" bIns="45720" anchor="ctr"/>
          <a:lstStyle xmlns:a="http://schemas.openxmlformats.org/drawingml/2006/main">
            <a:lvl1pPr algn="l">
              <a:buNone/>
              <a:defRPr sz="800">
                <a:solidFill>
                  <a:schemeClr val="tx1">
                    <a:tint val="75000"/>
                  </a:schemeClr>
                </a:solidFill>
              </a:defRPr>
            </a:lvl1pPr>
          </a:lstStyle>
          <a:p xmlns:a="http://schemas.openxmlformats.org/drawingml/2006/main">
            <a:r>
              <a:t>© Tim Carpenter 2024</a:t>
            </a:r>
          </a:p>
        </p:txBody>
      </p:sp>
      <p:pic>
        <p:nvPicPr>
          <p:cNvPr id="27" name="Picture 10"/>
          <p:cNvPicPr>
            <a:picLocks xmlns:a="http://schemas.openxmlformats.org/drawingml/2006/main" noChangeAspect="1"/>
          </p:cNvPicPr>
          <p:nvPr/>
        </p:nvPicPr>
        <p:blipFill rotWithShape="1">
          <a:blip xmlns:r="http://schemas.openxmlformats.org/officeDocument/2006/relationships" xmlns:a="http://schemas.openxmlformats.org/drawingml/2006/main" r:embed="R0e6063b2a60941db">
            <a:alphaModFix amt="28000"/>
          </a:blip>
          <a:stretch xmlns:a="http://schemas.openxmlformats.org/drawingml/2006/main"/>
        </p:blipFill>
        <p:spPr>
          <a:xfrm xmlns:a="http://schemas.openxmlformats.org/drawingml/2006/main">
            <a:off x="10590687" y="5492510"/>
            <a:ext cx="1526225" cy="1197039"/>
          </a:xfrm>
          <a:prstGeom xmlns:a="http://schemas.openxmlformats.org/drawingml/2006/main" prst="rect">
            <a:avLst/>
          </a:prstGeom>
        </p:spPr>
      </p:pic>
    </p:spTree>
  </p:cSld>
</p:sldLayout>
</file>

<file path=ppt/slideLayouts/slideLayout5.xml><?xml version="1.0" encoding="utf-8"?>
<p:sldLayout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itle 1">
            <a:extLst xmlns:a="http://schemas.openxmlformats.org/drawingml/2006/main">
              <a:ext uri="{FF2B5EF4-FFF2-40B4-BE49-F238E27FC236}">
                <a16:creationId xmlns:a16="http://schemas.microsoft.com/office/drawing/2014/main" id="{AFFB4B2B-EBD7-897A-C262-268EC4BE9658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>
          <a:xfrm xmlns:a="http://schemas.openxmlformats.org/drawingml/2006/main">
            <a:off x="839788" y="365125"/>
            <a:ext cx="10515600" cy="1325563"/>
          </a:xfr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Click to edit Master title style</a:t>
            </a:r>
          </a:p>
        </p:txBody>
      </p:sp>
      <p:sp>
        <p:nvSpPr>
          <p:cNvPr id="3" name="Text Placeholder 2">
            <a:extLst xmlns:a="http://schemas.openxmlformats.org/drawingml/2006/main">
              <a:ext uri="{FF2B5EF4-FFF2-40B4-BE49-F238E27FC236}">
                <a16:creationId xmlns:a16="http://schemas.microsoft.com/office/drawing/2014/main" id="{C51E813C-3E6C-AE68-B226-C6FD3EFE476D}"/>
              </a:ext>
            </a:extLst>
          </p:cNvPr>
          <p:cNvSpPr>
            <a:spLocks xmlns:a="http://schemas.openxmlformats.org/drawingml/2006/main" noGrp="1"/>
          </p:cNvSpPr>
          <p:nvPr>
            <p:ph type="body" idx="1"/>
          </p:nvPr>
        </p:nvSpPr>
        <p:spPr>
          <a:xfrm xmlns:a="http://schemas.openxmlformats.org/drawingml/2006/main">
            <a:off x="839788" y="1681163"/>
            <a:ext cx="5157787" cy="823912"/>
          </a:xfrm>
        </p:spPr>
        <p:txBody>
          <a:bodyPr xmlns:a="http://schemas.openxmlformats.org/drawingml/2006/main" anchor="b"/>
          <a:lstStyle xmlns:a="http://schemas.openxmlformats.org/drawingml/2006/main"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 xmlns:a="http://schemas.openxmlformats.org/drawingml/2006/main">
            <a:pPr lvl="0">
              <a:buNone/>
            </a:pPr>
            <a:r>
              <a:t>Click to edit Master text styles</a:t>
            </a:r>
          </a:p>
        </p:txBody>
      </p:sp>
      <p:sp>
        <p:nvSpPr>
          <p:cNvPr id="4" name="Content Placeholder 3">
            <a:extLst xmlns:a="http://schemas.openxmlformats.org/drawingml/2006/main">
              <a:ext uri="{FF2B5EF4-FFF2-40B4-BE49-F238E27FC236}">
                <a16:creationId xmlns:a16="http://schemas.microsoft.com/office/drawing/2014/main" id="{166CD796-C40A-1020-B4D5-B344846D29D7}"/>
              </a:ext>
            </a:extLst>
          </p:cNvPr>
          <p:cNvSpPr>
            <a:spLocks xmlns:a="http://schemas.openxmlformats.org/drawingml/2006/main" noGrp="1"/>
          </p:cNvSpPr>
          <p:nvPr>
            <p:ph idx="2"/>
          </p:nvPr>
        </p:nvSpPr>
        <p:spPr>
          <a:xfrm xmlns:a="http://schemas.openxmlformats.org/drawingml/2006/main">
            <a:off x="839788" y="2505075"/>
            <a:ext cx="5157787" cy="3684588"/>
          </a:xfr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lvl="0">
              <a:buNone/>
            </a:pPr>
            <a:r>
              <a:t>Click to edit Master text styles</a:t>
            </a:r>
          </a:p>
          <a:p xmlns:a="http://schemas.openxmlformats.org/drawingml/2006/main">
            <a:pPr lvl="1">
              <a:buNone/>
            </a:pPr>
            <a:r>
              <a:t>Second level</a:t>
            </a:r>
          </a:p>
          <a:p xmlns:a="http://schemas.openxmlformats.org/drawingml/2006/main">
            <a:pPr lvl="2">
              <a:buNone/>
            </a:pPr>
            <a:r>
              <a:t>Third level</a:t>
            </a:r>
          </a:p>
          <a:p xmlns:a="http://schemas.openxmlformats.org/drawingml/2006/main">
            <a:pPr lvl="3">
              <a:buNone/>
            </a:pPr>
            <a:r>
              <a:t>Fourth level</a:t>
            </a:r>
          </a:p>
          <a:p xmlns:a="http://schemas.openxmlformats.org/drawingml/2006/main">
            <a:pPr lvl="4">
              <a:buNone/>
            </a:pPr>
            <a:r>
              <a:t>Fifth level</a:t>
            </a:r>
          </a:p>
        </p:txBody>
      </p:sp>
      <p:sp>
        <p:nvSpPr>
          <p:cNvPr id="5" name="Text Placeholder 4">
            <a:extLst xmlns:a="http://schemas.openxmlformats.org/drawingml/2006/main">
              <a:ext uri="{FF2B5EF4-FFF2-40B4-BE49-F238E27FC236}">
                <a16:creationId xmlns:a16="http://schemas.microsoft.com/office/drawing/2014/main" id="{B8914628-58A6-DA78-A619-B9BF81D2BCFD}"/>
              </a:ext>
            </a:extLst>
          </p:cNvPr>
          <p:cNvSpPr>
            <a:spLocks xmlns:a="http://schemas.openxmlformats.org/drawingml/2006/main" noGrp="1"/>
          </p:cNvSpPr>
          <p:nvPr>
            <p:ph type="body" idx="3"/>
          </p:nvPr>
        </p:nvSpPr>
        <p:spPr>
          <a:xfrm xmlns:a="http://schemas.openxmlformats.org/drawingml/2006/main">
            <a:off x="6172200" y="1681163"/>
            <a:ext cx="5183188" cy="823912"/>
          </a:xfrm>
        </p:spPr>
        <p:txBody>
          <a:bodyPr xmlns:a="http://schemas.openxmlformats.org/drawingml/2006/main" anchor="b"/>
          <a:lstStyle xmlns:a="http://schemas.openxmlformats.org/drawingml/2006/main"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 xmlns:a="http://schemas.openxmlformats.org/drawingml/2006/main">
            <a:pPr lvl="0">
              <a:buNone/>
            </a:pPr>
            <a:r>
              <a:t>Click to edit Master text styles</a:t>
            </a:r>
          </a:p>
        </p:txBody>
      </p:sp>
      <p:sp>
        <p:nvSpPr>
          <p:cNvPr id="6" name="Content Placeholder 5">
            <a:extLst xmlns:a="http://schemas.openxmlformats.org/drawingml/2006/main">
              <a:ext uri="{FF2B5EF4-FFF2-40B4-BE49-F238E27FC236}">
                <a16:creationId xmlns:a16="http://schemas.microsoft.com/office/drawing/2014/main" id="{E4F7B6B7-25B8-12E8-AF86-BF2C33C07444}"/>
              </a:ext>
            </a:extLst>
          </p:cNvPr>
          <p:cNvSpPr>
            <a:spLocks xmlns:a="http://schemas.openxmlformats.org/drawingml/2006/main" noGrp="1"/>
          </p:cNvSpPr>
          <p:nvPr>
            <p:ph idx="4"/>
          </p:nvPr>
        </p:nvSpPr>
        <p:spPr>
          <a:xfrm xmlns:a="http://schemas.openxmlformats.org/drawingml/2006/main">
            <a:off x="6172200" y="2505075"/>
            <a:ext cx="5183188" cy="3684588"/>
          </a:xfr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lvl="0">
              <a:buNone/>
            </a:pPr>
            <a:r>
              <a:t>Click to edit Master text styles</a:t>
            </a:r>
          </a:p>
          <a:p xmlns:a="http://schemas.openxmlformats.org/drawingml/2006/main">
            <a:pPr lvl="1">
              <a:buNone/>
            </a:pPr>
            <a:r>
              <a:t>Second level</a:t>
            </a:r>
          </a:p>
          <a:p xmlns:a="http://schemas.openxmlformats.org/drawingml/2006/main">
            <a:pPr lvl="2">
              <a:buNone/>
            </a:pPr>
            <a:r>
              <a:t>Third level</a:t>
            </a:r>
          </a:p>
          <a:p xmlns:a="http://schemas.openxmlformats.org/drawingml/2006/main">
            <a:pPr lvl="3">
              <a:buNone/>
            </a:pPr>
            <a:r>
              <a:t>Fourth level</a:t>
            </a:r>
          </a:p>
          <a:p xmlns:a="http://schemas.openxmlformats.org/drawingml/2006/main">
            <a:pPr lvl="4">
              <a:buNone/>
            </a:pPr>
            <a:r>
              <a:t>Fifth level</a:t>
            </a:r>
          </a:p>
        </p:txBody>
      </p:sp>
      <p:sp>
        <p:nvSpPr>
          <p:cNvPr id="9" name="Slide Number Placeholder 8">
            <a:extLst xmlns:a="http://schemas.openxmlformats.org/drawingml/2006/main">
              <a:ext uri="{FF2B5EF4-FFF2-40B4-BE49-F238E27FC236}">
                <a16:creationId xmlns:a16="http://schemas.microsoft.com/office/drawing/2014/main" id="{7AD47AF6-33A9-6B39-7A72-07C6D36764E0}"/>
              </a:ext>
            </a:extLst>
          </p:cNvPr>
          <p:cNvSpPr>
            <a:spLocks xmlns:a="http://schemas.openxmlformats.org/drawingml/2006/main" noGrp="1"/>
          </p:cNvSpPr>
          <p:nvPr>
            <p:ph type="sldNum" idx="12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61038E6D-FA33-47E9-9599-ABA915C5198A}" type="slidenum">
              <a:t>‹#›</a:t>
            </a:fld>
          </a:p>
        </p:txBody>
      </p:sp>
      <p:sp>
        <p:nvSpPr>
          <p:cNvPr id="10" name="Footer Placeholder 4">
            <a:extLst xmlns:a="http://schemas.openxmlformats.org/drawingml/2006/main">
              <a:ext uri="{FF2B5EF4-FFF2-40B4-BE49-F238E27FC236}">
                <a16:creationId xmlns:a16="http://schemas.microsoft.com/office/drawing/2014/main" id="{F793A1B9-3B80-9879-3F5C-508512892F5F}"/>
              </a:ext>
            </a:extLst>
          </p:cNvPr>
          <p:cNvSpPr>
            <a:spLocks xmlns:a="http://schemas.openxmlformats.org/drawingml/2006/main" noGrp="1"/>
          </p:cNvSpPr>
          <p:nvPr>
            <p:ph type="ftr" idx="13"/>
          </p:nvPr>
        </p:nvSpPr>
        <p:spPr>
          <a:xfrm xmlns:a="http://schemas.openxmlformats.org/drawingml/2006/main">
            <a:off x="137556" y="6358621"/>
            <a:ext cx="4114800" cy="365125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vert="horz" lIns="91440" tIns="45720" rIns="91440" bIns="45720" anchor="ctr"/>
          <a:lstStyle xmlns:a="http://schemas.openxmlformats.org/drawingml/2006/main">
            <a:lvl1pPr algn="l">
              <a:buNone/>
              <a:defRPr sz="800">
                <a:solidFill>
                  <a:schemeClr val="tx1">
                    <a:tint val="75000"/>
                  </a:schemeClr>
                </a:solidFill>
              </a:defRPr>
            </a:lvl1pPr>
          </a:lstStyle>
          <a:p xmlns:a="http://schemas.openxmlformats.org/drawingml/2006/main">
            <a:r>
              <a:t>© Tim Carpenter 2024</a:t>
            </a:r>
          </a:p>
        </p:txBody>
      </p:sp>
      <p:pic>
        <p:nvPicPr>
          <p:cNvPr id="29" name="Picture 10"/>
          <p:cNvPicPr>
            <a:picLocks xmlns:a="http://schemas.openxmlformats.org/drawingml/2006/main" noChangeAspect="1"/>
          </p:cNvPicPr>
          <p:nvPr/>
        </p:nvPicPr>
        <p:blipFill rotWithShape="1">
          <a:blip xmlns:r="http://schemas.openxmlformats.org/officeDocument/2006/relationships" xmlns:a="http://schemas.openxmlformats.org/drawingml/2006/main" r:embed="R6282c0a3a0444946">
            <a:alphaModFix amt="28000"/>
          </a:blip>
          <a:stretch xmlns:a="http://schemas.openxmlformats.org/drawingml/2006/main"/>
        </p:blipFill>
        <p:spPr>
          <a:xfrm xmlns:a="http://schemas.openxmlformats.org/drawingml/2006/main">
            <a:off x="10590687" y="5492510"/>
            <a:ext cx="1526225" cy="1197039"/>
          </a:xfrm>
          <a:prstGeom xmlns:a="http://schemas.openxmlformats.org/drawingml/2006/main" prst="rect">
            <a:avLst/>
          </a:prstGeom>
        </p:spPr>
      </p:pic>
    </p:spTree>
  </p:cSld>
</p:sldLayout>
</file>

<file path=ppt/slideLayouts/slideLayout6.xml><?xml version="1.0" encoding="utf-8"?>
<p:sldLayout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itle 1">
            <a:extLst xmlns:a="http://schemas.openxmlformats.org/drawingml/2006/main">
              <a:ext uri="{FF2B5EF4-FFF2-40B4-BE49-F238E27FC236}">
                <a16:creationId xmlns:a16="http://schemas.microsoft.com/office/drawing/2014/main" id="{3FCEB483-C8E4-1939-38E2-143E8C2C4657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Click to edit Master title style</a:t>
            </a:r>
          </a:p>
        </p:txBody>
      </p:sp>
      <p:sp>
        <p:nvSpPr>
          <p:cNvPr id="5" name="Slide Number Placeholder 4">
            <a:extLst xmlns:a="http://schemas.openxmlformats.org/drawingml/2006/main">
              <a:ext uri="{FF2B5EF4-FFF2-40B4-BE49-F238E27FC236}">
                <a16:creationId xmlns:a16="http://schemas.microsoft.com/office/drawing/2014/main" id="{146295CF-961A-17C4-4422-5FAAD161AA79}"/>
              </a:ext>
            </a:extLst>
          </p:cNvPr>
          <p:cNvSpPr>
            <a:spLocks xmlns:a="http://schemas.openxmlformats.org/drawingml/2006/main" noGrp="1"/>
          </p:cNvSpPr>
          <p:nvPr>
            <p:ph type="sldNum" idx="12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61038E6D-FA33-47E9-9599-ABA915C5198A}" type="slidenum">
              <a:t>‹#›</a:t>
            </a:fld>
          </a:p>
        </p:txBody>
      </p:sp>
      <p:sp>
        <p:nvSpPr>
          <p:cNvPr id="6" name="Footer Placeholder 4">
            <a:extLst xmlns:a="http://schemas.openxmlformats.org/drawingml/2006/main">
              <a:ext uri="{FF2B5EF4-FFF2-40B4-BE49-F238E27FC236}">
                <a16:creationId xmlns:a16="http://schemas.microsoft.com/office/drawing/2014/main" id="{E198F76D-7C9E-684E-83A2-F78F7204BBEF}"/>
              </a:ext>
            </a:extLst>
          </p:cNvPr>
          <p:cNvSpPr>
            <a:spLocks xmlns:a="http://schemas.openxmlformats.org/drawingml/2006/main" noGrp="1"/>
          </p:cNvSpPr>
          <p:nvPr>
            <p:ph type="ftr" idx="3"/>
          </p:nvPr>
        </p:nvSpPr>
        <p:spPr>
          <a:xfrm xmlns:a="http://schemas.openxmlformats.org/drawingml/2006/main">
            <a:off x="137556" y="6358621"/>
            <a:ext cx="4114800" cy="365125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vert="horz" lIns="91440" tIns="45720" rIns="91440" bIns="45720" anchor="ctr"/>
          <a:lstStyle xmlns:a="http://schemas.openxmlformats.org/drawingml/2006/main">
            <a:lvl1pPr algn="l">
              <a:buNone/>
              <a:defRPr sz="800">
                <a:solidFill>
                  <a:schemeClr val="tx1">
                    <a:tint val="75000"/>
                  </a:schemeClr>
                </a:solidFill>
              </a:defRPr>
            </a:lvl1pPr>
          </a:lstStyle>
          <a:p xmlns:a="http://schemas.openxmlformats.org/drawingml/2006/main">
            <a:r>
              <a:t>© Tim Carpenter 2024</a:t>
            </a:r>
          </a:p>
        </p:txBody>
      </p:sp>
      <p:pic>
        <p:nvPicPr>
          <p:cNvPr id="25" name="Picture 10"/>
          <p:cNvPicPr>
            <a:picLocks xmlns:a="http://schemas.openxmlformats.org/drawingml/2006/main" noChangeAspect="1"/>
          </p:cNvPicPr>
          <p:nvPr/>
        </p:nvPicPr>
        <p:blipFill rotWithShape="1">
          <a:blip xmlns:r="http://schemas.openxmlformats.org/officeDocument/2006/relationships" xmlns:a="http://schemas.openxmlformats.org/drawingml/2006/main" r:embed="Rbef233ca3ea648b6">
            <a:alphaModFix amt="28000"/>
          </a:blip>
          <a:stretch xmlns:a="http://schemas.openxmlformats.org/drawingml/2006/main"/>
        </p:blipFill>
        <p:spPr>
          <a:xfrm xmlns:a="http://schemas.openxmlformats.org/drawingml/2006/main">
            <a:off x="10590687" y="5492510"/>
            <a:ext cx="1526225" cy="1197039"/>
          </a:xfrm>
          <a:prstGeom xmlns:a="http://schemas.openxmlformats.org/drawingml/2006/main" prst="rect">
            <a:avLst/>
          </a:prstGeom>
        </p:spPr>
      </p:pic>
    </p:spTree>
  </p:cSld>
</p:sldLayout>
</file>

<file path=ppt/slideLayouts/slideLayout7.xml><?xml version="1.0" encoding="utf-8"?>
<p:sldLayout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4" name="Slide Number Placeholder 3">
            <a:extLst xmlns:a="http://schemas.openxmlformats.org/drawingml/2006/main">
              <a:ext uri="{FF2B5EF4-FFF2-40B4-BE49-F238E27FC236}">
                <a16:creationId xmlns:a16="http://schemas.microsoft.com/office/drawing/2014/main" id="{7A2153FD-6EE3-927D-E92C-AD8A725CBED6}"/>
              </a:ext>
            </a:extLst>
          </p:cNvPr>
          <p:cNvSpPr>
            <a:spLocks xmlns:a="http://schemas.openxmlformats.org/drawingml/2006/main" noGrp="1"/>
          </p:cNvSpPr>
          <p:nvPr>
            <p:ph type="sldNum" idx="12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61038E6D-FA33-47E9-9599-ABA915C5198A}" type="slidenum">
              <a:t>‹#›</a:t>
            </a:fld>
          </a:p>
        </p:txBody>
      </p:sp>
      <p:sp>
        <p:nvSpPr>
          <p:cNvPr id="5" name="Footer Placeholder 4">
            <a:extLst xmlns:a="http://schemas.openxmlformats.org/drawingml/2006/main">
              <a:ext uri="{FF2B5EF4-FFF2-40B4-BE49-F238E27FC236}">
                <a16:creationId xmlns:a16="http://schemas.microsoft.com/office/drawing/2014/main" id="{E817CC06-6DDB-43E3-DC6C-5B8757B339EF}"/>
              </a:ext>
            </a:extLst>
          </p:cNvPr>
          <p:cNvSpPr>
            <a:spLocks xmlns:a="http://schemas.openxmlformats.org/drawingml/2006/main" noGrp="1"/>
          </p:cNvSpPr>
          <p:nvPr>
            <p:ph type="ftr" idx="3"/>
          </p:nvPr>
        </p:nvSpPr>
        <p:spPr>
          <a:xfrm xmlns:a="http://schemas.openxmlformats.org/drawingml/2006/main">
            <a:off x="137556" y="6358621"/>
            <a:ext cx="4114800" cy="365125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vert="horz" lIns="91440" tIns="45720" rIns="91440" bIns="45720" anchor="ctr"/>
          <a:lstStyle xmlns:a="http://schemas.openxmlformats.org/drawingml/2006/main">
            <a:lvl1pPr algn="l">
              <a:buNone/>
              <a:defRPr sz="800">
                <a:solidFill>
                  <a:schemeClr val="tx1">
                    <a:tint val="75000"/>
                  </a:schemeClr>
                </a:solidFill>
              </a:defRPr>
            </a:lvl1pPr>
          </a:lstStyle>
          <a:p xmlns:a="http://schemas.openxmlformats.org/drawingml/2006/main">
            <a:r>
              <a:t>© Tim Carpenter 2024</a:t>
            </a:r>
          </a:p>
        </p:txBody>
      </p:sp>
      <p:pic>
        <p:nvPicPr>
          <p:cNvPr id="24" name="Picture 10"/>
          <p:cNvPicPr>
            <a:picLocks xmlns:a="http://schemas.openxmlformats.org/drawingml/2006/main" noChangeAspect="1"/>
          </p:cNvPicPr>
          <p:nvPr/>
        </p:nvPicPr>
        <p:blipFill rotWithShape="1">
          <a:blip xmlns:r="http://schemas.openxmlformats.org/officeDocument/2006/relationships" xmlns:a="http://schemas.openxmlformats.org/drawingml/2006/main" r:embed="Re8c16080c548434e">
            <a:alphaModFix amt="28000"/>
          </a:blip>
          <a:stretch xmlns:a="http://schemas.openxmlformats.org/drawingml/2006/main"/>
        </p:blipFill>
        <p:spPr>
          <a:xfrm xmlns:a="http://schemas.openxmlformats.org/drawingml/2006/main">
            <a:off x="10590687" y="5492510"/>
            <a:ext cx="1526225" cy="1197039"/>
          </a:xfrm>
          <a:prstGeom xmlns:a="http://schemas.openxmlformats.org/drawingml/2006/main" prst="rect">
            <a:avLst/>
          </a:prstGeom>
        </p:spPr>
      </p:pic>
    </p:spTree>
  </p:cSld>
</p:sldLayout>
</file>

<file path=ppt/slideLayouts/slideLayout8.xml><?xml version="1.0" encoding="utf-8"?>
<p:sldLayout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itle 1">
            <a:extLst xmlns:a="http://schemas.openxmlformats.org/drawingml/2006/main">
              <a:ext uri="{FF2B5EF4-FFF2-40B4-BE49-F238E27FC236}">
                <a16:creationId xmlns:a16="http://schemas.microsoft.com/office/drawing/2014/main" id="{E09BE86E-8041-6262-7462-5F74302C6B38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>
          <a:xfrm xmlns:a="http://schemas.openxmlformats.org/drawingml/2006/main">
            <a:off x="839788" y="457200"/>
            <a:ext cx="3932237" cy="1600200"/>
          </a:xfrm>
        </p:spPr>
        <p:txBody>
          <a:bodyPr xmlns:a="http://schemas.openxmlformats.org/drawingml/2006/main" anchor="b"/>
          <a:lstStyle xmlns:a="http://schemas.openxmlformats.org/drawingml/2006/main">
            <a:lvl1pPr>
              <a:buNone/>
              <a:defRPr sz="3200"/>
            </a:lvl1pPr>
          </a:lstStyle>
          <a:p xmlns:a="http://schemas.openxmlformats.org/drawingml/2006/main">
            <a:r>
              <a:t>Click to edit Master title style</a:t>
            </a:r>
          </a:p>
        </p:txBody>
      </p:sp>
      <p:sp>
        <p:nvSpPr>
          <p:cNvPr id="3" name="Content Placeholder 2">
            <a:extLst xmlns:a="http://schemas.openxmlformats.org/drawingml/2006/main">
              <a:ext uri="{FF2B5EF4-FFF2-40B4-BE49-F238E27FC236}">
                <a16:creationId xmlns:a16="http://schemas.microsoft.com/office/drawing/2014/main" id="{1028E74F-C33A-2B50-1388-4D9B8C90B9A4}"/>
              </a:ext>
            </a:extLst>
          </p:cNvPr>
          <p:cNvSpPr>
            <a:spLocks xmlns:a="http://schemas.openxmlformats.org/drawingml/2006/main" noGrp="1"/>
          </p:cNvSpPr>
          <p:nvPr>
            <p:ph idx="1"/>
          </p:nvPr>
        </p:nvSpPr>
        <p:spPr>
          <a:xfrm xmlns:a="http://schemas.openxmlformats.org/drawingml/2006/main">
            <a:off x="5183188" y="987425"/>
            <a:ext cx="6172200" cy="4873625"/>
          </a:xfrm>
        </p:spPr>
        <p:txBody>
          <a:bodyPr xmlns:a="http://schemas.openxmlformats.org/drawingml/2006/main"/>
          <a:lstStyle xmlns:a="http://schemas.openxmlformats.org/drawingml/2006/main">
            <a:lvl1pPr>
              <a:buNone/>
              <a:defRPr sz="3200"/>
            </a:lvl1pPr>
            <a:lvl2pPr>
              <a:buNone/>
              <a:defRPr sz="2800"/>
            </a:lvl2pPr>
            <a:lvl3pPr>
              <a:buNone/>
              <a:defRPr sz="2400"/>
            </a:lvl3pPr>
            <a:lvl4pPr>
              <a:buNone/>
              <a:defRPr sz="2000"/>
            </a:lvl4pPr>
            <a:lvl5pPr>
              <a:buNone/>
              <a:defRPr sz="2000"/>
            </a:lvl5pPr>
            <a:lvl6pPr>
              <a:buNone/>
              <a:defRPr sz="2000"/>
            </a:lvl6pPr>
            <a:lvl7pPr>
              <a:buNone/>
              <a:defRPr sz="2000"/>
            </a:lvl7pPr>
            <a:lvl8pPr>
              <a:buNone/>
              <a:defRPr sz="2000"/>
            </a:lvl8pPr>
            <a:lvl9pPr>
              <a:buNone/>
              <a:defRPr sz="2000"/>
            </a:lvl9pPr>
          </a:lstStyle>
          <a:p xmlns:a="http://schemas.openxmlformats.org/drawingml/2006/main">
            <a:pPr lvl="0">
              <a:buNone/>
            </a:pPr>
            <a:r>
              <a:t>Click to edit Master text styles</a:t>
            </a:r>
          </a:p>
          <a:p xmlns:a="http://schemas.openxmlformats.org/drawingml/2006/main">
            <a:pPr lvl="1">
              <a:buNone/>
            </a:pPr>
            <a:r>
              <a:t>Second level</a:t>
            </a:r>
          </a:p>
          <a:p xmlns:a="http://schemas.openxmlformats.org/drawingml/2006/main">
            <a:pPr lvl="2">
              <a:buNone/>
            </a:pPr>
            <a:r>
              <a:t>Third level</a:t>
            </a:r>
          </a:p>
          <a:p xmlns:a="http://schemas.openxmlformats.org/drawingml/2006/main">
            <a:pPr lvl="3">
              <a:buNone/>
            </a:pPr>
            <a:r>
              <a:t>Fourth level</a:t>
            </a:r>
          </a:p>
          <a:p xmlns:a="http://schemas.openxmlformats.org/drawingml/2006/main">
            <a:pPr lvl="4">
              <a:buNone/>
            </a:pPr>
            <a:r>
              <a:t>Fifth level</a:t>
            </a:r>
          </a:p>
        </p:txBody>
      </p:sp>
      <p:sp>
        <p:nvSpPr>
          <p:cNvPr id="4" name="Text Placeholder 3">
            <a:extLst xmlns:a="http://schemas.openxmlformats.org/drawingml/2006/main">
              <a:ext uri="{FF2B5EF4-FFF2-40B4-BE49-F238E27FC236}">
                <a16:creationId xmlns:a16="http://schemas.microsoft.com/office/drawing/2014/main" id="{83BB12FA-7CBC-383A-FB9A-76C44F3BFEDE}"/>
              </a:ext>
            </a:extLst>
          </p:cNvPr>
          <p:cNvSpPr>
            <a:spLocks xmlns:a="http://schemas.openxmlformats.org/drawingml/2006/main" noGrp="1"/>
          </p:cNvSpPr>
          <p:nvPr>
            <p:ph type="body" idx="2"/>
          </p:nvPr>
        </p:nvSpPr>
        <p:spPr>
          <a:xfrm xmlns:a="http://schemas.openxmlformats.org/drawingml/2006/main">
            <a:off x="839788" y="2057400"/>
            <a:ext cx="3932237" cy="3811588"/>
          </a:xfrm>
        </p:spPr>
        <p:txBody>
          <a:bodyPr xmlns:a="http://schemas.openxmlformats.org/drawingml/2006/main"/>
          <a:lstStyle xmlns:a="http://schemas.openxmlformats.org/drawingml/2006/main"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 xmlns:a="http://schemas.openxmlformats.org/drawingml/2006/main">
            <a:pPr lvl="0">
              <a:buNone/>
            </a:pPr>
            <a:r>
              <a:t>Click to edit Master text styles</a:t>
            </a:r>
          </a:p>
        </p:txBody>
      </p:sp>
      <p:sp>
        <p:nvSpPr>
          <p:cNvPr id="7" name="Slide Number Placeholder 6">
            <a:extLst xmlns:a="http://schemas.openxmlformats.org/drawingml/2006/main">
              <a:ext uri="{FF2B5EF4-FFF2-40B4-BE49-F238E27FC236}">
                <a16:creationId xmlns:a16="http://schemas.microsoft.com/office/drawing/2014/main" id="{541DD9D1-AA59-4234-5101-B7789D2F77C8}"/>
              </a:ext>
            </a:extLst>
          </p:cNvPr>
          <p:cNvSpPr>
            <a:spLocks xmlns:a="http://schemas.openxmlformats.org/drawingml/2006/main" noGrp="1"/>
          </p:cNvSpPr>
          <p:nvPr>
            <p:ph type="sldNum" idx="12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61038E6D-FA33-47E9-9599-ABA915C5198A}" type="slidenum">
              <a:t>‹#›</a:t>
            </a:fld>
          </a:p>
        </p:txBody>
      </p:sp>
      <p:sp>
        <p:nvSpPr>
          <p:cNvPr id="8" name="Footer Placeholder 4">
            <a:extLst xmlns:a="http://schemas.openxmlformats.org/drawingml/2006/main">
              <a:ext uri="{FF2B5EF4-FFF2-40B4-BE49-F238E27FC236}">
                <a16:creationId xmlns:a16="http://schemas.microsoft.com/office/drawing/2014/main" id="{37516DE9-6B09-3815-23C9-1128F36E2F0F}"/>
              </a:ext>
            </a:extLst>
          </p:cNvPr>
          <p:cNvSpPr>
            <a:spLocks xmlns:a="http://schemas.openxmlformats.org/drawingml/2006/main" noGrp="1"/>
          </p:cNvSpPr>
          <p:nvPr>
            <p:ph type="ftr" idx="3"/>
          </p:nvPr>
        </p:nvSpPr>
        <p:spPr>
          <a:xfrm xmlns:a="http://schemas.openxmlformats.org/drawingml/2006/main">
            <a:off x="137556" y="6358621"/>
            <a:ext cx="4114800" cy="365125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vert="horz" lIns="91440" tIns="45720" rIns="91440" bIns="45720" anchor="ctr"/>
          <a:lstStyle xmlns:a="http://schemas.openxmlformats.org/drawingml/2006/main">
            <a:lvl1pPr algn="l">
              <a:buNone/>
              <a:defRPr sz="800">
                <a:solidFill>
                  <a:schemeClr val="tx1">
                    <a:tint val="75000"/>
                  </a:schemeClr>
                </a:solidFill>
              </a:defRPr>
            </a:lvl1pPr>
          </a:lstStyle>
          <a:p xmlns:a="http://schemas.openxmlformats.org/drawingml/2006/main">
            <a:r>
              <a:t>© Tim Carpenter 2024</a:t>
            </a:r>
          </a:p>
        </p:txBody>
      </p:sp>
      <p:pic>
        <p:nvPicPr>
          <p:cNvPr id="27" name="Picture 10"/>
          <p:cNvPicPr>
            <a:picLocks xmlns:a="http://schemas.openxmlformats.org/drawingml/2006/main" noChangeAspect="1"/>
          </p:cNvPicPr>
          <p:nvPr/>
        </p:nvPicPr>
        <p:blipFill rotWithShape="1">
          <a:blip xmlns:r="http://schemas.openxmlformats.org/officeDocument/2006/relationships" xmlns:a="http://schemas.openxmlformats.org/drawingml/2006/main" r:embed="Rb9a3eb5ce91d4c59">
            <a:alphaModFix amt="28000"/>
          </a:blip>
          <a:stretch xmlns:a="http://schemas.openxmlformats.org/drawingml/2006/main"/>
        </p:blipFill>
        <p:spPr>
          <a:xfrm xmlns:a="http://schemas.openxmlformats.org/drawingml/2006/main">
            <a:off x="10590687" y="5492510"/>
            <a:ext cx="1526225" cy="1197039"/>
          </a:xfrm>
          <a:prstGeom xmlns:a="http://schemas.openxmlformats.org/drawingml/2006/main" prst="rect">
            <a:avLst/>
          </a:prstGeom>
        </p:spPr>
      </p:pic>
    </p:spTree>
  </p:cSld>
</p:sldLayout>
</file>

<file path=ppt/slideLayouts/slideLayout9.xml><?xml version="1.0" encoding="utf-8"?>
<p:sldLayout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itle 1">
            <a:extLst xmlns:a="http://schemas.openxmlformats.org/drawingml/2006/main">
              <a:ext uri="{FF2B5EF4-FFF2-40B4-BE49-F238E27FC236}">
                <a16:creationId xmlns:a16="http://schemas.microsoft.com/office/drawing/2014/main" id="{7FCFA6B7-9D69-735A-E926-4416D17716D2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>
          <a:xfrm xmlns:a="http://schemas.openxmlformats.org/drawingml/2006/main">
            <a:off x="839788" y="457200"/>
            <a:ext cx="3932237" cy="1600200"/>
          </a:xfrm>
        </p:spPr>
        <p:txBody>
          <a:bodyPr xmlns:a="http://schemas.openxmlformats.org/drawingml/2006/main" anchor="b"/>
          <a:lstStyle xmlns:a="http://schemas.openxmlformats.org/drawingml/2006/main">
            <a:lvl1pPr>
              <a:buNone/>
              <a:defRPr sz="3200"/>
            </a:lvl1pPr>
          </a:lstStyle>
          <a:p xmlns:a="http://schemas.openxmlformats.org/drawingml/2006/main">
            <a:r>
              <a:t>Click to edit Master title style</a:t>
            </a:r>
          </a:p>
        </p:txBody>
      </p:sp>
      <p:sp>
        <p:nvSpPr>
          <p:cNvPr id="3" name="Picture Placeholder 2">
            <a:extLst xmlns:a="http://schemas.openxmlformats.org/drawingml/2006/main">
              <a:ext uri="{FF2B5EF4-FFF2-40B4-BE49-F238E27FC236}">
                <a16:creationId xmlns:a16="http://schemas.microsoft.com/office/drawing/2014/main" id="{C86DB7F7-4E31-55AE-507B-BF19F2D4F507}"/>
              </a:ext>
            </a:extLst>
          </p:cNvPr>
          <p:cNvSpPr>
            <a:spLocks xmlns:a="http://schemas.openxmlformats.org/drawingml/2006/main" noGrp="1"/>
          </p:cNvSpPr>
          <p:nvPr>
            <p:ph type="pic" idx="1"/>
          </p:nvPr>
        </p:nvSpPr>
        <p:spPr>
          <a:xfrm xmlns:a="http://schemas.openxmlformats.org/drawingml/2006/main">
            <a:off x="5183188" y="987425"/>
            <a:ext cx="6172200" cy="4873625"/>
          </a:xfrm>
        </p:spPr>
        <p:txBody>
          <a:bodyPr xmlns:a="http://schemas.openxmlformats.org/drawingml/2006/main"/>
          <a:lstStyle xmlns:a="http://schemas.openxmlformats.org/drawingml/2006/main"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 xmlns:a="http://schemas.openxmlformats.org/drawingml/2006/main"/>
        </p:txBody>
      </p:sp>
      <p:sp>
        <p:nvSpPr>
          <p:cNvPr id="4" name="Text Placeholder 3">
            <a:extLst xmlns:a="http://schemas.openxmlformats.org/drawingml/2006/main">
              <a:ext uri="{FF2B5EF4-FFF2-40B4-BE49-F238E27FC236}">
                <a16:creationId xmlns:a16="http://schemas.microsoft.com/office/drawing/2014/main" id="{0910AB72-D347-A0D1-09AD-464CA22BA74E}"/>
              </a:ext>
            </a:extLst>
          </p:cNvPr>
          <p:cNvSpPr>
            <a:spLocks xmlns:a="http://schemas.openxmlformats.org/drawingml/2006/main" noGrp="1"/>
          </p:cNvSpPr>
          <p:nvPr>
            <p:ph type="body" idx="2"/>
          </p:nvPr>
        </p:nvSpPr>
        <p:spPr>
          <a:xfrm xmlns:a="http://schemas.openxmlformats.org/drawingml/2006/main">
            <a:off x="839788" y="2057400"/>
            <a:ext cx="3932237" cy="3811588"/>
          </a:xfrm>
        </p:spPr>
        <p:txBody>
          <a:bodyPr xmlns:a="http://schemas.openxmlformats.org/drawingml/2006/main"/>
          <a:lstStyle xmlns:a="http://schemas.openxmlformats.org/drawingml/2006/main"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 xmlns:a="http://schemas.openxmlformats.org/drawingml/2006/main">
            <a:pPr lvl="0">
              <a:buNone/>
            </a:pPr>
            <a:r>
              <a:t>Click to edit Master text styles</a:t>
            </a:r>
          </a:p>
        </p:txBody>
      </p:sp>
      <p:sp>
        <p:nvSpPr>
          <p:cNvPr id="7" name="Slide Number Placeholder 6">
            <a:extLst xmlns:a="http://schemas.openxmlformats.org/drawingml/2006/main">
              <a:ext uri="{FF2B5EF4-FFF2-40B4-BE49-F238E27FC236}">
                <a16:creationId xmlns:a16="http://schemas.microsoft.com/office/drawing/2014/main" id="{FCAC0EC3-9A02-6817-1AD1-E884E7BA54C3}"/>
              </a:ext>
            </a:extLst>
          </p:cNvPr>
          <p:cNvSpPr>
            <a:spLocks xmlns:a="http://schemas.openxmlformats.org/drawingml/2006/main" noGrp="1"/>
          </p:cNvSpPr>
          <p:nvPr>
            <p:ph type="sldNum" idx="12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61038E6D-FA33-47E9-9599-ABA915C5198A}" type="slidenum">
              <a:t>‹#›</a:t>
            </a:fld>
          </a:p>
        </p:txBody>
      </p:sp>
      <p:sp>
        <p:nvSpPr>
          <p:cNvPr id="8" name="Footer Placeholder 4">
            <a:extLst xmlns:a="http://schemas.openxmlformats.org/drawingml/2006/main">
              <a:ext uri="{FF2B5EF4-FFF2-40B4-BE49-F238E27FC236}">
                <a16:creationId xmlns:a16="http://schemas.microsoft.com/office/drawing/2014/main" id="{3CC35688-CEE5-57AE-D35E-231B71BD0ACF}"/>
              </a:ext>
            </a:extLst>
          </p:cNvPr>
          <p:cNvSpPr>
            <a:spLocks xmlns:a="http://schemas.openxmlformats.org/drawingml/2006/main" noGrp="1"/>
          </p:cNvSpPr>
          <p:nvPr>
            <p:ph type="ftr" idx="3"/>
          </p:nvPr>
        </p:nvSpPr>
        <p:spPr>
          <a:xfrm xmlns:a="http://schemas.openxmlformats.org/drawingml/2006/main">
            <a:off x="137556" y="6358621"/>
            <a:ext cx="4114800" cy="365125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vert="horz" lIns="91440" tIns="45720" rIns="91440" bIns="45720" anchor="ctr"/>
          <a:lstStyle xmlns:a="http://schemas.openxmlformats.org/drawingml/2006/main">
            <a:lvl1pPr algn="l">
              <a:buNone/>
              <a:defRPr sz="800">
                <a:solidFill>
                  <a:schemeClr val="tx1">
                    <a:tint val="75000"/>
                  </a:schemeClr>
                </a:solidFill>
              </a:defRPr>
            </a:lvl1pPr>
          </a:lstStyle>
          <a:p xmlns:a="http://schemas.openxmlformats.org/drawingml/2006/main">
            <a:r>
              <a:t>© Tim Carpenter 2024</a:t>
            </a:r>
          </a:p>
        </p:txBody>
      </p:sp>
      <p:pic>
        <p:nvPicPr>
          <p:cNvPr id="27" name="Picture 10"/>
          <p:cNvPicPr>
            <a:picLocks xmlns:a="http://schemas.openxmlformats.org/drawingml/2006/main" noChangeAspect="1"/>
          </p:cNvPicPr>
          <p:nvPr/>
        </p:nvPicPr>
        <p:blipFill rotWithShape="1">
          <a:blip xmlns:r="http://schemas.openxmlformats.org/officeDocument/2006/relationships" xmlns:a="http://schemas.openxmlformats.org/drawingml/2006/main" r:embed="Ra907877f46814637">
            <a:alphaModFix amt="28000"/>
          </a:blip>
          <a:stretch xmlns:a="http://schemas.openxmlformats.org/drawingml/2006/main"/>
        </p:blipFill>
        <p:spPr>
          <a:xfrm xmlns:a="http://schemas.openxmlformats.org/drawingml/2006/main">
            <a:off x="10590687" y="5492510"/>
            <a:ext cx="1526225" cy="1197039"/>
          </a:xfrm>
          <a:prstGeom xmlns:a="http://schemas.openxmlformats.org/drawingml/2006/main" prst="rect">
            <a:avLst/>
          </a:prstGeom>
        </p:spPr>
      </p:pic>
    </p:spTree>
  </p:cSld>
</p:sldLayout>
</file>

<file path=ppt/slideLayouts/slideLayout10.xml><?xml version="1.0" encoding="utf-8"?>
<p:sldLayout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itle 1">
            <a:extLst xmlns:a="http://schemas.openxmlformats.org/drawingml/2006/main">
              <a:ext uri="{FF2B5EF4-FFF2-40B4-BE49-F238E27FC236}">
                <a16:creationId xmlns:a16="http://schemas.microsoft.com/office/drawing/2014/main" id="{FFD1B9AF-39AC-B0C4-144B-75DC396DA236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Click to edit Master title style</a:t>
            </a:r>
          </a:p>
        </p:txBody>
      </p:sp>
      <p:sp>
        <p:nvSpPr>
          <p:cNvPr id="3" name="Vertical Text Placeholder 2">
            <a:extLst xmlns:a="http://schemas.openxmlformats.org/drawingml/2006/main">
              <a:ext uri="{FF2B5EF4-FFF2-40B4-BE49-F238E27FC236}">
                <a16:creationId xmlns:a16="http://schemas.microsoft.com/office/drawing/2014/main" id="{F7274C17-AC95-6D65-E5F5-345957FDC054}"/>
              </a:ext>
            </a:extLst>
          </p:cNvPr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 vert="eaVert"/>
          <a:lstStyle xmlns:a="http://schemas.openxmlformats.org/drawingml/2006/main"/>
          <a:p xmlns:a="http://schemas.openxmlformats.org/drawingml/2006/main">
            <a:pPr lvl="0">
              <a:buNone/>
            </a:pPr>
            <a:r>
              <a:t>Click to edit Master text styles</a:t>
            </a:r>
          </a:p>
          <a:p xmlns:a="http://schemas.openxmlformats.org/drawingml/2006/main">
            <a:pPr lvl="1">
              <a:buNone/>
            </a:pPr>
            <a:r>
              <a:t>Second level</a:t>
            </a:r>
          </a:p>
          <a:p xmlns:a="http://schemas.openxmlformats.org/drawingml/2006/main">
            <a:pPr lvl="2">
              <a:buNone/>
            </a:pPr>
            <a:r>
              <a:t>Third level</a:t>
            </a:r>
          </a:p>
          <a:p xmlns:a="http://schemas.openxmlformats.org/drawingml/2006/main">
            <a:pPr lvl="3">
              <a:buNone/>
            </a:pPr>
            <a:r>
              <a:t>Fourth level</a:t>
            </a:r>
          </a:p>
          <a:p xmlns:a="http://schemas.openxmlformats.org/drawingml/2006/main">
            <a:pPr lvl="4">
              <a:buNone/>
            </a:pPr>
            <a:r>
              <a:t>Fifth level</a:t>
            </a:r>
          </a:p>
        </p:txBody>
      </p:sp>
      <p:sp>
        <p:nvSpPr>
          <p:cNvPr id="6" name="Slide Number Placeholder 5">
            <a:extLst xmlns:a="http://schemas.openxmlformats.org/drawingml/2006/main">
              <a:ext uri="{FF2B5EF4-FFF2-40B4-BE49-F238E27FC236}">
                <a16:creationId xmlns:a16="http://schemas.microsoft.com/office/drawing/2014/main" id="{E48C1558-F77E-F6C8-CF31-C04964B8E4C0}"/>
              </a:ext>
            </a:extLst>
          </p:cNvPr>
          <p:cNvSpPr>
            <a:spLocks xmlns:a="http://schemas.openxmlformats.org/drawingml/2006/main" noGrp="1"/>
          </p:cNvSpPr>
          <p:nvPr>
            <p:ph type="sldNum" idx="12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61038E6D-FA33-47E9-9599-ABA915C5198A}" type="slidenum">
              <a:t>‹#›</a:t>
            </a:fld>
          </a:p>
        </p:txBody>
      </p:sp>
      <p:sp>
        <p:nvSpPr>
          <p:cNvPr id="7" name="Footer Placeholder 4">
            <a:extLst xmlns:a="http://schemas.openxmlformats.org/drawingml/2006/main">
              <a:ext uri="{FF2B5EF4-FFF2-40B4-BE49-F238E27FC236}">
                <a16:creationId xmlns:a16="http://schemas.microsoft.com/office/drawing/2014/main" id="{176EA422-06F7-D957-5CC8-8F1F313EC979}"/>
              </a:ext>
            </a:extLst>
          </p:cNvPr>
          <p:cNvSpPr>
            <a:spLocks xmlns:a="http://schemas.openxmlformats.org/drawingml/2006/main" noGrp="1"/>
          </p:cNvSpPr>
          <p:nvPr>
            <p:ph type="ftr" idx="3"/>
          </p:nvPr>
        </p:nvSpPr>
        <p:spPr>
          <a:xfrm xmlns:a="http://schemas.openxmlformats.org/drawingml/2006/main">
            <a:off x="137556" y="6358621"/>
            <a:ext cx="4114800" cy="365125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vert="horz" lIns="91440" tIns="45720" rIns="91440" bIns="45720" anchor="ctr"/>
          <a:lstStyle xmlns:a="http://schemas.openxmlformats.org/drawingml/2006/main">
            <a:lvl1pPr algn="l">
              <a:buNone/>
              <a:defRPr sz="800">
                <a:solidFill>
                  <a:schemeClr val="tx1">
                    <a:tint val="75000"/>
                  </a:schemeClr>
                </a:solidFill>
              </a:defRPr>
            </a:lvl1pPr>
          </a:lstStyle>
          <a:p xmlns:a="http://schemas.openxmlformats.org/drawingml/2006/main">
            <a:r>
              <a:t>© Tim Carpenter 2024</a:t>
            </a:r>
          </a:p>
        </p:txBody>
      </p:sp>
      <p:pic>
        <p:nvPicPr>
          <p:cNvPr id="26" name="Picture 10"/>
          <p:cNvPicPr>
            <a:picLocks xmlns:a="http://schemas.openxmlformats.org/drawingml/2006/main" noChangeAspect="1"/>
          </p:cNvPicPr>
          <p:nvPr/>
        </p:nvPicPr>
        <p:blipFill rotWithShape="1">
          <a:blip xmlns:r="http://schemas.openxmlformats.org/officeDocument/2006/relationships" xmlns:a="http://schemas.openxmlformats.org/drawingml/2006/main" r:embed="Rb3fad4077a07434a">
            <a:alphaModFix amt="28000"/>
          </a:blip>
          <a:stretch xmlns:a="http://schemas.openxmlformats.org/drawingml/2006/main"/>
        </p:blipFill>
        <p:spPr>
          <a:xfrm xmlns:a="http://schemas.openxmlformats.org/drawingml/2006/main">
            <a:off x="10590687" y="5492510"/>
            <a:ext cx="1526225" cy="1197039"/>
          </a:xfrm>
          <a:prstGeom xmlns:a="http://schemas.openxmlformats.org/drawingml/2006/main" prst="rect">
            <a:avLst/>
          </a:prstGeom>
        </p:spPr>
      </p:pic>
    </p:spTree>
  </p:cSld>
</p:sldLayout>
</file>

<file path=ppt/slideLayouts/slideLayout11.xml><?xml version="1.0" encoding="utf-8"?>
<p:sldLayout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Vertical Title 1">
            <a:extLst xmlns:a="http://schemas.openxmlformats.org/drawingml/2006/main">
              <a:ext uri="{FF2B5EF4-FFF2-40B4-BE49-F238E27FC236}">
                <a16:creationId xmlns:a16="http://schemas.microsoft.com/office/drawing/2014/main" id="{DB701E9E-F58B-AB7A-4F4A-7CF22B8DF100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>
          <a:xfrm xmlns:a="http://schemas.openxmlformats.org/drawingml/2006/main">
            <a:off x="8724900" y="365125"/>
            <a:ext cx="2628900" cy="5811838"/>
          </a:xfrm>
        </p:spPr>
        <p:txBody>
          <a:bodyPr xmlns:a="http://schemas.openxmlformats.org/drawingml/2006/main" vert="eaVert"/>
          <a:lstStyle xmlns:a="http://schemas.openxmlformats.org/drawingml/2006/main"/>
          <a:p xmlns:a="http://schemas.openxmlformats.org/drawingml/2006/main">
            <a:r>
              <a:t>Click to edit Master title style</a:t>
            </a:r>
          </a:p>
        </p:txBody>
      </p:sp>
      <p:sp>
        <p:nvSpPr>
          <p:cNvPr id="3" name="Vertical Text Placeholder 2">
            <a:extLst xmlns:a="http://schemas.openxmlformats.org/drawingml/2006/main">
              <a:ext uri="{FF2B5EF4-FFF2-40B4-BE49-F238E27FC236}">
                <a16:creationId xmlns:a16="http://schemas.microsoft.com/office/drawing/2014/main" id="{D08B1211-BEE6-97FE-18F8-0091FB8F7791}"/>
              </a:ext>
            </a:extLst>
          </p:cNvPr>
          <p:cNvSpPr>
            <a:spLocks xmlns:a="http://schemas.openxmlformats.org/drawingml/2006/main" noGrp="1"/>
          </p:cNvSpPr>
          <p:nvPr>
            <p:ph type="body" idx="1"/>
          </p:nvPr>
        </p:nvSpPr>
        <p:spPr>
          <a:xfrm xmlns:a="http://schemas.openxmlformats.org/drawingml/2006/main">
            <a:off x="838200" y="365125"/>
            <a:ext cx="7734300" cy="5811838"/>
          </a:xfrm>
        </p:spPr>
        <p:txBody>
          <a:bodyPr xmlns:a="http://schemas.openxmlformats.org/drawingml/2006/main" vert="eaVert"/>
          <a:lstStyle xmlns:a="http://schemas.openxmlformats.org/drawingml/2006/main"/>
          <a:p xmlns:a="http://schemas.openxmlformats.org/drawingml/2006/main">
            <a:pPr lvl="0">
              <a:buNone/>
            </a:pPr>
            <a:r>
              <a:t>Click to edit Master text styles</a:t>
            </a:r>
          </a:p>
          <a:p xmlns:a="http://schemas.openxmlformats.org/drawingml/2006/main">
            <a:pPr lvl="1">
              <a:buNone/>
            </a:pPr>
            <a:r>
              <a:t>Second level</a:t>
            </a:r>
          </a:p>
          <a:p xmlns:a="http://schemas.openxmlformats.org/drawingml/2006/main">
            <a:pPr lvl="2">
              <a:buNone/>
            </a:pPr>
            <a:r>
              <a:t>Third level</a:t>
            </a:r>
          </a:p>
          <a:p xmlns:a="http://schemas.openxmlformats.org/drawingml/2006/main">
            <a:pPr lvl="3">
              <a:buNone/>
            </a:pPr>
            <a:r>
              <a:t>Fourth level</a:t>
            </a:r>
          </a:p>
          <a:p xmlns:a="http://schemas.openxmlformats.org/drawingml/2006/main">
            <a:pPr lvl="4">
              <a:buNone/>
            </a:pPr>
            <a:r>
              <a:t>Fifth level</a:t>
            </a:r>
          </a:p>
        </p:txBody>
      </p:sp>
      <p:sp>
        <p:nvSpPr>
          <p:cNvPr id="6" name="Slide Number Placeholder 5">
            <a:extLst xmlns:a="http://schemas.openxmlformats.org/drawingml/2006/main">
              <a:ext uri="{FF2B5EF4-FFF2-40B4-BE49-F238E27FC236}">
                <a16:creationId xmlns:a16="http://schemas.microsoft.com/office/drawing/2014/main" id="{82643978-8BED-40E0-988F-1E41DB3473EA}"/>
              </a:ext>
            </a:extLst>
          </p:cNvPr>
          <p:cNvSpPr>
            <a:spLocks xmlns:a="http://schemas.openxmlformats.org/drawingml/2006/main" noGrp="1"/>
          </p:cNvSpPr>
          <p:nvPr>
            <p:ph type="sldNum" idx="12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61038E6D-FA33-47E9-9599-ABA915C5198A}" type="slidenum">
              <a:t>‹#›</a:t>
            </a:fld>
          </a:p>
        </p:txBody>
      </p:sp>
      <p:sp>
        <p:nvSpPr>
          <p:cNvPr id="7" name="Footer Placeholder 4">
            <a:extLst xmlns:a="http://schemas.openxmlformats.org/drawingml/2006/main">
              <a:ext uri="{FF2B5EF4-FFF2-40B4-BE49-F238E27FC236}">
                <a16:creationId xmlns:a16="http://schemas.microsoft.com/office/drawing/2014/main" id="{23512B7D-FB40-4AD4-49F8-ABCCF2DAB553}"/>
              </a:ext>
            </a:extLst>
          </p:cNvPr>
          <p:cNvSpPr>
            <a:spLocks xmlns:a="http://schemas.openxmlformats.org/drawingml/2006/main" noGrp="1"/>
          </p:cNvSpPr>
          <p:nvPr>
            <p:ph type="ftr" idx="3"/>
          </p:nvPr>
        </p:nvSpPr>
        <p:spPr>
          <a:xfrm xmlns:a="http://schemas.openxmlformats.org/drawingml/2006/main">
            <a:off x="137556" y="6358621"/>
            <a:ext cx="4114800" cy="365125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vert="horz" lIns="91440" tIns="45720" rIns="91440" bIns="45720" anchor="ctr"/>
          <a:lstStyle xmlns:a="http://schemas.openxmlformats.org/drawingml/2006/main">
            <a:lvl1pPr algn="l">
              <a:buNone/>
              <a:defRPr sz="800">
                <a:solidFill>
                  <a:schemeClr val="tx1">
                    <a:tint val="75000"/>
                  </a:schemeClr>
                </a:solidFill>
              </a:defRPr>
            </a:lvl1pPr>
          </a:lstStyle>
          <a:p xmlns:a="http://schemas.openxmlformats.org/drawingml/2006/main">
            <a:r>
              <a:t>© Tim Carpenter 2024</a:t>
            </a:r>
          </a:p>
        </p:txBody>
      </p:sp>
      <p:pic>
        <p:nvPicPr>
          <p:cNvPr id="26" name="Picture 10"/>
          <p:cNvPicPr>
            <a:picLocks xmlns:a="http://schemas.openxmlformats.org/drawingml/2006/main" noChangeAspect="1"/>
          </p:cNvPicPr>
          <p:nvPr/>
        </p:nvPicPr>
        <p:blipFill rotWithShape="1">
          <a:blip xmlns:r="http://schemas.openxmlformats.org/officeDocument/2006/relationships" xmlns:a="http://schemas.openxmlformats.org/drawingml/2006/main" r:embed="Re9bb8d1bfee34292">
            <a:alphaModFix amt="28000"/>
          </a:blip>
          <a:stretch xmlns:a="http://schemas.openxmlformats.org/drawingml/2006/main"/>
        </p:blipFill>
        <p:spPr>
          <a:xfrm xmlns:a="http://schemas.openxmlformats.org/drawingml/2006/main">
            <a:off x="10590687" y="5492510"/>
            <a:ext cx="1526225" cy="1197039"/>
          </a:xfrm>
          <a:prstGeom xmlns:a="http://schemas.openxmlformats.org/drawingml/2006/main" prst="rect">
            <a:avLst/>
          </a:prstGeom>
        </p:spPr>
      </p:pic>
    </p:spTree>
  </p:cSld>
</p:sldLayout>
</file>

<file path=ppt/slideMasters/_rels/slideMaster1.xml.rels>&#65279;<?xml version="1.0" encoding="utf-8"?><Relationships xmlns="http://schemas.openxmlformats.org/package/2006/relationships"><Relationship Type="http://schemas.openxmlformats.org/officeDocument/2006/relationships/theme" Target="/ppt/slideMasters/theme/theme2.xml" Id="Rac9fc6e1cd9747d6" /><Relationship Type="http://schemas.openxmlformats.org/officeDocument/2006/relationships/slideLayout" Target="/ppt/slideLayouts/slideLayout1.xml" Id="R4f960efeda9242b6" /><Relationship Type="http://schemas.openxmlformats.org/officeDocument/2006/relationships/slideLayout" Target="/ppt/slideLayouts/slideLayout2.xml" Id="R1f5991984d24450e" /><Relationship Type="http://schemas.openxmlformats.org/officeDocument/2006/relationships/slideLayout" Target="/ppt/slideLayouts/slideLayout3.xml" Id="Ra780088f60c44634" /><Relationship Type="http://schemas.openxmlformats.org/officeDocument/2006/relationships/slideLayout" Target="/ppt/slideLayouts/slideLayout4.xml" Id="Re9583adc41804556" /><Relationship Type="http://schemas.openxmlformats.org/officeDocument/2006/relationships/slideLayout" Target="/ppt/slideLayouts/slideLayout5.xml" Id="R4048ec1b4fd647d5" /><Relationship Type="http://schemas.openxmlformats.org/officeDocument/2006/relationships/slideLayout" Target="/ppt/slideLayouts/slideLayout6.xml" Id="R4ed4f05f0891498d" /><Relationship Type="http://schemas.openxmlformats.org/officeDocument/2006/relationships/slideLayout" Target="/ppt/slideLayouts/slideLayout7.xml" Id="Rec13fcc79efb4bd9" /><Relationship Type="http://schemas.openxmlformats.org/officeDocument/2006/relationships/slideLayout" Target="/ppt/slideLayouts/slideLayout8.xml" Id="Re0c2f20a9606420e" /><Relationship Type="http://schemas.openxmlformats.org/officeDocument/2006/relationships/slideLayout" Target="/ppt/slideLayouts/slideLayout9.xml" Id="Ra7a55a0301da432a" /><Relationship Type="http://schemas.openxmlformats.org/officeDocument/2006/relationships/slideLayout" Target="/ppt/slideLayouts/slideLayout10.xml" Id="Ra5f508fbbd814b79" /><Relationship Type="http://schemas.openxmlformats.org/officeDocument/2006/relationships/slideLayout" Target="/ppt/slideLayouts/slideLayout11.xml" Id="Rf51eadbeca554333" /></Relationships>
</file>

<file path=ppt/slideMasters/slideMaster1.xml><?xml version="1.0" encoding="utf-8"?>
<p:sldMaster xmlns:p="http://schemas.openxmlformats.org/presentationml/2006/main">
  <p:cSld>
    <p:bg>
      <p:bgRef idx="1001">
        <a:schemeClr xmlns:a="http://schemas.openxmlformats.org/drawingml/2006/main" val="bg1"/>
      </p:bgRef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itle Placeholder 1">
            <a:extLst xmlns:a="http://schemas.openxmlformats.org/drawingml/2006/main">
              <a:ext uri="{FF2B5EF4-FFF2-40B4-BE49-F238E27FC236}">
                <a16:creationId xmlns:a16="http://schemas.microsoft.com/office/drawing/2014/main" id="{0F1E21F5-9F35-B093-A31C-887A66DCF43B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>
          <a:xfrm xmlns:a="http://schemas.openxmlformats.org/drawingml/2006/main">
            <a:off x="838200" y="365125"/>
            <a:ext cx="10515600" cy="1325563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vert="horz" lIns="91440" tIns="45720" rIns="91440" bIns="45720" anchor="ctr">
            <a:normAutofit/>
          </a:bodyPr>
          <a:lstStyle xmlns:a="http://schemas.openxmlformats.org/drawingml/2006/main"/>
          <a:p xmlns:a="http://schemas.openxmlformats.org/drawingml/2006/main">
            <a:r>
              <a:t>Click to edit Master title style</a:t>
            </a:r>
          </a:p>
        </p:txBody>
      </p:sp>
      <p:sp>
        <p:nvSpPr>
          <p:cNvPr id="3" name="Text Placeholder 2">
            <a:extLst xmlns:a="http://schemas.openxmlformats.org/drawingml/2006/main">
              <a:ext uri="{FF2B5EF4-FFF2-40B4-BE49-F238E27FC236}">
                <a16:creationId xmlns:a16="http://schemas.microsoft.com/office/drawing/2014/main" id="{F132DE42-434F-8FAC-25DC-394A4A94E5F2}"/>
              </a:ext>
            </a:extLst>
          </p:cNvPr>
          <p:cNvSpPr>
            <a:spLocks xmlns:a="http://schemas.openxmlformats.org/drawingml/2006/main" noGrp="1"/>
          </p:cNvSpPr>
          <p:nvPr>
            <p:ph type="body" idx="1"/>
          </p:nvPr>
        </p:nvSpPr>
        <p:spPr>
          <a:xfrm xmlns:a="http://schemas.openxmlformats.org/drawingml/2006/main">
            <a:off x="838200" y="1825625"/>
            <a:ext cx="10515600" cy="4351338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vert="horz" lIns="91440" tIns="45720" rIns="91440" bIns="45720">
            <a:normAutofit/>
          </a:bodyPr>
          <a:lstStyle xmlns:a="http://schemas.openxmlformats.org/drawingml/2006/main"/>
          <a:p xmlns:a="http://schemas.openxmlformats.org/drawingml/2006/main">
            <a:pPr lvl="0">
              <a:buNone/>
            </a:pPr>
            <a:r>
              <a:t>Click to edit Master text styles</a:t>
            </a:r>
          </a:p>
          <a:p xmlns:a="http://schemas.openxmlformats.org/drawingml/2006/main">
            <a:pPr lvl="1">
              <a:buNone/>
            </a:pPr>
            <a:r>
              <a:t>Second level</a:t>
            </a:r>
          </a:p>
          <a:p xmlns:a="http://schemas.openxmlformats.org/drawingml/2006/main">
            <a:pPr lvl="2">
              <a:buNone/>
            </a:pPr>
            <a:r>
              <a:t>Third level</a:t>
            </a:r>
          </a:p>
          <a:p xmlns:a="http://schemas.openxmlformats.org/drawingml/2006/main">
            <a:pPr lvl="3">
              <a:buNone/>
            </a:pPr>
            <a:r>
              <a:t>Fourth level</a:t>
            </a:r>
          </a:p>
          <a:p xmlns:a="http://schemas.openxmlformats.org/drawingml/2006/main">
            <a:pPr lvl="4">
              <a:buNone/>
            </a:pPr>
            <a:r>
              <a:t>Fifth level</a:t>
            </a:r>
          </a:p>
        </p:txBody>
      </p:sp>
      <p:sp>
        <p:nvSpPr>
          <p:cNvPr id="6" name="Slide Number Placeholder 5">
            <a:extLst xmlns:a="http://schemas.openxmlformats.org/drawingml/2006/main">
              <a:ext uri="{FF2B5EF4-FFF2-40B4-BE49-F238E27FC236}">
                <a16:creationId xmlns:a16="http://schemas.microsoft.com/office/drawing/2014/main" id="{F68EFC8B-5FB5-A137-F95A-878BCA4FEDCF}"/>
              </a:ext>
            </a:extLst>
          </p:cNvPr>
          <p:cNvSpPr>
            <a:spLocks xmlns:a="http://schemas.openxmlformats.org/drawingml/2006/main" noGrp="1"/>
          </p:cNvSpPr>
          <p:nvPr>
            <p:ph type="sldNum" idx="4"/>
          </p:nvPr>
        </p:nvSpPr>
        <p:spPr>
          <a:xfrm xmlns:a="http://schemas.openxmlformats.org/drawingml/2006/main">
            <a:off x="11825222" y="6510367"/>
            <a:ext cx="374325" cy="365125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vert="horz" lIns="91440" tIns="45720" rIns="91440" bIns="45720" anchor="ctr"/>
          <a:lstStyle xmlns:a="http://schemas.openxmlformats.org/drawingml/2006/main">
            <a:lvl1pPr algn="r">
              <a:buNone/>
              <a:defRPr sz="1200">
                <a:solidFill>
                  <a:schemeClr val="tx1"/>
                </a:solidFill>
              </a:defRPr>
            </a:lvl1pPr>
          </a:lstStyle>
          <a:p xmlns:a="http://schemas.openxmlformats.org/drawingml/2006/main">
            <a:fld id="{61038E6D-FA33-47E9-9599-ABA915C5198A}" type="slidenum">
              <a:t>‹#›</a:t>
            </a:fld>
          </a:p>
        </p:txBody>
      </p:sp>
      <p:sp>
        <p:nvSpPr>
          <p:cNvPr id="15" name="TextBox 14">
            <a:extLst xmlns:a="http://schemas.openxmlformats.org/drawingml/2006/main">
              <a:ext uri="{FF2B5EF4-FFF2-40B4-BE49-F238E27FC236}">
                <a16:creationId xmlns:a16="http://schemas.microsoft.com/office/drawing/2014/main" id="{BE2C9504-6A79-6DD8-74E5-098CA9D6E44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79615" y="6492875"/>
            <a:ext cx="6095010" cy="200055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>
            <a:spAutoFit/>
          </a:bodyPr>
          <a:lstStyle xmlns:a="http://schemas.openxmlformats.org/drawingml/2006/main"/>
          <a:p xmlns:a="http://schemas.openxmlformats.org/drawingml/2006/main">
            <a:r>
              <a:rPr sz="700">
                <a:solidFill>
                  <a:schemeClr val="bg2">
                    <a:lumMod val="90000"/>
                  </a:schemeClr>
                </a:solidFill>
              </a:rPr>
              <a:t>© Tim Carpenter 2024</a:t>
            </a:r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xmlns:r="http://schemas.openxmlformats.org/officeDocument/2006/relationships" id="2147483649" r:id="R4f960efeda9242b6"/>
    <p:sldLayoutId xmlns:r="http://schemas.openxmlformats.org/officeDocument/2006/relationships" id="2147483650" r:id="R1f5991984d24450e"/>
    <p:sldLayoutId xmlns:r="http://schemas.openxmlformats.org/officeDocument/2006/relationships" id="2147483651" r:id="Ra780088f60c44634"/>
    <p:sldLayoutId xmlns:r="http://schemas.openxmlformats.org/officeDocument/2006/relationships" id="2147483652" r:id="Re9583adc41804556"/>
    <p:sldLayoutId xmlns:r="http://schemas.openxmlformats.org/officeDocument/2006/relationships" id="2147483653" r:id="R4048ec1b4fd647d5"/>
    <p:sldLayoutId xmlns:r="http://schemas.openxmlformats.org/officeDocument/2006/relationships" id="2147483654" r:id="R4ed4f05f0891498d"/>
    <p:sldLayoutId xmlns:r="http://schemas.openxmlformats.org/officeDocument/2006/relationships" id="2147483655" r:id="Rec13fcc79efb4bd9"/>
    <p:sldLayoutId xmlns:r="http://schemas.openxmlformats.org/officeDocument/2006/relationships" id="2147483656" r:id="Re0c2f20a9606420e"/>
    <p:sldLayoutId xmlns:r="http://schemas.openxmlformats.org/officeDocument/2006/relationships" id="2147483657" r:id="Ra7a55a0301da432a"/>
    <p:sldLayoutId xmlns:r="http://schemas.openxmlformats.org/officeDocument/2006/relationships" id="2147483658" r:id="Ra5f508fbbd814b79"/>
    <p:sldLayoutId xmlns:r="http://schemas.openxmlformats.org/officeDocument/2006/relationships" id="2147483659" r:id="Rf51eadbeca554333"/>
  </p:sldLayoutIdLst>
  <p:hf hdr="0" ftr="0" dt="0"/>
  <p:txStyles>
    <p:titleStyle>
      <a:lvl1pPr xmlns:a="http://schemas.openxmlformats.org/drawingml/2006/main" algn="l" defTabSz="914400">
        <a:lnSpc>
          <a:spcPct val="90000"/>
        </a:lnSpc>
        <a:spcBef>
          <a:spcPct val="0"/>
        </a:spcBef>
        <a:buNone/>
        <a:defRPr sz="4400" b="1" kern="1200">
          <a:solidFill>
            <a:schemeClr val="tx1"/>
          </a:solidFill>
          <a:latin typeface="+mn-lt"/>
          <a:ea typeface="+mn-lt"/>
          <a:cs typeface="+mn-lt"/>
        </a:defRPr>
      </a:lvl1pPr>
    </p:titleStyle>
    <p:bodyStyle>
      <a:lvl1pPr xmlns:a="http://schemas.openxmlformats.org/drawingml/2006/main" marL="228600" indent="-228600" algn="l" defTabSz="914400">
        <a:lnSpc>
          <a:spcPct val="90000"/>
        </a:lnSpc>
        <a:spcBef>
          <a:spcPts val="1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lt"/>
          <a:cs typeface="+mn-lt"/>
        </a:defRPr>
      </a:lvl1pPr>
      <a:lvl2pPr xmlns:a="http://schemas.openxmlformats.org/drawingml/2006/main" marL="685800" indent="-228600" algn="l" defTabSz="914400">
        <a:lnSpc>
          <a:spcPct val="90000"/>
        </a:lnSpc>
        <a:spcBef>
          <a:spcPts val="5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lt"/>
          <a:cs typeface="+mn-lt"/>
        </a:defRPr>
      </a:lvl2pPr>
      <a:lvl3pPr xmlns:a="http://schemas.openxmlformats.org/drawingml/2006/main" marL="1143000" indent="-228600" algn="l" defTabSz="914400">
        <a:lnSpc>
          <a:spcPct val="90000"/>
        </a:lnSpc>
        <a:spcBef>
          <a:spcPts val="500"/>
        </a:spcBef>
        <a:buFont typeface="Arial"/>
        <a:buChar char="•"/>
        <a:defRPr sz="1800" kern="1200">
          <a:solidFill>
            <a:schemeClr val="tx1"/>
          </a:solidFill>
          <a:latin typeface="+mn-lt"/>
          <a:ea typeface="+mn-lt"/>
          <a:cs typeface="+mn-lt"/>
        </a:defRPr>
      </a:lvl3pPr>
      <a:lvl4pPr xmlns:a="http://schemas.openxmlformats.org/drawingml/2006/main" marL="1600200" indent="-228600" algn="l" defTabSz="914400">
        <a:lnSpc>
          <a:spcPct val="90000"/>
        </a:lnSpc>
        <a:spcBef>
          <a:spcPts val="500"/>
        </a:spcBef>
        <a:buFont typeface="Arial"/>
        <a:buChar char="•"/>
        <a:defRPr sz="1600" kern="1200">
          <a:solidFill>
            <a:schemeClr val="tx1"/>
          </a:solidFill>
          <a:latin typeface="+mn-lt"/>
          <a:ea typeface="+mn-lt"/>
          <a:cs typeface="+mn-lt"/>
        </a:defRPr>
      </a:lvl4pPr>
      <a:lvl5pPr xmlns:a="http://schemas.openxmlformats.org/drawingml/2006/main" marL="2057400" indent="-228600" algn="l" defTabSz="914400">
        <a:lnSpc>
          <a:spcPct val="90000"/>
        </a:lnSpc>
        <a:spcBef>
          <a:spcPts val="500"/>
        </a:spcBef>
        <a:buFont typeface="Arial"/>
        <a:buChar char="•"/>
        <a:defRPr sz="1600" kern="1200">
          <a:solidFill>
            <a:schemeClr val="tx1"/>
          </a:solidFill>
          <a:latin typeface="+mn-lt"/>
          <a:ea typeface="+mn-lt"/>
          <a:cs typeface="+mn-lt"/>
        </a:defRPr>
      </a:lvl5pPr>
      <a:lvl6pPr xmlns:a="http://schemas.openxmlformats.org/drawingml/2006/main" marL="2514600" indent="-228600" algn="l" defTabSz="914400">
        <a:lnSpc>
          <a:spcPct val="90000"/>
        </a:lnSpc>
        <a:spcBef>
          <a:spcPts val="500"/>
        </a:spcBef>
        <a:buFont typeface="Arial"/>
        <a:buChar char="•"/>
        <a:defRPr sz="1800" kern="1200">
          <a:solidFill>
            <a:schemeClr val="tx1"/>
          </a:solidFill>
          <a:latin typeface="+mn-lt"/>
          <a:ea typeface="+mn-lt"/>
          <a:cs typeface="+mn-lt"/>
        </a:defRPr>
      </a:lvl6pPr>
      <a:lvl7pPr xmlns:a="http://schemas.openxmlformats.org/drawingml/2006/main" marL="2971800" indent="-228600" algn="l" defTabSz="914400">
        <a:lnSpc>
          <a:spcPct val="90000"/>
        </a:lnSpc>
        <a:spcBef>
          <a:spcPts val="500"/>
        </a:spcBef>
        <a:buFont typeface="Arial"/>
        <a:buChar char="•"/>
        <a:defRPr sz="1800" kern="1200">
          <a:solidFill>
            <a:schemeClr val="tx1"/>
          </a:solidFill>
          <a:latin typeface="+mn-lt"/>
          <a:ea typeface="+mn-lt"/>
          <a:cs typeface="+mn-lt"/>
        </a:defRPr>
      </a:lvl7pPr>
      <a:lvl8pPr xmlns:a="http://schemas.openxmlformats.org/drawingml/2006/main" marL="3429000" indent="-228600" algn="l" defTabSz="914400">
        <a:lnSpc>
          <a:spcPct val="90000"/>
        </a:lnSpc>
        <a:spcBef>
          <a:spcPts val="500"/>
        </a:spcBef>
        <a:buFont typeface="Arial"/>
        <a:buChar char="•"/>
        <a:defRPr sz="1800" kern="1200">
          <a:solidFill>
            <a:schemeClr val="tx1"/>
          </a:solidFill>
          <a:latin typeface="+mn-lt"/>
          <a:ea typeface="+mn-lt"/>
          <a:cs typeface="+mn-lt"/>
        </a:defRPr>
      </a:lvl8pPr>
      <a:lvl9pPr xmlns:a="http://schemas.openxmlformats.org/drawingml/2006/main" marL="3886200" indent="-228600" algn="l" defTabSz="914400">
        <a:lnSpc>
          <a:spcPct val="90000"/>
        </a:lnSpc>
        <a:spcBef>
          <a:spcPts val="500"/>
        </a:spcBef>
        <a:buFont typeface="Arial"/>
        <a:buChar char="•"/>
        <a:defRPr sz="1800" kern="1200">
          <a:solidFill>
            <a:schemeClr val="tx1"/>
          </a:solidFill>
          <a:latin typeface="+mn-lt"/>
          <a:ea typeface="+mn-lt"/>
          <a:cs typeface="+mn-lt"/>
        </a:defRPr>
      </a:lvl9pPr>
    </p:bodyStyle>
    <p:otherStyle>
      <a:lvl1pPr xmlns:a="http://schemas.openxmlformats.org/drawingml/2006/main" marL="0" algn="l" defTabSz="9144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1pPr>
      <a:lvl2pPr xmlns:a="http://schemas.openxmlformats.org/drawingml/2006/main" marL="457200" algn="l" defTabSz="9144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2pPr>
      <a:lvl3pPr xmlns:a="http://schemas.openxmlformats.org/drawingml/2006/main" marL="914400" algn="l" defTabSz="9144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3pPr>
      <a:lvl4pPr xmlns:a="http://schemas.openxmlformats.org/drawingml/2006/main" marL="1371600" algn="l" defTabSz="9144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4pPr>
      <a:lvl5pPr xmlns:a="http://schemas.openxmlformats.org/drawingml/2006/main" marL="1828800" algn="l" defTabSz="9144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5pPr>
      <a:lvl6pPr xmlns:a="http://schemas.openxmlformats.org/drawingml/2006/main" marL="2286000" algn="l" defTabSz="9144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6pPr>
      <a:lvl7pPr xmlns:a="http://schemas.openxmlformats.org/drawingml/2006/main" marL="2743200" algn="l" defTabSz="9144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7pPr>
      <a:lvl8pPr xmlns:a="http://schemas.openxmlformats.org/drawingml/2006/main" marL="3200400" algn="l" defTabSz="9144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8pPr>
      <a:lvl9pPr xmlns:a="http://schemas.openxmlformats.org/drawingml/2006/main" marL="3657600" algn="l" defTabSz="9144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9pPr>
    </p:otherStyle>
  </p:txStyles>
</p:sldMaster>
</file>

<file path=ppt/slideMasters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6350">
          <a:solidFill>
            <a:schemeClr val="phClr"/>
          </a:solidFill>
          <a:prstDash val="solid"/>
        </a:ln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ppt/slides/_rels/slide1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916b4773ba364b90" /><Relationship Type="http://schemas.openxmlformats.org/officeDocument/2006/relationships/notesSlide" Target="/ppt/notesSlides/notesSlide1.xml" Id="R9bac42b5e7534bc4" /></Relationships>
</file>

<file path=ppt/slides/_rels/slide2.xml.rels>&#65279;<?xml version="1.0" encoding="utf-8"?><Relationships xmlns="http://schemas.openxmlformats.org/package/2006/relationships"><Relationship Type="http://schemas.openxmlformats.org/officeDocument/2006/relationships/slideLayout" Target="/ppt/slideLayouts/slideLayout7.xml" Id="Ra941cc6bf29f4cfe" /><Relationship Type="http://schemas.openxmlformats.org/officeDocument/2006/relationships/notesSlide" Target="/ppt/notesSlides/notesSlide2.xml" Id="Rd70e5b74d9394891" /></Relationships>
</file>

<file path=ppt/slides/_rels/slide3.xml.rels>&#65279;<?xml version="1.0" encoding="utf-8"?><Relationships xmlns="http://schemas.openxmlformats.org/package/2006/relationships"><Relationship Type="http://schemas.openxmlformats.org/officeDocument/2006/relationships/slideLayout" Target="/ppt/slideLayouts/slideLayout2.xml" Id="R25a1b3791eec49ce" /><Relationship Type="http://schemas.openxmlformats.org/officeDocument/2006/relationships/notesSlide" Target="/ppt/notesSlides/notesSlide3.xml" Id="Rf45d67ed4af14781" /></Relationships>
</file>

<file path=ppt/slides/_rels/slide4.xml.rels>&#65279;<?xml version="1.0" encoding="utf-8"?><Relationships xmlns="http://schemas.openxmlformats.org/package/2006/relationships"><Relationship Type="http://schemas.openxmlformats.org/officeDocument/2006/relationships/slideLayout" Target="/ppt/slideLayouts/slideLayout2.xml" Id="R8d550f3c1f864c91" /><Relationship Type="http://schemas.openxmlformats.org/officeDocument/2006/relationships/notesSlide" Target="/ppt/notesSlides/notesSlide4.xml" Id="R2325b7af146c41a1" /></Relationships>
</file>

<file path=ppt/slides/_rels/slide5.xml.rels>&#65279;<?xml version="1.0" encoding="utf-8"?><Relationships xmlns="http://schemas.openxmlformats.org/package/2006/relationships"><Relationship Type="http://schemas.openxmlformats.org/officeDocument/2006/relationships/slideLayout" Target="/ppt/slideLayouts/slideLayout2.xml" Id="Rd58e100b61554074" /><Relationship Type="http://schemas.openxmlformats.org/officeDocument/2006/relationships/notesSlide" Target="/ppt/notesSlides/notesSlide5.xml" Id="R81376a5b349a4b7d" /></Relationships>
</file>

<file path=ppt/slides/_rels/slide6.xml.rels>&#65279;<?xml version="1.0" encoding="utf-8"?><Relationships xmlns="http://schemas.openxmlformats.org/package/2006/relationships"><Relationship Type="http://schemas.openxmlformats.org/officeDocument/2006/relationships/slideLayout" Target="/ppt/slideLayouts/slideLayout2.xml" Id="R5dd7e75625704ebc" /><Relationship Type="http://schemas.openxmlformats.org/officeDocument/2006/relationships/notesSlide" Target="/ppt/notesSlides/notesSlide6.xml" Id="Rf2c3c82632c742fd" /></Relationships>
</file>

<file path=ppt/slides/_rels/slide7.xml.rels>&#65279;<?xml version="1.0" encoding="utf-8"?><Relationships xmlns="http://schemas.openxmlformats.org/package/2006/relationships"><Relationship Type="http://schemas.openxmlformats.org/officeDocument/2006/relationships/slideLayout" Target="/ppt/slideLayouts/slideLayout2.xml" Id="Rd01ad0ee2f76422b" /><Relationship Type="http://schemas.openxmlformats.org/officeDocument/2006/relationships/notesSlide" Target="/ppt/notesSlides/notesSlide7.xml" Id="R2003f474e0634340" /></Relationships>
</file>

<file path=ppt/slides/_rels/slide8.xml.rels>&#65279;<?xml version="1.0" encoding="utf-8"?><Relationships xmlns="http://schemas.openxmlformats.org/package/2006/relationships"><Relationship Type="http://schemas.openxmlformats.org/officeDocument/2006/relationships/slideLayout" Target="/ppt/slideLayouts/slideLayout2.xml" Id="Rbce59d9a64a9411b" /><Relationship Type="http://schemas.openxmlformats.org/officeDocument/2006/relationships/notesSlide" Target="/ppt/notesSlides/notesSlide8.xml" Id="Ra3f795886abe47d6" /></Relationships>
</file>

<file path=ppt/slides/_rels/slide9.xml.rels>&#65279;<?xml version="1.0" encoding="utf-8"?><Relationships xmlns="http://schemas.openxmlformats.org/package/2006/relationships"><Relationship Type="http://schemas.openxmlformats.org/officeDocument/2006/relationships/slideLayout" Target="/ppt/slideLayouts/slideLayout2.xml" Id="Ra24ec2f34e4b4aeb" /><Relationship Type="http://schemas.openxmlformats.org/officeDocument/2006/relationships/notesSlide" Target="/ppt/notesSlides/notesSlide9.xml" Id="Rb4817049b2af437d" /></Relationships>
</file>

<file path=ppt/slides/slide1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itle 1">
            <a:extLst xmlns:a="http://schemas.openxmlformats.org/drawingml/2006/main">
              <a:ext uri="{FF2B5EF4-FFF2-40B4-BE49-F238E27FC236}">
                <a16:creationId xmlns:a16="http://schemas.microsoft.com/office/drawing/2014/main" id="{989DEFA5-464B-5CD3-16E7-8CA8E9D38CFA}"/>
              </a:ext>
            </a:extLst>
          </p:cNvPr>
          <p:cNvSpPr>
            <a:spLocks xmlns:a="http://schemas.openxmlformats.org/drawingml/2006/main" noGrp="1"/>
          </p:cNvSpPr>
          <p:nvPr>
            <p:ph type="ctrTitle" idx="0"/>
          </p:nvPr>
        </p:nvSpPr>
        <p:spPr/>
        <p:txBody>
          <a:bodyPr xmlns:a="http://schemas.openxmlformats.org/drawingml/2006/main" wrap="none" anchor="ctr">
            <a:normAutofit fontScale="100000"/>
          </a:bodyPr>
          <a:lstStyle xmlns:a="http://schemas.openxmlformats.org/drawingml/2006/main"/>
          <a:p xmlns:a="http://schemas.openxmlformats.org/drawingml/2006/main">
            <a:r>
              <a:rPr>
                <a:latin typeface="+mn-lt"/>
                <a:ea typeface="+mn-lt"/>
                <a:cs typeface="+mn-lt"/>
              </a:rPr>
              <a:t>Operators and Integers</a:t>
            </a:r>
          </a:p>
        </p:txBody>
      </p:sp>
      <p:sp>
        <p:nvSpPr>
          <p:cNvPr id="3" name="Subtitle 2">
            <a:extLst xmlns:a="http://schemas.openxmlformats.org/drawingml/2006/main">
              <a:ext uri="{FF2B5EF4-FFF2-40B4-BE49-F238E27FC236}">
                <a16:creationId xmlns:a16="http://schemas.microsoft.com/office/drawing/2014/main" id="{6EB4471D-A6DC-90AA-7CE6-A3673F8BDA83}"/>
              </a:ext>
            </a:extLst>
          </p:cNvPr>
          <p:cNvSpPr>
            <a:spLocks xmlns:a="http://schemas.openxmlformats.org/drawingml/2006/main" noGrp="1"/>
          </p:cNvSpPr>
          <p:nvPr>
            <p:ph type="subTitle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Lesson 02</a:t>
            </a:r>
          </a:p>
        </p:txBody>
      </p:sp>
      <p:sp>
        <p:nvSpPr>
          <p:cNvPr id="6" name="Slide Number Placeholder 5">
            <a:extLst xmlns:a="http://schemas.openxmlformats.org/drawingml/2006/main">
              <a:ext uri="{FF2B5EF4-FFF2-40B4-BE49-F238E27FC236}">
                <a16:creationId xmlns:a16="http://schemas.microsoft.com/office/drawing/2014/main" id="{3BE4468F-4F18-FF8F-2544-E216C0ACCBB2}"/>
              </a:ext>
            </a:extLst>
          </p:cNvPr>
          <p:cNvSpPr>
            <a:spLocks xmlns:a="http://schemas.openxmlformats.org/drawingml/2006/main" noGrp="1"/>
          </p:cNvSpPr>
          <p:nvPr>
            <p:ph type="sldNum" idx="12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AD75FED6-38D0-DE9C-92C0-6E7FA635581C}" type="slidenum">
              <a:t>1</a:t>
            </a:fld>
          </a:p>
        </p:txBody>
      </p:sp>
    </p:spTree>
    <p:extLst>
      <p:ext uri="{BB962C8B-B14F-4D97-AF65-F5344CB8AC3E}">
        <p14:creationId xmlns:p14="http://schemas.microsoft.com/office/powerpoint/2010/main" val="3800850190"/>
      </p:ext>
    </p:extLst>
  </p:cSld>
</p:sld>
</file>

<file path=ppt/slides/slide2.xml><?xml version="1.0" encoding="utf-8"?>
<p:sld xmlns:p="http://schemas.openxmlformats.org/presentationml/2006/main" show="0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3" name="Rectangle 1">
            <a:extLst xmlns:a="http://schemas.openxmlformats.org/drawingml/2006/main">
              <a:ext uri="{FF2B5EF4-FFF2-40B4-BE49-F238E27FC236}">
                <a16:creationId xmlns:a16="http://schemas.microsoft.com/office/drawing/2014/main" id="{14E72FCF-5E06-85EB-F7FD-E1261A305B3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7577" y="1749737"/>
            <a:ext cx="10956846" cy="1938992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>
            <a:noFill/>
          </a:ln>
        </p:spPr>
        <p:txBody>
          <a:bodyPr xmlns:a="http://schemas.openxmlformats.org/drawingml/2006/main" vert="horz" wrap="none" lIns="91440" tIns="45720" rIns="91440" bIns="45720" anchor="t">
            <a:normAutofit fontScale="100000"/>
          </a:bodyPr>
          <a:lstStyle xmlns:a="http://schemas.openxmlformats.org/drawingml/2006/main">
            <a:lvl1pPr marL="228600" indent="-228600" algn="l" defTabSz="914400">
              <a:lnSpc>
                <a:spcPct val="90000"/>
              </a:lnSpc>
              <a:spcBef>
                <a:spcPts val="1000"/>
              </a:spcBef>
              <a:buFont typeface="Arial"/>
              <a:buChar char="•"/>
              <a:defRPr sz="20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1pPr>
            <a:lvl2pPr marL="6858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2pPr>
            <a:lvl3pPr marL="11430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6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3pPr>
            <a:lvl4pPr marL="16002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4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4pPr>
            <a:lvl5pPr marL="20574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4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5pPr>
            <a:lvl6pPr marL="25146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6pPr>
            <a:lvl7pPr marL="29718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7pPr>
            <a:lvl8pPr marL="34290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8pPr>
            <a:lvl9pPr marL="38862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9pPr>
          </a:lstStyle>
          <a:p xmlns:a="http://schemas.openxmlformats.org/drawingml/2006/main">
            <a:pPr marL="0" indent="0">
              <a:spcAft>
                <a:spcPts val="0"/>
              </a:spcAft>
              <a:buNone/>
            </a:pPr>
            <a:r>
              <a:rPr sz="24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num1 = 12</a:t>
            </a:r>
          </a:p>
          <a:p xmlns:a="http://schemas.openxmlformats.org/drawingml/2006/main">
            <a:pPr marL="0" indent="0">
              <a:spcAft>
                <a:spcPts val="0"/>
              </a:spcAft>
              <a:buNone/>
            </a:pPr>
            <a:r>
              <a:rPr sz="24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num2 = </a:t>
            </a:r>
            <a:r>
              <a:rPr sz="2400">
                <a:solidFill>
                  <a:srgbClr val="1750EB"/>
                </a:solidFill>
                <a:latin typeface="JetBrains Mono"/>
                <a:ea typeface="JetBrains Mono"/>
                <a:cs typeface="JetBrains Mono"/>
              </a:rPr>
              <a:t>int</a:t>
            </a:r>
            <a:r>
              <a:rPr sz="24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(</a:t>
            </a:r>
            <a:r>
              <a:rPr sz="2400">
                <a:solidFill>
                  <a:srgbClr val="1750EB"/>
                </a:solidFill>
                <a:latin typeface="JetBrains Mono"/>
                <a:ea typeface="JetBrains Mono"/>
                <a:cs typeface="JetBrains Mono"/>
              </a:rPr>
              <a:t>input</a:t>
            </a:r>
            <a:r>
              <a:rPr sz="24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(</a:t>
            </a:r>
            <a:r>
              <a:rPr sz="2400">
                <a:solidFill>
                  <a:srgbClr val="067D17"/>
                </a:solidFill>
                <a:latin typeface="JetBrains Mono"/>
                <a:ea typeface="JetBrains Mono"/>
                <a:cs typeface="JetBrains Mono"/>
              </a:rPr>
              <a:t>"Enter a whole number: "</a:t>
            </a:r>
            <a:r>
              <a:rPr sz="24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))</a:t>
            </a:r>
          </a:p>
          <a:p xmlns:a="http://schemas.openxmlformats.org/drawingml/2006/main">
            <a:pPr marL="0" indent="0">
              <a:spcAft>
                <a:spcPts val="0"/>
              </a:spcAft>
              <a:buNone/>
            </a:pPr>
            <a:r>
              <a:rPr sz="24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 </a:t>
            </a:r>
          </a:p>
          <a:p xmlns:a="http://schemas.openxmlformats.org/drawingml/2006/main">
            <a:pPr marL="0" indent="0">
              <a:spcAft>
                <a:spcPts val="0"/>
              </a:spcAft>
              <a:buNone/>
            </a:pPr>
            <a:r>
              <a:rPr sz="24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total = num1 + num2</a:t>
            </a:r>
          </a:p>
          <a:p xmlns:a="http://schemas.openxmlformats.org/drawingml/2006/main">
            <a:pPr marL="0" indent="0">
              <a:spcAft>
                <a:spcPts val="0"/>
              </a:spcAft>
              <a:buNone/>
            </a:pPr>
            <a:r>
              <a:rPr sz="24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 </a:t>
            </a:r>
          </a:p>
          <a:p xmlns:a="http://schemas.openxmlformats.org/drawingml/2006/main">
            <a:pPr marL="0" indent="0">
              <a:spcAft>
                <a:spcPts val="0"/>
              </a:spcAft>
              <a:buNone/>
            </a:pPr>
            <a:r>
              <a:rPr sz="2400">
                <a:solidFill>
                  <a:srgbClr val="1750EB"/>
                </a:solidFill>
                <a:latin typeface="JetBrains Mono"/>
                <a:ea typeface="JetBrains Mono"/>
                <a:cs typeface="JetBrains Mono"/>
              </a:rPr>
              <a:t>print</a:t>
            </a:r>
            <a:r>
              <a:rPr sz="24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(</a:t>
            </a:r>
            <a:r>
              <a:rPr sz="2400">
                <a:solidFill>
                  <a:srgbClr val="067D17"/>
                </a:solidFill>
                <a:latin typeface="JetBrains Mono"/>
                <a:ea typeface="JetBrains Mono"/>
                <a:cs typeface="JetBrains Mono"/>
              </a:rPr>
              <a:t>"Total:"</a:t>
            </a:r>
            <a:r>
              <a:rPr sz="24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, total)</a:t>
            </a:r>
          </a:p>
        </p:txBody>
      </p:sp>
      <p:sp>
        <p:nvSpPr>
          <p:cNvPr id="6" name="Slide Number Placeholder 5">
            <a:extLst xmlns:a="http://schemas.openxmlformats.org/drawingml/2006/main">
              <a:ext uri="{FF2B5EF4-FFF2-40B4-BE49-F238E27FC236}">
                <a16:creationId xmlns:a16="http://schemas.microsoft.com/office/drawing/2014/main" id="{820BA63F-E9FE-C334-C48D-C94A3747F55C}"/>
              </a:ext>
            </a:extLst>
          </p:cNvPr>
          <p:cNvSpPr>
            <a:spLocks xmlns:a="http://schemas.openxmlformats.org/drawingml/2006/main" noGrp="1"/>
          </p:cNvSpPr>
          <p:nvPr>
            <p:ph type="sldNum" idx="12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E2598689-54C9-18A7-3A19-ED76AA08988F}" type="slidenum">
              <a:t>2</a:t>
            </a:fld>
          </a:p>
        </p:txBody>
      </p:sp>
    </p:spTree>
    <p:extLst>
      <p:ext uri="{BB962C8B-B14F-4D97-AF65-F5344CB8AC3E}">
        <p14:creationId xmlns:p14="http://schemas.microsoft.com/office/powerpoint/2010/main" val="1917660197"/>
      </p:ext>
    </p:extLst>
  </p:cSld>
</p:sld>
</file>

<file path=ppt/slides/slide3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itle 1">
            <a:extLst xmlns:a="http://schemas.openxmlformats.org/drawingml/2006/main">
              <a:ext uri="{FF2B5EF4-FFF2-40B4-BE49-F238E27FC236}">
                <a16:creationId xmlns:a16="http://schemas.microsoft.com/office/drawing/2014/main" id="{142E218C-699D-6EC5-2CB5-B8B2CF083A91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/>
        <p:txBody>
          <a:bodyPr xmlns:a="http://schemas.openxmlformats.org/drawingml/2006/main" wrap="none" anchor="ctr">
            <a:normAutofit fontScale="100000"/>
          </a:bodyPr>
          <a:lstStyle xmlns:a="http://schemas.openxmlformats.org/drawingml/2006/main"/>
          <a:p xmlns:a="http://schemas.openxmlformats.org/drawingml/2006/main">
            <a:r>
              <a:t>Look at this code:</a:t>
            </a:r>
          </a:p>
        </p:txBody>
      </p:sp>
      <p:sp>
        <p:nvSpPr>
          <p:cNvPr id="9" name="Rectangle 1">
            <a:extLst xmlns:a="http://schemas.openxmlformats.org/drawingml/2006/main">
              <a:ext uri="{FF2B5EF4-FFF2-40B4-BE49-F238E27FC236}">
                <a16:creationId xmlns:a16="http://schemas.microsoft.com/office/drawing/2014/main" id="{426873F0-29A2-F81A-C501-1BA80955C3F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88576" y="1859340"/>
            <a:ext cx="8824852" cy="156966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>
            <a:noFill/>
          </a:ln>
        </p:spPr>
        <p:txBody>
          <a:bodyPr xmlns:a="http://schemas.openxmlformats.org/drawingml/2006/main" vert="horz" wrap="none" lIns="91440" tIns="45720" rIns="91440" bIns="45720" anchor="t">
            <a:normAutofit fontScale="100000"/>
          </a:bodyPr>
          <a:lstStyle xmlns:a="http://schemas.openxmlformats.org/drawingml/2006/main">
            <a:lvl1pPr marL="228600" indent="-228600" algn="l" defTabSz="914400">
              <a:lnSpc>
                <a:spcPct val="90000"/>
              </a:lnSpc>
              <a:spcBef>
                <a:spcPts val="1000"/>
              </a:spcBef>
              <a:buFont typeface="Arial"/>
              <a:buChar char="•"/>
              <a:defRPr sz="20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1pPr>
            <a:lvl2pPr marL="6858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2pPr>
            <a:lvl3pPr marL="11430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6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3pPr>
            <a:lvl4pPr marL="16002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4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4pPr>
            <a:lvl5pPr marL="20574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4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5pPr>
            <a:lvl6pPr marL="25146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6pPr>
            <a:lvl7pPr marL="29718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7pPr>
            <a:lvl8pPr marL="34290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8pPr>
            <a:lvl9pPr marL="38862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9pPr>
          </a:lstStyle>
          <a:p xmlns:a="http://schemas.openxmlformats.org/drawingml/2006/main">
            <a:pPr marL="0" indent="0">
              <a:spcAft>
                <a:spcPts val="0"/>
              </a:spcAft>
              <a:buNone/>
            </a:pPr>
            <a:r>
              <a:rPr sz="24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num1 = 12</a:t>
            </a:r>
          </a:p>
          <a:p xmlns:a="http://schemas.openxmlformats.org/drawingml/2006/main">
            <a:pPr marL="0" indent="0">
              <a:spcAft>
                <a:spcPts val="0"/>
              </a:spcAft>
              <a:buNone/>
            </a:pPr>
            <a:r>
              <a:rPr sz="24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num2 = </a:t>
            </a:r>
            <a:r>
              <a:rPr sz="2400">
                <a:solidFill>
                  <a:srgbClr val="1750EB"/>
                </a:solidFill>
                <a:latin typeface="JetBrains Mono"/>
                <a:ea typeface="JetBrains Mono"/>
                <a:cs typeface="JetBrains Mono"/>
              </a:rPr>
              <a:t>int</a:t>
            </a:r>
            <a:r>
              <a:rPr sz="24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(</a:t>
            </a:r>
            <a:r>
              <a:rPr sz="2400">
                <a:solidFill>
                  <a:srgbClr val="1750EB"/>
                </a:solidFill>
                <a:latin typeface="JetBrains Mono"/>
                <a:ea typeface="JetBrains Mono"/>
                <a:cs typeface="JetBrains Mono"/>
              </a:rPr>
              <a:t>input</a:t>
            </a:r>
            <a:r>
              <a:rPr sz="24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(</a:t>
            </a:r>
            <a:r>
              <a:rPr sz="2400">
                <a:solidFill>
                  <a:srgbClr val="067D17"/>
                </a:solidFill>
                <a:latin typeface="JetBrains Mono"/>
                <a:ea typeface="JetBrains Mono"/>
                <a:cs typeface="JetBrains Mono"/>
              </a:rPr>
              <a:t>"Enter a whole number: "</a:t>
            </a:r>
            <a:r>
              <a:rPr sz="24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))</a:t>
            </a:r>
          </a:p>
          <a:p xmlns:a="http://schemas.openxmlformats.org/drawingml/2006/main">
            <a:pPr marL="0" indent="0">
              <a:spcAft>
                <a:spcPts val="0"/>
              </a:spcAft>
              <a:buNone/>
            </a:pPr>
            <a:r>
              <a:rPr sz="24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 </a:t>
            </a:r>
          </a:p>
          <a:p xmlns:a="http://schemas.openxmlformats.org/drawingml/2006/main">
            <a:pPr marL="0" indent="0">
              <a:spcAft>
                <a:spcPts val="0"/>
              </a:spcAft>
              <a:buNone/>
            </a:pPr>
            <a:r>
              <a:rPr sz="24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total = num1 + num2</a:t>
            </a:r>
          </a:p>
          <a:p xmlns:a="http://schemas.openxmlformats.org/drawingml/2006/main">
            <a:pPr marL="0" indent="0">
              <a:spcAft>
                <a:spcPts val="0"/>
              </a:spcAft>
              <a:buNone/>
            </a:pPr>
            <a:r>
              <a:rPr sz="24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 </a:t>
            </a:r>
          </a:p>
          <a:p xmlns:a="http://schemas.openxmlformats.org/drawingml/2006/main">
            <a:pPr marL="0" indent="0">
              <a:spcAft>
                <a:spcPts val="0"/>
              </a:spcAft>
              <a:buNone/>
            </a:pPr>
            <a:r>
              <a:rPr sz="2400">
                <a:solidFill>
                  <a:srgbClr val="1750EB"/>
                </a:solidFill>
                <a:latin typeface="JetBrains Mono"/>
                <a:ea typeface="JetBrains Mono"/>
                <a:cs typeface="JetBrains Mono"/>
              </a:rPr>
              <a:t>print</a:t>
            </a:r>
            <a:r>
              <a:rPr sz="24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(</a:t>
            </a:r>
            <a:r>
              <a:rPr sz="2400">
                <a:solidFill>
                  <a:srgbClr val="067D17"/>
                </a:solidFill>
                <a:latin typeface="JetBrains Mono"/>
                <a:ea typeface="JetBrains Mono"/>
                <a:cs typeface="JetBrains Mono"/>
              </a:rPr>
              <a:t>"Total:"</a:t>
            </a:r>
            <a:r>
              <a:rPr sz="24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, total)</a:t>
            </a:r>
          </a:p>
        </p:txBody>
      </p:sp>
      <p:sp>
        <p:nvSpPr>
          <p:cNvPr id="13" name="Slide Number Placeholder 12">
            <a:extLst xmlns:a="http://schemas.openxmlformats.org/drawingml/2006/main">
              <a:ext uri="{FF2B5EF4-FFF2-40B4-BE49-F238E27FC236}">
                <a16:creationId xmlns:a16="http://schemas.microsoft.com/office/drawing/2014/main" id="{D887D507-89E7-7D8D-8C34-78ACD3DB74E4}"/>
              </a:ext>
            </a:extLst>
          </p:cNvPr>
          <p:cNvSpPr>
            <a:spLocks xmlns:a="http://schemas.openxmlformats.org/drawingml/2006/main" noGrp="1"/>
          </p:cNvSpPr>
          <p:nvPr>
            <p:ph type="sldNum" idx="12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202359C0-8A7A-196E-DD58-8E6569619F09}" type="slidenum">
              <a:t>3</a:t>
            </a:fld>
          </a:p>
        </p:txBody>
      </p:sp>
    </p:spTree>
    <p:extLst>
      <p:ext uri="{BB962C8B-B14F-4D97-AF65-F5344CB8AC3E}">
        <p14:creationId xmlns:p14="http://schemas.microsoft.com/office/powerpoint/2010/main" val="726653081"/>
      </p:ext>
    </p:extLst>
  </p:cSld>
</p:sld>
</file>

<file path=ppt/slides/slide4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itle 1">
            <a:extLst xmlns:a="http://schemas.openxmlformats.org/drawingml/2006/main">
              <a:ext uri="{FF2B5EF4-FFF2-40B4-BE49-F238E27FC236}">
                <a16:creationId xmlns:a16="http://schemas.microsoft.com/office/drawing/2014/main" id="{AE5F9C57-C2E5-F6D8-D85A-2011D9F51DBA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/>
        <p:txBody>
          <a:bodyPr xmlns:a="http://schemas.openxmlformats.org/drawingml/2006/main" wrap="none" anchor="ctr">
            <a:normAutofit fontScale="100000"/>
          </a:bodyPr>
          <a:lstStyle xmlns:a="http://schemas.openxmlformats.org/drawingml/2006/main"/>
          <a:p xmlns:a="http://schemas.openxmlformats.org/drawingml/2006/main">
            <a:r>
              <a:t>What do you think this code will do?</a:t>
            </a:r>
          </a:p>
        </p:txBody>
      </p:sp>
      <p:sp>
        <p:nvSpPr>
          <p:cNvPr id="6" name="Rectangle 1">
            <a:extLst xmlns:a="http://schemas.openxmlformats.org/drawingml/2006/main">
              <a:ext uri="{FF2B5EF4-FFF2-40B4-BE49-F238E27FC236}">
                <a16:creationId xmlns:a16="http://schemas.microsoft.com/office/drawing/2014/main" id="{94A964A3-7CB4-7BBD-D3F2-79A86FCF2E1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88576" y="1859340"/>
            <a:ext cx="8824852" cy="156966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>
            <a:noFill/>
          </a:ln>
        </p:spPr>
        <p:txBody>
          <a:bodyPr xmlns:a="http://schemas.openxmlformats.org/drawingml/2006/main" vert="horz" wrap="none" lIns="91440" tIns="45720" rIns="91440" bIns="45720" anchor="t">
            <a:normAutofit fontScale="100000"/>
          </a:bodyPr>
          <a:lstStyle xmlns:a="http://schemas.openxmlformats.org/drawingml/2006/main">
            <a:lvl1pPr marL="228600" indent="-228600" algn="l" defTabSz="914400">
              <a:lnSpc>
                <a:spcPct val="90000"/>
              </a:lnSpc>
              <a:spcBef>
                <a:spcPts val="1000"/>
              </a:spcBef>
              <a:buFont typeface="Arial"/>
              <a:buChar char="•"/>
              <a:defRPr sz="20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1pPr>
            <a:lvl2pPr marL="6858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2pPr>
            <a:lvl3pPr marL="11430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6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3pPr>
            <a:lvl4pPr marL="16002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4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4pPr>
            <a:lvl5pPr marL="20574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4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5pPr>
            <a:lvl6pPr marL="25146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6pPr>
            <a:lvl7pPr marL="29718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7pPr>
            <a:lvl8pPr marL="34290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8pPr>
            <a:lvl9pPr marL="38862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9pPr>
          </a:lstStyle>
          <a:p xmlns:a="http://schemas.openxmlformats.org/drawingml/2006/main">
            <a:pPr marL="0" indent="0">
              <a:spcAft>
                <a:spcPts val="0"/>
              </a:spcAft>
              <a:buNone/>
            </a:pPr>
            <a:r>
              <a:rPr sz="24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num1 = 12</a:t>
            </a:r>
          </a:p>
          <a:p xmlns:a="http://schemas.openxmlformats.org/drawingml/2006/main">
            <a:pPr marL="0" indent="0">
              <a:spcAft>
                <a:spcPts val="0"/>
              </a:spcAft>
              <a:buNone/>
            </a:pPr>
            <a:r>
              <a:rPr sz="24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num2 = </a:t>
            </a:r>
            <a:r>
              <a:rPr sz="2400">
                <a:solidFill>
                  <a:srgbClr val="1750EB"/>
                </a:solidFill>
                <a:latin typeface="JetBrains Mono"/>
                <a:ea typeface="JetBrains Mono"/>
                <a:cs typeface="JetBrains Mono"/>
              </a:rPr>
              <a:t>int</a:t>
            </a:r>
            <a:r>
              <a:rPr sz="24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(</a:t>
            </a:r>
            <a:r>
              <a:rPr sz="2400">
                <a:solidFill>
                  <a:srgbClr val="1750EB"/>
                </a:solidFill>
                <a:latin typeface="JetBrains Mono"/>
                <a:ea typeface="JetBrains Mono"/>
                <a:cs typeface="JetBrains Mono"/>
              </a:rPr>
              <a:t>input</a:t>
            </a:r>
            <a:r>
              <a:rPr sz="24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(</a:t>
            </a:r>
            <a:r>
              <a:rPr sz="2400">
                <a:solidFill>
                  <a:srgbClr val="067D17"/>
                </a:solidFill>
                <a:latin typeface="JetBrains Mono"/>
                <a:ea typeface="JetBrains Mono"/>
                <a:cs typeface="JetBrains Mono"/>
              </a:rPr>
              <a:t>"Enter a whole number: "</a:t>
            </a:r>
            <a:r>
              <a:rPr sz="24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))</a:t>
            </a:r>
          </a:p>
          <a:p xmlns:a="http://schemas.openxmlformats.org/drawingml/2006/main">
            <a:pPr marL="0" indent="0">
              <a:spcAft>
                <a:spcPts val="0"/>
              </a:spcAft>
              <a:buNone/>
            </a:pPr>
            <a:r>
              <a:rPr sz="24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 </a:t>
            </a:r>
          </a:p>
          <a:p xmlns:a="http://schemas.openxmlformats.org/drawingml/2006/main">
            <a:pPr marL="0" indent="0">
              <a:spcAft>
                <a:spcPts val="0"/>
              </a:spcAft>
              <a:buNone/>
            </a:pPr>
            <a:r>
              <a:rPr sz="24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total = num1 + num2</a:t>
            </a:r>
          </a:p>
          <a:p xmlns:a="http://schemas.openxmlformats.org/drawingml/2006/main">
            <a:pPr marL="0" indent="0">
              <a:spcAft>
                <a:spcPts val="0"/>
              </a:spcAft>
              <a:buNone/>
            </a:pPr>
            <a:r>
              <a:rPr sz="24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 </a:t>
            </a:r>
          </a:p>
          <a:p xmlns:a="http://schemas.openxmlformats.org/drawingml/2006/main">
            <a:pPr marL="0" indent="0">
              <a:spcAft>
                <a:spcPts val="0"/>
              </a:spcAft>
              <a:buNone/>
            </a:pPr>
            <a:r>
              <a:rPr sz="2400">
                <a:solidFill>
                  <a:srgbClr val="1750EB"/>
                </a:solidFill>
                <a:latin typeface="JetBrains Mono"/>
                <a:ea typeface="JetBrains Mono"/>
                <a:cs typeface="JetBrains Mono"/>
              </a:rPr>
              <a:t>print</a:t>
            </a:r>
            <a:r>
              <a:rPr sz="24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(</a:t>
            </a:r>
            <a:r>
              <a:rPr sz="2400">
                <a:solidFill>
                  <a:srgbClr val="067D17"/>
                </a:solidFill>
                <a:latin typeface="JetBrains Mono"/>
                <a:ea typeface="JetBrains Mono"/>
                <a:cs typeface="JetBrains Mono"/>
              </a:rPr>
              <a:t>"Total:"</a:t>
            </a:r>
            <a:r>
              <a:rPr sz="24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, total)</a:t>
            </a:r>
          </a:p>
        </p:txBody>
      </p:sp>
      <p:sp>
        <p:nvSpPr>
          <p:cNvPr id="9" name="Slide Number Placeholder 8">
            <a:extLst xmlns:a="http://schemas.openxmlformats.org/drawingml/2006/main">
              <a:ext uri="{FF2B5EF4-FFF2-40B4-BE49-F238E27FC236}">
                <a16:creationId xmlns:a16="http://schemas.microsoft.com/office/drawing/2014/main" id="{DDDBE35E-DE92-4B4D-75A9-891D3E276B09}"/>
              </a:ext>
            </a:extLst>
          </p:cNvPr>
          <p:cNvSpPr>
            <a:spLocks xmlns:a="http://schemas.openxmlformats.org/drawingml/2006/main" noGrp="1"/>
          </p:cNvSpPr>
          <p:nvPr>
            <p:ph type="sldNum" idx="12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EFD6AB9A-5F9E-5F59-51AB-3C8734130965}" type="slidenum">
              <a:t>4</a:t>
            </a:fld>
          </a:p>
        </p:txBody>
      </p:sp>
    </p:spTree>
    <p:extLst>
      <p:ext uri="{BB962C8B-B14F-4D97-AF65-F5344CB8AC3E}">
        <p14:creationId xmlns:p14="http://schemas.microsoft.com/office/powerpoint/2010/main" val="3517979783"/>
      </p:ext>
    </p:extLst>
  </p:cSld>
</p:sld>
</file>

<file path=ppt/slides/slide5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itle 1">
            <a:extLst xmlns:a="http://schemas.openxmlformats.org/drawingml/2006/main">
              <a:ext uri="{FF2B5EF4-FFF2-40B4-BE49-F238E27FC236}">
                <a16:creationId xmlns:a16="http://schemas.microsoft.com/office/drawing/2014/main" id="{4CB5EA7E-2DAD-0491-950A-43E595A22E46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/>
        <p:txBody>
          <a:bodyPr xmlns:a="http://schemas.openxmlformats.org/drawingml/2006/main" wrap="none" anchor="ctr">
            <a:normAutofit fontScale="100000"/>
          </a:bodyPr>
          <a:lstStyle xmlns:a="http://schemas.openxmlformats.org/drawingml/2006/main"/>
          <a:p xmlns:a="http://schemas.openxmlformats.org/drawingml/2006/main">
            <a:r>
              <a:rPr b="1"/>
              <a:t>Let’s investigate.</a:t>
            </a:r>
          </a:p>
        </p:txBody>
      </p:sp>
      <p:sp>
        <p:nvSpPr>
          <p:cNvPr id="4" name="Rectangle 1">
            <a:extLst xmlns:a="http://schemas.openxmlformats.org/drawingml/2006/main">
              <a:ext uri="{FF2B5EF4-FFF2-40B4-BE49-F238E27FC236}">
                <a16:creationId xmlns:a16="http://schemas.microsoft.com/office/drawing/2014/main" id="{9998CA8A-BAE1-D919-AD2C-1043AF60E6D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8200" y="3232794"/>
            <a:ext cx="10182101" cy="3385542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vert="horz" wrap="square" lIns="91440" tIns="45720" rIns="91440" bIns="45720" anchor="ctr">
            <a:normAutofit fontScale="100000"/>
          </a:bodyPr>
          <a:lstStyle xmlns:a="http://schemas.openxmlformats.org/drawingml/2006/main">
            <a:lvl1pPr>
              <a:spcBef>
                <a:spcPct val="0"/>
              </a:spcBef>
              <a:spcAft>
                <a:spcPct val="0"/>
              </a:spcAft>
              <a:buNone/>
              <a:defRPr>
                <a:solidFill>
                  <a:schemeClr val="tx1"/>
                </a:solidFill>
                <a:latin typeface="Arial"/>
                <a:ea typeface="Arial"/>
                <a:cs typeface="Arial"/>
              </a:defRPr>
            </a:lvl1pPr>
            <a:lvl2pPr>
              <a:spcBef>
                <a:spcPct val="0"/>
              </a:spcBef>
              <a:spcAft>
                <a:spcPct val="0"/>
              </a:spcAft>
              <a:buNone/>
              <a:defRPr>
                <a:solidFill>
                  <a:schemeClr val="tx1"/>
                </a:solidFill>
                <a:latin typeface="Arial"/>
                <a:ea typeface="Arial"/>
                <a:cs typeface="Arial"/>
              </a:defRPr>
            </a:lvl2pPr>
            <a:lvl3pPr>
              <a:spcBef>
                <a:spcPct val="0"/>
              </a:spcBef>
              <a:spcAft>
                <a:spcPct val="0"/>
              </a:spcAft>
              <a:buNone/>
              <a:defRPr>
                <a:solidFill>
                  <a:schemeClr val="tx1"/>
                </a:solidFill>
                <a:latin typeface="Arial"/>
                <a:ea typeface="Arial"/>
                <a:cs typeface="Arial"/>
              </a:defRPr>
            </a:lvl3pPr>
            <a:lvl4pPr>
              <a:spcBef>
                <a:spcPct val="0"/>
              </a:spcBef>
              <a:spcAft>
                <a:spcPct val="0"/>
              </a:spcAft>
              <a:buNone/>
              <a:defRPr>
                <a:solidFill>
                  <a:schemeClr val="tx1"/>
                </a:solidFill>
                <a:latin typeface="Arial"/>
                <a:ea typeface="Arial"/>
                <a:cs typeface="Arial"/>
              </a:defRPr>
            </a:lvl4pPr>
            <a:lvl5pPr>
              <a:spcBef>
                <a:spcPct val="0"/>
              </a:spcBef>
              <a:spcAft>
                <a:spcPct val="0"/>
              </a:spcAft>
              <a:buNone/>
              <a:defRPr>
                <a:solidFill>
                  <a:schemeClr val="tx1"/>
                </a:solidFill>
                <a:latin typeface="Arial"/>
                <a:ea typeface="Arial"/>
                <a:cs typeface="Arial"/>
              </a:defRPr>
            </a:lvl5pPr>
            <a:lvl6pPr>
              <a:spcBef>
                <a:spcPct val="0"/>
              </a:spcBef>
              <a:spcAft>
                <a:spcPct val="0"/>
              </a:spcAft>
              <a:buNone/>
              <a:defRPr>
                <a:solidFill>
                  <a:schemeClr val="tx1"/>
                </a:solidFill>
                <a:latin typeface="Arial"/>
                <a:ea typeface="Arial"/>
                <a:cs typeface="Arial"/>
              </a:defRPr>
            </a:lvl6pPr>
            <a:lvl7pPr>
              <a:spcBef>
                <a:spcPct val="0"/>
              </a:spcBef>
              <a:spcAft>
                <a:spcPct val="0"/>
              </a:spcAft>
              <a:buNone/>
              <a:defRPr>
                <a:solidFill>
                  <a:schemeClr val="tx1"/>
                </a:solidFill>
                <a:latin typeface="Arial"/>
                <a:ea typeface="Arial"/>
                <a:cs typeface="Arial"/>
              </a:defRPr>
            </a:lvl7pPr>
            <a:lvl8pPr>
              <a:spcBef>
                <a:spcPct val="0"/>
              </a:spcBef>
              <a:spcAft>
                <a:spcPct val="0"/>
              </a:spcAft>
              <a:buNone/>
              <a:defRPr>
                <a:solidFill>
                  <a:schemeClr val="tx1"/>
                </a:solidFill>
                <a:latin typeface="Arial"/>
                <a:ea typeface="Arial"/>
                <a:cs typeface="Arial"/>
              </a:defRPr>
            </a:lvl8pPr>
            <a:lvl9pPr>
              <a:spcBef>
                <a:spcPct val="0"/>
              </a:spcBef>
              <a:spcAft>
                <a:spcPct val="0"/>
              </a:spcAft>
              <a:buNone/>
              <a:defRPr>
                <a:solidFill>
                  <a:schemeClr val="tx1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 marL="0" indent="0">
              <a:spcAft>
                <a:spcPts val="16"/>
              </a:spcAft>
              <a:buNone/>
            </a:pPr>
            <a:r>
              <a:rPr sz="2600" b="1"/>
              <a:t>Answer the questions:</a:t>
            </a:r>
          </a:p>
          <a:p xmlns:a="http://schemas.openxmlformats.org/drawingml/2006/main">
            <a:pPr marL="0" indent="0">
              <a:spcAft>
                <a:spcPts val="8"/>
              </a:spcAft>
              <a:buNone/>
            </a:pPr>
            <a:r>
              <a:rPr sz="2000"/>
              <a:t>1. If I enter 6, which number is stored with the name num2?</a:t>
            </a:r>
          </a:p>
          <a:p xmlns:a="http://schemas.openxmlformats.org/drawingml/2006/main">
            <a:pPr marL="0" indent="0">
              <a:spcAft>
                <a:spcPts val="8"/>
              </a:spcAft>
              <a:buNone/>
            </a:pPr>
            <a:r>
              <a:rPr sz="2000"/>
              <a:t>2. After num1 is added to num2, which number is stored with the name total?</a:t>
            </a:r>
          </a:p>
          <a:p xmlns:a="http://schemas.openxmlformats.org/drawingml/2006/main">
            <a:pPr marL="0" indent="0">
              <a:spcAft>
                <a:spcPts val="8"/>
              </a:spcAft>
              <a:buNone/>
            </a:pPr>
            <a:r>
              <a:rPr sz="2000"/>
              <a:t>3. What number appears on screen when the program finishes?</a:t>
            </a:r>
          </a:p>
        </p:txBody>
      </p:sp>
      <p:sp>
        <p:nvSpPr>
          <p:cNvPr id="7" name="Rectangle 1">
            <a:extLst xmlns:a="http://schemas.openxmlformats.org/drawingml/2006/main">
              <a:ext uri="{FF2B5EF4-FFF2-40B4-BE49-F238E27FC236}">
                <a16:creationId xmlns:a16="http://schemas.microsoft.com/office/drawing/2014/main" id="{A313224D-AAE9-19C6-3D76-BCDB1D377AEA}"/>
              </a:ext>
            </a:extLst>
          </p:cNvPr>
          <p:cNvSpPr>
            <a:spLocks xmlns:a="http://schemas.openxmlformats.org/drawingml/2006/main" noGrp="1"/>
          </p:cNvSpPr>
          <p:nvPr>
            <p:ph idx="1"/>
          </p:nvPr>
        </p:nvSpPr>
        <p:spPr>
          <a:xfrm xmlns:a="http://schemas.openxmlformats.org/drawingml/2006/main">
            <a:off x="954446" y="1280160"/>
            <a:ext cx="6474775" cy="164592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>
            <a:noFill/>
          </a:ln>
        </p:spPr>
        <p:txBody>
          <a:bodyPr xmlns:a="http://schemas.openxmlformats.org/drawingml/2006/main" vert="horz" wrap="square" lIns="91440" tIns="45720" rIns="91440" bIns="45720" anchor="t">
            <a:normAutofit fontScale="100000"/>
          </a:bodyPr>
          <a:lstStyle xmlns:a="http://schemas.openxmlformats.org/drawingml/2006/main">
            <a:lvl1pPr marL="228600" indent="-228600" algn="l" defTabSz="914400">
              <a:lnSpc>
                <a:spcPct val="90000"/>
              </a:lnSpc>
              <a:spcBef>
                <a:spcPts val="1000"/>
              </a:spcBef>
              <a:buFont typeface="Arial"/>
              <a:buChar char="•"/>
              <a:defRPr sz="20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1pPr>
            <a:lvl2pPr marL="6858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2pPr>
            <a:lvl3pPr marL="11430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6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3pPr>
            <a:lvl4pPr marL="16002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4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4pPr>
            <a:lvl5pPr marL="20574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4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5pPr>
            <a:lvl6pPr marL="25146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6pPr>
            <a:lvl7pPr marL="29718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7pPr>
            <a:lvl8pPr marL="34290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8pPr>
            <a:lvl9pPr marL="38862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9pPr>
          </a:lstStyle>
          <a:p xmlns:a="http://schemas.openxmlformats.org/drawingml/2006/main">
            <a:pPr marL="0" indent="0">
              <a:spcAft>
                <a:spcPts val="0"/>
              </a:spcAft>
              <a:buNone/>
            </a:pPr>
            <a:r>
              <a:rPr sz="14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num1 = 12</a:t>
            </a:r>
            <a:br>
              <a:rPr sz="14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</a:br>
            <a:r>
              <a:rPr sz="14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num2 = </a:t>
            </a:r>
            <a:r>
              <a:rPr sz="1400">
                <a:solidFill>
                  <a:srgbClr val="1750EB"/>
                </a:solidFill>
                <a:latin typeface="JetBrains Mono"/>
                <a:ea typeface="JetBrains Mono"/>
                <a:cs typeface="JetBrains Mono"/>
              </a:rPr>
              <a:t>int</a:t>
            </a:r>
            <a:r>
              <a:rPr sz="14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(</a:t>
            </a:r>
            <a:r>
              <a:rPr sz="1400">
                <a:solidFill>
                  <a:srgbClr val="1750EB"/>
                </a:solidFill>
                <a:latin typeface="JetBrains Mono"/>
                <a:ea typeface="JetBrains Mono"/>
                <a:cs typeface="JetBrains Mono"/>
              </a:rPr>
              <a:t>input</a:t>
            </a:r>
            <a:r>
              <a:rPr sz="14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(</a:t>
            </a:r>
            <a:r>
              <a:rPr sz="1400">
                <a:solidFill>
                  <a:srgbClr val="067D17"/>
                </a:solidFill>
                <a:latin typeface="JetBrains Mono"/>
                <a:ea typeface="JetBrains Mono"/>
                <a:cs typeface="JetBrains Mono"/>
              </a:rPr>
              <a:t>"Enter a whole number: "</a:t>
            </a:r>
            <a:r>
              <a:rPr sz="14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))</a:t>
            </a:r>
            <a:br>
              <a:rPr sz="14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</a:br>
            <a:br>
              <a:rPr sz="14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</a:br>
            <a:r>
              <a:rPr sz="14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total = num1 + num2</a:t>
            </a:r>
            <a:br>
              <a:rPr sz="14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</a:br>
            <a:br>
              <a:rPr sz="14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</a:br>
            <a:r>
              <a:rPr sz="1400">
                <a:solidFill>
                  <a:srgbClr val="1750EB"/>
                </a:solidFill>
                <a:latin typeface="JetBrains Mono"/>
                <a:ea typeface="JetBrains Mono"/>
                <a:cs typeface="JetBrains Mono"/>
              </a:rPr>
              <a:t>print</a:t>
            </a:r>
            <a:r>
              <a:rPr sz="14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(</a:t>
            </a:r>
            <a:r>
              <a:rPr sz="1400">
                <a:solidFill>
                  <a:srgbClr val="067D17"/>
                </a:solidFill>
                <a:latin typeface="JetBrains Mono"/>
                <a:ea typeface="JetBrains Mono"/>
                <a:cs typeface="JetBrains Mono"/>
              </a:rPr>
              <a:t>"Total:"</a:t>
            </a:r>
            <a:r>
              <a:rPr sz="14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, total)</a:t>
            </a:r>
          </a:p>
        </p:txBody>
      </p:sp>
    </p:spTree>
    <p:extLst>
      <p:ext uri="{BB962C8B-B14F-4D97-AF65-F5344CB8AC3E}">
        <p14:creationId xmlns:p14="http://schemas.microsoft.com/office/powerpoint/2010/main" val="3941323505"/>
      </p:ext>
    </p:extLst>
  </p:cSld>
</p:sld>
</file>

<file path=ppt/slides/slide6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itle 1">
            <a:extLst xmlns:a="http://schemas.openxmlformats.org/drawingml/2006/main">
              <a:ext uri="{FF2B5EF4-FFF2-40B4-BE49-F238E27FC236}">
                <a16:creationId xmlns:a16="http://schemas.microsoft.com/office/drawing/2014/main" id="{2CFD3ACF-F271-8980-D873-F9D6FB9FB085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>
          <a:xfrm xmlns:a="http://schemas.openxmlformats.org/drawingml/2006/main">
            <a:off x="637569" y="2124718"/>
            <a:ext cx="3832073" cy="1325563"/>
          </a:xfrm>
        </p:spPr>
        <p:txBody>
          <a:bodyPr xmlns:a="http://schemas.openxmlformats.org/drawingml/2006/main" wrap="none" anchor="ctr">
            <a:normAutofit fontScale="100000"/>
          </a:bodyPr>
          <a:lstStyle xmlns:a="http://schemas.openxmlformats.org/drawingml/2006/main"/>
          <a:p xmlns:a="http://schemas.openxmlformats.org/drawingml/2006/main">
            <a:r>
              <a:t>Challenge 1</a:t>
            </a:r>
          </a:p>
        </p:txBody>
      </p:sp>
      <p:sp>
        <p:nvSpPr>
          <p:cNvPr id="3" name="Content Placeholder 2">
            <a:extLst xmlns:a="http://schemas.openxmlformats.org/drawingml/2006/main">
              <a:ext uri="{FF2B5EF4-FFF2-40B4-BE49-F238E27FC236}">
                <a16:creationId xmlns:a16="http://schemas.microsoft.com/office/drawing/2014/main" id="{FE010D74-B7EC-9185-C8DF-767A2EA671F6}"/>
              </a:ext>
            </a:extLst>
          </p:cNvPr>
          <p:cNvSpPr>
            <a:spLocks xmlns:a="http://schemas.openxmlformats.org/drawingml/2006/main" noGrp="1"/>
          </p:cNvSpPr>
          <p:nvPr>
            <p:ph idx="1"/>
          </p:nvPr>
        </p:nvSpPr>
        <p:spPr>
          <a:xfrm xmlns:a="http://schemas.openxmlformats.org/drawingml/2006/main">
            <a:off x="1294599" y="3405120"/>
            <a:ext cx="7425519" cy="2115403"/>
          </a:xfrm>
        </p:spPr>
        <p:txBody>
          <a:bodyPr xmlns:a="http://schemas.openxmlformats.org/drawingml/2006/main">
            <a:normAutofit fontScale="100000"/>
          </a:bodyPr>
          <a:lstStyle xmlns:a="http://schemas.openxmlformats.org/drawingml/2006/main"/>
          <a:p xmlns:a="http://schemas.openxmlformats.org/drawingml/2006/main">
            <a:pPr marL="0" indent="0">
              <a:spcAft>
                <a:spcPts val="0"/>
              </a:spcAft>
              <a:buNone/>
            </a:pPr>
            <a:r>
              <a:rPr sz="2400" b="0">
                <a:solidFill>
                  <a:srgbClr val="080808"/>
                </a:solidFill>
                <a:latin typeface="Calibri"/>
                <a:ea typeface="Calibri"/>
                <a:cs typeface="Calibri"/>
              </a:rPr>
              <a:t>Change the example so </a:t>
            </a:r>
            <a:r>
              <a:rPr sz="2050" b="0">
                <a:solidFill>
                  <a:srgbClr val="6A1B9A"/>
                </a:solidFill>
                <a:highlight>
                  <a:srgbClr val="ECEAF4"/>
                </a:highlight>
                <a:latin typeface="JetBrains Mono"/>
                <a:ea typeface="JetBrains Mono"/>
                <a:cs typeface="JetBrains Mono"/>
              </a:rPr>
              <a:t> num1 </a:t>
            </a:r>
            <a:r>
              <a:rPr sz="2400" b="0">
                <a:solidFill>
                  <a:srgbClr val="080808"/>
                </a:solidFill>
                <a:latin typeface="Calibri"/>
                <a:ea typeface="Calibri"/>
                <a:cs typeface="Calibri"/>
              </a:rPr>
              <a:t> comes from the user instead of the fixed value 12. Use </a:t>
            </a:r>
            <a:r>
              <a:rPr sz="2050" b="0">
                <a:solidFill>
                  <a:srgbClr val="1750EB"/>
                </a:solidFill>
                <a:latin typeface="JetBrains Mono"/>
                <a:ea typeface="JetBrains Mono"/>
                <a:cs typeface="JetBrains Mono"/>
              </a:rPr>
              <a:t>int()</a:t>
            </a:r>
            <a:r>
              <a:rPr sz="2400" b="0">
                <a:solidFill>
                  <a:srgbClr val="080808"/>
                </a:solidFill>
                <a:latin typeface="Calibri"/>
                <a:ea typeface="Calibri"/>
                <a:cs typeface="Calibri"/>
              </a:rPr>
              <a:t> to convert the input to a whole number. For example, 8 and 4 display </a:t>
            </a:r>
            <a:r>
              <a:rPr sz="2050" b="0">
                <a:solidFill>
                  <a:srgbClr val="067D17"/>
                </a:solidFill>
                <a:latin typeface="JetBrains Mono"/>
                <a:ea typeface="JetBrains Mono"/>
                <a:cs typeface="JetBrains Mono"/>
              </a:rPr>
              <a:t>"Total: 12"</a:t>
            </a:r>
            <a:r>
              <a:rPr sz="2400" b="0">
                <a:solidFill>
                  <a:srgbClr val="080808"/>
                </a:solidFill>
                <a:latin typeface="Calibri"/>
                <a:ea typeface="Calibri"/>
                <a:cs typeface="Calibri"/>
              </a:rPr>
              <a:t>.</a:t>
            </a:r>
          </a:p>
        </p:txBody>
      </p:sp>
      <p:sp>
        <p:nvSpPr>
          <p:cNvPr id="7" name="Slide Number Placeholder 6">
            <a:extLst xmlns:a="http://schemas.openxmlformats.org/drawingml/2006/main">
              <a:ext uri="{FF2B5EF4-FFF2-40B4-BE49-F238E27FC236}">
                <a16:creationId xmlns:a16="http://schemas.microsoft.com/office/drawing/2014/main" id="{90156456-F916-2DFA-3233-CF36D6126AC9}"/>
              </a:ext>
            </a:extLst>
          </p:cNvPr>
          <p:cNvSpPr>
            <a:spLocks xmlns:a="http://schemas.openxmlformats.org/drawingml/2006/main" noGrp="1"/>
          </p:cNvSpPr>
          <p:nvPr>
            <p:ph type="sldNum" idx="12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8C630A04-5A25-9E0C-9436-126091DB86B3}" type="slidenum">
              <a:t>6</a:t>
            </a:fld>
          </a:p>
        </p:txBody>
      </p:sp>
      <p:sp>
        <p:nvSpPr>
          <p:cNvPr id="8" name="TextBox 7">
            <a:extLst xmlns:a="http://schemas.openxmlformats.org/drawingml/2006/main">
              <a:ext uri="{FF2B5EF4-FFF2-40B4-BE49-F238E27FC236}">
                <a16:creationId xmlns:a16="http://schemas.microsoft.com/office/drawing/2014/main" id="{1C8A6263-CC79-FF3D-FD4C-FA1A647B7E0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89320" y="46401"/>
            <a:ext cx="1828800" cy="307777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>
            <a:spAutoFit/>
          </a:bodyPr>
          <a:lstStyle xmlns:a="http://schemas.openxmlformats.org/drawingml/2006/main"/>
          <a:p xmlns:a="http://schemas.openxmlformats.org/drawingml/2006/main">
            <a:r>
              <a:rPr sz="1400"/>
              <a:t>Starter Code:</a:t>
            </a:r>
          </a:p>
        </p:txBody>
      </p:sp>
      <p:sp>
        <p:nvSpPr>
          <p:cNvPr id="9" name="Rectangle 1">
            <a:extLst xmlns:a="http://schemas.openxmlformats.org/drawingml/2006/main">
              <a:ext uri="{FF2B5EF4-FFF2-40B4-BE49-F238E27FC236}">
                <a16:creationId xmlns:a16="http://schemas.microsoft.com/office/drawing/2014/main" id="{C222A94C-9EF0-110A-E446-C6FE28AB082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89320" y="354178"/>
            <a:ext cx="5897880" cy="1600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>
            <a:noFill/>
          </a:ln>
        </p:spPr>
        <p:txBody>
          <a:bodyPr xmlns:a="http://schemas.openxmlformats.org/drawingml/2006/main" vert="horz" wrap="square" lIns="91440" tIns="45720" rIns="91440" bIns="45720" anchor="t">
            <a:normAutofit fontScale="100000"/>
          </a:bodyPr>
          <a:lstStyle xmlns:a="http://schemas.openxmlformats.org/drawingml/2006/main">
            <a:lvl1pPr marL="228600" indent="-228600" algn="l" defTabSz="914400">
              <a:lnSpc>
                <a:spcPct val="90000"/>
              </a:lnSpc>
              <a:spcBef>
                <a:spcPts val="1000"/>
              </a:spcBef>
              <a:buFont typeface="Arial"/>
              <a:buChar char="•"/>
              <a:defRPr sz="20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1pPr>
            <a:lvl2pPr marL="6858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2pPr>
            <a:lvl3pPr marL="11430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6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3pPr>
            <a:lvl4pPr marL="16002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4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4pPr>
            <a:lvl5pPr marL="20574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4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5pPr>
            <a:lvl6pPr marL="25146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6pPr>
            <a:lvl7pPr marL="29718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7pPr>
            <a:lvl8pPr marL="34290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8pPr>
            <a:lvl9pPr marL="38862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9pPr>
          </a:lstStyle>
          <a:p xmlns:a="http://schemas.openxmlformats.org/drawingml/2006/main">
            <a:pPr marL="0" indent="0">
              <a:spcAft>
                <a:spcPts val="0"/>
              </a:spcAft>
              <a:buNone/>
            </a:pPr>
            <a:r>
              <a:rPr sz="14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num1 = 12</a:t>
            </a:r>
            <a:br>
              <a:rPr sz="14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</a:br>
            <a:r>
              <a:rPr sz="14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num2 = </a:t>
            </a:r>
            <a:r>
              <a:rPr sz="1400">
                <a:solidFill>
                  <a:srgbClr val="1750EB"/>
                </a:solidFill>
                <a:latin typeface="JetBrains Mono"/>
                <a:ea typeface="JetBrains Mono"/>
                <a:cs typeface="JetBrains Mono"/>
              </a:rPr>
              <a:t>int</a:t>
            </a:r>
            <a:r>
              <a:rPr sz="14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(</a:t>
            </a:r>
            <a:r>
              <a:rPr sz="1400">
                <a:solidFill>
                  <a:srgbClr val="1750EB"/>
                </a:solidFill>
                <a:latin typeface="JetBrains Mono"/>
                <a:ea typeface="JetBrains Mono"/>
                <a:cs typeface="JetBrains Mono"/>
              </a:rPr>
              <a:t>input</a:t>
            </a:r>
            <a:r>
              <a:rPr sz="14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(</a:t>
            </a:r>
            <a:r>
              <a:rPr sz="1400">
                <a:solidFill>
                  <a:srgbClr val="067D17"/>
                </a:solidFill>
                <a:latin typeface="JetBrains Mono"/>
                <a:ea typeface="JetBrains Mono"/>
                <a:cs typeface="JetBrains Mono"/>
              </a:rPr>
              <a:t>"Enter a whole number: "</a:t>
            </a:r>
            <a:r>
              <a:rPr sz="14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))</a:t>
            </a:r>
            <a:br>
              <a:rPr sz="14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</a:br>
            <a:br>
              <a:rPr sz="14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</a:br>
            <a:r>
              <a:rPr sz="14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total = num1 + num2</a:t>
            </a:r>
            <a:br>
              <a:rPr sz="14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</a:br>
            <a:br>
              <a:rPr sz="14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</a:br>
            <a:r>
              <a:rPr sz="1400">
                <a:solidFill>
                  <a:srgbClr val="1750EB"/>
                </a:solidFill>
                <a:latin typeface="JetBrains Mono"/>
                <a:ea typeface="JetBrains Mono"/>
                <a:cs typeface="JetBrains Mono"/>
              </a:rPr>
              <a:t>print</a:t>
            </a:r>
            <a:r>
              <a:rPr sz="14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(</a:t>
            </a:r>
            <a:r>
              <a:rPr sz="1400">
                <a:solidFill>
                  <a:srgbClr val="067D17"/>
                </a:solidFill>
                <a:latin typeface="JetBrains Mono"/>
                <a:ea typeface="JetBrains Mono"/>
                <a:cs typeface="JetBrains Mono"/>
              </a:rPr>
              <a:t>"Total:"</a:t>
            </a:r>
            <a:r>
              <a:rPr sz="14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, total)</a:t>
            </a:r>
          </a:p>
        </p:txBody>
      </p:sp>
    </p:spTree>
    <p:extLst>
      <p:ext uri="{BB962C8B-B14F-4D97-AF65-F5344CB8AC3E}">
        <p14:creationId xmlns:p14="http://schemas.microsoft.com/office/powerpoint/2010/main" val="2523084536"/>
      </p:ext>
    </p:extLst>
  </p:cSld>
</p:sld>
</file>

<file path=ppt/slides/slide7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itle 1">
            <a:extLst xmlns:a="http://schemas.openxmlformats.org/drawingml/2006/main">
              <a:ext uri="{FF2B5EF4-FFF2-40B4-BE49-F238E27FC236}">
                <a16:creationId xmlns:a16="http://schemas.microsoft.com/office/drawing/2014/main" id="{E6F32E09-610F-3EC3-B786-50BDF0372E6B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>
          <a:xfrm xmlns:a="http://schemas.openxmlformats.org/drawingml/2006/main">
            <a:off x="637569" y="2124718"/>
            <a:ext cx="3832073" cy="1325563"/>
          </a:xfrm>
        </p:spPr>
        <p:txBody>
          <a:bodyPr xmlns:a="http://schemas.openxmlformats.org/drawingml/2006/main" wrap="none" anchor="ctr">
            <a:normAutofit fontScale="100000"/>
          </a:bodyPr>
          <a:lstStyle xmlns:a="http://schemas.openxmlformats.org/drawingml/2006/main"/>
          <a:p xmlns:a="http://schemas.openxmlformats.org/drawingml/2006/main">
            <a:r>
              <a:t>Challenge 2</a:t>
            </a:r>
          </a:p>
        </p:txBody>
      </p:sp>
      <p:sp>
        <p:nvSpPr>
          <p:cNvPr id="3" name="Content Placeholder 2">
            <a:extLst xmlns:a="http://schemas.openxmlformats.org/drawingml/2006/main">
              <a:ext uri="{FF2B5EF4-FFF2-40B4-BE49-F238E27FC236}">
                <a16:creationId xmlns:a16="http://schemas.microsoft.com/office/drawing/2014/main" id="{59C6027A-1FB5-B72A-C3EC-60CC3C954B38}"/>
              </a:ext>
            </a:extLst>
          </p:cNvPr>
          <p:cNvSpPr>
            <a:spLocks xmlns:a="http://schemas.openxmlformats.org/drawingml/2006/main" noGrp="1"/>
          </p:cNvSpPr>
          <p:nvPr>
            <p:ph idx="1"/>
          </p:nvPr>
        </p:nvSpPr>
        <p:spPr>
          <a:xfrm xmlns:a="http://schemas.openxmlformats.org/drawingml/2006/main">
            <a:off x="1294599" y="3405120"/>
            <a:ext cx="7425519" cy="2115403"/>
          </a:xfrm>
        </p:spPr>
        <p:txBody>
          <a:bodyPr xmlns:a="http://schemas.openxmlformats.org/drawingml/2006/main">
            <a:normAutofit fontScale="100000"/>
          </a:bodyPr>
          <a:lstStyle xmlns:a="http://schemas.openxmlformats.org/drawingml/2006/main"/>
          <a:p xmlns:a="http://schemas.openxmlformats.org/drawingml/2006/main">
            <a:pPr marL="0" indent="0">
              <a:spcAft>
                <a:spcPts val="0"/>
              </a:spcAft>
              <a:buNone/>
            </a:pPr>
            <a:r>
              <a:rPr sz="2400" b="0">
                <a:solidFill>
                  <a:srgbClr val="080808"/>
                </a:solidFill>
                <a:latin typeface="Calibri"/>
                <a:ea typeface="Calibri"/>
                <a:cs typeface="Calibri"/>
              </a:rPr>
              <a:t>Extend your Challenge 1 program. Ask how many people will share </a:t>
            </a:r>
            <a:r>
              <a:rPr sz="2050" b="0">
                <a:solidFill>
                  <a:srgbClr val="6A1B9A"/>
                </a:solidFill>
                <a:highlight>
                  <a:srgbClr val="ECEAF4"/>
                </a:highlight>
                <a:latin typeface="JetBrains Mono"/>
                <a:ea typeface="JetBrains Mono"/>
                <a:cs typeface="JetBrains Mono"/>
              </a:rPr>
              <a:t> total </a:t>
            </a:r>
            <a:r>
              <a:rPr sz="2400" b="0">
                <a:solidFill>
                  <a:srgbClr val="080808"/>
                </a:solidFill>
                <a:latin typeface="Calibri"/>
                <a:ea typeface="Calibri"/>
                <a:cs typeface="Calibri"/>
              </a:rPr>
              <a:t> and store the whole number in </a:t>
            </a:r>
            <a:r>
              <a:rPr sz="2050" b="0">
                <a:solidFill>
                  <a:srgbClr val="6A1B9A"/>
                </a:solidFill>
                <a:highlight>
                  <a:srgbClr val="ECEAF4"/>
                </a:highlight>
                <a:latin typeface="JetBrains Mono"/>
                <a:ea typeface="JetBrains Mono"/>
                <a:cs typeface="JetBrains Mono"/>
              </a:rPr>
              <a:t> people </a:t>
            </a:r>
            <a:r>
              <a:rPr sz="2400" b="0">
                <a:solidFill>
                  <a:srgbClr val="080808"/>
                </a:solidFill>
                <a:latin typeface="Calibri"/>
                <a:ea typeface="Calibri"/>
                <a:cs typeface="Calibri"/>
              </a:rPr>
              <a:t>. Divide </a:t>
            </a:r>
            <a:r>
              <a:rPr sz="2050" b="0">
                <a:solidFill>
                  <a:srgbClr val="6A1B9A"/>
                </a:solidFill>
                <a:highlight>
                  <a:srgbClr val="ECEAF4"/>
                </a:highlight>
                <a:latin typeface="JetBrains Mono"/>
                <a:ea typeface="JetBrains Mono"/>
                <a:cs typeface="JetBrains Mono"/>
              </a:rPr>
              <a:t> total </a:t>
            </a:r>
            <a:r>
              <a:rPr sz="2400" b="0">
                <a:solidFill>
                  <a:srgbClr val="080808"/>
                </a:solidFill>
                <a:latin typeface="Calibri"/>
                <a:ea typeface="Calibri"/>
                <a:cs typeface="Calibri"/>
              </a:rPr>
              <a:t> by </a:t>
            </a:r>
            <a:r>
              <a:rPr sz="2050" b="0">
                <a:solidFill>
                  <a:srgbClr val="6A1B9A"/>
                </a:solidFill>
                <a:highlight>
                  <a:srgbClr val="ECEAF4"/>
                </a:highlight>
                <a:latin typeface="JetBrains Mono"/>
                <a:ea typeface="JetBrains Mono"/>
                <a:cs typeface="JetBrains Mono"/>
              </a:rPr>
              <a:t> people </a:t>
            </a:r>
            <a:r>
              <a:rPr sz="2400" b="0">
                <a:solidFill>
                  <a:srgbClr val="080808"/>
                </a:solidFill>
                <a:latin typeface="Calibri"/>
                <a:ea typeface="Calibri"/>
                <a:cs typeface="Calibri"/>
              </a:rPr>
              <a:t> and display </a:t>
            </a:r>
            <a:r>
              <a:rPr sz="2050" b="0">
                <a:solidFill>
                  <a:srgbClr val="067D17"/>
                </a:solidFill>
                <a:latin typeface="JetBrains Mono"/>
                <a:ea typeface="JetBrains Mono"/>
                <a:cs typeface="JetBrains Mono"/>
              </a:rPr>
              <a:t>"Each share:"</a:t>
            </a:r>
            <a:r>
              <a:rPr sz="2400" b="0">
                <a:solidFill>
                  <a:srgbClr val="080808"/>
                </a:solidFill>
                <a:latin typeface="Calibri"/>
                <a:ea typeface="Calibri"/>
                <a:cs typeface="Calibri"/>
              </a:rPr>
              <a:t> followed by the result. For example, 8, 4 and 3 display </a:t>
            </a:r>
            <a:r>
              <a:rPr sz="2050" b="0">
                <a:solidFill>
                  <a:srgbClr val="067D17"/>
                </a:solidFill>
                <a:latin typeface="JetBrains Mono"/>
                <a:ea typeface="JetBrains Mono"/>
                <a:cs typeface="JetBrains Mono"/>
              </a:rPr>
              <a:t>"Each share: 4.0"</a:t>
            </a:r>
            <a:r>
              <a:rPr sz="2400" b="0">
                <a:solidFill>
                  <a:srgbClr val="080808"/>
                </a:solidFill>
                <a:latin typeface="Calibri"/>
                <a:ea typeface="Calibri"/>
                <a:cs typeface="Calibri"/>
              </a:rPr>
              <a:t>.</a:t>
            </a:r>
          </a:p>
        </p:txBody>
      </p:sp>
      <p:sp>
        <p:nvSpPr>
          <p:cNvPr id="7" name="Slide Number Placeholder 6">
            <a:extLst xmlns:a="http://schemas.openxmlformats.org/drawingml/2006/main">
              <a:ext uri="{FF2B5EF4-FFF2-40B4-BE49-F238E27FC236}">
                <a16:creationId xmlns:a16="http://schemas.microsoft.com/office/drawing/2014/main" id="{70D6E3A5-7CB1-FEBE-DD06-6569C8628B99}"/>
              </a:ext>
            </a:extLst>
          </p:cNvPr>
          <p:cNvSpPr>
            <a:spLocks xmlns:a="http://schemas.openxmlformats.org/drawingml/2006/main" noGrp="1"/>
          </p:cNvSpPr>
          <p:nvPr>
            <p:ph type="sldNum" idx="12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D3D7D1C8-AE23-AA48-DF65-C742588DBE47}" type="slidenum">
              <a:t>7</a:t>
            </a:fld>
          </a:p>
        </p:txBody>
      </p:sp>
      <p:sp>
        <p:nvSpPr>
          <p:cNvPr id="8" name="TextBox 7">
            <a:extLst xmlns:a="http://schemas.openxmlformats.org/drawingml/2006/main">
              <a:ext uri="{FF2B5EF4-FFF2-40B4-BE49-F238E27FC236}">
                <a16:creationId xmlns:a16="http://schemas.microsoft.com/office/drawing/2014/main" id="{A196B955-0246-808C-A71A-D2BB9AF5434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89320" y="46401"/>
            <a:ext cx="1828800" cy="307777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>
            <a:spAutoFit/>
          </a:bodyPr>
          <a:lstStyle xmlns:a="http://schemas.openxmlformats.org/drawingml/2006/main"/>
          <a:p xmlns:a="http://schemas.openxmlformats.org/drawingml/2006/main">
            <a:r>
              <a:rPr sz="1400"/>
              <a:t>Starter Code:</a:t>
            </a:r>
          </a:p>
        </p:txBody>
      </p:sp>
      <p:sp>
        <p:nvSpPr>
          <p:cNvPr id="9" name="Rectangle 1">
            <a:extLst xmlns:a="http://schemas.openxmlformats.org/drawingml/2006/main">
              <a:ext uri="{FF2B5EF4-FFF2-40B4-BE49-F238E27FC236}">
                <a16:creationId xmlns:a16="http://schemas.microsoft.com/office/drawing/2014/main" id="{5EBE2FD6-88DA-C59D-A3CB-7D8ADC682B2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89320" y="354178"/>
            <a:ext cx="5897880" cy="1600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>
            <a:noFill/>
          </a:ln>
        </p:spPr>
        <p:txBody>
          <a:bodyPr xmlns:a="http://schemas.openxmlformats.org/drawingml/2006/main" vert="horz" wrap="square" lIns="91440" tIns="45720" rIns="91440" bIns="45720" anchor="t">
            <a:normAutofit fontScale="100000"/>
          </a:bodyPr>
          <a:lstStyle xmlns:a="http://schemas.openxmlformats.org/drawingml/2006/main">
            <a:lvl1pPr marL="228600" indent="-228600" algn="l" defTabSz="914400">
              <a:lnSpc>
                <a:spcPct val="90000"/>
              </a:lnSpc>
              <a:spcBef>
                <a:spcPts val="1000"/>
              </a:spcBef>
              <a:buFont typeface="Arial"/>
              <a:buChar char="•"/>
              <a:defRPr sz="20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1pPr>
            <a:lvl2pPr marL="6858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2pPr>
            <a:lvl3pPr marL="11430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6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3pPr>
            <a:lvl4pPr marL="16002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4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4pPr>
            <a:lvl5pPr marL="20574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4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5pPr>
            <a:lvl6pPr marL="25146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6pPr>
            <a:lvl7pPr marL="29718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7pPr>
            <a:lvl8pPr marL="34290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8pPr>
            <a:lvl9pPr marL="38862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9pPr>
          </a:lstStyle>
          <a:p xmlns:a="http://schemas.openxmlformats.org/drawingml/2006/main">
            <a:pPr marL="0" indent="0">
              <a:spcAft>
                <a:spcPts val="0"/>
              </a:spcAft>
              <a:buNone/>
            </a:pPr>
            <a:r>
              <a:rPr sz="14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num1 = </a:t>
            </a:r>
            <a:r>
              <a:rPr sz="1400">
                <a:solidFill>
                  <a:srgbClr val="1750EB"/>
                </a:solidFill>
                <a:latin typeface="JetBrains Mono"/>
                <a:ea typeface="JetBrains Mono"/>
                <a:cs typeface="JetBrains Mono"/>
              </a:rPr>
              <a:t>int</a:t>
            </a:r>
            <a:r>
              <a:rPr sz="14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(</a:t>
            </a:r>
            <a:r>
              <a:rPr sz="1400">
                <a:solidFill>
                  <a:srgbClr val="1750EB"/>
                </a:solidFill>
                <a:latin typeface="JetBrains Mono"/>
                <a:ea typeface="JetBrains Mono"/>
                <a:cs typeface="JetBrains Mono"/>
              </a:rPr>
              <a:t>input</a:t>
            </a:r>
            <a:r>
              <a:rPr sz="14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(</a:t>
            </a:r>
            <a:r>
              <a:rPr sz="1400">
                <a:solidFill>
                  <a:srgbClr val="067D17"/>
                </a:solidFill>
                <a:latin typeface="JetBrains Mono"/>
                <a:ea typeface="JetBrains Mono"/>
                <a:cs typeface="JetBrains Mono"/>
              </a:rPr>
              <a:t>"Enter the first whole number: "</a:t>
            </a:r>
            <a:r>
              <a:rPr sz="14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))</a:t>
            </a:r>
            <a:br>
              <a:rPr sz="14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</a:br>
            <a:r>
              <a:rPr sz="14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num2 = </a:t>
            </a:r>
            <a:r>
              <a:rPr sz="1400">
                <a:solidFill>
                  <a:srgbClr val="1750EB"/>
                </a:solidFill>
                <a:latin typeface="JetBrains Mono"/>
                <a:ea typeface="JetBrains Mono"/>
                <a:cs typeface="JetBrains Mono"/>
              </a:rPr>
              <a:t>int</a:t>
            </a:r>
            <a:r>
              <a:rPr sz="14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(</a:t>
            </a:r>
            <a:r>
              <a:rPr sz="1400">
                <a:solidFill>
                  <a:srgbClr val="1750EB"/>
                </a:solidFill>
                <a:latin typeface="JetBrains Mono"/>
                <a:ea typeface="JetBrains Mono"/>
                <a:cs typeface="JetBrains Mono"/>
              </a:rPr>
              <a:t>input</a:t>
            </a:r>
            <a:r>
              <a:rPr sz="14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(</a:t>
            </a:r>
            <a:r>
              <a:rPr sz="1400">
                <a:solidFill>
                  <a:srgbClr val="067D17"/>
                </a:solidFill>
                <a:latin typeface="JetBrains Mono"/>
                <a:ea typeface="JetBrains Mono"/>
                <a:cs typeface="JetBrains Mono"/>
              </a:rPr>
              <a:t>"Enter the second whole number: "</a:t>
            </a:r>
            <a:r>
              <a:rPr sz="14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))</a:t>
            </a:r>
            <a:br>
              <a:rPr sz="14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</a:br>
            <a:r>
              <a:rPr sz="14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total = num1 + num2</a:t>
            </a:r>
            <a:br>
              <a:rPr sz="14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</a:br>
            <a:r>
              <a:rPr sz="1400">
                <a:solidFill>
                  <a:srgbClr val="1750EB"/>
                </a:solidFill>
                <a:latin typeface="JetBrains Mono"/>
                <a:ea typeface="JetBrains Mono"/>
                <a:cs typeface="JetBrains Mono"/>
              </a:rPr>
              <a:t>print</a:t>
            </a:r>
            <a:r>
              <a:rPr sz="14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(</a:t>
            </a:r>
            <a:r>
              <a:rPr sz="1400">
                <a:solidFill>
                  <a:srgbClr val="067D17"/>
                </a:solidFill>
                <a:latin typeface="JetBrains Mono"/>
                <a:ea typeface="JetBrains Mono"/>
                <a:cs typeface="JetBrains Mono"/>
              </a:rPr>
              <a:t>"Total:"</a:t>
            </a:r>
            <a:r>
              <a:rPr sz="14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, total)</a:t>
            </a:r>
          </a:p>
        </p:txBody>
      </p:sp>
    </p:spTree>
    <p:extLst>
      <p:ext uri="{BB962C8B-B14F-4D97-AF65-F5344CB8AC3E}">
        <p14:creationId xmlns:p14="http://schemas.microsoft.com/office/powerpoint/2010/main" val="1307315574"/>
      </p:ext>
    </p:extLst>
  </p:cSld>
</p:sld>
</file>

<file path=ppt/slides/slide8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itle 1">
            <a:extLst xmlns:a="http://schemas.openxmlformats.org/drawingml/2006/main">
              <a:ext uri="{FF2B5EF4-FFF2-40B4-BE49-F238E27FC236}">
                <a16:creationId xmlns:a16="http://schemas.microsoft.com/office/drawing/2014/main" id="{A4A55FF9-C519-C841-BC1B-5A0F8233806F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>
          <a:xfrm xmlns:a="http://schemas.openxmlformats.org/drawingml/2006/main">
            <a:off x="637569" y="2124718"/>
            <a:ext cx="3832073" cy="1325563"/>
          </a:xfrm>
        </p:spPr>
        <p:txBody>
          <a:bodyPr xmlns:a="http://schemas.openxmlformats.org/drawingml/2006/main" wrap="none" anchor="ctr">
            <a:normAutofit fontScale="100000"/>
          </a:bodyPr>
          <a:lstStyle xmlns:a="http://schemas.openxmlformats.org/drawingml/2006/main"/>
          <a:p xmlns:a="http://schemas.openxmlformats.org/drawingml/2006/main">
            <a:r>
              <a:t>Challenge 3</a:t>
            </a:r>
          </a:p>
        </p:txBody>
      </p:sp>
      <p:sp>
        <p:nvSpPr>
          <p:cNvPr id="3" name="Content Placeholder 2">
            <a:extLst xmlns:a="http://schemas.openxmlformats.org/drawingml/2006/main">
              <a:ext uri="{FF2B5EF4-FFF2-40B4-BE49-F238E27FC236}">
                <a16:creationId xmlns:a16="http://schemas.microsoft.com/office/drawing/2014/main" id="{50A78088-1A9E-9140-1446-FCCFF01522D1}"/>
              </a:ext>
            </a:extLst>
          </p:cNvPr>
          <p:cNvSpPr>
            <a:spLocks xmlns:a="http://schemas.openxmlformats.org/drawingml/2006/main" noGrp="1"/>
          </p:cNvSpPr>
          <p:nvPr>
            <p:ph idx="1"/>
          </p:nvPr>
        </p:nvSpPr>
        <p:spPr>
          <a:xfrm xmlns:a="http://schemas.openxmlformats.org/drawingml/2006/main">
            <a:off x="1294599" y="3405120"/>
            <a:ext cx="7425519" cy="2115403"/>
          </a:xfrm>
        </p:spPr>
        <p:txBody>
          <a:bodyPr xmlns:a="http://schemas.openxmlformats.org/drawingml/2006/main">
            <a:normAutofit fontScale="100000"/>
          </a:bodyPr>
          <a:lstStyle xmlns:a="http://schemas.openxmlformats.org/drawingml/2006/main"/>
          <a:p xmlns:a="http://schemas.openxmlformats.org/drawingml/2006/main">
            <a:pPr marL="0" indent="0">
              <a:spcAft>
                <a:spcPts val="0"/>
              </a:spcAft>
              <a:buNone/>
            </a:pPr>
            <a:r>
              <a:rPr sz="2400" b="0">
                <a:solidFill>
                  <a:srgbClr val="080808"/>
                </a:solidFill>
                <a:latin typeface="Calibri"/>
                <a:ea typeface="Calibri"/>
                <a:cs typeface="Calibri"/>
              </a:rPr>
              <a:t>Create a pizza program. Ask how many slices there are, then how many slices each of two friends eats. Convert every answer with </a:t>
            </a:r>
            <a:r>
              <a:rPr sz="2050" b="0">
                <a:solidFill>
                  <a:srgbClr val="1750EB"/>
                </a:solidFill>
                <a:latin typeface="JetBrains Mono"/>
                <a:ea typeface="JetBrains Mono"/>
                <a:cs typeface="JetBrains Mono"/>
              </a:rPr>
              <a:t>int()</a:t>
            </a:r>
            <a:r>
              <a:rPr sz="2400" b="0">
                <a:solidFill>
                  <a:srgbClr val="080808"/>
                </a:solidFill>
                <a:latin typeface="Calibri"/>
                <a:ea typeface="Calibri"/>
                <a:cs typeface="Calibri"/>
              </a:rPr>
              <a:t> and display </a:t>
            </a:r>
            <a:r>
              <a:rPr sz="2050" b="0">
                <a:solidFill>
                  <a:srgbClr val="067D17"/>
                </a:solidFill>
                <a:latin typeface="JetBrains Mono"/>
                <a:ea typeface="JetBrains Mono"/>
                <a:cs typeface="JetBrains Mono"/>
              </a:rPr>
              <a:t>"Slices left:"</a:t>
            </a:r>
            <a:r>
              <a:rPr sz="2400" b="0">
                <a:solidFill>
                  <a:srgbClr val="080808"/>
                </a:solidFill>
                <a:latin typeface="Calibri"/>
                <a:ea typeface="Calibri"/>
                <a:cs typeface="Calibri"/>
              </a:rPr>
              <a:t> followed by the number left. For example, 12, 3 and 2 display </a:t>
            </a:r>
            <a:r>
              <a:rPr sz="2050" b="0">
                <a:solidFill>
                  <a:srgbClr val="067D17"/>
                </a:solidFill>
                <a:latin typeface="JetBrains Mono"/>
                <a:ea typeface="JetBrains Mono"/>
                <a:cs typeface="JetBrains Mono"/>
              </a:rPr>
              <a:t>"Slices left: 7"</a:t>
            </a:r>
            <a:r>
              <a:rPr sz="2400" b="0">
                <a:solidFill>
                  <a:srgbClr val="080808"/>
                </a:solidFill>
                <a:latin typeface="Calibri"/>
                <a:ea typeface="Calibri"/>
                <a:cs typeface="Calibri"/>
              </a:rPr>
              <a:t>.</a:t>
            </a:r>
          </a:p>
        </p:txBody>
      </p:sp>
      <p:sp>
        <p:nvSpPr>
          <p:cNvPr id="7" name="Slide Number Placeholder 6">
            <a:extLst xmlns:a="http://schemas.openxmlformats.org/drawingml/2006/main">
              <a:ext uri="{FF2B5EF4-FFF2-40B4-BE49-F238E27FC236}">
                <a16:creationId xmlns:a16="http://schemas.microsoft.com/office/drawing/2014/main" id="{F6969061-E293-66B3-2505-D44FC70B8EDB}"/>
              </a:ext>
            </a:extLst>
          </p:cNvPr>
          <p:cNvSpPr>
            <a:spLocks xmlns:a="http://schemas.openxmlformats.org/drawingml/2006/main" noGrp="1"/>
          </p:cNvSpPr>
          <p:nvPr>
            <p:ph type="sldNum" idx="12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BA58DA2A-B818-18A9-29C1-B697728D5BCE}" type="slidenum">
              <a:t>8</a:t>
            </a:fld>
          </a:p>
        </p:txBody>
      </p:sp>
      <p:sp>
        <p:nvSpPr>
          <p:cNvPr id="5" name="TextBox 4">
            <a:extLst xmlns:a="http://schemas.openxmlformats.org/drawingml/2006/main">
              <a:ext uri="{FF2B5EF4-FFF2-40B4-BE49-F238E27FC236}">
                <a16:creationId xmlns:a16="http://schemas.microsoft.com/office/drawing/2014/main" id="{98315360-7E37-4E61-CFB3-15B4BF185B0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89320" y="46401"/>
            <a:ext cx="1828800" cy="307777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>
            <a:spAutoFit/>
          </a:bodyPr>
          <a:lstStyle xmlns:a="http://schemas.openxmlformats.org/drawingml/2006/main"/>
          <a:p xmlns:a="http://schemas.openxmlformats.org/drawingml/2006/main">
            <a:r>
              <a:rPr sz="1400"/>
              <a:t>Starter Code:</a:t>
            </a:r>
          </a:p>
        </p:txBody>
      </p:sp>
      <p:sp>
        <p:nvSpPr>
          <p:cNvPr id="6" name="Rectangle 1">
            <a:extLst xmlns:a="http://schemas.openxmlformats.org/drawingml/2006/main">
              <a:ext uri="{FF2B5EF4-FFF2-40B4-BE49-F238E27FC236}">
                <a16:creationId xmlns:a16="http://schemas.microsoft.com/office/drawing/2014/main" id="{0CFC9096-19D0-8DB5-A52D-780B3819F5F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89320" y="354178"/>
            <a:ext cx="5897880" cy="1600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>
            <a:noFill/>
          </a:ln>
        </p:spPr>
        <p:txBody>
          <a:bodyPr xmlns:a="http://schemas.openxmlformats.org/drawingml/2006/main" vert="horz" wrap="square" lIns="91440" tIns="45720" rIns="91440" bIns="45720" anchor="t">
            <a:normAutofit fontScale="100000"/>
          </a:bodyPr>
          <a:lstStyle xmlns:a="http://schemas.openxmlformats.org/drawingml/2006/main">
            <a:lvl1pPr marL="228600" indent="-228600" algn="l" defTabSz="914400">
              <a:lnSpc>
                <a:spcPct val="90000"/>
              </a:lnSpc>
              <a:spcBef>
                <a:spcPts val="1000"/>
              </a:spcBef>
              <a:buFont typeface="Arial"/>
              <a:buChar char="•"/>
              <a:defRPr sz="20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1pPr>
            <a:lvl2pPr marL="6858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2pPr>
            <a:lvl3pPr marL="11430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6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3pPr>
            <a:lvl4pPr marL="16002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4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4pPr>
            <a:lvl5pPr marL="20574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4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5pPr>
            <a:lvl6pPr marL="25146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6pPr>
            <a:lvl7pPr marL="29718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7pPr>
            <a:lvl8pPr marL="34290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8pPr>
            <a:lvl9pPr marL="38862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9pPr>
          </a:lstStyle>
          <a:p xmlns:a="http://schemas.openxmlformats.org/drawingml/2006/main">
            <a:pPr marL="0" indent="0">
              <a:spcAft>
                <a:spcPts val="0"/>
              </a:spcAft>
              <a:buNone/>
            </a:pPr>
            <a:r>
              <a:rPr sz="14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num1 = 12</a:t>
            </a:r>
            <a:br>
              <a:rPr sz="14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</a:br>
            <a:r>
              <a:rPr sz="14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num2 = </a:t>
            </a:r>
            <a:r>
              <a:rPr sz="1400">
                <a:solidFill>
                  <a:srgbClr val="1750EB"/>
                </a:solidFill>
                <a:latin typeface="JetBrains Mono"/>
                <a:ea typeface="JetBrains Mono"/>
                <a:cs typeface="JetBrains Mono"/>
              </a:rPr>
              <a:t>int</a:t>
            </a:r>
            <a:r>
              <a:rPr sz="14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(</a:t>
            </a:r>
            <a:r>
              <a:rPr sz="1400">
                <a:solidFill>
                  <a:srgbClr val="1750EB"/>
                </a:solidFill>
                <a:latin typeface="JetBrains Mono"/>
                <a:ea typeface="JetBrains Mono"/>
                <a:cs typeface="JetBrains Mono"/>
              </a:rPr>
              <a:t>input</a:t>
            </a:r>
            <a:r>
              <a:rPr sz="14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(</a:t>
            </a:r>
            <a:r>
              <a:rPr sz="1400">
                <a:solidFill>
                  <a:srgbClr val="067D17"/>
                </a:solidFill>
                <a:latin typeface="JetBrains Mono"/>
                <a:ea typeface="JetBrains Mono"/>
                <a:cs typeface="JetBrains Mono"/>
              </a:rPr>
              <a:t>"Enter a whole number: "</a:t>
            </a:r>
            <a:r>
              <a:rPr sz="14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))</a:t>
            </a:r>
            <a:br>
              <a:rPr sz="14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</a:br>
            <a:br>
              <a:rPr sz="14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</a:br>
            <a:r>
              <a:rPr sz="14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total = num1 + num2</a:t>
            </a:r>
            <a:br>
              <a:rPr sz="14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</a:br>
            <a:br>
              <a:rPr sz="14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</a:br>
            <a:r>
              <a:rPr sz="1400">
                <a:solidFill>
                  <a:srgbClr val="1750EB"/>
                </a:solidFill>
                <a:latin typeface="JetBrains Mono"/>
                <a:ea typeface="JetBrains Mono"/>
                <a:cs typeface="JetBrains Mono"/>
              </a:rPr>
              <a:t>print</a:t>
            </a:r>
            <a:r>
              <a:rPr sz="14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(</a:t>
            </a:r>
            <a:r>
              <a:rPr sz="1400">
                <a:solidFill>
                  <a:srgbClr val="067D17"/>
                </a:solidFill>
                <a:latin typeface="JetBrains Mono"/>
                <a:ea typeface="JetBrains Mono"/>
                <a:cs typeface="JetBrains Mono"/>
              </a:rPr>
              <a:t>"Total:"</a:t>
            </a:r>
            <a:r>
              <a:rPr sz="14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, total)</a:t>
            </a:r>
          </a:p>
        </p:txBody>
      </p:sp>
    </p:spTree>
    <p:extLst>
      <p:ext uri="{BB962C8B-B14F-4D97-AF65-F5344CB8AC3E}">
        <p14:creationId xmlns:p14="http://schemas.microsoft.com/office/powerpoint/2010/main" val="3373945130"/>
      </p:ext>
    </p:extLst>
  </p:cSld>
</p:sld>
</file>

<file path=ppt/slides/slide9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itle 1">
            <a:extLst xmlns:a="http://schemas.openxmlformats.org/drawingml/2006/main">
              <a:ext uri="{FF2B5EF4-FFF2-40B4-BE49-F238E27FC236}">
                <a16:creationId xmlns:a16="http://schemas.microsoft.com/office/drawing/2014/main" id="{D4DFBD71-FEF6-6EBF-BF05-0ED86228F785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>
          <a:xfrm xmlns:a="http://schemas.openxmlformats.org/drawingml/2006/main">
            <a:off x="637569" y="2124718"/>
            <a:ext cx="3832073" cy="1325563"/>
          </a:xfrm>
        </p:spPr>
        <p:txBody>
          <a:bodyPr xmlns:a="http://schemas.openxmlformats.org/drawingml/2006/main" wrap="none" anchor="ctr">
            <a:normAutofit fontScale="100000"/>
          </a:bodyPr>
          <a:lstStyle xmlns:a="http://schemas.openxmlformats.org/drawingml/2006/main"/>
          <a:p xmlns:a="http://schemas.openxmlformats.org/drawingml/2006/main">
            <a:r>
              <a:t>Fix the code!</a:t>
            </a:r>
          </a:p>
        </p:txBody>
      </p:sp>
      <p:sp>
        <p:nvSpPr>
          <p:cNvPr id="3" name="Content Placeholder 2">
            <a:extLst xmlns:a="http://schemas.openxmlformats.org/drawingml/2006/main">
              <a:ext uri="{FF2B5EF4-FFF2-40B4-BE49-F238E27FC236}">
                <a16:creationId xmlns:a16="http://schemas.microsoft.com/office/drawing/2014/main" id="{5DC8E91D-B482-1BE2-7466-89F6C23BCF11}"/>
              </a:ext>
            </a:extLst>
          </p:cNvPr>
          <p:cNvSpPr>
            <a:spLocks xmlns:a="http://schemas.openxmlformats.org/drawingml/2006/main" noGrp="1"/>
          </p:cNvSpPr>
          <p:nvPr>
            <p:ph idx="1"/>
          </p:nvPr>
        </p:nvSpPr>
        <p:spPr>
          <a:xfrm xmlns:a="http://schemas.openxmlformats.org/drawingml/2006/main">
            <a:off x="1294599" y="3405120"/>
            <a:ext cx="7425519" cy="2115403"/>
          </a:xfrm>
        </p:spPr>
        <p:txBody>
          <a:bodyPr xmlns:a="http://schemas.openxmlformats.org/drawingml/2006/main">
            <a:normAutofit fontScale="33978" lnSpcReduction="20000"/>
          </a:bodyPr>
          <a:lstStyle xmlns:a="http://schemas.openxmlformats.org/drawingml/2006/main"/>
          <a:p xmlns:a="http://schemas.openxmlformats.org/drawingml/2006/main">
            <a:pPr marL="0" indent="0">
              <a:spcAft>
                <a:spcPts val="0"/>
              </a:spcAft>
              <a:buNone/>
            </a:pPr>
            <a:r>
              <a:rPr sz="2800" b="1">
                <a:solidFill>
                  <a:srgbClr val="FF0000"/>
                </a:solidFill>
              </a:rPr>
              <a:t>This code has errors!</a:t>
            </a:r>
            <a:r>
              <a:rPr sz="2800" b="1">
                <a:solidFill>
                  <a:srgbClr val="080808"/>
                </a:solidFill>
              </a:rPr>
              <a:t> Look closely at the code to find the problems:</a:t>
            </a:r>
          </a:p>
          <a:p xmlns:a="http://schemas.openxmlformats.org/drawingml/2006/main">
            <a:pPr marL="0" indent="0">
              <a:spcAft>
                <a:spcPts val="0"/>
              </a:spcAft>
              <a:buNone/>
            </a:pPr>
            <a:r>
              <a:rPr sz="1800">
                <a:latin typeface="JetBrains Mono"/>
                <a:ea typeface="JetBrains Mono"/>
                <a:cs typeface="JetBrains Mono"/>
              </a:rPr>
              <a:t> </a:t>
            </a:r>
          </a:p>
          <a:p xmlns:a="http://schemas.openxmlformats.org/drawingml/2006/main">
            <a:pPr marL="0" indent="0">
              <a:spcAft>
                <a:spcPts val="0"/>
              </a:spcAft>
              <a:buNone/>
            </a:pPr>
            <a:r>
              <a:rPr sz="1800">
                <a:solidFill>
                  <a:srgbClr val="8C8C8C"/>
                </a:solidFill>
                <a:latin typeface="JetBrains Mono"/>
                <a:ea typeface="JetBrains Mono"/>
                <a:cs typeface="JetBrains Mono"/>
              </a:rPr>
              <a:t># Lesson 02 - Hello Python!</a:t>
            </a:r>
          </a:p>
          <a:p xmlns:a="http://schemas.openxmlformats.org/drawingml/2006/main">
            <a:pPr marL="0" indent="0">
              <a:spcAft>
                <a:spcPts val="0"/>
              </a:spcAft>
              <a:buNone/>
            </a:pPr>
            <a:r>
              <a:rPr sz="1800">
                <a:solidFill>
                  <a:srgbClr val="8C8C8C"/>
                </a:solidFill>
                <a:latin typeface="JetBrains Mono"/>
                <a:ea typeface="JetBrains Mono"/>
                <a:cs typeface="JetBrains Mono"/>
              </a:rPr>
              <a:t># Fix the code!</a:t>
            </a:r>
          </a:p>
          <a:p xmlns:a="http://schemas.openxmlformats.org/drawingml/2006/main">
            <a:pPr marL="0" indent="0">
              <a:spcAft>
                <a:spcPts val="0"/>
              </a:spcAft>
              <a:buNone/>
            </a:pPr>
            <a:r>
              <a:rPr sz="18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 </a:t>
            </a:r>
          </a:p>
          <a:p xmlns:a="http://schemas.openxmlformats.org/drawingml/2006/main">
            <a:pPr marL="0" indent="0">
              <a:spcAft>
                <a:spcPts val="0"/>
              </a:spcAft>
              <a:buNone/>
            </a:pPr>
            <a:r>
              <a:rPr sz="18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num1 = (</a:t>
            </a:r>
            <a:r>
              <a:rPr sz="1800">
                <a:solidFill>
                  <a:srgbClr val="067D17"/>
                </a:solidFill>
                <a:latin typeface="JetBrains Mono"/>
                <a:ea typeface="JetBrains Mono"/>
                <a:cs typeface="JetBrains Mono"/>
              </a:rPr>
              <a:t>"12"</a:t>
            </a:r>
            <a:r>
              <a:rPr sz="18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)</a:t>
            </a:r>
          </a:p>
          <a:p xmlns:a="http://schemas.openxmlformats.org/drawingml/2006/main">
            <a:pPr marL="0" indent="0">
              <a:spcAft>
                <a:spcPts val="0"/>
              </a:spcAft>
              <a:buNone/>
            </a:pPr>
            <a:r>
              <a:rPr sz="18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num1 = </a:t>
            </a:r>
            <a:r>
              <a:rPr sz="1800">
                <a:solidFill>
                  <a:srgbClr val="1750EB"/>
                </a:solidFill>
                <a:latin typeface="JetBrains Mono"/>
                <a:ea typeface="JetBrains Mono"/>
                <a:cs typeface="JetBrains Mono"/>
              </a:rPr>
              <a:t>int</a:t>
            </a:r>
            <a:r>
              <a:rPr sz="18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(</a:t>
            </a:r>
            <a:r>
              <a:rPr sz="1800">
                <a:solidFill>
                  <a:srgbClr val="1750EB"/>
                </a:solidFill>
                <a:latin typeface="JetBrains Mono"/>
                <a:ea typeface="JetBrains Mono"/>
                <a:cs typeface="JetBrains Mono"/>
              </a:rPr>
              <a:t>input</a:t>
            </a:r>
            <a:r>
              <a:rPr sz="18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(</a:t>
            </a:r>
            <a:r>
              <a:rPr sz="1800">
                <a:solidFill>
                  <a:srgbClr val="067D17"/>
                </a:solidFill>
                <a:latin typeface="JetBrains Mono"/>
                <a:ea typeface="JetBrains Mono"/>
                <a:cs typeface="JetBrains Mono"/>
              </a:rPr>
              <a:t>"Enter a number between 1 and 12: "</a:t>
            </a:r>
            <a:r>
              <a:rPr sz="18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))</a:t>
            </a:r>
          </a:p>
          <a:p xmlns:a="http://schemas.openxmlformats.org/drawingml/2006/main">
            <a:pPr marL="0" indent="0">
              <a:spcAft>
                <a:spcPts val="0"/>
              </a:spcAft>
              <a:buNone/>
            </a:pPr>
            <a:r>
              <a:rPr sz="18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 </a:t>
            </a:r>
          </a:p>
          <a:p xmlns:a="http://schemas.openxmlformats.org/drawingml/2006/main">
            <a:pPr marL="0" indent="0">
              <a:spcAft>
                <a:spcPts val="0"/>
              </a:spcAft>
              <a:buNone/>
            </a:pPr>
            <a:r>
              <a:rPr sz="1800">
                <a:solidFill>
                  <a:srgbClr val="1750EB"/>
                </a:solidFill>
                <a:latin typeface="JetBrains Mono"/>
                <a:ea typeface="JetBrains Mono"/>
                <a:cs typeface="JetBrains Mono"/>
              </a:rPr>
              <a:t>input</a:t>
            </a:r>
            <a:r>
              <a:rPr sz="18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(num1 * num2 – num1)</a:t>
            </a:r>
          </a:p>
          <a:p xmlns:a="http://schemas.openxmlformats.org/drawingml/2006/main">
            <a:pPr marL="0" indent="0">
              <a:spcAft>
                <a:spcPts val="0"/>
              </a:spcAft>
              <a:buNone/>
            </a:pPr>
            <a:r>
              <a:rPr sz="18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 </a:t>
            </a:r>
          </a:p>
          <a:p xmlns:a="http://schemas.openxmlformats.org/drawingml/2006/main">
            <a:pPr marL="0" indent="0">
              <a:spcAft>
                <a:spcPts val="0"/>
              </a:spcAft>
              <a:buNone/>
            </a:pPr>
            <a:r>
              <a:rPr sz="18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 </a:t>
            </a:r>
          </a:p>
        </p:txBody>
      </p:sp>
      <p:sp>
        <p:nvSpPr>
          <p:cNvPr id="7" name="Slide Number Placeholder 6">
            <a:extLst xmlns:a="http://schemas.openxmlformats.org/drawingml/2006/main">
              <a:ext uri="{FF2B5EF4-FFF2-40B4-BE49-F238E27FC236}">
                <a16:creationId xmlns:a16="http://schemas.microsoft.com/office/drawing/2014/main" id="{C4F0ADF4-CBA1-F217-15B9-2DF889C07614}"/>
              </a:ext>
            </a:extLst>
          </p:cNvPr>
          <p:cNvSpPr>
            <a:spLocks xmlns:a="http://schemas.openxmlformats.org/drawingml/2006/main" noGrp="1"/>
          </p:cNvSpPr>
          <p:nvPr>
            <p:ph type="sldNum" idx="12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388657AE-30A1-5A7A-6A7F-315D84436430}" type="slidenum">
              <a:t>9</a:t>
            </a:fld>
          </a:p>
        </p:txBody>
      </p:sp>
    </p:spTree>
    <p:extLst>
      <p:ext uri="{BB962C8B-B14F-4D97-AF65-F5344CB8AC3E}">
        <p14:creationId xmlns:p14="http://schemas.microsoft.com/office/powerpoint/2010/main" val="336215718"/>
      </p:ext>
    </p:extLst>
  </p:cSld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6350">
          <a:solidFill>
            <a:schemeClr val="phClr"/>
          </a:solidFill>
          <a:prstDash val="solid"/>
        </a:ln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docProps/app.xml><?xml version="1.0" encoding="utf-8"?>
<ap:Properties xmlns:ap="http://schemas.openxmlformats.org/officeDocument/2006/extended-properties">
  <ap:Application>Walnut Exporter</ap:Application>
  <ap:PresentationFormat>Converted Presentation</ap:PresentationFormat>
  <ap:Slides>0</ap:Slides>
  <ap:Notes>0</ap:Notes>
  <ap:HiddenSlides>0</ap:HiddenSlides>
  <ap:SharedDoc>false</ap:SharedDoc>
  <ap:DocSecurity>0</ap:DocSecurity>
</ap:Properties>
</file>

<file path=docProps/core.xml><?xml version="1.0" encoding="utf-8"?>
<coreProperties xmlns:dc="http://purl.org/dc/elements/1.1/" xmlns:dcterms="http://purl.org/dc/terms/" xmlns:xsi="http://www.w3.org/2001/XMLSchema-instance" xmlns="http://schemas.openxmlformats.org/package/2006/metadata/core-properties">
  <dc:creator>Walnut Exporter</dc:creator>
  <lastModifiedBy>Walnut Exporter</lastModifiedBy>
  <dc:title>Presentation</dc:title>
  <dcterms:created xsi:type="dcterms:W3CDTF">2026-09-28T08:24:44.6650000Z</dcterms:created>
  <dcterms:modified xsi:type="dcterms:W3CDTF">2026-09-28T08:24:44.6650000Z</dcterms:modified>
</coreProperties>
</file>