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1120cc9011f4bf1" /><Relationship Type="http://schemas.openxmlformats.org/officeDocument/2006/relationships/extended-properties" Target="/docProps/app.xml" Id="Rf8cd0e6d882146a9" /><Relationship Type="http://schemas.openxmlformats.org/officeDocument/2006/relationships/officeDocument" Target="/ppt/presentation.xml" Id="R29daa8e0a20940e9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64232dd7ae2a4ea3"/>
  </p:sldMasterIdLst>
  <p:notesMasterIdLst>
    <p:notesMasterId xmlns:r="http://schemas.openxmlformats.org/officeDocument/2006/relationships" r:id="R6779c5632897455d"/>
  </p:notesMasterIdLst>
  <p:sldIdLst>
    <p:sldId xmlns:r="http://schemas.openxmlformats.org/officeDocument/2006/relationships" id="256" r:id="R35a43c6a7f1a41cc"/>
    <p:sldId xmlns:r="http://schemas.openxmlformats.org/officeDocument/2006/relationships" id="257" r:id="R353ebf3edb524cc5"/>
    <p:sldId xmlns:r="http://schemas.openxmlformats.org/officeDocument/2006/relationships" id="258" r:id="Rd4c1f8b23dcf4537"/>
    <p:sldId xmlns:r="http://schemas.openxmlformats.org/officeDocument/2006/relationships" id="259" r:id="R0de29b7fc3994b35"/>
    <p:sldId xmlns:r="http://schemas.openxmlformats.org/officeDocument/2006/relationships" id="260" r:id="R361056bd852f4c3d"/>
    <p:sldId xmlns:r="http://schemas.openxmlformats.org/officeDocument/2006/relationships" id="261" r:id="R38d7c304cb42466a"/>
    <p:sldId xmlns:r="http://schemas.openxmlformats.org/officeDocument/2006/relationships" id="262" r:id="R5100f683eee244d8"/>
    <p:sldId xmlns:r="http://schemas.openxmlformats.org/officeDocument/2006/relationships" id="263" r:id="R3bb9b36c8789478b"/>
    <p:sldId xmlns:r="http://schemas.openxmlformats.org/officeDocument/2006/relationships" id="264" r:id="R62b23c7544b54d9e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f1a563c8fbc6463a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bb7436cd12243ba" /><Relationship Type="http://schemas.openxmlformats.org/officeDocument/2006/relationships/slideMaster" Target="/ppt/slideMasters/slideMaster1.xml" Id="R64232dd7ae2a4ea3" /><Relationship Type="http://schemas.openxmlformats.org/officeDocument/2006/relationships/notesMaster" Target="/ppt/notesMasters/notesMaster1.xml" Id="R6779c5632897455d" /><Relationship Type="http://schemas.openxmlformats.org/officeDocument/2006/relationships/presProps" Target="/ppt/presProps.xml" Id="Rab42ffe5268b453b" /><Relationship Type="http://schemas.openxmlformats.org/officeDocument/2006/relationships/viewProps" Target="/ppt/viewProps.xml" Id="Ra15fd32e5c184ca4" /><Relationship Type="http://schemas.openxmlformats.org/officeDocument/2006/relationships/tableStyles" Target="/ppt/tableStyles.xml" Id="R2e1bd3b77f404b7f" /><Relationship Type="http://schemas.openxmlformats.org/officeDocument/2006/relationships/font" Target="/ppt/fonts/font.dat" Id="Rf1a563c8fbc6463a" /><Relationship Type="http://schemas.openxmlformats.org/officeDocument/2006/relationships/slide" Target="/ppt/slides/slide1.xml" Id="R35a43c6a7f1a41cc" /><Relationship Type="http://schemas.openxmlformats.org/officeDocument/2006/relationships/slide" Target="/ppt/slides/slide2.xml" Id="R353ebf3edb524cc5" /><Relationship Type="http://schemas.openxmlformats.org/officeDocument/2006/relationships/slide" Target="/ppt/slides/slide3.xml" Id="Rd4c1f8b23dcf4537" /><Relationship Type="http://schemas.openxmlformats.org/officeDocument/2006/relationships/slide" Target="/ppt/slides/slide4.xml" Id="R0de29b7fc3994b35" /><Relationship Type="http://schemas.openxmlformats.org/officeDocument/2006/relationships/slide" Target="/ppt/slides/slide5.xml" Id="R361056bd852f4c3d" /><Relationship Type="http://schemas.openxmlformats.org/officeDocument/2006/relationships/slide" Target="/ppt/slides/slide6.xml" Id="R38d7c304cb42466a" /><Relationship Type="http://schemas.openxmlformats.org/officeDocument/2006/relationships/slide" Target="/ppt/slides/slide7.xml" Id="R5100f683eee244d8" /><Relationship Type="http://schemas.openxmlformats.org/officeDocument/2006/relationships/slide" Target="/ppt/slides/slide8.xml" Id="R3bb9b36c8789478b" /><Relationship Type="http://schemas.openxmlformats.org/officeDocument/2006/relationships/slide" Target="/ppt/slides/slide9.xml" Id="R62b23c7544b54d9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32f1c6aaaa6489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915995aa6974ee7" /><Relationship Type="http://schemas.openxmlformats.org/officeDocument/2006/relationships/notesMaster" Target="/ppt/notesMasters/notesMaster1.xml" Id="R7beb1a5d6bab4f9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7d31ff63d504225" /><Relationship Type="http://schemas.openxmlformats.org/officeDocument/2006/relationships/notesMaster" Target="/ppt/notesMasters/notesMaster1.xml" Id="R54f6ed4d58434ae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8226ed921234ed1" /><Relationship Type="http://schemas.openxmlformats.org/officeDocument/2006/relationships/notesMaster" Target="/ppt/notesMasters/notesMaster1.xml" Id="R4fbf6e0c17c1443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2953c211ff44987" /><Relationship Type="http://schemas.openxmlformats.org/officeDocument/2006/relationships/notesMaster" Target="/ppt/notesMasters/notesMaster1.xml" Id="Rc8f07953fa404de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ac07dfa70514113" /><Relationship Type="http://schemas.openxmlformats.org/officeDocument/2006/relationships/notesMaster" Target="/ppt/notesMasters/notesMaster1.xml" Id="R1cfdc297a3024ab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6a4c5a7247c44ce" /><Relationship Type="http://schemas.openxmlformats.org/officeDocument/2006/relationships/notesMaster" Target="/ppt/notesMasters/notesMaster1.xml" Id="Rf83565a71dba4f8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2524d3c91414848" /><Relationship Type="http://schemas.openxmlformats.org/officeDocument/2006/relationships/notesMaster" Target="/ppt/notesMasters/notesMaster1.xml" Id="Ref69004ba6c6483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3da8c81274148ca" /><Relationship Type="http://schemas.openxmlformats.org/officeDocument/2006/relationships/notesMaster" Target="/ppt/notesMasters/notesMaster1.xml" Id="R2adff3daafb74df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8fdc6959bb041f4" /><Relationship Type="http://schemas.openxmlformats.org/officeDocument/2006/relationships/notesMaster" Target="/ppt/notesMasters/notesMaster1.xml" Id="R26b0a7add2914c8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03e42aefd24a2a" /><Relationship Type="http://schemas.openxmlformats.org/officeDocument/2006/relationships/image" Target="/ppt/media/image.png" Id="Re88f197cf4384f2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4dc499116b4485" /><Relationship Type="http://schemas.openxmlformats.org/officeDocument/2006/relationships/image" Target="/ppt/media/image.png" Id="R96355a79b9fb48b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a9cb48e908428b" /><Relationship Type="http://schemas.openxmlformats.org/officeDocument/2006/relationships/image" Target="/ppt/media/image.png" Id="R7bf1fa35ac5d446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e0cf75873247f9" /><Relationship Type="http://schemas.openxmlformats.org/officeDocument/2006/relationships/image" Target="/ppt/media/image.png" Id="R9ba483acce324b5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48d63dca534adc" /><Relationship Type="http://schemas.openxmlformats.org/officeDocument/2006/relationships/image" Target="/ppt/media/image.png" Id="R87a895f6355f418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863fb8f2fc475e" /><Relationship Type="http://schemas.openxmlformats.org/officeDocument/2006/relationships/image" Target="/ppt/media/image.png" Id="R760e37e9b29b43e9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07cb26920c4eb3" /><Relationship Type="http://schemas.openxmlformats.org/officeDocument/2006/relationships/image" Target="/ppt/media/image.png" Id="Raa1179477c25433d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2a5d0d9a53c4316" /><Relationship Type="http://schemas.openxmlformats.org/officeDocument/2006/relationships/image" Target="/ppt/media/image.png" Id="Rb14db22299374c64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6b34ceabad4af0" /><Relationship Type="http://schemas.openxmlformats.org/officeDocument/2006/relationships/image" Target="/ppt/media/image.png" Id="Rd3affc281873430c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168ee9b1a24313" /><Relationship Type="http://schemas.openxmlformats.org/officeDocument/2006/relationships/image" Target="/ppt/media/image.png" Id="Rb5615a3366ce4e1a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79dd02adc748aa" /><Relationship Type="http://schemas.openxmlformats.org/officeDocument/2006/relationships/image" Target="/ppt/media/image.png" Id="Raf0a52aa1ccb43c0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88f197cf4384f2d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6355a79b9fb48b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bf1fa35ac5d446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ba483acce324b5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7a895f6355f418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60e37e9b29b43e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a1179477c25433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14db22299374c6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3affc281873430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5615a3366ce4e1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f0a52aa1ccb43c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f77c56a1be14604" /><Relationship Type="http://schemas.openxmlformats.org/officeDocument/2006/relationships/slideLayout" Target="/ppt/slideLayouts/slideLayout1.xml" Id="Rb1d5ca94d5e94549" /><Relationship Type="http://schemas.openxmlformats.org/officeDocument/2006/relationships/slideLayout" Target="/ppt/slideLayouts/slideLayout2.xml" Id="Rebcbf3d97eff48ae" /><Relationship Type="http://schemas.openxmlformats.org/officeDocument/2006/relationships/slideLayout" Target="/ppt/slideLayouts/slideLayout3.xml" Id="R41e771290e914d35" /><Relationship Type="http://schemas.openxmlformats.org/officeDocument/2006/relationships/slideLayout" Target="/ppt/slideLayouts/slideLayout4.xml" Id="R9566bdd4cbcb4744" /><Relationship Type="http://schemas.openxmlformats.org/officeDocument/2006/relationships/slideLayout" Target="/ppt/slideLayouts/slideLayout5.xml" Id="R3024646b090b4d38" /><Relationship Type="http://schemas.openxmlformats.org/officeDocument/2006/relationships/slideLayout" Target="/ppt/slideLayouts/slideLayout6.xml" Id="Re9b240879d24468f" /><Relationship Type="http://schemas.openxmlformats.org/officeDocument/2006/relationships/slideLayout" Target="/ppt/slideLayouts/slideLayout7.xml" Id="R9ba6e6735aee4967" /><Relationship Type="http://schemas.openxmlformats.org/officeDocument/2006/relationships/slideLayout" Target="/ppt/slideLayouts/slideLayout8.xml" Id="Rf51d6fdad86b47d4" /><Relationship Type="http://schemas.openxmlformats.org/officeDocument/2006/relationships/slideLayout" Target="/ppt/slideLayouts/slideLayout9.xml" Id="Ra8a02063ef06417c" /><Relationship Type="http://schemas.openxmlformats.org/officeDocument/2006/relationships/slideLayout" Target="/ppt/slideLayouts/slideLayout10.xml" Id="Rc77ece3ea0af4000" /><Relationship Type="http://schemas.openxmlformats.org/officeDocument/2006/relationships/slideLayout" Target="/ppt/slideLayouts/slideLayout11.xml" Id="Rf3302bd250b449cf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1d5ca94d5e94549"/>
    <p:sldLayoutId xmlns:r="http://schemas.openxmlformats.org/officeDocument/2006/relationships" id="2147483650" r:id="Rebcbf3d97eff48ae"/>
    <p:sldLayoutId xmlns:r="http://schemas.openxmlformats.org/officeDocument/2006/relationships" id="2147483651" r:id="R41e771290e914d35"/>
    <p:sldLayoutId xmlns:r="http://schemas.openxmlformats.org/officeDocument/2006/relationships" id="2147483652" r:id="R9566bdd4cbcb4744"/>
    <p:sldLayoutId xmlns:r="http://schemas.openxmlformats.org/officeDocument/2006/relationships" id="2147483653" r:id="R3024646b090b4d38"/>
    <p:sldLayoutId xmlns:r="http://schemas.openxmlformats.org/officeDocument/2006/relationships" id="2147483654" r:id="Re9b240879d24468f"/>
    <p:sldLayoutId xmlns:r="http://schemas.openxmlformats.org/officeDocument/2006/relationships" id="2147483655" r:id="R9ba6e6735aee4967"/>
    <p:sldLayoutId xmlns:r="http://schemas.openxmlformats.org/officeDocument/2006/relationships" id="2147483656" r:id="Rf51d6fdad86b47d4"/>
    <p:sldLayoutId xmlns:r="http://schemas.openxmlformats.org/officeDocument/2006/relationships" id="2147483657" r:id="Ra8a02063ef06417c"/>
    <p:sldLayoutId xmlns:r="http://schemas.openxmlformats.org/officeDocument/2006/relationships" id="2147483658" r:id="Rc77ece3ea0af4000"/>
    <p:sldLayoutId xmlns:r="http://schemas.openxmlformats.org/officeDocument/2006/relationships" id="2147483659" r:id="Rf3302bd250b449cf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d38dc4be474cbe" /><Relationship Type="http://schemas.openxmlformats.org/officeDocument/2006/relationships/notesSlide" Target="/ppt/notesSlides/notesSlide1.xml" Id="R92ecb9a33edc4ce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87ccbcb16e748fc" /><Relationship Type="http://schemas.openxmlformats.org/officeDocument/2006/relationships/notesSlide" Target="/ppt/notesSlides/notesSlide2.xml" Id="Ra9d187b4ffa240c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82492e375a845a6" /><Relationship Type="http://schemas.openxmlformats.org/officeDocument/2006/relationships/notesSlide" Target="/ppt/notesSlides/notesSlide3.xml" Id="R970b804c1abe449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5ac0d9d8a154ea2" /><Relationship Type="http://schemas.openxmlformats.org/officeDocument/2006/relationships/notesSlide" Target="/ppt/notesSlides/notesSlide4.xml" Id="R0ae249f1e4d245b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bea8c3545304238" /><Relationship Type="http://schemas.openxmlformats.org/officeDocument/2006/relationships/notesSlide" Target="/ppt/notesSlides/notesSlide5.xml" Id="Rb7d420dfa70f466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1234733ee8c4f30" /><Relationship Type="http://schemas.openxmlformats.org/officeDocument/2006/relationships/notesSlide" Target="/ppt/notesSlides/notesSlide6.xml" Id="R8e78f595c15f4e8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e2856fbde0c4a41" /><Relationship Type="http://schemas.openxmlformats.org/officeDocument/2006/relationships/notesSlide" Target="/ppt/notesSlides/notesSlide7.xml" Id="Rce31ea2609ee4fb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c1c13e4dd544f78" /><Relationship Type="http://schemas.openxmlformats.org/officeDocument/2006/relationships/notesSlide" Target="/ppt/notesSlides/notesSlide8.xml" Id="Rdd8104622b494a3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0c135fed54d40b0" /><Relationship Type="http://schemas.openxmlformats.org/officeDocument/2006/relationships/notesSlide" Target="/ppt/notesSlides/notesSlide9.xml" Id="R99d0e8316b92458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Operators and Integers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02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num1 = 12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num2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whole number: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total = num1 + num2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total)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num1 = 12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num2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whole number: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total = num1 + num2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total)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num1 = 12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num2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whole number: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total = num1 + num2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total)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If I enter 6, which number is stored with the name num2?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After num1 is added to num2, which number is stored with the name total?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What number appears on screen when the program finishes?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num1 = 12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num2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whole number: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total = num1 + num2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total)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num1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comes from the user instead of the fixed value 12. Use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convert the input to a whole number. For example, 8 and 4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"Total: 12"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num1 = 12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num2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whole number: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total = num1 + num2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total)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Extend your Challenge 1 program. Ask how many people will share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total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store the whole number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people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Divide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total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by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people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"Each share:"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the result. For example, 8, 4 and 3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"Each share: 4.0"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num1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the first whole number: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num2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the second whole number: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total = num1 + num2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total)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pizza program. Ask how many slices there are, then how many slices each of two friends eats. Convert every answer with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"Slices left:"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the number left. For example, 12, 3 and 2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"Slices left: 7"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num1 = 12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num2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whole number: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total = num1 + num2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total)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33978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8C8C8C"/>
                </a:solidFill>
                <a:latin typeface="JetBrains Mono"/>
                <a:ea typeface="JetBrains Mono"/>
                <a:cs typeface="JetBrains Mono"/>
              </a:rPr>
              <a:t># Lesson 02 - Hello Python!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8C8C8C"/>
                </a:solidFill>
                <a:latin typeface="JetBrains Mono"/>
                <a:ea typeface="JetBrains Mono"/>
                <a:cs typeface="JetBrains Mono"/>
              </a:rPr>
              <a:t># Fix the code!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num1 = 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"12"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num1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number between 1 and 12: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(num1 * num2 – num1)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2026-09-28T06:15:42.2980000Z</dcterms:created>
  <dcterms:modified xsi:type="dcterms:W3CDTF">2026-09-28T06:15:42.2980000Z</dcterms:modified>
</coreProperties>
</file>