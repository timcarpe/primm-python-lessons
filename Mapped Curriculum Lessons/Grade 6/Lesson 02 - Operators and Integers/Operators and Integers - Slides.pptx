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25f42412b74d5d" /><Relationship Type="http://schemas.openxmlformats.org/officeDocument/2006/relationships/extended-properties" Target="/docProps/app.xml" Id="R2e4ed2eb3a0e4fff" /><Relationship Type="http://schemas.openxmlformats.org/officeDocument/2006/relationships/officeDocument" Target="/ppt/presentation.xml" Id="R5d6c77668492438d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2f7cb9c43f24a07"/>
  </p:sldMasterIdLst>
  <p:notesMasterIdLst>
    <p:notesMasterId xmlns:r="http://schemas.openxmlformats.org/officeDocument/2006/relationships" r:id="R7c15dffda5ca4cc3"/>
  </p:notesMasterIdLst>
  <p:sldIdLst>
    <p:sldId xmlns:r="http://schemas.openxmlformats.org/officeDocument/2006/relationships" id="256" r:id="R60ab0a7df6ff4d69"/>
    <p:sldId xmlns:r="http://schemas.openxmlformats.org/officeDocument/2006/relationships" id="257" r:id="R613ec0e26721474f"/>
    <p:sldId xmlns:r="http://schemas.openxmlformats.org/officeDocument/2006/relationships" id="258" r:id="Rcfff8563079a4deb"/>
    <p:sldId xmlns:r="http://schemas.openxmlformats.org/officeDocument/2006/relationships" id="259" r:id="R48efb438925148ee"/>
    <p:sldId xmlns:r="http://schemas.openxmlformats.org/officeDocument/2006/relationships" id="260" r:id="Rb6893682491447d2"/>
    <p:sldId xmlns:r="http://schemas.openxmlformats.org/officeDocument/2006/relationships" id="261" r:id="Rda6714e28153458f"/>
    <p:sldId xmlns:r="http://schemas.openxmlformats.org/officeDocument/2006/relationships" id="262" r:id="R328828292ff74bcb"/>
    <p:sldId xmlns:r="http://schemas.openxmlformats.org/officeDocument/2006/relationships" id="263" r:id="R47f1d0804f3e4723"/>
    <p:sldId xmlns:r="http://schemas.openxmlformats.org/officeDocument/2006/relationships" id="264" r:id="Rbc3bf237293f4e30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0f8c681c43fb4ae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78bd78f79a4302" /><Relationship Type="http://schemas.openxmlformats.org/officeDocument/2006/relationships/slideMaster" Target="/ppt/slideMasters/slideMaster1.xml" Id="R92f7cb9c43f24a07" /><Relationship Type="http://schemas.openxmlformats.org/officeDocument/2006/relationships/notesMaster" Target="/ppt/notesMasters/notesMaster1.xml" Id="R7c15dffda5ca4cc3" /><Relationship Type="http://schemas.openxmlformats.org/officeDocument/2006/relationships/presProps" Target="/ppt/presProps.xml" Id="Rb57a7b605fec45bd" /><Relationship Type="http://schemas.openxmlformats.org/officeDocument/2006/relationships/viewProps" Target="/ppt/viewProps.xml" Id="R71b757c91d3c4970" /><Relationship Type="http://schemas.openxmlformats.org/officeDocument/2006/relationships/tableStyles" Target="/ppt/tableStyles.xml" Id="Rc5e504bb07924f97" /><Relationship Type="http://schemas.openxmlformats.org/officeDocument/2006/relationships/font" Target="/ppt/fonts/font.dat" Id="R0f8c681c43fb4ae1" /><Relationship Type="http://schemas.openxmlformats.org/officeDocument/2006/relationships/slide" Target="/ppt/slides/slide1.xml" Id="R60ab0a7df6ff4d69" /><Relationship Type="http://schemas.openxmlformats.org/officeDocument/2006/relationships/slide" Target="/ppt/slides/slide2.xml" Id="R613ec0e26721474f" /><Relationship Type="http://schemas.openxmlformats.org/officeDocument/2006/relationships/slide" Target="/ppt/slides/slide3.xml" Id="Rcfff8563079a4deb" /><Relationship Type="http://schemas.openxmlformats.org/officeDocument/2006/relationships/slide" Target="/ppt/slides/slide4.xml" Id="R48efb438925148ee" /><Relationship Type="http://schemas.openxmlformats.org/officeDocument/2006/relationships/slide" Target="/ppt/slides/slide5.xml" Id="Rb6893682491447d2" /><Relationship Type="http://schemas.openxmlformats.org/officeDocument/2006/relationships/slide" Target="/ppt/slides/slide6.xml" Id="Rda6714e28153458f" /><Relationship Type="http://schemas.openxmlformats.org/officeDocument/2006/relationships/slide" Target="/ppt/slides/slide7.xml" Id="R328828292ff74bcb" /><Relationship Type="http://schemas.openxmlformats.org/officeDocument/2006/relationships/slide" Target="/ppt/slides/slide8.xml" Id="R47f1d0804f3e4723" /><Relationship Type="http://schemas.openxmlformats.org/officeDocument/2006/relationships/slide" Target="/ppt/slides/slide9.xml" Id="Rbc3bf237293f4e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a237cfb28a42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1bd97ceb3524b6b" /><Relationship Type="http://schemas.openxmlformats.org/officeDocument/2006/relationships/notesMaster" Target="/ppt/notesMasters/notesMaster1.xml" Id="Ra82d7a7d412b4b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3da329050974b3a" /><Relationship Type="http://schemas.openxmlformats.org/officeDocument/2006/relationships/notesMaster" Target="/ppt/notesMasters/notesMaster1.xml" Id="Rf26173f20a444d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681705fc324a1a" /><Relationship Type="http://schemas.openxmlformats.org/officeDocument/2006/relationships/notesMaster" Target="/ppt/notesMasters/notesMaster1.xml" Id="Rf8768d73f76440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789dd690144609" /><Relationship Type="http://schemas.openxmlformats.org/officeDocument/2006/relationships/notesMaster" Target="/ppt/notesMasters/notesMaster1.xml" Id="R8dca69fc982743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1c7ddca88844e7" /><Relationship Type="http://schemas.openxmlformats.org/officeDocument/2006/relationships/notesMaster" Target="/ppt/notesMasters/notesMaster1.xml" Id="R773dc618fe8d43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57bdec1eff4ec0" /><Relationship Type="http://schemas.openxmlformats.org/officeDocument/2006/relationships/notesMaster" Target="/ppt/notesMasters/notesMaster1.xml" Id="Rdf6428b7fe3d4c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1ed095543c4ad8" /><Relationship Type="http://schemas.openxmlformats.org/officeDocument/2006/relationships/notesMaster" Target="/ppt/notesMasters/notesMaster1.xml" Id="R52901c79220840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e8901a94b14e53" /><Relationship Type="http://schemas.openxmlformats.org/officeDocument/2006/relationships/notesMaster" Target="/ppt/notesMasters/notesMaster1.xml" Id="R40dadccf7d1849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c52d8ac30441f4" /><Relationship Type="http://schemas.openxmlformats.org/officeDocument/2006/relationships/notesMaster" Target="/ppt/notesMasters/notesMaster1.xml" Id="Rfbd21ef06ff147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93fb862e294665" /><Relationship Type="http://schemas.openxmlformats.org/officeDocument/2006/relationships/image" Target="/ppt/media/image.png" Id="Reb5304e06c854e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d95abe4d1b4838" /><Relationship Type="http://schemas.openxmlformats.org/officeDocument/2006/relationships/image" Target="/ppt/media/image.png" Id="R0bdbecfc032c410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f7683f867a4fe4" /><Relationship Type="http://schemas.openxmlformats.org/officeDocument/2006/relationships/image" Target="/ppt/media/image.png" Id="Ree4edb365256478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11b4022fe84179" /><Relationship Type="http://schemas.openxmlformats.org/officeDocument/2006/relationships/image" Target="/ppt/media/image.png" Id="R189261039191474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178b3dbd2b4d81" /><Relationship Type="http://schemas.openxmlformats.org/officeDocument/2006/relationships/image" Target="/ppt/media/image.png" Id="Re78a707cf1b54a2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c817466e124437" /><Relationship Type="http://schemas.openxmlformats.org/officeDocument/2006/relationships/image" Target="/ppt/media/image.png" Id="R1f66b078b37f4c5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2ff429588945b1" /><Relationship Type="http://schemas.openxmlformats.org/officeDocument/2006/relationships/image" Target="/ppt/media/image.png" Id="Rc074b0a02cf24b0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04b06b9769452e" /><Relationship Type="http://schemas.openxmlformats.org/officeDocument/2006/relationships/image" Target="/ppt/media/image.png" Id="R78ac02d741384b1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2a02411a5c4410" /><Relationship Type="http://schemas.openxmlformats.org/officeDocument/2006/relationships/image" Target="/ppt/media/image.png" Id="R97ee8358a82f4c4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ceacce4c7d4889" /><Relationship Type="http://schemas.openxmlformats.org/officeDocument/2006/relationships/image" Target="/ppt/media/image.png" Id="R89eff004c5e84e7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9330e84ca74cb0" /><Relationship Type="http://schemas.openxmlformats.org/officeDocument/2006/relationships/image" Target="/ppt/media/image.png" Id="R14278f3e0644414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5304e06c854e9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dbecfc032c41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4edb36525647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9261039191474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8a707cf1b54a2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f66b078b37f4c5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74b0a02cf24b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ac02d741384b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ee8358a82f4c4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eff004c5e84e7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278f3e0644414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5e42507f044815" /><Relationship Type="http://schemas.openxmlformats.org/officeDocument/2006/relationships/slideLayout" Target="/ppt/slideLayouts/slideLayout1.xml" Id="Ra582d7505673493d" /><Relationship Type="http://schemas.openxmlformats.org/officeDocument/2006/relationships/slideLayout" Target="/ppt/slideLayouts/slideLayout2.xml" Id="Rd6023700a97a4924" /><Relationship Type="http://schemas.openxmlformats.org/officeDocument/2006/relationships/slideLayout" Target="/ppt/slideLayouts/slideLayout3.xml" Id="R45a929a8638745b6" /><Relationship Type="http://schemas.openxmlformats.org/officeDocument/2006/relationships/slideLayout" Target="/ppt/slideLayouts/slideLayout4.xml" Id="Rb43080b9b70e4958" /><Relationship Type="http://schemas.openxmlformats.org/officeDocument/2006/relationships/slideLayout" Target="/ppt/slideLayouts/slideLayout5.xml" Id="R5a2ca7cf70b14c9b" /><Relationship Type="http://schemas.openxmlformats.org/officeDocument/2006/relationships/slideLayout" Target="/ppt/slideLayouts/slideLayout6.xml" Id="R3fff0a0437fc43a2" /><Relationship Type="http://schemas.openxmlformats.org/officeDocument/2006/relationships/slideLayout" Target="/ppt/slideLayouts/slideLayout7.xml" Id="R985625b95cb24e75" /><Relationship Type="http://schemas.openxmlformats.org/officeDocument/2006/relationships/slideLayout" Target="/ppt/slideLayouts/slideLayout8.xml" Id="Rd76506ccedb24ab3" /><Relationship Type="http://schemas.openxmlformats.org/officeDocument/2006/relationships/slideLayout" Target="/ppt/slideLayouts/slideLayout9.xml" Id="R80837aa00cfd4d7e" /><Relationship Type="http://schemas.openxmlformats.org/officeDocument/2006/relationships/slideLayout" Target="/ppt/slideLayouts/slideLayout10.xml" Id="R05cf2449b4714209" /><Relationship Type="http://schemas.openxmlformats.org/officeDocument/2006/relationships/slideLayout" Target="/ppt/slideLayouts/slideLayout11.xml" Id="Rfd02cdaa62324e1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82d7505673493d"/>
    <p:sldLayoutId xmlns:r="http://schemas.openxmlformats.org/officeDocument/2006/relationships" id="2147483650" r:id="Rd6023700a97a4924"/>
    <p:sldLayoutId xmlns:r="http://schemas.openxmlformats.org/officeDocument/2006/relationships" id="2147483651" r:id="R45a929a8638745b6"/>
    <p:sldLayoutId xmlns:r="http://schemas.openxmlformats.org/officeDocument/2006/relationships" id="2147483652" r:id="Rb43080b9b70e4958"/>
    <p:sldLayoutId xmlns:r="http://schemas.openxmlformats.org/officeDocument/2006/relationships" id="2147483653" r:id="R5a2ca7cf70b14c9b"/>
    <p:sldLayoutId xmlns:r="http://schemas.openxmlformats.org/officeDocument/2006/relationships" id="2147483654" r:id="R3fff0a0437fc43a2"/>
    <p:sldLayoutId xmlns:r="http://schemas.openxmlformats.org/officeDocument/2006/relationships" id="2147483655" r:id="R985625b95cb24e75"/>
    <p:sldLayoutId xmlns:r="http://schemas.openxmlformats.org/officeDocument/2006/relationships" id="2147483656" r:id="Rd76506ccedb24ab3"/>
    <p:sldLayoutId xmlns:r="http://schemas.openxmlformats.org/officeDocument/2006/relationships" id="2147483657" r:id="R80837aa00cfd4d7e"/>
    <p:sldLayoutId xmlns:r="http://schemas.openxmlformats.org/officeDocument/2006/relationships" id="2147483658" r:id="R05cf2449b4714209"/>
    <p:sldLayoutId xmlns:r="http://schemas.openxmlformats.org/officeDocument/2006/relationships" id="2147483659" r:id="Rfd02cdaa62324e1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a53a632804be2" /><Relationship Type="http://schemas.openxmlformats.org/officeDocument/2006/relationships/notesSlide" Target="/ppt/notesSlides/notesSlide1.xml" Id="R922023297a674f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87e173bb4d468f" /><Relationship Type="http://schemas.openxmlformats.org/officeDocument/2006/relationships/notesSlide" Target="/ppt/notesSlides/notesSlide2.xml" Id="R48c385d36b6149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0f25c0b4804d36" /><Relationship Type="http://schemas.openxmlformats.org/officeDocument/2006/relationships/notesSlide" Target="/ppt/notesSlides/notesSlide3.xml" Id="R2db848d6cf5f4a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f891cbc43d4de7" /><Relationship Type="http://schemas.openxmlformats.org/officeDocument/2006/relationships/notesSlide" Target="/ppt/notesSlides/notesSlide4.xml" Id="R1aae3989df3f46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7ac0ecc478465b" /><Relationship Type="http://schemas.openxmlformats.org/officeDocument/2006/relationships/notesSlide" Target="/ppt/notesSlides/notesSlide5.xml" Id="R510aec79fe904b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993f210ffa4354" /><Relationship Type="http://schemas.openxmlformats.org/officeDocument/2006/relationships/notesSlide" Target="/ppt/notesSlides/notesSlide6.xml" Id="R07f4511f954f4a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f1ac9547684e8a" /><Relationship Type="http://schemas.openxmlformats.org/officeDocument/2006/relationships/notesSlide" Target="/ppt/notesSlides/notesSlide7.xml" Id="Rc465d64cfe2e409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efade6c53f417f" /><Relationship Type="http://schemas.openxmlformats.org/officeDocument/2006/relationships/notesSlide" Target="/ppt/notesSlides/notesSlide8.xml" Id="R57f7b667a1014c3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3594c7e36c4764" /><Relationship Type="http://schemas.openxmlformats.org/officeDocument/2006/relationships/notesSlide" Target="/ppt/notesSlides/notesSlide9.xml" Id="R8ca3785842f04a3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Operators and Integers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I enter 6, which number is stored with the name num2?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After num1 is added to num2, which number is stored with the name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number appears on screen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two whole numbers, convert both with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display their sum.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2 as a non-zero secret number, divide the user's sum by it, and display the new total.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for three whole numbers, subtracts the second and third from the first, and displays the total.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12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num2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whole number: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total = num1 + num2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total)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33978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02 -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num1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number between 1 and 12: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(num1 * num2 – num1)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2026-08-27T03:49:27.3120000Z</dcterms:created>
  <dcterms:modified xsi:type="dcterms:W3CDTF">2026-08-27T03:49:27.3120000Z</dcterms:modified>
</coreProperties>
</file>