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5d20061d8d4192" /><Relationship Type="http://schemas.openxmlformats.org/officeDocument/2006/relationships/extended-properties" Target="/docProps/app.xml" Id="R0ff010d3bb514c4f" /><Relationship Type="http://schemas.openxmlformats.org/officeDocument/2006/relationships/officeDocument" Target="/ppt/presentation.xml" Id="R9ed32e7d8fad4c8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1668ee942bb4ade"/>
  </p:sldMasterIdLst>
  <p:notesMasterIdLst>
    <p:notesMasterId xmlns:r="http://schemas.openxmlformats.org/officeDocument/2006/relationships" r:id="R0cc880a1fb87428d"/>
  </p:notesMasterIdLst>
  <p:sldIdLst>
    <p:sldId xmlns:r="http://schemas.openxmlformats.org/officeDocument/2006/relationships" id="256" r:id="Rbff5a7500643463b"/>
    <p:sldId xmlns:r="http://schemas.openxmlformats.org/officeDocument/2006/relationships" id="257" r:id="R5482e514ad8c4bfc"/>
    <p:sldId xmlns:r="http://schemas.openxmlformats.org/officeDocument/2006/relationships" id="258" r:id="R4cea2716d1b74cc7"/>
    <p:sldId xmlns:r="http://schemas.openxmlformats.org/officeDocument/2006/relationships" id="259" r:id="Rc2bfed2479ea4bc4"/>
    <p:sldId xmlns:r="http://schemas.openxmlformats.org/officeDocument/2006/relationships" id="260" r:id="R6a646abc46d24ec1"/>
    <p:sldId xmlns:r="http://schemas.openxmlformats.org/officeDocument/2006/relationships" id="261" r:id="Rb87a946b43664280"/>
    <p:sldId xmlns:r="http://schemas.openxmlformats.org/officeDocument/2006/relationships" id="262" r:id="Rd2046aafdfb146e9"/>
    <p:sldId xmlns:r="http://schemas.openxmlformats.org/officeDocument/2006/relationships" id="263" r:id="R1b636e4722e54261"/>
    <p:sldId xmlns:r="http://schemas.openxmlformats.org/officeDocument/2006/relationships" id="264" r:id="R577fb1660fd14ca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867111d3fd44f3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2ee2f1ba74f94" /><Relationship Type="http://schemas.openxmlformats.org/officeDocument/2006/relationships/slideMaster" Target="/ppt/slideMasters/slideMaster1.xml" Id="Rf1668ee942bb4ade" /><Relationship Type="http://schemas.openxmlformats.org/officeDocument/2006/relationships/notesMaster" Target="/ppt/notesMasters/notesMaster1.xml" Id="R0cc880a1fb87428d" /><Relationship Type="http://schemas.openxmlformats.org/officeDocument/2006/relationships/presProps" Target="/ppt/presProps.xml" Id="R4fdffc8c54444863" /><Relationship Type="http://schemas.openxmlformats.org/officeDocument/2006/relationships/viewProps" Target="/ppt/viewProps.xml" Id="R28450761ec9b4a34" /><Relationship Type="http://schemas.openxmlformats.org/officeDocument/2006/relationships/tableStyles" Target="/ppt/tableStyles.xml" Id="R0615058daa874db2" /><Relationship Type="http://schemas.openxmlformats.org/officeDocument/2006/relationships/font" Target="/ppt/fonts/font.dat" Id="Rb867111d3fd44f37" /><Relationship Type="http://schemas.openxmlformats.org/officeDocument/2006/relationships/slide" Target="/ppt/slides/slide1.xml" Id="Rbff5a7500643463b" /><Relationship Type="http://schemas.openxmlformats.org/officeDocument/2006/relationships/slide" Target="/ppt/slides/slide2.xml" Id="R5482e514ad8c4bfc" /><Relationship Type="http://schemas.openxmlformats.org/officeDocument/2006/relationships/slide" Target="/ppt/slides/slide3.xml" Id="R4cea2716d1b74cc7" /><Relationship Type="http://schemas.openxmlformats.org/officeDocument/2006/relationships/slide" Target="/ppt/slides/slide4.xml" Id="Rc2bfed2479ea4bc4" /><Relationship Type="http://schemas.openxmlformats.org/officeDocument/2006/relationships/slide" Target="/ppt/slides/slide5.xml" Id="R6a646abc46d24ec1" /><Relationship Type="http://schemas.openxmlformats.org/officeDocument/2006/relationships/slide" Target="/ppt/slides/slide6.xml" Id="Rb87a946b43664280" /><Relationship Type="http://schemas.openxmlformats.org/officeDocument/2006/relationships/slide" Target="/ppt/slides/slide7.xml" Id="Rd2046aafdfb146e9" /><Relationship Type="http://schemas.openxmlformats.org/officeDocument/2006/relationships/slide" Target="/ppt/slides/slide8.xml" Id="R1b636e4722e54261" /><Relationship Type="http://schemas.openxmlformats.org/officeDocument/2006/relationships/slide" Target="/ppt/slides/slide9.xml" Id="R577fb1660fd14c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8d22835ea741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f5fac109c446c0" /><Relationship Type="http://schemas.openxmlformats.org/officeDocument/2006/relationships/notesMaster" Target="/ppt/notesMasters/notesMaster1.xml" Id="R02933f4c07cc4c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783ef2442e45a1" /><Relationship Type="http://schemas.openxmlformats.org/officeDocument/2006/relationships/notesMaster" Target="/ppt/notesMasters/notesMaster1.xml" Id="R2d7e33c7ea1445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6fb5f9b3294778" /><Relationship Type="http://schemas.openxmlformats.org/officeDocument/2006/relationships/notesMaster" Target="/ppt/notesMasters/notesMaster1.xml" Id="R7ff46e866eb543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1629303e764af4" /><Relationship Type="http://schemas.openxmlformats.org/officeDocument/2006/relationships/notesMaster" Target="/ppt/notesMasters/notesMaster1.xml" Id="R86ab5c5402f945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d5e23c89254d45" /><Relationship Type="http://schemas.openxmlformats.org/officeDocument/2006/relationships/notesMaster" Target="/ppt/notesMasters/notesMaster1.xml" Id="Rdbc8d3183e6645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c5cd5dbeba418a" /><Relationship Type="http://schemas.openxmlformats.org/officeDocument/2006/relationships/notesMaster" Target="/ppt/notesMasters/notesMaster1.xml" Id="Rbfbf9bcd88774b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606a4e3dbd4b57" /><Relationship Type="http://schemas.openxmlformats.org/officeDocument/2006/relationships/notesMaster" Target="/ppt/notesMasters/notesMaster1.xml" Id="R6ed64bbb9c5e44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f85f10cd4745dd" /><Relationship Type="http://schemas.openxmlformats.org/officeDocument/2006/relationships/notesMaster" Target="/ppt/notesMasters/notesMaster1.xml" Id="Re341f913597f40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66033ced7c49f2" /><Relationship Type="http://schemas.openxmlformats.org/officeDocument/2006/relationships/notesMaster" Target="/ppt/notesMasters/notesMaster1.xml" Id="R491ea16c1f0f4c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0971d26a2a4a22" /><Relationship Type="http://schemas.openxmlformats.org/officeDocument/2006/relationships/image" Target="/ppt/media/image.png" Id="R3ee3e42ef02a41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7f8fdc81924756" /><Relationship Type="http://schemas.openxmlformats.org/officeDocument/2006/relationships/image" Target="/ppt/media/image.png" Id="Rc3e7910892c641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ca524b4e641ba" /><Relationship Type="http://schemas.openxmlformats.org/officeDocument/2006/relationships/image" Target="/ppt/media/image.png" Id="R6ca095d6d4d240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ddfe61405d4e6d" /><Relationship Type="http://schemas.openxmlformats.org/officeDocument/2006/relationships/image" Target="/ppt/media/image.png" Id="R2c936192f57143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20871131864125" /><Relationship Type="http://schemas.openxmlformats.org/officeDocument/2006/relationships/image" Target="/ppt/media/image.png" Id="Rcc601aa6c2e241e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b5740a9f55412a" /><Relationship Type="http://schemas.openxmlformats.org/officeDocument/2006/relationships/image" Target="/ppt/media/image.png" Id="Rc59d95e5787d4c1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8c7083b752444a" /><Relationship Type="http://schemas.openxmlformats.org/officeDocument/2006/relationships/image" Target="/ppt/media/image.png" Id="Rd8e8b880b6294ad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d580f993c649da" /><Relationship Type="http://schemas.openxmlformats.org/officeDocument/2006/relationships/image" Target="/ppt/media/image.png" Id="Rfca8ec5503b04f2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130d6b6dea4e4f" /><Relationship Type="http://schemas.openxmlformats.org/officeDocument/2006/relationships/image" Target="/ppt/media/image.png" Id="R3ec28f5c12f749b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0a6ef84a364002" /><Relationship Type="http://schemas.openxmlformats.org/officeDocument/2006/relationships/image" Target="/ppt/media/image.png" Id="R14edb11f643b4aa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fa2dd692104e00" /><Relationship Type="http://schemas.openxmlformats.org/officeDocument/2006/relationships/image" Target="/ppt/media/image.png" Id="R79560d47492c4d7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e3e42ef02a414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e7910892c641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ca095d6d4d240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936192f57143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601aa6c2e241e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9d95e5787d4c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e8b880b6294a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a8ec5503b04f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c28f5c12f749b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edb11f643b4a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560d47492c4d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83ca7bf3524690" /><Relationship Type="http://schemas.openxmlformats.org/officeDocument/2006/relationships/slideLayout" Target="/ppt/slideLayouts/slideLayout1.xml" Id="R17ae9fe660b1477b" /><Relationship Type="http://schemas.openxmlformats.org/officeDocument/2006/relationships/slideLayout" Target="/ppt/slideLayouts/slideLayout2.xml" Id="R6558c911b44e4d31" /><Relationship Type="http://schemas.openxmlformats.org/officeDocument/2006/relationships/slideLayout" Target="/ppt/slideLayouts/slideLayout3.xml" Id="R9003dfaa0d9c43f3" /><Relationship Type="http://schemas.openxmlformats.org/officeDocument/2006/relationships/slideLayout" Target="/ppt/slideLayouts/slideLayout4.xml" Id="Re95440689bea4deb" /><Relationship Type="http://schemas.openxmlformats.org/officeDocument/2006/relationships/slideLayout" Target="/ppt/slideLayouts/slideLayout5.xml" Id="R8c06153990cb4443" /><Relationship Type="http://schemas.openxmlformats.org/officeDocument/2006/relationships/slideLayout" Target="/ppt/slideLayouts/slideLayout6.xml" Id="R8e5adddd4d7648de" /><Relationship Type="http://schemas.openxmlformats.org/officeDocument/2006/relationships/slideLayout" Target="/ppt/slideLayouts/slideLayout7.xml" Id="Rcd20233bd60743ea" /><Relationship Type="http://schemas.openxmlformats.org/officeDocument/2006/relationships/slideLayout" Target="/ppt/slideLayouts/slideLayout8.xml" Id="Rb4c54aaa67034735" /><Relationship Type="http://schemas.openxmlformats.org/officeDocument/2006/relationships/slideLayout" Target="/ppt/slideLayouts/slideLayout9.xml" Id="Radf69d1e622d4da7" /><Relationship Type="http://schemas.openxmlformats.org/officeDocument/2006/relationships/slideLayout" Target="/ppt/slideLayouts/slideLayout10.xml" Id="Rf49fc8ada0b94d51" /><Relationship Type="http://schemas.openxmlformats.org/officeDocument/2006/relationships/slideLayout" Target="/ppt/slideLayouts/slideLayout11.xml" Id="R38449e8d86e7469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ae9fe660b1477b"/>
    <p:sldLayoutId xmlns:r="http://schemas.openxmlformats.org/officeDocument/2006/relationships" id="2147483650" r:id="R6558c911b44e4d31"/>
    <p:sldLayoutId xmlns:r="http://schemas.openxmlformats.org/officeDocument/2006/relationships" id="2147483651" r:id="R9003dfaa0d9c43f3"/>
    <p:sldLayoutId xmlns:r="http://schemas.openxmlformats.org/officeDocument/2006/relationships" id="2147483652" r:id="Re95440689bea4deb"/>
    <p:sldLayoutId xmlns:r="http://schemas.openxmlformats.org/officeDocument/2006/relationships" id="2147483653" r:id="R8c06153990cb4443"/>
    <p:sldLayoutId xmlns:r="http://schemas.openxmlformats.org/officeDocument/2006/relationships" id="2147483654" r:id="R8e5adddd4d7648de"/>
    <p:sldLayoutId xmlns:r="http://schemas.openxmlformats.org/officeDocument/2006/relationships" id="2147483655" r:id="Rcd20233bd60743ea"/>
    <p:sldLayoutId xmlns:r="http://schemas.openxmlformats.org/officeDocument/2006/relationships" id="2147483656" r:id="Rb4c54aaa67034735"/>
    <p:sldLayoutId xmlns:r="http://schemas.openxmlformats.org/officeDocument/2006/relationships" id="2147483657" r:id="Radf69d1e622d4da7"/>
    <p:sldLayoutId xmlns:r="http://schemas.openxmlformats.org/officeDocument/2006/relationships" id="2147483658" r:id="Rf49fc8ada0b94d51"/>
    <p:sldLayoutId xmlns:r="http://schemas.openxmlformats.org/officeDocument/2006/relationships" id="2147483659" r:id="R38449e8d86e7469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e49a969b74e3e" /><Relationship Type="http://schemas.openxmlformats.org/officeDocument/2006/relationships/notesSlide" Target="/ppt/notesSlides/notesSlide1.xml" Id="Radd38d2784204c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af8108e41e457e" /><Relationship Type="http://schemas.openxmlformats.org/officeDocument/2006/relationships/notesSlide" Target="/ppt/notesSlides/notesSlide2.xml" Id="Rc9922666be084f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f5dc0ea04a4deb" /><Relationship Type="http://schemas.openxmlformats.org/officeDocument/2006/relationships/notesSlide" Target="/ppt/notesSlides/notesSlide3.xml" Id="R28b4f87180ee47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42f50ff5734e47" /><Relationship Type="http://schemas.openxmlformats.org/officeDocument/2006/relationships/notesSlide" Target="/ppt/notesSlides/notesSlide4.xml" Id="R82314baa03734b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c5b07f0abc4d76" /><Relationship Type="http://schemas.openxmlformats.org/officeDocument/2006/relationships/notesSlide" Target="/ppt/notesSlides/notesSlide5.xml" Id="R35db72ad5eb64e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2c3481c8004505" /><Relationship Type="http://schemas.openxmlformats.org/officeDocument/2006/relationships/notesSlide" Target="/ppt/notesSlides/notesSlide6.xml" Id="Rafc44c632c1340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ea654ec6664cab" /><Relationship Type="http://schemas.openxmlformats.org/officeDocument/2006/relationships/notesSlide" Target="/ppt/notesSlides/notesSlide7.xml" Id="R91692b7c3d5542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157fb20a564e6a" /><Relationship Type="http://schemas.openxmlformats.org/officeDocument/2006/relationships/notesSlide" Target="/ppt/notesSlides/notesSlide8.xml" Id="R450da38dbc944a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90511b10024135" /><Relationship Type="http://schemas.openxmlformats.org/officeDocument/2006/relationships/notesSlide" Target="/ppt/notesSlides/notesSlide9.xml" Id="R699c79088e80454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Operators and Integers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I enter 6, which number is stored with the name num2?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After num1 is added to num2, which number is stored with the name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number appears on screen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two whole numbers, convert both with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their sum.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2 as a non-zero secret number, divide the user's sum by it, and display the new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three whole numbers, subtracts the second and third from the first, and displays the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33978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02 -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number between 1 and 12: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(num1 * num2 – num1)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2026-08-26T04:01:18.4390000Z</dcterms:created>
  <dcterms:modified xsi:type="dcterms:W3CDTF">2026-08-26T04:01:18.4390000Z</dcterms:modified>
</coreProperties>
</file>