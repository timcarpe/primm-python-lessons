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09a15633b5406b" /><Relationship Type="http://schemas.openxmlformats.org/officeDocument/2006/relationships/extended-properties" Target="/docProps/app.xml" Id="Ra9aeaba036784b42" /><Relationship Type="http://schemas.openxmlformats.org/officeDocument/2006/relationships/officeDocument" Target="/ppt/presentation.xml" Id="R52061e7e8ce6457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827c3174bbf4eae"/>
  </p:sldMasterIdLst>
  <p:notesMasterIdLst>
    <p:notesMasterId xmlns:r="http://schemas.openxmlformats.org/officeDocument/2006/relationships" r:id="R6be40343a123419d"/>
  </p:notesMasterIdLst>
  <p:sldIdLst>
    <p:sldId xmlns:r="http://schemas.openxmlformats.org/officeDocument/2006/relationships" id="256" r:id="R4bb6228ccace431a"/>
    <p:sldId xmlns:r="http://schemas.openxmlformats.org/officeDocument/2006/relationships" id="257" r:id="Rbf04087797af4fe5"/>
    <p:sldId xmlns:r="http://schemas.openxmlformats.org/officeDocument/2006/relationships" id="258" r:id="R6090084b11334921"/>
    <p:sldId xmlns:r="http://schemas.openxmlformats.org/officeDocument/2006/relationships" id="259" r:id="R0ef2dc672e774d4e"/>
    <p:sldId xmlns:r="http://schemas.openxmlformats.org/officeDocument/2006/relationships" id="260" r:id="Rdf28f446180343b1"/>
    <p:sldId xmlns:r="http://schemas.openxmlformats.org/officeDocument/2006/relationships" id="261" r:id="Rddf5f64b1ba34120"/>
    <p:sldId xmlns:r="http://schemas.openxmlformats.org/officeDocument/2006/relationships" id="262" r:id="R3b73ce09333c48d6"/>
    <p:sldId xmlns:r="http://schemas.openxmlformats.org/officeDocument/2006/relationships" id="263" r:id="R834e0bbad4e14102"/>
    <p:sldId xmlns:r="http://schemas.openxmlformats.org/officeDocument/2006/relationships" id="264" r:id="Rd5c88502b7594c8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c5e42f902cd47a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7f382771d647af" /><Relationship Type="http://schemas.openxmlformats.org/officeDocument/2006/relationships/slideMaster" Target="/ppt/slideMasters/slideMaster1.xml" Id="R1827c3174bbf4eae" /><Relationship Type="http://schemas.openxmlformats.org/officeDocument/2006/relationships/notesMaster" Target="/ppt/notesMasters/notesMaster1.xml" Id="R6be40343a123419d" /><Relationship Type="http://schemas.openxmlformats.org/officeDocument/2006/relationships/presProps" Target="/ppt/presProps.xml" Id="Rfaab969e9ab04ba9" /><Relationship Type="http://schemas.openxmlformats.org/officeDocument/2006/relationships/viewProps" Target="/ppt/viewProps.xml" Id="R60964403d65d4aa1" /><Relationship Type="http://schemas.openxmlformats.org/officeDocument/2006/relationships/tableStyles" Target="/ppt/tableStyles.xml" Id="R77328037445040d6" /><Relationship Type="http://schemas.openxmlformats.org/officeDocument/2006/relationships/font" Target="/ppt/fonts/font.dat" Id="Rdc5e42f902cd47a8" /><Relationship Type="http://schemas.openxmlformats.org/officeDocument/2006/relationships/slide" Target="/ppt/slides/slide1.xml" Id="R4bb6228ccace431a" /><Relationship Type="http://schemas.openxmlformats.org/officeDocument/2006/relationships/slide" Target="/ppt/slides/slide2.xml" Id="Rbf04087797af4fe5" /><Relationship Type="http://schemas.openxmlformats.org/officeDocument/2006/relationships/slide" Target="/ppt/slides/slide3.xml" Id="R6090084b11334921" /><Relationship Type="http://schemas.openxmlformats.org/officeDocument/2006/relationships/slide" Target="/ppt/slides/slide4.xml" Id="R0ef2dc672e774d4e" /><Relationship Type="http://schemas.openxmlformats.org/officeDocument/2006/relationships/slide" Target="/ppt/slides/slide5.xml" Id="Rdf28f446180343b1" /><Relationship Type="http://schemas.openxmlformats.org/officeDocument/2006/relationships/slide" Target="/ppt/slides/slide6.xml" Id="Rddf5f64b1ba34120" /><Relationship Type="http://schemas.openxmlformats.org/officeDocument/2006/relationships/slide" Target="/ppt/slides/slide7.xml" Id="R3b73ce09333c48d6" /><Relationship Type="http://schemas.openxmlformats.org/officeDocument/2006/relationships/slide" Target="/ppt/slides/slide8.xml" Id="R834e0bbad4e14102" /><Relationship Type="http://schemas.openxmlformats.org/officeDocument/2006/relationships/slide" Target="/ppt/slides/slide9.xml" Id="Rd5c88502b7594c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cc578b79304d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531bc847d845dd" /><Relationship Type="http://schemas.openxmlformats.org/officeDocument/2006/relationships/notesMaster" Target="/ppt/notesMasters/notesMaster1.xml" Id="Ra270c3277b1b43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80738e58b84eb8" /><Relationship Type="http://schemas.openxmlformats.org/officeDocument/2006/relationships/notesMaster" Target="/ppt/notesMasters/notesMaster1.xml" Id="R6d4e4e01c57f42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9d6932908549f8" /><Relationship Type="http://schemas.openxmlformats.org/officeDocument/2006/relationships/notesMaster" Target="/ppt/notesMasters/notesMaster1.xml" Id="R4aa1763519d643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4ed4607d1c402e" /><Relationship Type="http://schemas.openxmlformats.org/officeDocument/2006/relationships/notesMaster" Target="/ppt/notesMasters/notesMaster1.xml" Id="R7ffad6e3f1e749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75d7791f034712" /><Relationship Type="http://schemas.openxmlformats.org/officeDocument/2006/relationships/notesMaster" Target="/ppt/notesMasters/notesMaster1.xml" Id="R69feda64a9344b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df770461df432d" /><Relationship Type="http://schemas.openxmlformats.org/officeDocument/2006/relationships/notesMaster" Target="/ppt/notesMasters/notesMaster1.xml" Id="R1cb1be06591942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723459673b4a3f" /><Relationship Type="http://schemas.openxmlformats.org/officeDocument/2006/relationships/notesMaster" Target="/ppt/notesMasters/notesMaster1.xml" Id="R34029aee23e740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c5f6d3bc3844b9" /><Relationship Type="http://schemas.openxmlformats.org/officeDocument/2006/relationships/notesMaster" Target="/ppt/notesMasters/notesMaster1.xml" Id="R7ef20d2b5faf4c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b0a53bdd484628" /><Relationship Type="http://schemas.openxmlformats.org/officeDocument/2006/relationships/notesMaster" Target="/ppt/notesMasters/notesMaster1.xml" Id="R285342d7297443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e1b78e351947c4" /><Relationship Type="http://schemas.openxmlformats.org/officeDocument/2006/relationships/image" Target="/ppt/media/image.png" Id="R5f6eb561c3ef4c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8910468775419c" /><Relationship Type="http://schemas.openxmlformats.org/officeDocument/2006/relationships/image" Target="/ppt/media/image.png" Id="R6cf20806e53349c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31abcb277b4849" /><Relationship Type="http://schemas.openxmlformats.org/officeDocument/2006/relationships/image" Target="/ppt/media/image.png" Id="Rb51b63aae5c247d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87ea03b2be44c7" /><Relationship Type="http://schemas.openxmlformats.org/officeDocument/2006/relationships/image" Target="/ppt/media/image.png" Id="Rf0c5589261a64a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2b7072f6b481a" /><Relationship Type="http://schemas.openxmlformats.org/officeDocument/2006/relationships/image" Target="/ppt/media/image.png" Id="Rf52208536905457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fd84be02ad4ad9" /><Relationship Type="http://schemas.openxmlformats.org/officeDocument/2006/relationships/image" Target="/ppt/media/image.png" Id="R76c3299b2b5f40f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4dbfd3a54143b5" /><Relationship Type="http://schemas.openxmlformats.org/officeDocument/2006/relationships/image" Target="/ppt/media/image.png" Id="Rd7826bc02dfd4bf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494b5703a749c7" /><Relationship Type="http://schemas.openxmlformats.org/officeDocument/2006/relationships/image" Target="/ppt/media/image.png" Id="R3a421a2803d5459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b343bfa98046da" /><Relationship Type="http://schemas.openxmlformats.org/officeDocument/2006/relationships/image" Target="/ppt/media/image.png" Id="R731161a9e531430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1ee0bb2398465c" /><Relationship Type="http://schemas.openxmlformats.org/officeDocument/2006/relationships/image" Target="/ppt/media/image.png" Id="R8855886de636419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397d356804d23" /><Relationship Type="http://schemas.openxmlformats.org/officeDocument/2006/relationships/image" Target="/ppt/media/image.png" Id="R626f5cdd0e3f4f9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6eb561c3ef4c0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cf20806e53349c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1b63aae5c247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c5589261a64a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220853690545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c3299b2b5f40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826bc02dfd4b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421a2803d5459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1161a9e53143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55886de63641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6f5cdd0e3f4f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2ade8849504ab1" /><Relationship Type="http://schemas.openxmlformats.org/officeDocument/2006/relationships/slideLayout" Target="/ppt/slideLayouts/slideLayout1.xml" Id="R760ecd3f12504350" /><Relationship Type="http://schemas.openxmlformats.org/officeDocument/2006/relationships/slideLayout" Target="/ppt/slideLayouts/slideLayout2.xml" Id="R0addfcee147f4d79" /><Relationship Type="http://schemas.openxmlformats.org/officeDocument/2006/relationships/slideLayout" Target="/ppt/slideLayouts/slideLayout3.xml" Id="Ra333d94bdb874e88" /><Relationship Type="http://schemas.openxmlformats.org/officeDocument/2006/relationships/slideLayout" Target="/ppt/slideLayouts/slideLayout4.xml" Id="Rd43ab1b80b6a4750" /><Relationship Type="http://schemas.openxmlformats.org/officeDocument/2006/relationships/slideLayout" Target="/ppt/slideLayouts/slideLayout5.xml" Id="Rf139ed402453401e" /><Relationship Type="http://schemas.openxmlformats.org/officeDocument/2006/relationships/slideLayout" Target="/ppt/slideLayouts/slideLayout6.xml" Id="R1e33a026339244ab" /><Relationship Type="http://schemas.openxmlformats.org/officeDocument/2006/relationships/slideLayout" Target="/ppt/slideLayouts/slideLayout7.xml" Id="R3b74a418aabc4365" /><Relationship Type="http://schemas.openxmlformats.org/officeDocument/2006/relationships/slideLayout" Target="/ppt/slideLayouts/slideLayout8.xml" Id="R39a5ea8e20be4bfe" /><Relationship Type="http://schemas.openxmlformats.org/officeDocument/2006/relationships/slideLayout" Target="/ppt/slideLayouts/slideLayout9.xml" Id="R3336aab8de594645" /><Relationship Type="http://schemas.openxmlformats.org/officeDocument/2006/relationships/slideLayout" Target="/ppt/slideLayouts/slideLayout10.xml" Id="R59b80860632f404b" /><Relationship Type="http://schemas.openxmlformats.org/officeDocument/2006/relationships/slideLayout" Target="/ppt/slideLayouts/slideLayout11.xml" Id="R52908e967f5b4f3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0ecd3f12504350"/>
    <p:sldLayoutId xmlns:r="http://schemas.openxmlformats.org/officeDocument/2006/relationships" id="2147483650" r:id="R0addfcee147f4d79"/>
    <p:sldLayoutId xmlns:r="http://schemas.openxmlformats.org/officeDocument/2006/relationships" id="2147483651" r:id="Ra333d94bdb874e88"/>
    <p:sldLayoutId xmlns:r="http://schemas.openxmlformats.org/officeDocument/2006/relationships" id="2147483652" r:id="Rd43ab1b80b6a4750"/>
    <p:sldLayoutId xmlns:r="http://schemas.openxmlformats.org/officeDocument/2006/relationships" id="2147483653" r:id="Rf139ed402453401e"/>
    <p:sldLayoutId xmlns:r="http://schemas.openxmlformats.org/officeDocument/2006/relationships" id="2147483654" r:id="R1e33a026339244ab"/>
    <p:sldLayoutId xmlns:r="http://schemas.openxmlformats.org/officeDocument/2006/relationships" id="2147483655" r:id="R3b74a418aabc4365"/>
    <p:sldLayoutId xmlns:r="http://schemas.openxmlformats.org/officeDocument/2006/relationships" id="2147483656" r:id="R39a5ea8e20be4bfe"/>
    <p:sldLayoutId xmlns:r="http://schemas.openxmlformats.org/officeDocument/2006/relationships" id="2147483657" r:id="R3336aab8de594645"/>
    <p:sldLayoutId xmlns:r="http://schemas.openxmlformats.org/officeDocument/2006/relationships" id="2147483658" r:id="R59b80860632f404b"/>
    <p:sldLayoutId xmlns:r="http://schemas.openxmlformats.org/officeDocument/2006/relationships" id="2147483659" r:id="R52908e967f5b4f3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f5b2e634a4735" /><Relationship Type="http://schemas.openxmlformats.org/officeDocument/2006/relationships/notesSlide" Target="/ppt/notesSlides/notesSlide1.xml" Id="R2f8c7c23a57948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5043e0d7954fdd" /><Relationship Type="http://schemas.openxmlformats.org/officeDocument/2006/relationships/notesSlide" Target="/ppt/notesSlides/notesSlide2.xml" Id="R73dd533f214546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1fe09468664434" /><Relationship Type="http://schemas.openxmlformats.org/officeDocument/2006/relationships/notesSlide" Target="/ppt/notesSlides/notesSlide3.xml" Id="R785892f40bae44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2706f6cef3426d" /><Relationship Type="http://schemas.openxmlformats.org/officeDocument/2006/relationships/notesSlide" Target="/ppt/notesSlides/notesSlide4.xml" Id="R5f920953b32b43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3b1a6c33934db8" /><Relationship Type="http://schemas.openxmlformats.org/officeDocument/2006/relationships/notesSlide" Target="/ppt/notesSlides/notesSlide5.xml" Id="R80734212fdc140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062848b6e54fc5" /><Relationship Type="http://schemas.openxmlformats.org/officeDocument/2006/relationships/notesSlide" Target="/ppt/notesSlides/notesSlide6.xml" Id="Rbf4f44379b924b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d79183cd4640ed" /><Relationship Type="http://schemas.openxmlformats.org/officeDocument/2006/relationships/notesSlide" Target="/ppt/notesSlides/notesSlide7.xml" Id="R3441a1ce372a4c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014fd9885b4c88" /><Relationship Type="http://schemas.openxmlformats.org/officeDocument/2006/relationships/notesSlide" Target="/ppt/notesSlides/notesSlide8.xml" Id="Rfef1de3c797844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1d5a5ffb904650" /><Relationship Type="http://schemas.openxmlformats.org/officeDocument/2006/relationships/notesSlide" Target="/ppt/notesSlides/notesSlide9.xml" Id="Rda1c0df8c6f6449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Operators and Integers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I enter 6, which number is stored with the name num2?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After num1 is added to num2, which number is stored with the name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number appears on screen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two whole numbers, convert both with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their sum.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2 in a variable called [divisor]. Divide [total] by [divisor] and store the result in [divided_total].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"Divided 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[divided_total]. Test inputs 8 and 4; the output must include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"Divided total: 6.0"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three whole numbers, subtracts the second and third from the first, and displays the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33978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02 -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number between 1 and 12: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(num1 * num2 – num1)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2026-08-28T09:19:48.1890000Z</dcterms:created>
  <dcterms:modified xsi:type="dcterms:W3CDTF">2026-08-28T09:19:48.1890000Z</dcterms:modified>
</coreProperties>
</file>