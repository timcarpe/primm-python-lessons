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a2e9b9f6ee4496" /><Relationship Type="http://schemas.openxmlformats.org/officeDocument/2006/relationships/extended-properties" Target="/docProps/app.xml" Id="Rea31d6fb111c43db" /><Relationship Type="http://schemas.openxmlformats.org/officeDocument/2006/relationships/officeDocument" Target="/ppt/presentation.xml" Id="Rb38d9c7522834b4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c9fefd857e74c75"/>
  </p:sldMasterIdLst>
  <p:notesMasterIdLst>
    <p:notesMasterId xmlns:r="http://schemas.openxmlformats.org/officeDocument/2006/relationships" r:id="Rada8178759a94424"/>
  </p:notesMasterIdLst>
  <p:sldIdLst>
    <p:sldId xmlns:r="http://schemas.openxmlformats.org/officeDocument/2006/relationships" id="256" r:id="R2f71104116ce4da9"/>
    <p:sldId xmlns:r="http://schemas.openxmlformats.org/officeDocument/2006/relationships" id="257" r:id="Ra3917e4abe55473c"/>
    <p:sldId xmlns:r="http://schemas.openxmlformats.org/officeDocument/2006/relationships" id="258" r:id="Rd4c68daf1c554f6e"/>
    <p:sldId xmlns:r="http://schemas.openxmlformats.org/officeDocument/2006/relationships" id="259" r:id="Rdd84c4c8643e4cb7"/>
    <p:sldId xmlns:r="http://schemas.openxmlformats.org/officeDocument/2006/relationships" id="260" r:id="Raaf76754e6f048d4"/>
    <p:sldId xmlns:r="http://schemas.openxmlformats.org/officeDocument/2006/relationships" id="261" r:id="Rb7cbc30ded824800"/>
    <p:sldId xmlns:r="http://schemas.openxmlformats.org/officeDocument/2006/relationships" id="262" r:id="R5c767e0fbf3446c9"/>
    <p:sldId xmlns:r="http://schemas.openxmlformats.org/officeDocument/2006/relationships" id="263" r:id="Raf8dbe7495df41e9"/>
    <p:sldId xmlns:r="http://schemas.openxmlformats.org/officeDocument/2006/relationships" id="264" r:id="R08e65ab6ce2a46df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52702d408150420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cdcdd3c9dc42a2" /><Relationship Type="http://schemas.openxmlformats.org/officeDocument/2006/relationships/slideMaster" Target="/ppt/slideMasters/slideMaster1.xml" Id="Rec9fefd857e74c75" /><Relationship Type="http://schemas.openxmlformats.org/officeDocument/2006/relationships/notesMaster" Target="/ppt/notesMasters/notesMaster1.xml" Id="Rada8178759a94424" /><Relationship Type="http://schemas.openxmlformats.org/officeDocument/2006/relationships/presProps" Target="/ppt/presProps.xml" Id="R3191c058dfe94693" /><Relationship Type="http://schemas.openxmlformats.org/officeDocument/2006/relationships/viewProps" Target="/ppt/viewProps.xml" Id="Rcb5925f566ab4101" /><Relationship Type="http://schemas.openxmlformats.org/officeDocument/2006/relationships/tableStyles" Target="/ppt/tableStyles.xml" Id="R066f720a284e4499" /><Relationship Type="http://schemas.openxmlformats.org/officeDocument/2006/relationships/font" Target="/ppt/fonts/font.dat" Id="R52702d408150420e" /><Relationship Type="http://schemas.openxmlformats.org/officeDocument/2006/relationships/slide" Target="/ppt/slides/slide1.xml" Id="R2f71104116ce4da9" /><Relationship Type="http://schemas.openxmlformats.org/officeDocument/2006/relationships/slide" Target="/ppt/slides/slide2.xml" Id="Ra3917e4abe55473c" /><Relationship Type="http://schemas.openxmlformats.org/officeDocument/2006/relationships/slide" Target="/ppt/slides/slide3.xml" Id="Rd4c68daf1c554f6e" /><Relationship Type="http://schemas.openxmlformats.org/officeDocument/2006/relationships/slide" Target="/ppt/slides/slide4.xml" Id="Rdd84c4c8643e4cb7" /><Relationship Type="http://schemas.openxmlformats.org/officeDocument/2006/relationships/slide" Target="/ppt/slides/slide5.xml" Id="Raaf76754e6f048d4" /><Relationship Type="http://schemas.openxmlformats.org/officeDocument/2006/relationships/slide" Target="/ppt/slides/slide6.xml" Id="Rb7cbc30ded824800" /><Relationship Type="http://schemas.openxmlformats.org/officeDocument/2006/relationships/slide" Target="/ppt/slides/slide7.xml" Id="R5c767e0fbf3446c9" /><Relationship Type="http://schemas.openxmlformats.org/officeDocument/2006/relationships/slide" Target="/ppt/slides/slide8.xml" Id="Raf8dbe7495df41e9" /><Relationship Type="http://schemas.openxmlformats.org/officeDocument/2006/relationships/slide" Target="/ppt/slides/slide9.xml" Id="R08e65ab6ce2a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edbac8ce1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5797b83044edb" /><Relationship Type="http://schemas.openxmlformats.org/officeDocument/2006/relationships/notesMaster" Target="/ppt/notesMasters/notesMaster1.xml" Id="Raaee94a73dcc48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0bdd8a68714977" /><Relationship Type="http://schemas.openxmlformats.org/officeDocument/2006/relationships/notesMaster" Target="/ppt/notesMasters/notesMaster1.xml" Id="Rcf1b39dda4f84b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55a544c71e4c5b" /><Relationship Type="http://schemas.openxmlformats.org/officeDocument/2006/relationships/notesMaster" Target="/ppt/notesMasters/notesMaster1.xml" Id="R0f937f026e0640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b0b098ce34464" /><Relationship Type="http://schemas.openxmlformats.org/officeDocument/2006/relationships/notesMaster" Target="/ppt/notesMasters/notesMaster1.xml" Id="R6d6939ebd7f5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88ff9be0ef4972" /><Relationship Type="http://schemas.openxmlformats.org/officeDocument/2006/relationships/notesMaster" Target="/ppt/notesMasters/notesMaster1.xml" Id="R43c07a858b0c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9683258c454389" /><Relationship Type="http://schemas.openxmlformats.org/officeDocument/2006/relationships/notesMaster" Target="/ppt/notesMasters/notesMaster1.xml" Id="R4d66f139961f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57732e8c624a7c" /><Relationship Type="http://schemas.openxmlformats.org/officeDocument/2006/relationships/notesMaster" Target="/ppt/notesMasters/notesMaster1.xml" Id="R74d302e0621641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a47cfc10cc4f1b" /><Relationship Type="http://schemas.openxmlformats.org/officeDocument/2006/relationships/notesMaster" Target="/ppt/notesMasters/notesMaster1.xml" Id="Rf33531cebd5b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e1578418c4804" /><Relationship Type="http://schemas.openxmlformats.org/officeDocument/2006/relationships/notesMaster" Target="/ppt/notesMasters/notesMaster1.xml" Id="Rc37cf5b1a3d9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7065ce3c4ade" /><Relationship Type="http://schemas.openxmlformats.org/officeDocument/2006/relationships/image" Target="/ppt/media/image.png" Id="Rb78a1e65d3524d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e8427031f4680" /><Relationship Type="http://schemas.openxmlformats.org/officeDocument/2006/relationships/image" Target="/ppt/media/image.png" Id="R470e1549c19b40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dc1de60e34f2f" /><Relationship Type="http://schemas.openxmlformats.org/officeDocument/2006/relationships/image" Target="/ppt/media/image.png" Id="R6b417b829d6c4b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1d7c9a5e44443" /><Relationship Type="http://schemas.openxmlformats.org/officeDocument/2006/relationships/image" Target="/ppt/media/image.png" Id="Rc67654ac18d14a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d669e99574bed" /><Relationship Type="http://schemas.openxmlformats.org/officeDocument/2006/relationships/image" Target="/ppt/media/image.png" Id="R8c0a2c4bfe3b4a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563e32f83438f" /><Relationship Type="http://schemas.openxmlformats.org/officeDocument/2006/relationships/image" Target="/ppt/media/image.png" Id="R7ecc1d45c4174a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91b049f8c459f" /><Relationship Type="http://schemas.openxmlformats.org/officeDocument/2006/relationships/image" Target="/ppt/media/image.png" Id="R3c456760eb424a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80cfe8e3b4aba" /><Relationship Type="http://schemas.openxmlformats.org/officeDocument/2006/relationships/image" Target="/ppt/media/image.png" Id="R872a44af0c9444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720d029264d32" /><Relationship Type="http://schemas.openxmlformats.org/officeDocument/2006/relationships/image" Target="/ppt/media/image.png" Id="R7afd50b1f62148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4177a595a4f10" /><Relationship Type="http://schemas.openxmlformats.org/officeDocument/2006/relationships/image" Target="/ppt/media/image.png" Id="Rce714ed77fb14b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65f56e3044b67" /><Relationship Type="http://schemas.openxmlformats.org/officeDocument/2006/relationships/image" Target="/ppt/media/image.png" Id="Rc1992b3e88664e6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8a1e65d3524da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0e1549c19b406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417b829d6c4b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7654ac18d14a0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0a2c4bfe3b4aa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cc1d45c4174a2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456760eb424a4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2a44af0c9444c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fd50b1f62148b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714ed77fb14b6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992b3e88664e6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67cb574274e02" /><Relationship Type="http://schemas.openxmlformats.org/officeDocument/2006/relationships/slideLayout" Target="/ppt/slideLayouts/slideLayout1.xml" Id="R54338d03a98144e2" /><Relationship Type="http://schemas.openxmlformats.org/officeDocument/2006/relationships/slideLayout" Target="/ppt/slideLayouts/slideLayout2.xml" Id="R24343ace16484f47" /><Relationship Type="http://schemas.openxmlformats.org/officeDocument/2006/relationships/slideLayout" Target="/ppt/slideLayouts/slideLayout3.xml" Id="Ra583754f831b494c" /><Relationship Type="http://schemas.openxmlformats.org/officeDocument/2006/relationships/slideLayout" Target="/ppt/slideLayouts/slideLayout4.xml" Id="Rf072d575c9a84b37" /><Relationship Type="http://schemas.openxmlformats.org/officeDocument/2006/relationships/slideLayout" Target="/ppt/slideLayouts/slideLayout5.xml" Id="Rdce2b8f6ca7e4d8d" /><Relationship Type="http://schemas.openxmlformats.org/officeDocument/2006/relationships/slideLayout" Target="/ppt/slideLayouts/slideLayout6.xml" Id="Rd54bb224401b455f" /><Relationship Type="http://schemas.openxmlformats.org/officeDocument/2006/relationships/slideLayout" Target="/ppt/slideLayouts/slideLayout7.xml" Id="R0842b00cf29c4a83" /><Relationship Type="http://schemas.openxmlformats.org/officeDocument/2006/relationships/slideLayout" Target="/ppt/slideLayouts/slideLayout8.xml" Id="Recf40d29ecc34745" /><Relationship Type="http://schemas.openxmlformats.org/officeDocument/2006/relationships/slideLayout" Target="/ppt/slideLayouts/slideLayout9.xml" Id="R0c004a7228fd45b6" /><Relationship Type="http://schemas.openxmlformats.org/officeDocument/2006/relationships/slideLayout" Target="/ppt/slideLayouts/slideLayout10.xml" Id="Rd0a6e906651c4852" /><Relationship Type="http://schemas.openxmlformats.org/officeDocument/2006/relationships/slideLayout" Target="/ppt/slideLayouts/slideLayout11.xml" Id="R63046973ddf14c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38d03a98144e2"/>
    <p:sldLayoutId xmlns:r="http://schemas.openxmlformats.org/officeDocument/2006/relationships" id="2147483650" r:id="R24343ace16484f47"/>
    <p:sldLayoutId xmlns:r="http://schemas.openxmlformats.org/officeDocument/2006/relationships" id="2147483651" r:id="Ra583754f831b494c"/>
    <p:sldLayoutId xmlns:r="http://schemas.openxmlformats.org/officeDocument/2006/relationships" id="2147483652" r:id="Rf072d575c9a84b37"/>
    <p:sldLayoutId xmlns:r="http://schemas.openxmlformats.org/officeDocument/2006/relationships" id="2147483653" r:id="Rdce2b8f6ca7e4d8d"/>
    <p:sldLayoutId xmlns:r="http://schemas.openxmlformats.org/officeDocument/2006/relationships" id="2147483654" r:id="Rd54bb224401b455f"/>
    <p:sldLayoutId xmlns:r="http://schemas.openxmlformats.org/officeDocument/2006/relationships" id="2147483655" r:id="R0842b00cf29c4a83"/>
    <p:sldLayoutId xmlns:r="http://schemas.openxmlformats.org/officeDocument/2006/relationships" id="2147483656" r:id="Recf40d29ecc34745"/>
    <p:sldLayoutId xmlns:r="http://schemas.openxmlformats.org/officeDocument/2006/relationships" id="2147483657" r:id="R0c004a7228fd45b6"/>
    <p:sldLayoutId xmlns:r="http://schemas.openxmlformats.org/officeDocument/2006/relationships" id="2147483658" r:id="Rd0a6e906651c4852"/>
    <p:sldLayoutId xmlns:r="http://schemas.openxmlformats.org/officeDocument/2006/relationships" id="2147483659" r:id="R63046973ddf14c4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056972d9c4d56" /><Relationship Type="http://schemas.openxmlformats.org/officeDocument/2006/relationships/notesSlide" Target="/ppt/notesSlides/notesSlide1.xml" Id="Re13887dc3e22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317df464054cb3" /><Relationship Type="http://schemas.openxmlformats.org/officeDocument/2006/relationships/notesSlide" Target="/ppt/notesSlides/notesSlide2.xml" Id="Rfd0b3e661d1946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7d94d32a74617" /><Relationship Type="http://schemas.openxmlformats.org/officeDocument/2006/relationships/notesSlide" Target="/ppt/notesSlides/notesSlide3.xml" Id="Ra34de5e2ba69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d1f6d268f4260" /><Relationship Type="http://schemas.openxmlformats.org/officeDocument/2006/relationships/notesSlide" Target="/ppt/notesSlides/notesSlide4.xml" Id="R0d3e779945a64d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4b2d008c74189" /><Relationship Type="http://schemas.openxmlformats.org/officeDocument/2006/relationships/notesSlide" Target="/ppt/notesSlides/notesSlide5.xml" Id="R4878137465fa44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4d56fe730544d2" /><Relationship Type="http://schemas.openxmlformats.org/officeDocument/2006/relationships/notesSlide" Target="/ppt/notesSlides/notesSlide6.xml" Id="Rd4e86badf3a744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cff7b216145fd" /><Relationship Type="http://schemas.openxmlformats.org/officeDocument/2006/relationships/notesSlide" Target="/ppt/notesSlides/notesSlide7.xml" Id="R9a365cf0105a4f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be63124fe4542" /><Relationship Type="http://schemas.openxmlformats.org/officeDocument/2006/relationships/notesSlide" Target="/ppt/notesSlides/notesSlide8.xml" Id="Rea4840e718a54f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b1e0c34414fb7" /><Relationship Type="http://schemas.openxmlformats.org/officeDocument/2006/relationships/notesSlide" Target="/ppt/notesSlides/notesSlide9.xml" Id="Rab566d9fc0dc48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Operators and Integers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12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whole number: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12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whole number: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12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whole number: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I enter 6, which number is stored with the name num2?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After num1 is added to num2, which number is stored with the name total?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number appears on screen when the program finishes?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12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whole number: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num1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comes from the user instead of the fixed value 12.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convert the input to a whole number. For example, 8 and 4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 12"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12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whole number: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your Challenge 1 program. Ask how many people will share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store the whole number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people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Divide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people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"Each share:"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result. For example, 8, 4 and 3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"Each share: 4.0"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the first whole number: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the second whole number: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pizza program. Ask how many slices there are, then how many slices each of two friends eats. Convert every answer with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"Slices left:"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number left. For example, 12, 3 and 2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"Slices left: 7"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12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whole number: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num1 + num2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33978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Lesson 02 - Hello Python!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Fix the code!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"12"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number between 1 and 12: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(num1 * num2 – num1)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2026-09-29T02:03:07.2480000Z</dcterms:created>
  <dcterms:modified xsi:type="dcterms:W3CDTF">2026-09-29T02:03:07.2480000Z</dcterms:modified>
</coreProperties>
</file>