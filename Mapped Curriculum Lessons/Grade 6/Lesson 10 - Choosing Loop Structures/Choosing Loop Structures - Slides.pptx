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5e2329f8f54a7c" /><Relationship Type="http://schemas.openxmlformats.org/officeDocument/2006/relationships/extended-properties" Target="/docProps/app.xml" Id="R010368451d344a76" /><Relationship Type="http://schemas.openxmlformats.org/officeDocument/2006/relationships/officeDocument" Target="/ppt/presentation.xml" Id="Rdbaa18b7c1514b2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72da8d246c04c27"/>
  </p:sldMasterIdLst>
  <p:notesMasterIdLst>
    <p:notesMasterId xmlns:r="http://schemas.openxmlformats.org/officeDocument/2006/relationships" r:id="R01189aa90b474917"/>
  </p:notesMasterIdLst>
  <p:sldIdLst>
    <p:sldId xmlns:r="http://schemas.openxmlformats.org/officeDocument/2006/relationships" id="256" r:id="Rfeed7be4b5554e06"/>
    <p:sldId xmlns:r="http://schemas.openxmlformats.org/officeDocument/2006/relationships" id="257" r:id="R22de631aaa0f4696"/>
    <p:sldId xmlns:r="http://schemas.openxmlformats.org/officeDocument/2006/relationships" id="258" r:id="Rc77cae8cde8a4684"/>
    <p:sldId xmlns:r="http://schemas.openxmlformats.org/officeDocument/2006/relationships" id="259" r:id="R21a01c3a44e04ada"/>
    <p:sldId xmlns:r="http://schemas.openxmlformats.org/officeDocument/2006/relationships" id="260" r:id="R543f8abcaeb54d64"/>
    <p:sldId xmlns:r="http://schemas.openxmlformats.org/officeDocument/2006/relationships" id="261" r:id="Rab22dd56f8cf46d7"/>
    <p:sldId xmlns:r="http://schemas.openxmlformats.org/officeDocument/2006/relationships" id="262" r:id="Rbb029d66140b4222"/>
    <p:sldId xmlns:r="http://schemas.openxmlformats.org/officeDocument/2006/relationships" id="263" r:id="R29d118a1925c49cf"/>
    <p:sldId xmlns:r="http://schemas.openxmlformats.org/officeDocument/2006/relationships" id="264" r:id="R23b9cce1154e4f2e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a25735db372b496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7e0d53b8b1490e" /><Relationship Type="http://schemas.openxmlformats.org/officeDocument/2006/relationships/slideMaster" Target="/ppt/slideMasters/slideMaster1.xml" Id="R572da8d246c04c27" /><Relationship Type="http://schemas.openxmlformats.org/officeDocument/2006/relationships/notesMaster" Target="/ppt/notesMasters/notesMaster1.xml" Id="R01189aa90b474917" /><Relationship Type="http://schemas.openxmlformats.org/officeDocument/2006/relationships/presProps" Target="/ppt/presProps.xml" Id="R0d9925ad69854150" /><Relationship Type="http://schemas.openxmlformats.org/officeDocument/2006/relationships/viewProps" Target="/ppt/viewProps.xml" Id="Rbb7860af1ea0455a" /><Relationship Type="http://schemas.openxmlformats.org/officeDocument/2006/relationships/tableStyles" Target="/ppt/tableStyles.xml" Id="R6100468c38af4a54" /><Relationship Type="http://schemas.openxmlformats.org/officeDocument/2006/relationships/font" Target="/ppt/fonts/font.dat" Id="Ra25735db372b4963" /><Relationship Type="http://schemas.openxmlformats.org/officeDocument/2006/relationships/slide" Target="/ppt/slides/slide1.xml" Id="Rfeed7be4b5554e06" /><Relationship Type="http://schemas.openxmlformats.org/officeDocument/2006/relationships/slide" Target="/ppt/slides/slide2.xml" Id="R22de631aaa0f4696" /><Relationship Type="http://schemas.openxmlformats.org/officeDocument/2006/relationships/slide" Target="/ppt/slides/slide3.xml" Id="Rc77cae8cde8a4684" /><Relationship Type="http://schemas.openxmlformats.org/officeDocument/2006/relationships/slide" Target="/ppt/slides/slide4.xml" Id="R21a01c3a44e04ada" /><Relationship Type="http://schemas.openxmlformats.org/officeDocument/2006/relationships/slide" Target="/ppt/slides/slide5.xml" Id="R543f8abcaeb54d64" /><Relationship Type="http://schemas.openxmlformats.org/officeDocument/2006/relationships/slide" Target="/ppt/slides/slide6.xml" Id="Rab22dd56f8cf46d7" /><Relationship Type="http://schemas.openxmlformats.org/officeDocument/2006/relationships/slide" Target="/ppt/slides/slide7.xml" Id="Rbb029d66140b4222" /><Relationship Type="http://schemas.openxmlformats.org/officeDocument/2006/relationships/slide" Target="/ppt/slides/slide8.xml" Id="R29d118a1925c49cf" /><Relationship Type="http://schemas.openxmlformats.org/officeDocument/2006/relationships/slide" Target="/ppt/slides/slide9.xml" Id="R23b9cce1154e4f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dce02a78644a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3c535cb8994c41" /><Relationship Type="http://schemas.openxmlformats.org/officeDocument/2006/relationships/notesMaster" Target="/ppt/notesMasters/notesMaster1.xml" Id="R009f6a3ea2f94d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7b99ad17734948" /><Relationship Type="http://schemas.openxmlformats.org/officeDocument/2006/relationships/notesMaster" Target="/ppt/notesMasters/notesMaster1.xml" Id="R70718f6b9f504e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8f52c6b824d1b" /><Relationship Type="http://schemas.openxmlformats.org/officeDocument/2006/relationships/notesMaster" Target="/ppt/notesMasters/notesMaster1.xml" Id="R9d4e5c18c90f4e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b197ed476a4bc6" /><Relationship Type="http://schemas.openxmlformats.org/officeDocument/2006/relationships/notesMaster" Target="/ppt/notesMasters/notesMaster1.xml" Id="R68f797b2e8e74e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9fa4905591406b" /><Relationship Type="http://schemas.openxmlformats.org/officeDocument/2006/relationships/notesMaster" Target="/ppt/notesMasters/notesMaster1.xml" Id="R4f3ede068d7343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de49b44325455d" /><Relationship Type="http://schemas.openxmlformats.org/officeDocument/2006/relationships/notesMaster" Target="/ppt/notesMasters/notesMaster1.xml" Id="Rcc1cab5129a9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ae05e8fa534c47" /><Relationship Type="http://schemas.openxmlformats.org/officeDocument/2006/relationships/notesMaster" Target="/ppt/notesMasters/notesMaster1.xml" Id="R7b3f75d5564c47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1e42fdad414073" /><Relationship Type="http://schemas.openxmlformats.org/officeDocument/2006/relationships/notesMaster" Target="/ppt/notesMasters/notesMaster1.xml" Id="R92c35285c62948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f8167b88fb434f" /><Relationship Type="http://schemas.openxmlformats.org/officeDocument/2006/relationships/notesMaster" Target="/ppt/notesMasters/notesMaster1.xml" Id="R59b9a92314af4a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121658b8244d7" /><Relationship Type="http://schemas.openxmlformats.org/officeDocument/2006/relationships/image" Target="/ppt/media/image.png" Id="R5e8dee66b86e47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0c4c2b0084947" /><Relationship Type="http://schemas.openxmlformats.org/officeDocument/2006/relationships/image" Target="/ppt/media/image.png" Id="Rb7f9082f03cc47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cbb9cfbbc4da9" /><Relationship Type="http://schemas.openxmlformats.org/officeDocument/2006/relationships/image" Target="/ppt/media/image.png" Id="R4aa7f1e2371943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928deb5d24f16" /><Relationship Type="http://schemas.openxmlformats.org/officeDocument/2006/relationships/image" Target="/ppt/media/image.png" Id="R1dc08a3b5af140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61f61af8b4d6c" /><Relationship Type="http://schemas.openxmlformats.org/officeDocument/2006/relationships/image" Target="/ppt/media/image.png" Id="R089412ab383d49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3966917fc434d" /><Relationship Type="http://schemas.openxmlformats.org/officeDocument/2006/relationships/image" Target="/ppt/media/image.png" Id="Rc1a00bb162a449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1ecb368f34f0b" /><Relationship Type="http://schemas.openxmlformats.org/officeDocument/2006/relationships/image" Target="/ppt/media/image.png" Id="Rea4d12c24a3647a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eb740fd6146e9" /><Relationship Type="http://schemas.openxmlformats.org/officeDocument/2006/relationships/image" Target="/ppt/media/image.png" Id="R9adbe7de8bf0483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901e384e141e2" /><Relationship Type="http://schemas.openxmlformats.org/officeDocument/2006/relationships/image" Target="/ppt/media/image.png" Id="R4069612e5019421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05a8937054b9a" /><Relationship Type="http://schemas.openxmlformats.org/officeDocument/2006/relationships/image" Target="/ppt/media/image.png" Id="R04024ee37f54470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d6d1b96084d2e" /><Relationship Type="http://schemas.openxmlformats.org/officeDocument/2006/relationships/image" Target="/ppt/media/image.png" Id="Rf2171f72aa974b7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8dee66b86e478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f9082f03cc476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a7f1e2371943f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c08a3b5af140c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9412ab383d497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a00bb162a4497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4d12c24a3647a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dbe7de8bf0483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69612e5019421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024ee37f54470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171f72aa974b7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f6cd9628b6405f" /><Relationship Type="http://schemas.openxmlformats.org/officeDocument/2006/relationships/slideLayout" Target="/ppt/slideLayouts/slideLayout1.xml" Id="R6ea4e6d46156449b" /><Relationship Type="http://schemas.openxmlformats.org/officeDocument/2006/relationships/slideLayout" Target="/ppt/slideLayouts/slideLayout2.xml" Id="Rb8c7c8c4e8c541cc" /><Relationship Type="http://schemas.openxmlformats.org/officeDocument/2006/relationships/slideLayout" Target="/ppt/slideLayouts/slideLayout3.xml" Id="R07c45c67b0ff49fd" /><Relationship Type="http://schemas.openxmlformats.org/officeDocument/2006/relationships/slideLayout" Target="/ppt/slideLayouts/slideLayout4.xml" Id="Rbc015859e8d24095" /><Relationship Type="http://schemas.openxmlformats.org/officeDocument/2006/relationships/slideLayout" Target="/ppt/slideLayouts/slideLayout5.xml" Id="Rd283c33b4dc84124" /><Relationship Type="http://schemas.openxmlformats.org/officeDocument/2006/relationships/slideLayout" Target="/ppt/slideLayouts/slideLayout6.xml" Id="Rba8ef33b3ce94590" /><Relationship Type="http://schemas.openxmlformats.org/officeDocument/2006/relationships/slideLayout" Target="/ppt/slideLayouts/slideLayout7.xml" Id="R3a862752d58d481c" /><Relationship Type="http://schemas.openxmlformats.org/officeDocument/2006/relationships/slideLayout" Target="/ppt/slideLayouts/slideLayout8.xml" Id="Rb4eaf21c556c4d3c" /><Relationship Type="http://schemas.openxmlformats.org/officeDocument/2006/relationships/slideLayout" Target="/ppt/slideLayouts/slideLayout9.xml" Id="R9dd0c1297c624919" /><Relationship Type="http://schemas.openxmlformats.org/officeDocument/2006/relationships/slideLayout" Target="/ppt/slideLayouts/slideLayout10.xml" Id="R543bd6150b2b4d9a" /><Relationship Type="http://schemas.openxmlformats.org/officeDocument/2006/relationships/slideLayout" Target="/ppt/slideLayouts/slideLayout11.xml" Id="R12b6cd986ac4421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a4e6d46156449b"/>
    <p:sldLayoutId xmlns:r="http://schemas.openxmlformats.org/officeDocument/2006/relationships" id="2147483650" r:id="Rb8c7c8c4e8c541cc"/>
    <p:sldLayoutId xmlns:r="http://schemas.openxmlformats.org/officeDocument/2006/relationships" id="2147483651" r:id="R07c45c67b0ff49fd"/>
    <p:sldLayoutId xmlns:r="http://schemas.openxmlformats.org/officeDocument/2006/relationships" id="2147483652" r:id="Rbc015859e8d24095"/>
    <p:sldLayoutId xmlns:r="http://schemas.openxmlformats.org/officeDocument/2006/relationships" id="2147483653" r:id="Rd283c33b4dc84124"/>
    <p:sldLayoutId xmlns:r="http://schemas.openxmlformats.org/officeDocument/2006/relationships" id="2147483654" r:id="Rba8ef33b3ce94590"/>
    <p:sldLayoutId xmlns:r="http://schemas.openxmlformats.org/officeDocument/2006/relationships" id="2147483655" r:id="R3a862752d58d481c"/>
    <p:sldLayoutId xmlns:r="http://schemas.openxmlformats.org/officeDocument/2006/relationships" id="2147483656" r:id="Rb4eaf21c556c4d3c"/>
    <p:sldLayoutId xmlns:r="http://schemas.openxmlformats.org/officeDocument/2006/relationships" id="2147483657" r:id="R9dd0c1297c624919"/>
    <p:sldLayoutId xmlns:r="http://schemas.openxmlformats.org/officeDocument/2006/relationships" id="2147483658" r:id="R543bd6150b2b4d9a"/>
    <p:sldLayoutId xmlns:r="http://schemas.openxmlformats.org/officeDocument/2006/relationships" id="2147483659" r:id="R12b6cd986ac44216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91daaa43b4226" /><Relationship Type="http://schemas.openxmlformats.org/officeDocument/2006/relationships/notesSlide" Target="/ppt/notesSlides/notesSlide1.xml" Id="Rc811e532919845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e1ceb9d974041dd" /><Relationship Type="http://schemas.openxmlformats.org/officeDocument/2006/relationships/notesSlide" Target="/ppt/notesSlides/notesSlide2.xml" Id="Rc4231a3b246442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239eb3257a4443" /><Relationship Type="http://schemas.openxmlformats.org/officeDocument/2006/relationships/notesSlide" Target="/ppt/notesSlides/notesSlide3.xml" Id="R219e73fd881a47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b0d39c93a44ef" /><Relationship Type="http://schemas.openxmlformats.org/officeDocument/2006/relationships/notesSlide" Target="/ppt/notesSlides/notesSlide4.xml" Id="Rc4e273a7808b41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6b9709f1d4d54" /><Relationship Type="http://schemas.openxmlformats.org/officeDocument/2006/relationships/notesSlide" Target="/ppt/notesSlides/notesSlide5.xml" Id="R6aeb50002cd54d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87398b621142d1" /><Relationship Type="http://schemas.openxmlformats.org/officeDocument/2006/relationships/notesSlide" Target="/ppt/notesSlides/notesSlide6.xml" Id="R1edf0591a6264c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abff84109c4db5" /><Relationship Type="http://schemas.openxmlformats.org/officeDocument/2006/relationships/notesSlide" Target="/ppt/notesSlides/notesSlide7.xml" Id="R59be03228af540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a02f8d2dcf43d6" /><Relationship Type="http://schemas.openxmlformats.org/officeDocument/2006/relationships/notesSlide" Target="/ppt/notesSlides/notesSlide8.xml" Id="R5a82269f95be4e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fcc133b5834b02" /><Relationship Type="http://schemas.openxmlformats.org/officeDocument/2006/relationships/notesSlide" Target="/ppt/notesSlides/notesSlide9.xml" Id="R6d493bbfafda4f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93933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Choosing Loop Structures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10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Which loop runs exactly three times, and which part of the code sets that limit?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answer = input(...) is moved outside the while loop?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does range(1, 4) display 1, 2 and 3 rather than four values?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the user enters DONE instead of done, why does the condition-controlled loop repeat?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it first asks how many warm-up rounds to show and stores the whole number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rounds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rounds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in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so the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shows that many rounds. The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should still end when the user types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example so the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counts every answer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counter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including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After the loop,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"Answers entered:"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counter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"wait"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"wait"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"Answers entered: 3"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training program. Use a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"Exercise 1"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"Exercise 4"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Then use a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ask for whole-number effort scores until the user enters 0. Count every score except 0 and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"Scores entered:"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the count.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3395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3):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2026-09-28T06:17:23.1720000Z</dcterms:created>
  <dcterms:modified xsi:type="dcterms:W3CDTF">2026-09-28T06:17:23.1720000Z</dcterms:modified>
</coreProperties>
</file>