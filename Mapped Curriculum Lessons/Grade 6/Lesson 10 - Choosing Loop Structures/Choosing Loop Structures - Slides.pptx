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533ba2b4254169" /><Relationship Type="http://schemas.openxmlformats.org/officeDocument/2006/relationships/extended-properties" Target="/docProps/app.xml" Id="Raddb93a5c746464d" /><Relationship Type="http://schemas.openxmlformats.org/officeDocument/2006/relationships/officeDocument" Target="/ppt/presentation.xml" Id="R08ee179e1f544de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d69b22d65944f04"/>
  </p:sldMasterIdLst>
  <p:notesMasterIdLst>
    <p:notesMasterId xmlns:r="http://schemas.openxmlformats.org/officeDocument/2006/relationships" r:id="R727d9a93667a49cb"/>
  </p:notesMasterIdLst>
  <p:sldIdLst>
    <p:sldId xmlns:r="http://schemas.openxmlformats.org/officeDocument/2006/relationships" id="256" r:id="Raa27d317bf944179"/>
    <p:sldId xmlns:r="http://schemas.openxmlformats.org/officeDocument/2006/relationships" id="257" r:id="R42e53ba2acec4c28"/>
    <p:sldId xmlns:r="http://schemas.openxmlformats.org/officeDocument/2006/relationships" id="258" r:id="R7eb2b9c0bd184f6e"/>
    <p:sldId xmlns:r="http://schemas.openxmlformats.org/officeDocument/2006/relationships" id="259" r:id="Ra6f147e267fe4be6"/>
    <p:sldId xmlns:r="http://schemas.openxmlformats.org/officeDocument/2006/relationships" id="260" r:id="R0fc710591dda40b9"/>
    <p:sldId xmlns:r="http://schemas.openxmlformats.org/officeDocument/2006/relationships" id="261" r:id="Re4012ad082be4890"/>
    <p:sldId xmlns:r="http://schemas.openxmlformats.org/officeDocument/2006/relationships" id="262" r:id="Rcde118f83bbd4ffb"/>
    <p:sldId xmlns:r="http://schemas.openxmlformats.org/officeDocument/2006/relationships" id="263" r:id="R369b5d11bb324e74"/>
    <p:sldId xmlns:r="http://schemas.openxmlformats.org/officeDocument/2006/relationships" id="264" r:id="R290ddac94797418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db32a4a823ba4e2c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bc67a523a484343" /><Relationship Type="http://schemas.openxmlformats.org/officeDocument/2006/relationships/slideMaster" Target="/ppt/slideMasters/slideMaster1.xml" Id="Red69b22d65944f04" /><Relationship Type="http://schemas.openxmlformats.org/officeDocument/2006/relationships/notesMaster" Target="/ppt/notesMasters/notesMaster1.xml" Id="R727d9a93667a49cb" /><Relationship Type="http://schemas.openxmlformats.org/officeDocument/2006/relationships/presProps" Target="/ppt/presProps.xml" Id="R571ed85260f6400b" /><Relationship Type="http://schemas.openxmlformats.org/officeDocument/2006/relationships/viewProps" Target="/ppt/viewProps.xml" Id="R577c5f79cce7418f" /><Relationship Type="http://schemas.openxmlformats.org/officeDocument/2006/relationships/tableStyles" Target="/ppt/tableStyles.xml" Id="R435eff3c451b4e7e" /><Relationship Type="http://schemas.openxmlformats.org/officeDocument/2006/relationships/font" Target="/ppt/fonts/font.dat" Id="Rdb32a4a823ba4e2c" /><Relationship Type="http://schemas.openxmlformats.org/officeDocument/2006/relationships/slide" Target="/ppt/slides/slide1.xml" Id="Raa27d317bf944179" /><Relationship Type="http://schemas.openxmlformats.org/officeDocument/2006/relationships/slide" Target="/ppt/slides/slide2.xml" Id="R42e53ba2acec4c28" /><Relationship Type="http://schemas.openxmlformats.org/officeDocument/2006/relationships/slide" Target="/ppt/slides/slide3.xml" Id="R7eb2b9c0bd184f6e" /><Relationship Type="http://schemas.openxmlformats.org/officeDocument/2006/relationships/slide" Target="/ppt/slides/slide4.xml" Id="Ra6f147e267fe4be6" /><Relationship Type="http://schemas.openxmlformats.org/officeDocument/2006/relationships/slide" Target="/ppt/slides/slide5.xml" Id="R0fc710591dda40b9" /><Relationship Type="http://schemas.openxmlformats.org/officeDocument/2006/relationships/slide" Target="/ppt/slides/slide6.xml" Id="Re4012ad082be4890" /><Relationship Type="http://schemas.openxmlformats.org/officeDocument/2006/relationships/slide" Target="/ppt/slides/slide7.xml" Id="Rcde118f83bbd4ffb" /><Relationship Type="http://schemas.openxmlformats.org/officeDocument/2006/relationships/slide" Target="/ppt/slides/slide8.xml" Id="R369b5d11bb324e74" /><Relationship Type="http://schemas.openxmlformats.org/officeDocument/2006/relationships/slide" Target="/ppt/slides/slide9.xml" Id="R290ddac9479741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e5f341aadd14a4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39a72a83e841f4" /><Relationship Type="http://schemas.openxmlformats.org/officeDocument/2006/relationships/notesMaster" Target="/ppt/notesMasters/notesMaster1.xml" Id="R2de8060972694c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446a41c3954c03" /><Relationship Type="http://schemas.openxmlformats.org/officeDocument/2006/relationships/notesMaster" Target="/ppt/notesMasters/notesMaster1.xml" Id="R7c18cecf992047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e637df3724411b" /><Relationship Type="http://schemas.openxmlformats.org/officeDocument/2006/relationships/notesMaster" Target="/ppt/notesMasters/notesMaster1.xml" Id="Rf97a29f2a0d54fe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cc0d2ed7ba4686" /><Relationship Type="http://schemas.openxmlformats.org/officeDocument/2006/relationships/notesMaster" Target="/ppt/notesMasters/notesMaster1.xml" Id="Rf8e73c83ff924e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5877b8e0694172" /><Relationship Type="http://schemas.openxmlformats.org/officeDocument/2006/relationships/notesMaster" Target="/ppt/notesMasters/notesMaster1.xml" Id="R5cf5e3a62bf549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6fca4395aa4859" /><Relationship Type="http://schemas.openxmlformats.org/officeDocument/2006/relationships/notesMaster" Target="/ppt/notesMasters/notesMaster1.xml" Id="R5a6e0b4b13784c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4b8e58347c440d" /><Relationship Type="http://schemas.openxmlformats.org/officeDocument/2006/relationships/notesMaster" Target="/ppt/notesMasters/notesMaster1.xml" Id="R62778eb963ca428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2a673af8ad4d2d" /><Relationship Type="http://schemas.openxmlformats.org/officeDocument/2006/relationships/notesMaster" Target="/ppt/notesMasters/notesMaster1.xml" Id="R72c619cd362a4a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fdd47817ac4111" /><Relationship Type="http://schemas.openxmlformats.org/officeDocument/2006/relationships/notesMaster" Target="/ppt/notesMasters/notesMaster1.xml" Id="Rfc0992ac377941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0a1ed352384fd2" /><Relationship Type="http://schemas.openxmlformats.org/officeDocument/2006/relationships/image" Target="/ppt/media/image.png" Id="Ra59a41ff2efc44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9d4e7ddc9a49c9" /><Relationship Type="http://schemas.openxmlformats.org/officeDocument/2006/relationships/image" Target="/ppt/media/image.png" Id="Rd19f0299a80d438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547eb9f3bf4d3e" /><Relationship Type="http://schemas.openxmlformats.org/officeDocument/2006/relationships/image" Target="/ppt/media/image.png" Id="Rbd775698b061417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c2fd060e9f48ad" /><Relationship Type="http://schemas.openxmlformats.org/officeDocument/2006/relationships/image" Target="/ppt/media/image.png" Id="Rd8c30b3fe4d6453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88fd131a3e43d8" /><Relationship Type="http://schemas.openxmlformats.org/officeDocument/2006/relationships/image" Target="/ppt/media/image.png" Id="Reb245b348cb6489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7aad7e10d744b0" /><Relationship Type="http://schemas.openxmlformats.org/officeDocument/2006/relationships/image" Target="/ppt/media/image.png" Id="Ree0d0b57f6b74a9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6803d2e8624a48" /><Relationship Type="http://schemas.openxmlformats.org/officeDocument/2006/relationships/image" Target="/ppt/media/image.png" Id="Rf545955ee53f49f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cf9a8fec79448b" /><Relationship Type="http://schemas.openxmlformats.org/officeDocument/2006/relationships/image" Target="/ppt/media/image.png" Id="Rc5043f7fa8b247a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ce653be0a24128" /><Relationship Type="http://schemas.openxmlformats.org/officeDocument/2006/relationships/image" Target="/ppt/media/image.png" Id="R887437810de445c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9813c3033642b8" /><Relationship Type="http://schemas.openxmlformats.org/officeDocument/2006/relationships/image" Target="/ppt/media/image.png" Id="R6a5ca5fc38fd452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163e0de2ba463a" /><Relationship Type="http://schemas.openxmlformats.org/officeDocument/2006/relationships/image" Target="/ppt/media/image.png" Id="R37e9fd90d29f417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59a41ff2efc44b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19f0299a80d43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d775698b061417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c30b3fe4d6453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245b348cb648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0d0b57f6b74a9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545955ee53f49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043f7fa8b247a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87437810de445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a5ca5fc38fd45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7e9fd90d29f417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2c1ef2f2294b25" /><Relationship Type="http://schemas.openxmlformats.org/officeDocument/2006/relationships/slideLayout" Target="/ppt/slideLayouts/slideLayout1.xml" Id="R53cf3d9431dd40a0" /><Relationship Type="http://schemas.openxmlformats.org/officeDocument/2006/relationships/slideLayout" Target="/ppt/slideLayouts/slideLayout2.xml" Id="R3f5583bd21e24a67" /><Relationship Type="http://schemas.openxmlformats.org/officeDocument/2006/relationships/slideLayout" Target="/ppt/slideLayouts/slideLayout3.xml" Id="R6b8cda4077124a82" /><Relationship Type="http://schemas.openxmlformats.org/officeDocument/2006/relationships/slideLayout" Target="/ppt/slideLayouts/slideLayout4.xml" Id="Re02bff59bfad424e" /><Relationship Type="http://schemas.openxmlformats.org/officeDocument/2006/relationships/slideLayout" Target="/ppt/slideLayouts/slideLayout5.xml" Id="Rb2bebe6e8383496c" /><Relationship Type="http://schemas.openxmlformats.org/officeDocument/2006/relationships/slideLayout" Target="/ppt/slideLayouts/slideLayout6.xml" Id="R01ffb58b3ed74100" /><Relationship Type="http://schemas.openxmlformats.org/officeDocument/2006/relationships/slideLayout" Target="/ppt/slideLayouts/slideLayout7.xml" Id="Reac3cffea4824277" /><Relationship Type="http://schemas.openxmlformats.org/officeDocument/2006/relationships/slideLayout" Target="/ppt/slideLayouts/slideLayout8.xml" Id="Red51a21297e848ca" /><Relationship Type="http://schemas.openxmlformats.org/officeDocument/2006/relationships/slideLayout" Target="/ppt/slideLayouts/slideLayout9.xml" Id="R6f26457d82d94e45" /><Relationship Type="http://schemas.openxmlformats.org/officeDocument/2006/relationships/slideLayout" Target="/ppt/slideLayouts/slideLayout10.xml" Id="R07881615d5e144e5" /><Relationship Type="http://schemas.openxmlformats.org/officeDocument/2006/relationships/slideLayout" Target="/ppt/slideLayouts/slideLayout11.xml" Id="R5afcf784b7fc492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cf3d9431dd40a0"/>
    <p:sldLayoutId xmlns:r="http://schemas.openxmlformats.org/officeDocument/2006/relationships" id="2147483650" r:id="R3f5583bd21e24a67"/>
    <p:sldLayoutId xmlns:r="http://schemas.openxmlformats.org/officeDocument/2006/relationships" id="2147483651" r:id="R6b8cda4077124a82"/>
    <p:sldLayoutId xmlns:r="http://schemas.openxmlformats.org/officeDocument/2006/relationships" id="2147483652" r:id="Re02bff59bfad424e"/>
    <p:sldLayoutId xmlns:r="http://schemas.openxmlformats.org/officeDocument/2006/relationships" id="2147483653" r:id="Rb2bebe6e8383496c"/>
    <p:sldLayoutId xmlns:r="http://schemas.openxmlformats.org/officeDocument/2006/relationships" id="2147483654" r:id="R01ffb58b3ed74100"/>
    <p:sldLayoutId xmlns:r="http://schemas.openxmlformats.org/officeDocument/2006/relationships" id="2147483655" r:id="Reac3cffea4824277"/>
    <p:sldLayoutId xmlns:r="http://schemas.openxmlformats.org/officeDocument/2006/relationships" id="2147483656" r:id="Red51a21297e848ca"/>
    <p:sldLayoutId xmlns:r="http://schemas.openxmlformats.org/officeDocument/2006/relationships" id="2147483657" r:id="R6f26457d82d94e45"/>
    <p:sldLayoutId xmlns:r="http://schemas.openxmlformats.org/officeDocument/2006/relationships" id="2147483658" r:id="R07881615d5e144e5"/>
    <p:sldLayoutId xmlns:r="http://schemas.openxmlformats.org/officeDocument/2006/relationships" id="2147483659" r:id="R5afcf784b7fc4924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9aa185a814720" /><Relationship Type="http://schemas.openxmlformats.org/officeDocument/2006/relationships/notesSlide" Target="/ppt/notesSlides/notesSlide1.xml" Id="R3939757994c14a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9cf4459144463e" /><Relationship Type="http://schemas.openxmlformats.org/officeDocument/2006/relationships/notesSlide" Target="/ppt/notesSlides/notesSlide2.xml" Id="R1f8155eb0bd14b0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c57fe22e8245da" /><Relationship Type="http://schemas.openxmlformats.org/officeDocument/2006/relationships/notesSlide" Target="/ppt/notesSlides/notesSlide3.xml" Id="R7d782b60cf114ca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2e10241d274006" /><Relationship Type="http://schemas.openxmlformats.org/officeDocument/2006/relationships/notesSlide" Target="/ppt/notesSlides/notesSlide4.xml" Id="Rafcb268a3eb54e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5fed54a1ac499d" /><Relationship Type="http://schemas.openxmlformats.org/officeDocument/2006/relationships/notesSlide" Target="/ppt/notesSlides/notesSlide5.xml" Id="R4f186e724b3448e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dd31d9cc2bd4ba4" /><Relationship Type="http://schemas.openxmlformats.org/officeDocument/2006/relationships/notesSlide" Target="/ppt/notesSlides/notesSlide6.xml" Id="Rb9f77909cc814e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8e0d8f89744829" /><Relationship Type="http://schemas.openxmlformats.org/officeDocument/2006/relationships/notesSlide" Target="/ppt/notesSlides/notesSlide7.xml" Id="R4a695a430a1744b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b855127a81e42e4" /><Relationship Type="http://schemas.openxmlformats.org/officeDocument/2006/relationships/notesSlide" Target="/ppt/notesSlides/notesSlide8.xml" Id="R163091305beb49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9da18047bb497c" /><Relationship Type="http://schemas.openxmlformats.org/officeDocument/2006/relationships/notesSlide" Target="/ppt/notesSlides/notesSlide9.xml" Id="R926a4e0cd8824d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3933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Choosing Loop Structures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loop runs exactly three times, and which part of the code sets that limit?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answer = input(...) is moved outside the while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range(1, 4) display 1, 2 and 3 rather than four values?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user enters DONE instead of done, why does the condition-controlled loop repeat?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so it displays warm-up rounds 1 through 5. Do not change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loop; it must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continue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asking until the user enters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[counter] and store 0 in it before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Add 1 to [counter] each time the user enters an answer, including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entered,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[counter].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"wait"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"Answers entered: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1"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through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"Exercise 4"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After those four lines,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whole-number effort scores until the user enters 0. Store the number of scores entered in [ratings], but do not count 0. Test 2, 3 and 0;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 entered: 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2026-08-28T09:21:38.7100000Z</dcterms:created>
  <dcterms:modified xsi:type="dcterms:W3CDTF">2026-08-28T09:21:38.7100000Z</dcterms:modified>
</coreProperties>
</file>