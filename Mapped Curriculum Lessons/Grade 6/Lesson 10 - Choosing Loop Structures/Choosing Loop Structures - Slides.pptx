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8a33a418a61461f" /><Relationship Type="http://schemas.openxmlformats.org/officeDocument/2006/relationships/extended-properties" Target="/docProps/app.xml" Id="R2da018ec23e34511" /><Relationship Type="http://schemas.openxmlformats.org/officeDocument/2006/relationships/officeDocument" Target="/ppt/presentation.xml" Id="Ra5df8a8dc8f24df1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fde5e6d61012480a"/>
  </p:sldMasterIdLst>
  <p:notesMasterIdLst>
    <p:notesMasterId xmlns:r="http://schemas.openxmlformats.org/officeDocument/2006/relationships" r:id="Rf77612d563bf490a"/>
  </p:notesMasterIdLst>
  <p:sldIdLst>
    <p:sldId xmlns:r="http://schemas.openxmlformats.org/officeDocument/2006/relationships" id="256" r:id="R9536884850b54da7"/>
    <p:sldId xmlns:r="http://schemas.openxmlformats.org/officeDocument/2006/relationships" id="257" r:id="R7edf2cf7727e43f6"/>
    <p:sldId xmlns:r="http://schemas.openxmlformats.org/officeDocument/2006/relationships" id="258" r:id="R84d8bc8c8a9949e9"/>
    <p:sldId xmlns:r="http://schemas.openxmlformats.org/officeDocument/2006/relationships" id="259" r:id="Ra3502e7868064094"/>
    <p:sldId xmlns:r="http://schemas.openxmlformats.org/officeDocument/2006/relationships" id="260" r:id="R630a1aa0b9ba4a25"/>
    <p:sldId xmlns:r="http://schemas.openxmlformats.org/officeDocument/2006/relationships" id="261" r:id="R7bbaa1f3e47b4e91"/>
    <p:sldId xmlns:r="http://schemas.openxmlformats.org/officeDocument/2006/relationships" id="262" r:id="R953f8cbc1bdd4a94"/>
    <p:sldId xmlns:r="http://schemas.openxmlformats.org/officeDocument/2006/relationships" id="263" r:id="R4a3cb916e2c34d8c"/>
    <p:sldId xmlns:r="http://schemas.openxmlformats.org/officeDocument/2006/relationships" id="264" r:id="R8f34a58833ab414d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a72a9e99a05d4564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41b8f1b5d2a4b71" /><Relationship Type="http://schemas.openxmlformats.org/officeDocument/2006/relationships/slideMaster" Target="/ppt/slideMasters/slideMaster1.xml" Id="Rfde5e6d61012480a" /><Relationship Type="http://schemas.openxmlformats.org/officeDocument/2006/relationships/notesMaster" Target="/ppt/notesMasters/notesMaster1.xml" Id="Rf77612d563bf490a" /><Relationship Type="http://schemas.openxmlformats.org/officeDocument/2006/relationships/presProps" Target="/ppt/presProps.xml" Id="R57bdff3cb4d6484a" /><Relationship Type="http://schemas.openxmlformats.org/officeDocument/2006/relationships/viewProps" Target="/ppt/viewProps.xml" Id="R53b2d516abb748e1" /><Relationship Type="http://schemas.openxmlformats.org/officeDocument/2006/relationships/tableStyles" Target="/ppt/tableStyles.xml" Id="Rd5d4274e56c94c42" /><Relationship Type="http://schemas.openxmlformats.org/officeDocument/2006/relationships/font" Target="/ppt/fonts/font.dat" Id="Ra72a9e99a05d4564" /><Relationship Type="http://schemas.openxmlformats.org/officeDocument/2006/relationships/slide" Target="/ppt/slides/slide1.xml" Id="R9536884850b54da7" /><Relationship Type="http://schemas.openxmlformats.org/officeDocument/2006/relationships/slide" Target="/ppt/slides/slide2.xml" Id="R7edf2cf7727e43f6" /><Relationship Type="http://schemas.openxmlformats.org/officeDocument/2006/relationships/slide" Target="/ppt/slides/slide3.xml" Id="R84d8bc8c8a9949e9" /><Relationship Type="http://schemas.openxmlformats.org/officeDocument/2006/relationships/slide" Target="/ppt/slides/slide4.xml" Id="Ra3502e7868064094" /><Relationship Type="http://schemas.openxmlformats.org/officeDocument/2006/relationships/slide" Target="/ppt/slides/slide5.xml" Id="R630a1aa0b9ba4a25" /><Relationship Type="http://schemas.openxmlformats.org/officeDocument/2006/relationships/slide" Target="/ppt/slides/slide6.xml" Id="R7bbaa1f3e47b4e91" /><Relationship Type="http://schemas.openxmlformats.org/officeDocument/2006/relationships/slide" Target="/ppt/slides/slide7.xml" Id="R953f8cbc1bdd4a94" /><Relationship Type="http://schemas.openxmlformats.org/officeDocument/2006/relationships/slide" Target="/ppt/slides/slide8.xml" Id="R4a3cb916e2c34d8c" /><Relationship Type="http://schemas.openxmlformats.org/officeDocument/2006/relationships/slide" Target="/ppt/slides/slide9.xml" Id="R8f34a58833ab414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ada95399fbf49b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caf9b7455b64c74" /><Relationship Type="http://schemas.openxmlformats.org/officeDocument/2006/relationships/notesMaster" Target="/ppt/notesMasters/notesMaster1.xml" Id="Rf082066255474f4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4aed9bc4b774e9f" /><Relationship Type="http://schemas.openxmlformats.org/officeDocument/2006/relationships/notesMaster" Target="/ppt/notesMasters/notesMaster1.xml" Id="R6f0c7f541df248d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09c6834f7104c05" /><Relationship Type="http://schemas.openxmlformats.org/officeDocument/2006/relationships/notesMaster" Target="/ppt/notesMasters/notesMaster1.xml" Id="Ra855f8e415514c0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cb36d3fd20e4477" /><Relationship Type="http://schemas.openxmlformats.org/officeDocument/2006/relationships/notesMaster" Target="/ppt/notesMasters/notesMaster1.xml" Id="R80db5a806c07488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ca6ed7f655747bf" /><Relationship Type="http://schemas.openxmlformats.org/officeDocument/2006/relationships/notesMaster" Target="/ppt/notesMasters/notesMaster1.xml" Id="R8aa7ee6417594e4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6ceaddc37d14cdc" /><Relationship Type="http://schemas.openxmlformats.org/officeDocument/2006/relationships/notesMaster" Target="/ppt/notesMasters/notesMaster1.xml" Id="R87133935ff564a9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bc365155bf74537" /><Relationship Type="http://schemas.openxmlformats.org/officeDocument/2006/relationships/notesMaster" Target="/ppt/notesMasters/notesMaster1.xml" Id="Rd308ab7306f54c2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643dd5ba45c4bbb" /><Relationship Type="http://schemas.openxmlformats.org/officeDocument/2006/relationships/notesMaster" Target="/ppt/notesMasters/notesMaster1.xml" Id="R7b6b10144b17449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d098219ec6e4829" /><Relationship Type="http://schemas.openxmlformats.org/officeDocument/2006/relationships/notesMaster" Target="/ppt/notesMasters/notesMaster1.xml" Id="R810cbb8e697f438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3addac5ffe4890" /><Relationship Type="http://schemas.openxmlformats.org/officeDocument/2006/relationships/image" Target="/ppt/media/image.png" Id="Rbdda70508b654ad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e4a423136a4725" /><Relationship Type="http://schemas.openxmlformats.org/officeDocument/2006/relationships/image" Target="/ppt/media/image.png" Id="R6d281691d54e4c9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9289d3ace64e24" /><Relationship Type="http://schemas.openxmlformats.org/officeDocument/2006/relationships/image" Target="/ppt/media/image.png" Id="R7be4816058354c7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6b0e0fcfea4b9f" /><Relationship Type="http://schemas.openxmlformats.org/officeDocument/2006/relationships/image" Target="/ppt/media/image.png" Id="R1cbc1b67d25f4fd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ff69493d58493b" /><Relationship Type="http://schemas.openxmlformats.org/officeDocument/2006/relationships/image" Target="/ppt/media/image.png" Id="R2c7bd40f701f45f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7d61cc291a4767" /><Relationship Type="http://schemas.openxmlformats.org/officeDocument/2006/relationships/image" Target="/ppt/media/image.png" Id="Rc2460140c0364b24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4a5509b5f64458" /><Relationship Type="http://schemas.openxmlformats.org/officeDocument/2006/relationships/image" Target="/ppt/media/image.png" Id="R48e4ce39668149b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4e68b5c7c84dde" /><Relationship Type="http://schemas.openxmlformats.org/officeDocument/2006/relationships/image" Target="/ppt/media/image.png" Id="Ra88572b6d721406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0bea3b4ed74332" /><Relationship Type="http://schemas.openxmlformats.org/officeDocument/2006/relationships/image" Target="/ppt/media/image.png" Id="R67a2168956c148da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d4b2a6c369497e" /><Relationship Type="http://schemas.openxmlformats.org/officeDocument/2006/relationships/image" Target="/ppt/media/image.png" Id="Rf215e147e3a6422b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b9b9d225b94a6f" /><Relationship Type="http://schemas.openxmlformats.org/officeDocument/2006/relationships/image" Target="/ppt/media/image.png" Id="R865bf7a1fedb4835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dda70508b654ad2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d281691d54e4c9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be4816058354c7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cbc1b67d25f4fd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c7bd40f701f45f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2460140c0364b2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8e4ce39668149b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88572b6d721406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7a2168956c148d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215e147e3a6422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65bf7a1fedb483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9aadd96ffa14155" /><Relationship Type="http://schemas.openxmlformats.org/officeDocument/2006/relationships/slideLayout" Target="/ppt/slideLayouts/slideLayout1.xml" Id="R004582fbb17c4635" /><Relationship Type="http://schemas.openxmlformats.org/officeDocument/2006/relationships/slideLayout" Target="/ppt/slideLayouts/slideLayout2.xml" Id="R35da679449824251" /><Relationship Type="http://schemas.openxmlformats.org/officeDocument/2006/relationships/slideLayout" Target="/ppt/slideLayouts/slideLayout3.xml" Id="R7431f412b8884489" /><Relationship Type="http://schemas.openxmlformats.org/officeDocument/2006/relationships/slideLayout" Target="/ppt/slideLayouts/slideLayout4.xml" Id="R395a85a25f7441d7" /><Relationship Type="http://schemas.openxmlformats.org/officeDocument/2006/relationships/slideLayout" Target="/ppt/slideLayouts/slideLayout5.xml" Id="R7cc5a3cae78143a6" /><Relationship Type="http://schemas.openxmlformats.org/officeDocument/2006/relationships/slideLayout" Target="/ppt/slideLayouts/slideLayout6.xml" Id="R08a4a8ea377e4732" /><Relationship Type="http://schemas.openxmlformats.org/officeDocument/2006/relationships/slideLayout" Target="/ppt/slideLayouts/slideLayout7.xml" Id="Rf59d630e17bc45a3" /><Relationship Type="http://schemas.openxmlformats.org/officeDocument/2006/relationships/slideLayout" Target="/ppt/slideLayouts/slideLayout8.xml" Id="R086e6b065ae34a36" /><Relationship Type="http://schemas.openxmlformats.org/officeDocument/2006/relationships/slideLayout" Target="/ppt/slideLayouts/slideLayout9.xml" Id="R63eaaa040fbb44c4" /><Relationship Type="http://schemas.openxmlformats.org/officeDocument/2006/relationships/slideLayout" Target="/ppt/slideLayouts/slideLayout10.xml" Id="R2abca8a5e43d4bed" /><Relationship Type="http://schemas.openxmlformats.org/officeDocument/2006/relationships/slideLayout" Target="/ppt/slideLayouts/slideLayout11.xml" Id="Re06e07aed0b0447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04582fbb17c4635"/>
    <p:sldLayoutId xmlns:r="http://schemas.openxmlformats.org/officeDocument/2006/relationships" id="2147483650" r:id="R35da679449824251"/>
    <p:sldLayoutId xmlns:r="http://schemas.openxmlformats.org/officeDocument/2006/relationships" id="2147483651" r:id="R7431f412b8884489"/>
    <p:sldLayoutId xmlns:r="http://schemas.openxmlformats.org/officeDocument/2006/relationships" id="2147483652" r:id="R395a85a25f7441d7"/>
    <p:sldLayoutId xmlns:r="http://schemas.openxmlformats.org/officeDocument/2006/relationships" id="2147483653" r:id="R7cc5a3cae78143a6"/>
    <p:sldLayoutId xmlns:r="http://schemas.openxmlformats.org/officeDocument/2006/relationships" id="2147483654" r:id="R08a4a8ea377e4732"/>
    <p:sldLayoutId xmlns:r="http://schemas.openxmlformats.org/officeDocument/2006/relationships" id="2147483655" r:id="Rf59d630e17bc45a3"/>
    <p:sldLayoutId xmlns:r="http://schemas.openxmlformats.org/officeDocument/2006/relationships" id="2147483656" r:id="R086e6b065ae34a36"/>
    <p:sldLayoutId xmlns:r="http://schemas.openxmlformats.org/officeDocument/2006/relationships" id="2147483657" r:id="R63eaaa040fbb44c4"/>
    <p:sldLayoutId xmlns:r="http://schemas.openxmlformats.org/officeDocument/2006/relationships" id="2147483658" r:id="R2abca8a5e43d4bed"/>
    <p:sldLayoutId xmlns:r="http://schemas.openxmlformats.org/officeDocument/2006/relationships" id="2147483659" r:id="Re06e07aed0b04470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40d5ba65994180" /><Relationship Type="http://schemas.openxmlformats.org/officeDocument/2006/relationships/notesSlide" Target="/ppt/notesSlides/notesSlide1.xml" Id="R60f2807634164d6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b74dff15c474397" /><Relationship Type="http://schemas.openxmlformats.org/officeDocument/2006/relationships/notesSlide" Target="/ppt/notesSlides/notesSlide2.xml" Id="R3c3be40e25054f3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0b439bbaf7a4c29" /><Relationship Type="http://schemas.openxmlformats.org/officeDocument/2006/relationships/notesSlide" Target="/ppt/notesSlides/notesSlide3.xml" Id="Rcf68dd061f1e408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e6da7def2ee4ee0" /><Relationship Type="http://schemas.openxmlformats.org/officeDocument/2006/relationships/notesSlide" Target="/ppt/notesSlides/notesSlide4.xml" Id="Rfbfc8b45240049a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841904e0f0a4755" /><Relationship Type="http://schemas.openxmlformats.org/officeDocument/2006/relationships/notesSlide" Target="/ppt/notesSlides/notesSlide5.xml" Id="R08461433691c490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0dcd3acb18c438f" /><Relationship Type="http://schemas.openxmlformats.org/officeDocument/2006/relationships/notesSlide" Target="/ppt/notesSlides/notesSlide6.xml" Id="R3342800ab8af408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3e74a50c81546ed" /><Relationship Type="http://schemas.openxmlformats.org/officeDocument/2006/relationships/notesSlide" Target="/ppt/notesSlides/notesSlide7.xml" Id="R8770c3a1fe4d465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a6cfca12d314854" /><Relationship Type="http://schemas.openxmlformats.org/officeDocument/2006/relationships/notesSlide" Target="/ppt/notesSlides/notesSlide8.xml" Id="Rb12a7287870c4ee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daf95abb3c94f64" /><Relationship Type="http://schemas.openxmlformats.org/officeDocument/2006/relationships/notesSlide" Target="/ppt/notesSlides/notesSlide9.xml" Id="R4c580f7bb62d4b6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93933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Choosing Loop Structures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10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4):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answer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4):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answer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4):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answer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Which loop runs exactly three times, and which part of the code sets that limit?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answer = input(...) is moved outside the while loop?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does range(1, 4) display 1, 2 and 3 rather than four values?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If the user enters DONE instead of done, why does the condition-controlled loop repeat?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4):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answer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Make the counted warm-up display rounds 1 to 5. The condition-controlled section must still finish only when the user types done.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4):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answer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Add an attempt counter to the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loop. After done is entered, display the number of answers entered. For wait, wait, done the count must be 3.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4):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answer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practice timer without real-time code. Use a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display exactly four exercise stations, then a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collect effort ratings until the user enters 0. Count and display the non-zero ratings.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4):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answer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63395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3):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2026-08-27T03:51:24.9420000Z</dcterms:created>
  <dcterms:modified xsi:type="dcterms:W3CDTF">2026-08-27T03:51:24.9420000Z</dcterms:modified>
</coreProperties>
</file>