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d9878ea3f148eb" /><Relationship Type="http://schemas.openxmlformats.org/officeDocument/2006/relationships/extended-properties" Target="/docProps/app.xml" Id="R36ed335cf3b74a98" /><Relationship Type="http://schemas.openxmlformats.org/officeDocument/2006/relationships/officeDocument" Target="/ppt/presentation.xml" Id="R5dc0f654ed3e4f7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14c4481c357490d"/>
  </p:sldMasterIdLst>
  <p:notesMasterIdLst>
    <p:notesMasterId xmlns:r="http://schemas.openxmlformats.org/officeDocument/2006/relationships" r:id="R4bc4d1cba27e4fb8"/>
  </p:notesMasterIdLst>
  <p:sldIdLst>
    <p:sldId xmlns:r="http://schemas.openxmlformats.org/officeDocument/2006/relationships" id="256" r:id="R6f868e30148348ca"/>
    <p:sldId xmlns:r="http://schemas.openxmlformats.org/officeDocument/2006/relationships" id="257" r:id="Rcb092214ef094aac"/>
    <p:sldId xmlns:r="http://schemas.openxmlformats.org/officeDocument/2006/relationships" id="258" r:id="R0f69cc661fa24111"/>
    <p:sldId xmlns:r="http://schemas.openxmlformats.org/officeDocument/2006/relationships" id="259" r:id="R83d7651c86dd4717"/>
    <p:sldId xmlns:r="http://schemas.openxmlformats.org/officeDocument/2006/relationships" id="260" r:id="R73f017c5bded4fd3"/>
    <p:sldId xmlns:r="http://schemas.openxmlformats.org/officeDocument/2006/relationships" id="261" r:id="R51c22c960fff49be"/>
    <p:sldId xmlns:r="http://schemas.openxmlformats.org/officeDocument/2006/relationships" id="262" r:id="R7dd6dd13a90a4cbd"/>
    <p:sldId xmlns:r="http://schemas.openxmlformats.org/officeDocument/2006/relationships" id="263" r:id="R7643c92988e84eb3"/>
    <p:sldId xmlns:r="http://schemas.openxmlformats.org/officeDocument/2006/relationships" id="264" r:id="R85b1c7739553456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f3e97f4e0264ad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556be8714344dd" /><Relationship Type="http://schemas.openxmlformats.org/officeDocument/2006/relationships/slideMaster" Target="/ppt/slideMasters/slideMaster1.xml" Id="R014c4481c357490d" /><Relationship Type="http://schemas.openxmlformats.org/officeDocument/2006/relationships/notesMaster" Target="/ppt/notesMasters/notesMaster1.xml" Id="R4bc4d1cba27e4fb8" /><Relationship Type="http://schemas.openxmlformats.org/officeDocument/2006/relationships/presProps" Target="/ppt/presProps.xml" Id="R9c96a2a71aa64315" /><Relationship Type="http://schemas.openxmlformats.org/officeDocument/2006/relationships/viewProps" Target="/ppt/viewProps.xml" Id="Rdad332186f2c40f0" /><Relationship Type="http://schemas.openxmlformats.org/officeDocument/2006/relationships/tableStyles" Target="/ppt/tableStyles.xml" Id="Rc615634707e04d47" /><Relationship Type="http://schemas.openxmlformats.org/officeDocument/2006/relationships/font" Target="/ppt/fonts/font.dat" Id="R1f3e97f4e0264ade" /><Relationship Type="http://schemas.openxmlformats.org/officeDocument/2006/relationships/slide" Target="/ppt/slides/slide1.xml" Id="R6f868e30148348ca" /><Relationship Type="http://schemas.openxmlformats.org/officeDocument/2006/relationships/slide" Target="/ppt/slides/slide2.xml" Id="Rcb092214ef094aac" /><Relationship Type="http://schemas.openxmlformats.org/officeDocument/2006/relationships/slide" Target="/ppt/slides/slide3.xml" Id="R0f69cc661fa24111" /><Relationship Type="http://schemas.openxmlformats.org/officeDocument/2006/relationships/slide" Target="/ppt/slides/slide4.xml" Id="R83d7651c86dd4717" /><Relationship Type="http://schemas.openxmlformats.org/officeDocument/2006/relationships/slide" Target="/ppt/slides/slide5.xml" Id="R73f017c5bded4fd3" /><Relationship Type="http://schemas.openxmlformats.org/officeDocument/2006/relationships/slide" Target="/ppt/slides/slide6.xml" Id="R51c22c960fff49be" /><Relationship Type="http://schemas.openxmlformats.org/officeDocument/2006/relationships/slide" Target="/ppt/slides/slide7.xml" Id="R7dd6dd13a90a4cbd" /><Relationship Type="http://schemas.openxmlformats.org/officeDocument/2006/relationships/slide" Target="/ppt/slides/slide8.xml" Id="R7643c92988e84eb3" /><Relationship Type="http://schemas.openxmlformats.org/officeDocument/2006/relationships/slide" Target="/ppt/slides/slide9.xml" Id="R85b1c773955345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19c6931e8a4c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848a0caeff4698" /><Relationship Type="http://schemas.openxmlformats.org/officeDocument/2006/relationships/notesMaster" Target="/ppt/notesMasters/notesMaster1.xml" Id="R13b37f7b9abb4c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092bea54024e4e" /><Relationship Type="http://schemas.openxmlformats.org/officeDocument/2006/relationships/notesMaster" Target="/ppt/notesMasters/notesMaster1.xml" Id="R131d4b1c61014d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cbb7f33ab940f3" /><Relationship Type="http://schemas.openxmlformats.org/officeDocument/2006/relationships/notesMaster" Target="/ppt/notesMasters/notesMaster1.xml" Id="R0a2a4f7d223045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9145675e9f4b32" /><Relationship Type="http://schemas.openxmlformats.org/officeDocument/2006/relationships/notesMaster" Target="/ppt/notesMasters/notesMaster1.xml" Id="R2d9c696f3aef45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be8ebb13fd47af" /><Relationship Type="http://schemas.openxmlformats.org/officeDocument/2006/relationships/notesMaster" Target="/ppt/notesMasters/notesMaster1.xml" Id="R42a3bbc806524fa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dc039564934226" /><Relationship Type="http://schemas.openxmlformats.org/officeDocument/2006/relationships/notesMaster" Target="/ppt/notesMasters/notesMaster1.xml" Id="Rccd1cca5da6240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e334b4c6c54814" /><Relationship Type="http://schemas.openxmlformats.org/officeDocument/2006/relationships/notesMaster" Target="/ppt/notesMasters/notesMaster1.xml" Id="Rd37ae44b97e142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dd398061cf457f" /><Relationship Type="http://schemas.openxmlformats.org/officeDocument/2006/relationships/notesMaster" Target="/ppt/notesMasters/notesMaster1.xml" Id="R00434b4c232444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36eb6d95184e88" /><Relationship Type="http://schemas.openxmlformats.org/officeDocument/2006/relationships/notesMaster" Target="/ppt/notesMasters/notesMaster1.xml" Id="R5b25b8b9c20648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84e79b5bb44954" /><Relationship Type="http://schemas.openxmlformats.org/officeDocument/2006/relationships/image" Target="/ppt/media/image.png" Id="R7c637a3f3c954b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393a25812c463e" /><Relationship Type="http://schemas.openxmlformats.org/officeDocument/2006/relationships/image" Target="/ppt/media/image.png" Id="R0f589f39736b492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cc0f9ca8d54507" /><Relationship Type="http://schemas.openxmlformats.org/officeDocument/2006/relationships/image" Target="/ppt/media/image.png" Id="Rcde4bff1a19a41f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e2bc1b3220465e" /><Relationship Type="http://schemas.openxmlformats.org/officeDocument/2006/relationships/image" Target="/ppt/media/image.png" Id="Rc8f7f7c8183d41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d7af7480824f36" /><Relationship Type="http://schemas.openxmlformats.org/officeDocument/2006/relationships/image" Target="/ppt/media/image.png" Id="Rffbf6e683e664f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5f5ca0db4a4727" /><Relationship Type="http://schemas.openxmlformats.org/officeDocument/2006/relationships/image" Target="/ppt/media/image.png" Id="R6859bf7c8d554e6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de8ffb969942c2" /><Relationship Type="http://schemas.openxmlformats.org/officeDocument/2006/relationships/image" Target="/ppt/media/image.png" Id="R7aad1aa2da8f4ce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31ed1c0f14b2e" /><Relationship Type="http://schemas.openxmlformats.org/officeDocument/2006/relationships/image" Target="/ppt/media/image.png" Id="R33c0d3e1e9e34f1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063d46f53f4d79" /><Relationship Type="http://schemas.openxmlformats.org/officeDocument/2006/relationships/image" Target="/ppt/media/image.png" Id="R53ae1ec71a11400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7d915f706c4c44" /><Relationship Type="http://schemas.openxmlformats.org/officeDocument/2006/relationships/image" Target="/ppt/media/image.png" Id="R4c2c1b496f8f4bc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7a7e6cf21a431c" /><Relationship Type="http://schemas.openxmlformats.org/officeDocument/2006/relationships/image" Target="/ppt/media/image.png" Id="R696a0c6c643d496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637a3f3c954be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589f39736b49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e4bff1a19a41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f7f7c8183d414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bf6e683e664f8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59bf7c8d554e6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ad1aa2da8f4c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c0d3e1e9e34f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ae1ec71a11400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2c1b496f8f4bc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6a0c6c643d496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c539d3cbe94a54" /><Relationship Type="http://schemas.openxmlformats.org/officeDocument/2006/relationships/slideLayout" Target="/ppt/slideLayouts/slideLayout1.xml" Id="Re523c28fc90b44a7" /><Relationship Type="http://schemas.openxmlformats.org/officeDocument/2006/relationships/slideLayout" Target="/ppt/slideLayouts/slideLayout2.xml" Id="R3bbd47f9e8664e10" /><Relationship Type="http://schemas.openxmlformats.org/officeDocument/2006/relationships/slideLayout" Target="/ppt/slideLayouts/slideLayout3.xml" Id="R665ddd10903b4b11" /><Relationship Type="http://schemas.openxmlformats.org/officeDocument/2006/relationships/slideLayout" Target="/ppt/slideLayouts/slideLayout4.xml" Id="R42bb1ba492304b73" /><Relationship Type="http://schemas.openxmlformats.org/officeDocument/2006/relationships/slideLayout" Target="/ppt/slideLayouts/slideLayout5.xml" Id="R70e4228692be4a31" /><Relationship Type="http://schemas.openxmlformats.org/officeDocument/2006/relationships/slideLayout" Target="/ppt/slideLayouts/slideLayout6.xml" Id="R4b32ed1572a040a5" /><Relationship Type="http://schemas.openxmlformats.org/officeDocument/2006/relationships/slideLayout" Target="/ppt/slideLayouts/slideLayout7.xml" Id="Rdc95606c22b044ae" /><Relationship Type="http://schemas.openxmlformats.org/officeDocument/2006/relationships/slideLayout" Target="/ppt/slideLayouts/slideLayout8.xml" Id="R482e983f96a54291" /><Relationship Type="http://schemas.openxmlformats.org/officeDocument/2006/relationships/slideLayout" Target="/ppt/slideLayouts/slideLayout9.xml" Id="R45d58e9d89024207" /><Relationship Type="http://schemas.openxmlformats.org/officeDocument/2006/relationships/slideLayout" Target="/ppt/slideLayouts/slideLayout10.xml" Id="R15b4d66f9420483c" /><Relationship Type="http://schemas.openxmlformats.org/officeDocument/2006/relationships/slideLayout" Target="/ppt/slideLayouts/slideLayout11.xml" Id="R5ba3040fb5854dd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23c28fc90b44a7"/>
    <p:sldLayoutId xmlns:r="http://schemas.openxmlformats.org/officeDocument/2006/relationships" id="2147483650" r:id="R3bbd47f9e8664e10"/>
    <p:sldLayoutId xmlns:r="http://schemas.openxmlformats.org/officeDocument/2006/relationships" id="2147483651" r:id="R665ddd10903b4b11"/>
    <p:sldLayoutId xmlns:r="http://schemas.openxmlformats.org/officeDocument/2006/relationships" id="2147483652" r:id="R42bb1ba492304b73"/>
    <p:sldLayoutId xmlns:r="http://schemas.openxmlformats.org/officeDocument/2006/relationships" id="2147483653" r:id="R70e4228692be4a31"/>
    <p:sldLayoutId xmlns:r="http://schemas.openxmlformats.org/officeDocument/2006/relationships" id="2147483654" r:id="R4b32ed1572a040a5"/>
    <p:sldLayoutId xmlns:r="http://schemas.openxmlformats.org/officeDocument/2006/relationships" id="2147483655" r:id="Rdc95606c22b044ae"/>
    <p:sldLayoutId xmlns:r="http://schemas.openxmlformats.org/officeDocument/2006/relationships" id="2147483656" r:id="R482e983f96a54291"/>
    <p:sldLayoutId xmlns:r="http://schemas.openxmlformats.org/officeDocument/2006/relationships" id="2147483657" r:id="R45d58e9d89024207"/>
    <p:sldLayoutId xmlns:r="http://schemas.openxmlformats.org/officeDocument/2006/relationships" id="2147483658" r:id="R15b4d66f9420483c"/>
    <p:sldLayoutId xmlns:r="http://schemas.openxmlformats.org/officeDocument/2006/relationships" id="2147483659" r:id="R5ba3040fb5854dd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8761768164429" /><Relationship Type="http://schemas.openxmlformats.org/officeDocument/2006/relationships/notesSlide" Target="/ppt/notesSlides/notesSlide1.xml" Id="R6c4922dff2c248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4e2f5f991e4152" /><Relationship Type="http://schemas.openxmlformats.org/officeDocument/2006/relationships/notesSlide" Target="/ppt/notesSlides/notesSlide2.xml" Id="R886089a91afe42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ea65151cec4891" /><Relationship Type="http://schemas.openxmlformats.org/officeDocument/2006/relationships/notesSlide" Target="/ppt/notesSlides/notesSlide3.xml" Id="Rfed119b495d248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91d75e05d34d95" /><Relationship Type="http://schemas.openxmlformats.org/officeDocument/2006/relationships/notesSlide" Target="/ppt/notesSlides/notesSlide4.xml" Id="R204a77ccf8ab45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0449a658554212" /><Relationship Type="http://schemas.openxmlformats.org/officeDocument/2006/relationships/notesSlide" Target="/ppt/notesSlides/notesSlide5.xml" Id="R791f4f373bf543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a1fc9f2f254800" /><Relationship Type="http://schemas.openxmlformats.org/officeDocument/2006/relationships/notesSlide" Target="/ppt/notesSlides/notesSlide6.xml" Id="R9135d91887fd42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dae9c267694dc1" /><Relationship Type="http://schemas.openxmlformats.org/officeDocument/2006/relationships/notesSlide" Target="/ppt/notesSlides/notesSlide7.xml" Id="Rf84d15ee483147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25c66006294509" /><Relationship Type="http://schemas.openxmlformats.org/officeDocument/2006/relationships/notesSlide" Target="/ppt/notesSlides/notesSlide8.xml" Id="R7ae35e120beb46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8176982efa4424" /><Relationship Type="http://schemas.openxmlformats.org/officeDocument/2006/relationships/notesSlide" Target="/ppt/notesSlides/notesSlide9.xml" Id="R5aedaf2424504aa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3933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Choosing Loop Structures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loop runs exactly three times, and which part of the code sets that limit?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answer = input(...) is moved outside the while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range(1, 4) display 1, 2 and 3 rather than four values?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user enters DONE instead of done, why does the condition-controlled loop repeat?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first asks how many warm-up rounds to show and stores the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shows that many rounds.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should still end when the user types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counts every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counter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including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"Answers entered:"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counter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"wait"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"wait"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"Answers entered: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training program.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"Exercise 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"Exercise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Then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whole-number effort scores until the user enters 0. Count every score except 0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 entered:"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count.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"done"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2026-09-29T02:04:49.0400000Z</dcterms:created>
  <dcterms:modified xsi:type="dcterms:W3CDTF">2026-09-29T02:04:49.0400000Z</dcterms:modified>
</coreProperties>
</file>