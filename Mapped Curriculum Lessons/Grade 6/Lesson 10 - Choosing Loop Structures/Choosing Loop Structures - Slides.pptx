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2026a972164a94" /><Relationship Type="http://schemas.openxmlformats.org/officeDocument/2006/relationships/extended-properties" Target="/docProps/app.xml" Id="Re5c19e466a5a4f6b" /><Relationship Type="http://schemas.openxmlformats.org/officeDocument/2006/relationships/officeDocument" Target="/ppt/presentation.xml" Id="Re5e546b058834f7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ec1f8a78b6f4e0b"/>
  </p:sldMasterIdLst>
  <p:notesMasterIdLst>
    <p:notesMasterId xmlns:r="http://schemas.openxmlformats.org/officeDocument/2006/relationships" r:id="R337d80791cda41ab"/>
  </p:notesMasterIdLst>
  <p:sldIdLst>
    <p:sldId xmlns:r="http://schemas.openxmlformats.org/officeDocument/2006/relationships" id="256" r:id="Re6a5e7018c6e4c38"/>
    <p:sldId xmlns:r="http://schemas.openxmlformats.org/officeDocument/2006/relationships" id="257" r:id="R8f3e67a4dcc24b8a"/>
    <p:sldId xmlns:r="http://schemas.openxmlformats.org/officeDocument/2006/relationships" id="258" r:id="R5a62d1ddcccc442c"/>
    <p:sldId xmlns:r="http://schemas.openxmlformats.org/officeDocument/2006/relationships" id="259" r:id="R9784b420edc743df"/>
    <p:sldId xmlns:r="http://schemas.openxmlformats.org/officeDocument/2006/relationships" id="260" r:id="R6102a440ecbd4005"/>
    <p:sldId xmlns:r="http://schemas.openxmlformats.org/officeDocument/2006/relationships" id="261" r:id="Ra85eb4cbedc541b9"/>
    <p:sldId xmlns:r="http://schemas.openxmlformats.org/officeDocument/2006/relationships" id="262" r:id="Rbd13a38e35a84d7f"/>
    <p:sldId xmlns:r="http://schemas.openxmlformats.org/officeDocument/2006/relationships" id="263" r:id="R80e439313ac24efc"/>
    <p:sldId xmlns:r="http://schemas.openxmlformats.org/officeDocument/2006/relationships" id="264" r:id="Rbddfe8ad9ae14083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1f2db2129d43448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2a72538ac1443d" /><Relationship Type="http://schemas.openxmlformats.org/officeDocument/2006/relationships/slideMaster" Target="/ppt/slideMasters/slideMaster1.xml" Id="R8ec1f8a78b6f4e0b" /><Relationship Type="http://schemas.openxmlformats.org/officeDocument/2006/relationships/notesMaster" Target="/ppt/notesMasters/notesMaster1.xml" Id="R337d80791cda41ab" /><Relationship Type="http://schemas.openxmlformats.org/officeDocument/2006/relationships/presProps" Target="/ppt/presProps.xml" Id="R382fe9afd29f40d3" /><Relationship Type="http://schemas.openxmlformats.org/officeDocument/2006/relationships/viewProps" Target="/ppt/viewProps.xml" Id="Raefeaa612fed4c2a" /><Relationship Type="http://schemas.openxmlformats.org/officeDocument/2006/relationships/tableStyles" Target="/ppt/tableStyles.xml" Id="Rb76ee680fd6340b7" /><Relationship Type="http://schemas.openxmlformats.org/officeDocument/2006/relationships/font" Target="/ppt/fonts/font.dat" Id="R1f2db2129d434484" /><Relationship Type="http://schemas.openxmlformats.org/officeDocument/2006/relationships/slide" Target="/ppt/slides/slide1.xml" Id="Re6a5e7018c6e4c38" /><Relationship Type="http://schemas.openxmlformats.org/officeDocument/2006/relationships/slide" Target="/ppt/slides/slide2.xml" Id="R8f3e67a4dcc24b8a" /><Relationship Type="http://schemas.openxmlformats.org/officeDocument/2006/relationships/slide" Target="/ppt/slides/slide3.xml" Id="R5a62d1ddcccc442c" /><Relationship Type="http://schemas.openxmlformats.org/officeDocument/2006/relationships/slide" Target="/ppt/slides/slide4.xml" Id="R9784b420edc743df" /><Relationship Type="http://schemas.openxmlformats.org/officeDocument/2006/relationships/slide" Target="/ppt/slides/slide5.xml" Id="R6102a440ecbd4005" /><Relationship Type="http://schemas.openxmlformats.org/officeDocument/2006/relationships/slide" Target="/ppt/slides/slide6.xml" Id="Ra85eb4cbedc541b9" /><Relationship Type="http://schemas.openxmlformats.org/officeDocument/2006/relationships/slide" Target="/ppt/slides/slide7.xml" Id="Rbd13a38e35a84d7f" /><Relationship Type="http://schemas.openxmlformats.org/officeDocument/2006/relationships/slide" Target="/ppt/slides/slide8.xml" Id="R80e439313ac24efc" /><Relationship Type="http://schemas.openxmlformats.org/officeDocument/2006/relationships/slide" Target="/ppt/slides/slide9.xml" Id="Rbddfe8ad9ae140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e838952db94a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c5d9a9b53994115" /><Relationship Type="http://schemas.openxmlformats.org/officeDocument/2006/relationships/notesMaster" Target="/ppt/notesMasters/notesMaster1.xml" Id="R745a8bc9164441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97bf11ad774d45" /><Relationship Type="http://schemas.openxmlformats.org/officeDocument/2006/relationships/notesMaster" Target="/ppt/notesMasters/notesMaster1.xml" Id="Rd9510cb3667b4f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433a71eb044ea4" /><Relationship Type="http://schemas.openxmlformats.org/officeDocument/2006/relationships/notesMaster" Target="/ppt/notesMasters/notesMaster1.xml" Id="Ra8ac416376aa47c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f9966a2e5c48e4" /><Relationship Type="http://schemas.openxmlformats.org/officeDocument/2006/relationships/notesMaster" Target="/ppt/notesMasters/notesMaster1.xml" Id="Re82fedd9d6b14c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5f66ccbd77427e" /><Relationship Type="http://schemas.openxmlformats.org/officeDocument/2006/relationships/notesMaster" Target="/ppt/notesMasters/notesMaster1.xml" Id="R059f139734d54b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1ec458b5044c6c" /><Relationship Type="http://schemas.openxmlformats.org/officeDocument/2006/relationships/notesMaster" Target="/ppt/notesMasters/notesMaster1.xml" Id="Re03520ae05df4e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794a73598b4cd9" /><Relationship Type="http://schemas.openxmlformats.org/officeDocument/2006/relationships/notesMaster" Target="/ppt/notesMasters/notesMaster1.xml" Id="R79c8a85a3e6b45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01e1550f3f4d01" /><Relationship Type="http://schemas.openxmlformats.org/officeDocument/2006/relationships/notesMaster" Target="/ppt/notesMasters/notesMaster1.xml" Id="Rb38f4d705b6d49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c04b9ba701d43f9" /><Relationship Type="http://schemas.openxmlformats.org/officeDocument/2006/relationships/notesMaster" Target="/ppt/notesMasters/notesMaster1.xml" Id="R3903d904234143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3cd17b4da747d3" /><Relationship Type="http://schemas.openxmlformats.org/officeDocument/2006/relationships/image" Target="/ppt/media/image.png" Id="R4badccce3ac0400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38d0ecda6e4759" /><Relationship Type="http://schemas.openxmlformats.org/officeDocument/2006/relationships/image" Target="/ppt/media/image.png" Id="R7736c925bd1b447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81d00a303a4891" /><Relationship Type="http://schemas.openxmlformats.org/officeDocument/2006/relationships/image" Target="/ppt/media/image.png" Id="R1885a45f67b7439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0e929a6dfc4c39" /><Relationship Type="http://schemas.openxmlformats.org/officeDocument/2006/relationships/image" Target="/ppt/media/image.png" Id="R5b5d4c13d9cf489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3efaeca69149f1" /><Relationship Type="http://schemas.openxmlformats.org/officeDocument/2006/relationships/image" Target="/ppt/media/image.png" Id="Rcdb27dbf0632492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39a319363e4b35" /><Relationship Type="http://schemas.openxmlformats.org/officeDocument/2006/relationships/image" Target="/ppt/media/image.png" Id="Rd5e838c3a3c847b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ea9d445a5c4447" /><Relationship Type="http://schemas.openxmlformats.org/officeDocument/2006/relationships/image" Target="/ppt/media/image.png" Id="Re5092727691745e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c520b63add42b7" /><Relationship Type="http://schemas.openxmlformats.org/officeDocument/2006/relationships/image" Target="/ppt/media/image.png" Id="R89a1a610ed3f488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22dce2ef8b4868" /><Relationship Type="http://schemas.openxmlformats.org/officeDocument/2006/relationships/image" Target="/ppt/media/image.png" Id="R7dfbb6557cb2491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5748e20df84c93" /><Relationship Type="http://schemas.openxmlformats.org/officeDocument/2006/relationships/image" Target="/ppt/media/image.png" Id="Rda9bb13161e84f4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33c77f9e064921" /><Relationship Type="http://schemas.openxmlformats.org/officeDocument/2006/relationships/image" Target="/ppt/media/image.png" Id="Redf2e741528d446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badccce3ac04009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736c925bd1b447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85a45f67b7439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5d4c13d9cf489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b27dbf0632492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5e838c3a3c847b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092727691745e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a1a610ed3f488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dfbb6557cb2491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9bb13161e84f4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df2e741528d446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b83fa4b1cf46bb" /><Relationship Type="http://schemas.openxmlformats.org/officeDocument/2006/relationships/slideLayout" Target="/ppt/slideLayouts/slideLayout1.xml" Id="R8bed8cbac5e94965" /><Relationship Type="http://schemas.openxmlformats.org/officeDocument/2006/relationships/slideLayout" Target="/ppt/slideLayouts/slideLayout2.xml" Id="R2bfc873e48ae4e8b" /><Relationship Type="http://schemas.openxmlformats.org/officeDocument/2006/relationships/slideLayout" Target="/ppt/slideLayouts/slideLayout3.xml" Id="Rb8a4201ed9d14099" /><Relationship Type="http://schemas.openxmlformats.org/officeDocument/2006/relationships/slideLayout" Target="/ppt/slideLayouts/slideLayout4.xml" Id="R07e5f5a999664c30" /><Relationship Type="http://schemas.openxmlformats.org/officeDocument/2006/relationships/slideLayout" Target="/ppt/slideLayouts/slideLayout5.xml" Id="R4ae374b93d4a4d7b" /><Relationship Type="http://schemas.openxmlformats.org/officeDocument/2006/relationships/slideLayout" Target="/ppt/slideLayouts/slideLayout6.xml" Id="Rfab12ee41fee4f8c" /><Relationship Type="http://schemas.openxmlformats.org/officeDocument/2006/relationships/slideLayout" Target="/ppt/slideLayouts/slideLayout7.xml" Id="Rf0630cb4a21c4064" /><Relationship Type="http://schemas.openxmlformats.org/officeDocument/2006/relationships/slideLayout" Target="/ppt/slideLayouts/slideLayout8.xml" Id="R009d83009ae24103" /><Relationship Type="http://schemas.openxmlformats.org/officeDocument/2006/relationships/slideLayout" Target="/ppt/slideLayouts/slideLayout9.xml" Id="R5cdf5cee283f42cf" /><Relationship Type="http://schemas.openxmlformats.org/officeDocument/2006/relationships/slideLayout" Target="/ppt/slideLayouts/slideLayout10.xml" Id="R55ce979bd60a4d02" /><Relationship Type="http://schemas.openxmlformats.org/officeDocument/2006/relationships/slideLayout" Target="/ppt/slideLayouts/slideLayout11.xml" Id="Rffce237f647040f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ed8cbac5e94965"/>
    <p:sldLayoutId xmlns:r="http://schemas.openxmlformats.org/officeDocument/2006/relationships" id="2147483650" r:id="R2bfc873e48ae4e8b"/>
    <p:sldLayoutId xmlns:r="http://schemas.openxmlformats.org/officeDocument/2006/relationships" id="2147483651" r:id="Rb8a4201ed9d14099"/>
    <p:sldLayoutId xmlns:r="http://schemas.openxmlformats.org/officeDocument/2006/relationships" id="2147483652" r:id="R07e5f5a999664c30"/>
    <p:sldLayoutId xmlns:r="http://schemas.openxmlformats.org/officeDocument/2006/relationships" id="2147483653" r:id="R4ae374b93d4a4d7b"/>
    <p:sldLayoutId xmlns:r="http://schemas.openxmlformats.org/officeDocument/2006/relationships" id="2147483654" r:id="Rfab12ee41fee4f8c"/>
    <p:sldLayoutId xmlns:r="http://schemas.openxmlformats.org/officeDocument/2006/relationships" id="2147483655" r:id="Rf0630cb4a21c4064"/>
    <p:sldLayoutId xmlns:r="http://schemas.openxmlformats.org/officeDocument/2006/relationships" id="2147483656" r:id="R009d83009ae24103"/>
    <p:sldLayoutId xmlns:r="http://schemas.openxmlformats.org/officeDocument/2006/relationships" id="2147483657" r:id="R5cdf5cee283f42cf"/>
    <p:sldLayoutId xmlns:r="http://schemas.openxmlformats.org/officeDocument/2006/relationships" id="2147483658" r:id="R55ce979bd60a4d02"/>
    <p:sldLayoutId xmlns:r="http://schemas.openxmlformats.org/officeDocument/2006/relationships" id="2147483659" r:id="Rffce237f647040f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2cd9468e9b45d0" /><Relationship Type="http://schemas.openxmlformats.org/officeDocument/2006/relationships/notesSlide" Target="/ppt/notesSlides/notesSlide1.xml" Id="R7b1aedbfb5f54b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ff540a3211d4ddb" /><Relationship Type="http://schemas.openxmlformats.org/officeDocument/2006/relationships/notesSlide" Target="/ppt/notesSlides/notesSlide2.xml" Id="Rb3223102c1b54a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3f80aa73714912" /><Relationship Type="http://schemas.openxmlformats.org/officeDocument/2006/relationships/notesSlide" Target="/ppt/notesSlides/notesSlide3.xml" Id="Rcef10fbe509448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fcf50e2dcb4a22" /><Relationship Type="http://schemas.openxmlformats.org/officeDocument/2006/relationships/notesSlide" Target="/ppt/notesSlides/notesSlide4.xml" Id="Rd11d86cd10ee4b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3aa763604a4faf" /><Relationship Type="http://schemas.openxmlformats.org/officeDocument/2006/relationships/notesSlide" Target="/ppt/notesSlides/notesSlide5.xml" Id="R23ceacc36a9a45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9b451fe5224e8c" /><Relationship Type="http://schemas.openxmlformats.org/officeDocument/2006/relationships/notesSlide" Target="/ppt/notesSlides/notesSlide6.xml" Id="Re1a42afad5aa40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1463ec823d4f2e" /><Relationship Type="http://schemas.openxmlformats.org/officeDocument/2006/relationships/notesSlide" Target="/ppt/notesSlides/notesSlide7.xml" Id="Rf1fa67a983cf4a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66e6cf6bad4487" /><Relationship Type="http://schemas.openxmlformats.org/officeDocument/2006/relationships/notesSlide" Target="/ppt/notesSlides/notesSlide8.xml" Id="R4f6b3d4c4c1a4eb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5693b653e848ca" /><Relationship Type="http://schemas.openxmlformats.org/officeDocument/2006/relationships/notesSlide" Target="/ppt/notesSlides/notesSlide9.xml" Id="R59887189d6f742b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3933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Choosing Loop Structures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loop runs exactly three times, and which part of the code sets that limit?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answer = input(...) is moved outside the while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range(1, 4) display 1, 2 and 3 rather than four values?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the user enters DONE instead of done, why does the condition-controlled loop repeat?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first asks how many warm-up rounds to show and stores the whole number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shows that many rounds.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should still end when the user types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counts every answer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counter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including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After the loop,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"Answers entered:"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counter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"wait"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"wait"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"Answers entered: 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training program.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"Exercise 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"Exercise 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Then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ask for whole-number effort scores until the user enters 0. Count every score except 0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"Scores entered:"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count.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63395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2026-09-28T09:06:56.6500000Z</dcterms:created>
  <dcterms:modified xsi:type="dcterms:W3CDTF">2026-09-28T09:06:56.6500000Z</dcterms:modified>
</coreProperties>
</file>