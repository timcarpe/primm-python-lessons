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c5966050c644e5" /><Relationship Type="http://schemas.openxmlformats.org/officeDocument/2006/relationships/extended-properties" Target="/docProps/app.xml" Id="R3cd62bb3a1b048b3" /><Relationship Type="http://schemas.openxmlformats.org/officeDocument/2006/relationships/officeDocument" Target="/ppt/presentation.xml" Id="R960a39ceddc6446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952ef9ca3fb4b81"/>
  </p:sldMasterIdLst>
  <p:notesMasterIdLst>
    <p:notesMasterId xmlns:r="http://schemas.openxmlformats.org/officeDocument/2006/relationships" r:id="Rb4f4749652f6448a"/>
  </p:notesMasterIdLst>
  <p:sldIdLst>
    <p:sldId xmlns:r="http://schemas.openxmlformats.org/officeDocument/2006/relationships" id="256" r:id="R8eaaaad47fc94d16"/>
    <p:sldId xmlns:r="http://schemas.openxmlformats.org/officeDocument/2006/relationships" id="257" r:id="R42bee28c6a834eff"/>
    <p:sldId xmlns:r="http://schemas.openxmlformats.org/officeDocument/2006/relationships" id="258" r:id="R3dd85e758d334277"/>
    <p:sldId xmlns:r="http://schemas.openxmlformats.org/officeDocument/2006/relationships" id="259" r:id="Rbecee20862ff42be"/>
    <p:sldId xmlns:r="http://schemas.openxmlformats.org/officeDocument/2006/relationships" id="260" r:id="Rfefb7a8288de4f1b"/>
    <p:sldId xmlns:r="http://schemas.openxmlformats.org/officeDocument/2006/relationships" id="261" r:id="Ra32e03e4c62547c8"/>
    <p:sldId xmlns:r="http://schemas.openxmlformats.org/officeDocument/2006/relationships" id="262" r:id="Rec74457eaa9647fe"/>
    <p:sldId xmlns:r="http://schemas.openxmlformats.org/officeDocument/2006/relationships" id="263" r:id="R76e3be5242474097"/>
    <p:sldId xmlns:r="http://schemas.openxmlformats.org/officeDocument/2006/relationships" id="264" r:id="R05b7febd86dc4b2d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74a159c58370401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beb820dc8847fe" /><Relationship Type="http://schemas.openxmlformats.org/officeDocument/2006/relationships/slideMaster" Target="/ppt/slideMasters/slideMaster1.xml" Id="Rc952ef9ca3fb4b81" /><Relationship Type="http://schemas.openxmlformats.org/officeDocument/2006/relationships/notesMaster" Target="/ppt/notesMasters/notesMaster1.xml" Id="Rb4f4749652f6448a" /><Relationship Type="http://schemas.openxmlformats.org/officeDocument/2006/relationships/presProps" Target="/ppt/presProps.xml" Id="Rf848260b51ad455e" /><Relationship Type="http://schemas.openxmlformats.org/officeDocument/2006/relationships/viewProps" Target="/ppt/viewProps.xml" Id="R62654b1276e043a2" /><Relationship Type="http://schemas.openxmlformats.org/officeDocument/2006/relationships/tableStyles" Target="/ppt/tableStyles.xml" Id="Rae6de6f298614158" /><Relationship Type="http://schemas.openxmlformats.org/officeDocument/2006/relationships/font" Target="/ppt/fonts/font.dat" Id="R74a159c583704016" /><Relationship Type="http://schemas.openxmlformats.org/officeDocument/2006/relationships/slide" Target="/ppt/slides/slide1.xml" Id="R8eaaaad47fc94d16" /><Relationship Type="http://schemas.openxmlformats.org/officeDocument/2006/relationships/slide" Target="/ppt/slides/slide2.xml" Id="R42bee28c6a834eff" /><Relationship Type="http://schemas.openxmlformats.org/officeDocument/2006/relationships/slide" Target="/ppt/slides/slide3.xml" Id="R3dd85e758d334277" /><Relationship Type="http://schemas.openxmlformats.org/officeDocument/2006/relationships/slide" Target="/ppt/slides/slide4.xml" Id="Rbecee20862ff42be" /><Relationship Type="http://schemas.openxmlformats.org/officeDocument/2006/relationships/slide" Target="/ppt/slides/slide5.xml" Id="Rfefb7a8288de4f1b" /><Relationship Type="http://schemas.openxmlformats.org/officeDocument/2006/relationships/slide" Target="/ppt/slides/slide6.xml" Id="Ra32e03e4c62547c8" /><Relationship Type="http://schemas.openxmlformats.org/officeDocument/2006/relationships/slide" Target="/ppt/slides/slide7.xml" Id="Rec74457eaa9647fe" /><Relationship Type="http://schemas.openxmlformats.org/officeDocument/2006/relationships/slide" Target="/ppt/slides/slide8.xml" Id="R76e3be5242474097" /><Relationship Type="http://schemas.openxmlformats.org/officeDocument/2006/relationships/slide" Target="/ppt/slides/slide9.xml" Id="R05b7febd86dc4b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d1296f24fa42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cc6cf4660a44887" /><Relationship Type="http://schemas.openxmlformats.org/officeDocument/2006/relationships/notesMaster" Target="/ppt/notesMasters/notesMaster1.xml" Id="R3345b27c813949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753ce02dd74477" /><Relationship Type="http://schemas.openxmlformats.org/officeDocument/2006/relationships/notesMaster" Target="/ppt/notesMasters/notesMaster1.xml" Id="Rca777a00fd2a40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da3df9746649ca" /><Relationship Type="http://schemas.openxmlformats.org/officeDocument/2006/relationships/notesMaster" Target="/ppt/notesMasters/notesMaster1.xml" Id="R181425f7302b45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3a1f6502e849a4" /><Relationship Type="http://schemas.openxmlformats.org/officeDocument/2006/relationships/notesMaster" Target="/ppt/notesMasters/notesMaster1.xml" Id="Ra28ccf447f6049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ad3b0864d484acc" /><Relationship Type="http://schemas.openxmlformats.org/officeDocument/2006/relationships/notesMaster" Target="/ppt/notesMasters/notesMaster1.xml" Id="Re67d9771d75848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6eed9c22b6941eb" /><Relationship Type="http://schemas.openxmlformats.org/officeDocument/2006/relationships/notesMaster" Target="/ppt/notesMasters/notesMaster1.xml" Id="R64cfdc67fe874e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68366d68e043ac" /><Relationship Type="http://schemas.openxmlformats.org/officeDocument/2006/relationships/notesMaster" Target="/ppt/notesMasters/notesMaster1.xml" Id="R35d35a2b0d2841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fa1cc8bb7604998" /><Relationship Type="http://schemas.openxmlformats.org/officeDocument/2006/relationships/notesMaster" Target="/ppt/notesMasters/notesMaster1.xml" Id="R71f8815db89048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ce17d0ed3d430d" /><Relationship Type="http://schemas.openxmlformats.org/officeDocument/2006/relationships/notesMaster" Target="/ppt/notesMasters/notesMaster1.xml" Id="R26ebb256c1fa48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7f8fc15507423a" /><Relationship Type="http://schemas.openxmlformats.org/officeDocument/2006/relationships/image" Target="/ppt/media/image.png" Id="R824034d385fc45e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026d827617449d" /><Relationship Type="http://schemas.openxmlformats.org/officeDocument/2006/relationships/image" Target="/ppt/media/image.png" Id="Rd06c09cd22b1434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ccba2ac78d428c" /><Relationship Type="http://schemas.openxmlformats.org/officeDocument/2006/relationships/image" Target="/ppt/media/image.png" Id="R53e5235e169d47b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7659a372cd456d" /><Relationship Type="http://schemas.openxmlformats.org/officeDocument/2006/relationships/image" Target="/ppt/media/image.png" Id="Rb4382b0184194ef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ce50ec59d54a8a" /><Relationship Type="http://schemas.openxmlformats.org/officeDocument/2006/relationships/image" Target="/ppt/media/image.png" Id="R0ccd1121ea0d4c6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5a202962cd4606" /><Relationship Type="http://schemas.openxmlformats.org/officeDocument/2006/relationships/image" Target="/ppt/media/image.png" Id="Rbb608547bdd7401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585135e0bb4274" /><Relationship Type="http://schemas.openxmlformats.org/officeDocument/2006/relationships/image" Target="/ppt/media/image.png" Id="R6531fd554ed54c2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c5d70117294a80" /><Relationship Type="http://schemas.openxmlformats.org/officeDocument/2006/relationships/image" Target="/ppt/media/image.png" Id="Rb28e246e3ce04fa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3a957102104d92" /><Relationship Type="http://schemas.openxmlformats.org/officeDocument/2006/relationships/image" Target="/ppt/media/image.png" Id="R6ac421c4d304476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c645c26c194fa6" /><Relationship Type="http://schemas.openxmlformats.org/officeDocument/2006/relationships/image" Target="/ppt/media/image.png" Id="R9458abae58d14e2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5c6179d0d34db1" /><Relationship Type="http://schemas.openxmlformats.org/officeDocument/2006/relationships/image" Target="/ppt/media/image.png" Id="Ra8ab8760364f41f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24034d385fc45e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6c09cd22b1434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e5235e169d47b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382b0184194ef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cd1121ea0d4c6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608547bdd7401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31fd554ed54c2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28e246e3ce04fa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c421c4d304476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458abae58d14e2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8ab8760364f41f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e87d0094a044e0" /><Relationship Type="http://schemas.openxmlformats.org/officeDocument/2006/relationships/slideLayout" Target="/ppt/slideLayouts/slideLayout1.xml" Id="Rbb170f70adc74591" /><Relationship Type="http://schemas.openxmlformats.org/officeDocument/2006/relationships/slideLayout" Target="/ppt/slideLayouts/slideLayout2.xml" Id="R22615e5f86434224" /><Relationship Type="http://schemas.openxmlformats.org/officeDocument/2006/relationships/slideLayout" Target="/ppt/slideLayouts/slideLayout3.xml" Id="R160824cbbcc64608" /><Relationship Type="http://schemas.openxmlformats.org/officeDocument/2006/relationships/slideLayout" Target="/ppt/slideLayouts/slideLayout4.xml" Id="R45e3a19a5ce7474b" /><Relationship Type="http://schemas.openxmlformats.org/officeDocument/2006/relationships/slideLayout" Target="/ppt/slideLayouts/slideLayout5.xml" Id="Rb8eede6114c04df0" /><Relationship Type="http://schemas.openxmlformats.org/officeDocument/2006/relationships/slideLayout" Target="/ppt/slideLayouts/slideLayout6.xml" Id="Rb62bdac3d4f04527" /><Relationship Type="http://schemas.openxmlformats.org/officeDocument/2006/relationships/slideLayout" Target="/ppt/slideLayouts/slideLayout7.xml" Id="R1b9c6ff2d6e54ba3" /><Relationship Type="http://schemas.openxmlformats.org/officeDocument/2006/relationships/slideLayout" Target="/ppt/slideLayouts/slideLayout8.xml" Id="R74c1973a93144844" /><Relationship Type="http://schemas.openxmlformats.org/officeDocument/2006/relationships/slideLayout" Target="/ppt/slideLayouts/slideLayout9.xml" Id="Rb91d41a5994d4eea" /><Relationship Type="http://schemas.openxmlformats.org/officeDocument/2006/relationships/slideLayout" Target="/ppt/slideLayouts/slideLayout10.xml" Id="R20789913d24c471f" /><Relationship Type="http://schemas.openxmlformats.org/officeDocument/2006/relationships/slideLayout" Target="/ppt/slideLayouts/slideLayout11.xml" Id="Rf8c3bc0937fc4fa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170f70adc74591"/>
    <p:sldLayoutId xmlns:r="http://schemas.openxmlformats.org/officeDocument/2006/relationships" id="2147483650" r:id="R22615e5f86434224"/>
    <p:sldLayoutId xmlns:r="http://schemas.openxmlformats.org/officeDocument/2006/relationships" id="2147483651" r:id="R160824cbbcc64608"/>
    <p:sldLayoutId xmlns:r="http://schemas.openxmlformats.org/officeDocument/2006/relationships" id="2147483652" r:id="R45e3a19a5ce7474b"/>
    <p:sldLayoutId xmlns:r="http://schemas.openxmlformats.org/officeDocument/2006/relationships" id="2147483653" r:id="Rb8eede6114c04df0"/>
    <p:sldLayoutId xmlns:r="http://schemas.openxmlformats.org/officeDocument/2006/relationships" id="2147483654" r:id="Rb62bdac3d4f04527"/>
    <p:sldLayoutId xmlns:r="http://schemas.openxmlformats.org/officeDocument/2006/relationships" id="2147483655" r:id="R1b9c6ff2d6e54ba3"/>
    <p:sldLayoutId xmlns:r="http://schemas.openxmlformats.org/officeDocument/2006/relationships" id="2147483656" r:id="R74c1973a93144844"/>
    <p:sldLayoutId xmlns:r="http://schemas.openxmlformats.org/officeDocument/2006/relationships" id="2147483657" r:id="Rb91d41a5994d4eea"/>
    <p:sldLayoutId xmlns:r="http://schemas.openxmlformats.org/officeDocument/2006/relationships" id="2147483658" r:id="R20789913d24c471f"/>
    <p:sldLayoutId xmlns:r="http://schemas.openxmlformats.org/officeDocument/2006/relationships" id="2147483659" r:id="Rf8c3bc0937fc4fa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5d34b248de462f" /><Relationship Type="http://schemas.openxmlformats.org/officeDocument/2006/relationships/notesSlide" Target="/ppt/notesSlides/notesSlide1.xml" Id="R74adf451a91e484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b49b300f8342dd" /><Relationship Type="http://schemas.openxmlformats.org/officeDocument/2006/relationships/notesSlide" Target="/ppt/notesSlides/notesSlide2.xml" Id="R3efd52ac7cd342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54f59b0ef34d60" /><Relationship Type="http://schemas.openxmlformats.org/officeDocument/2006/relationships/notesSlide" Target="/ppt/notesSlides/notesSlide3.xml" Id="R7615824e857044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7d6ff5f02f4e4e" /><Relationship Type="http://schemas.openxmlformats.org/officeDocument/2006/relationships/notesSlide" Target="/ppt/notesSlides/notesSlide4.xml" Id="R84f8b70f52a349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427a4f1db14a86" /><Relationship Type="http://schemas.openxmlformats.org/officeDocument/2006/relationships/notesSlide" Target="/ppt/notesSlides/notesSlide5.xml" Id="R0079d017a5e8490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dc59677bf64737" /><Relationship Type="http://schemas.openxmlformats.org/officeDocument/2006/relationships/notesSlide" Target="/ppt/notesSlides/notesSlide6.xml" Id="R0c94fdf66a2f48e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76872a8b754a9b" /><Relationship Type="http://schemas.openxmlformats.org/officeDocument/2006/relationships/notesSlide" Target="/ppt/notesSlides/notesSlide7.xml" Id="R3b2dd96fed4b46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44aa69b5bd4c2a" /><Relationship Type="http://schemas.openxmlformats.org/officeDocument/2006/relationships/notesSlide" Target="/ppt/notesSlides/notesSlide8.xml" Id="R6ebf4cdc819e473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8d7f96057644a7" /><Relationship Type="http://schemas.openxmlformats.org/officeDocument/2006/relationships/notesSlide" Target="/ppt/notesSlides/notesSlide9.xml" Id="Rd6a98704a3804f7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3933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Choosing Loop Structures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loop runs exactly three times, and which part of the code sets that limit?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answer = input(...) is moved outside the while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range(1, 4) display 1, 2 and 3 rather than four values?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the user enters DONE instead of done, why does the condition-controlled loop repeat?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first asks how many warm-up rounds to show and stores the whole number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shows that many rounds.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should still end when the user types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counts every answer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counter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including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After the loop,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"Answers entered:"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counter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"wait"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"wait"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"Answers entered: 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training program.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"Exercise 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"Exercise 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Then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ask for whole-number effort scores until the user enters 0. Count every score except 0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"Scores entered:"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count.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63395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2026-09-28T08:26:25.5840000Z</dcterms:created>
  <dcterms:modified xsi:type="dcterms:W3CDTF">2026-09-28T08:26:25.5840000Z</dcterms:modified>
</coreProperties>
</file>