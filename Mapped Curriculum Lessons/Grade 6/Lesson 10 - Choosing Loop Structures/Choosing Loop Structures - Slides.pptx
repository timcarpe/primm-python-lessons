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76c3d1644a431d" /><Relationship Type="http://schemas.openxmlformats.org/officeDocument/2006/relationships/extended-properties" Target="/docProps/app.xml" Id="Re402cf70f71546bd" /><Relationship Type="http://schemas.openxmlformats.org/officeDocument/2006/relationships/officeDocument" Target="/ppt/presentation.xml" Id="Rbf6d70f48513485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e6481329425f4999"/>
  </p:sldMasterIdLst>
  <p:notesMasterIdLst>
    <p:notesMasterId xmlns:r="http://schemas.openxmlformats.org/officeDocument/2006/relationships" r:id="R9c63bbbfc7404a20"/>
  </p:notesMasterIdLst>
  <p:sldIdLst>
    <p:sldId xmlns:r="http://schemas.openxmlformats.org/officeDocument/2006/relationships" id="256" r:id="Rebfa3f2b92b941c4"/>
    <p:sldId xmlns:r="http://schemas.openxmlformats.org/officeDocument/2006/relationships" id="257" r:id="Rf1966963c6c548a6"/>
    <p:sldId xmlns:r="http://schemas.openxmlformats.org/officeDocument/2006/relationships" id="258" r:id="R8d5e4e5cc5254b86"/>
    <p:sldId xmlns:r="http://schemas.openxmlformats.org/officeDocument/2006/relationships" id="259" r:id="R9613cf3d0edc45d8"/>
    <p:sldId xmlns:r="http://schemas.openxmlformats.org/officeDocument/2006/relationships" id="260" r:id="R7a541e09d2f54a44"/>
    <p:sldId xmlns:r="http://schemas.openxmlformats.org/officeDocument/2006/relationships" id="261" r:id="Rb5d8999fd7dc4efd"/>
    <p:sldId xmlns:r="http://schemas.openxmlformats.org/officeDocument/2006/relationships" id="262" r:id="R08f310031dc44f67"/>
    <p:sldId xmlns:r="http://schemas.openxmlformats.org/officeDocument/2006/relationships" id="263" r:id="Rd6c30b9ca4e24d49"/>
    <p:sldId xmlns:r="http://schemas.openxmlformats.org/officeDocument/2006/relationships" id="264" r:id="R030af748956a450d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9b0fa8930b4c4fa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19317b84124ef2" /><Relationship Type="http://schemas.openxmlformats.org/officeDocument/2006/relationships/slideMaster" Target="/ppt/slideMasters/slideMaster1.xml" Id="Re6481329425f4999" /><Relationship Type="http://schemas.openxmlformats.org/officeDocument/2006/relationships/notesMaster" Target="/ppt/notesMasters/notesMaster1.xml" Id="R9c63bbbfc7404a20" /><Relationship Type="http://schemas.openxmlformats.org/officeDocument/2006/relationships/presProps" Target="/ppt/presProps.xml" Id="Rcd717a8e14e64295" /><Relationship Type="http://schemas.openxmlformats.org/officeDocument/2006/relationships/viewProps" Target="/ppt/viewProps.xml" Id="Rbcdb7aa80b8247ef" /><Relationship Type="http://schemas.openxmlformats.org/officeDocument/2006/relationships/tableStyles" Target="/ppt/tableStyles.xml" Id="R6808cbe8dd3b4366" /><Relationship Type="http://schemas.openxmlformats.org/officeDocument/2006/relationships/font" Target="/ppt/fonts/font.dat" Id="R9b0fa8930b4c4fa1" /><Relationship Type="http://schemas.openxmlformats.org/officeDocument/2006/relationships/slide" Target="/ppt/slides/slide1.xml" Id="Rebfa3f2b92b941c4" /><Relationship Type="http://schemas.openxmlformats.org/officeDocument/2006/relationships/slide" Target="/ppt/slides/slide2.xml" Id="Rf1966963c6c548a6" /><Relationship Type="http://schemas.openxmlformats.org/officeDocument/2006/relationships/slide" Target="/ppt/slides/slide3.xml" Id="R8d5e4e5cc5254b86" /><Relationship Type="http://schemas.openxmlformats.org/officeDocument/2006/relationships/slide" Target="/ppt/slides/slide4.xml" Id="R9613cf3d0edc45d8" /><Relationship Type="http://schemas.openxmlformats.org/officeDocument/2006/relationships/slide" Target="/ppt/slides/slide5.xml" Id="R7a541e09d2f54a44" /><Relationship Type="http://schemas.openxmlformats.org/officeDocument/2006/relationships/slide" Target="/ppt/slides/slide6.xml" Id="Rb5d8999fd7dc4efd" /><Relationship Type="http://schemas.openxmlformats.org/officeDocument/2006/relationships/slide" Target="/ppt/slides/slide7.xml" Id="R08f310031dc44f67" /><Relationship Type="http://schemas.openxmlformats.org/officeDocument/2006/relationships/slide" Target="/ppt/slides/slide8.xml" Id="Rd6c30b9ca4e24d49" /><Relationship Type="http://schemas.openxmlformats.org/officeDocument/2006/relationships/slide" Target="/ppt/slides/slide9.xml" Id="R030af748956a450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650e0f2bbe428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6d6656014f44b2" /><Relationship Type="http://schemas.openxmlformats.org/officeDocument/2006/relationships/notesMaster" Target="/ppt/notesMasters/notesMaster1.xml" Id="R179767d8630c401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5e6f15d80f44ae8" /><Relationship Type="http://schemas.openxmlformats.org/officeDocument/2006/relationships/notesMaster" Target="/ppt/notesMasters/notesMaster1.xml" Id="R28f7d9cf76c74b3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c70c26627f427e" /><Relationship Type="http://schemas.openxmlformats.org/officeDocument/2006/relationships/notesMaster" Target="/ppt/notesMasters/notesMaster1.xml" Id="R323fb79c59354d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3da68dae31f43a4" /><Relationship Type="http://schemas.openxmlformats.org/officeDocument/2006/relationships/notesMaster" Target="/ppt/notesMasters/notesMaster1.xml" Id="Rb53bd37b774a43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4b0a77824ca4e30" /><Relationship Type="http://schemas.openxmlformats.org/officeDocument/2006/relationships/notesMaster" Target="/ppt/notesMasters/notesMaster1.xml" Id="R831e26a824f04e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eb1efeec523428c" /><Relationship Type="http://schemas.openxmlformats.org/officeDocument/2006/relationships/notesMaster" Target="/ppt/notesMasters/notesMaster1.xml" Id="R238858bae5a743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60a2d44f1d4f8a" /><Relationship Type="http://schemas.openxmlformats.org/officeDocument/2006/relationships/notesMaster" Target="/ppt/notesMasters/notesMaster1.xml" Id="Rb04136e31d0347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2e9596ad02400d" /><Relationship Type="http://schemas.openxmlformats.org/officeDocument/2006/relationships/notesMaster" Target="/ppt/notesMasters/notesMaster1.xml" Id="Rf337734ec64942f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cfb0a96844a49d6" /><Relationship Type="http://schemas.openxmlformats.org/officeDocument/2006/relationships/notesMaster" Target="/ppt/notesMasters/notesMaster1.xml" Id="R4f24fe461d2647c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7c6f32da714d5f" /><Relationship Type="http://schemas.openxmlformats.org/officeDocument/2006/relationships/image" Target="/ppt/media/image.png" Id="R5fe41369589d448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c5f808acc8471f" /><Relationship Type="http://schemas.openxmlformats.org/officeDocument/2006/relationships/image" Target="/ppt/media/image.png" Id="Rcc499ca46329467d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17dbb826e8449c" /><Relationship Type="http://schemas.openxmlformats.org/officeDocument/2006/relationships/image" Target="/ppt/media/image.png" Id="Raea9ba9f60194a8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3f69202843e41dd" /><Relationship Type="http://schemas.openxmlformats.org/officeDocument/2006/relationships/image" Target="/ppt/media/image.png" Id="R43c1f962a7bf4d2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b8ecf5089cd4def" /><Relationship Type="http://schemas.openxmlformats.org/officeDocument/2006/relationships/image" Target="/ppt/media/image.png" Id="Rfd68e26d4bed431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ea3ef369fb41a1" /><Relationship Type="http://schemas.openxmlformats.org/officeDocument/2006/relationships/image" Target="/ppt/media/image.png" Id="Ra0ec8056c8e24e3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66173c6fcd4760" /><Relationship Type="http://schemas.openxmlformats.org/officeDocument/2006/relationships/image" Target="/ppt/media/image.png" Id="R7733d4970aee4d6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689ef290bb44b1" /><Relationship Type="http://schemas.openxmlformats.org/officeDocument/2006/relationships/image" Target="/ppt/media/image.png" Id="Reb99a0fad2e2438c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5928c25c404219" /><Relationship Type="http://schemas.openxmlformats.org/officeDocument/2006/relationships/image" Target="/ppt/media/image.png" Id="R00a4b614a9a7493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8e732e30fa4838" /><Relationship Type="http://schemas.openxmlformats.org/officeDocument/2006/relationships/image" Target="/ppt/media/image.png" Id="R81335d5e236247c5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381f2ee5bd4ecd" /><Relationship Type="http://schemas.openxmlformats.org/officeDocument/2006/relationships/image" Target="/ppt/media/image.png" Id="R60f1c45de4d04621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fe41369589d448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c499ca46329467d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a9ba9f60194a8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3c1f962a7bf4d2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d68e26d4bed431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0ec8056c8e24e3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733d4970aee4d6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b99a0fad2e2438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0a4b614a9a7493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335d5e236247c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0f1c45de4d04621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ce5d4412445465c" /><Relationship Type="http://schemas.openxmlformats.org/officeDocument/2006/relationships/slideLayout" Target="/ppt/slideLayouts/slideLayout1.xml" Id="R3bb8a7fcbf6a48ac" /><Relationship Type="http://schemas.openxmlformats.org/officeDocument/2006/relationships/slideLayout" Target="/ppt/slideLayouts/slideLayout2.xml" Id="R6140c5de843c47ee" /><Relationship Type="http://schemas.openxmlformats.org/officeDocument/2006/relationships/slideLayout" Target="/ppt/slideLayouts/slideLayout3.xml" Id="R27cf4619f4574196" /><Relationship Type="http://schemas.openxmlformats.org/officeDocument/2006/relationships/slideLayout" Target="/ppt/slideLayouts/slideLayout4.xml" Id="R0b227f7210064797" /><Relationship Type="http://schemas.openxmlformats.org/officeDocument/2006/relationships/slideLayout" Target="/ppt/slideLayouts/slideLayout5.xml" Id="Rc03bc122557d407d" /><Relationship Type="http://schemas.openxmlformats.org/officeDocument/2006/relationships/slideLayout" Target="/ppt/slideLayouts/slideLayout6.xml" Id="R3b6381c9210547dc" /><Relationship Type="http://schemas.openxmlformats.org/officeDocument/2006/relationships/slideLayout" Target="/ppt/slideLayouts/slideLayout7.xml" Id="R239058b773764d8e" /><Relationship Type="http://schemas.openxmlformats.org/officeDocument/2006/relationships/slideLayout" Target="/ppt/slideLayouts/slideLayout8.xml" Id="R6c24bd78d62146db" /><Relationship Type="http://schemas.openxmlformats.org/officeDocument/2006/relationships/slideLayout" Target="/ppt/slideLayouts/slideLayout9.xml" Id="R9587a907a9fd4a01" /><Relationship Type="http://schemas.openxmlformats.org/officeDocument/2006/relationships/slideLayout" Target="/ppt/slideLayouts/slideLayout10.xml" Id="R6a4c3908ae6e4962" /><Relationship Type="http://schemas.openxmlformats.org/officeDocument/2006/relationships/slideLayout" Target="/ppt/slideLayouts/slideLayout11.xml" Id="Reccde138909f420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b8a7fcbf6a48ac"/>
    <p:sldLayoutId xmlns:r="http://schemas.openxmlformats.org/officeDocument/2006/relationships" id="2147483650" r:id="R6140c5de843c47ee"/>
    <p:sldLayoutId xmlns:r="http://schemas.openxmlformats.org/officeDocument/2006/relationships" id="2147483651" r:id="R27cf4619f4574196"/>
    <p:sldLayoutId xmlns:r="http://schemas.openxmlformats.org/officeDocument/2006/relationships" id="2147483652" r:id="R0b227f7210064797"/>
    <p:sldLayoutId xmlns:r="http://schemas.openxmlformats.org/officeDocument/2006/relationships" id="2147483653" r:id="Rc03bc122557d407d"/>
    <p:sldLayoutId xmlns:r="http://schemas.openxmlformats.org/officeDocument/2006/relationships" id="2147483654" r:id="R3b6381c9210547dc"/>
    <p:sldLayoutId xmlns:r="http://schemas.openxmlformats.org/officeDocument/2006/relationships" id="2147483655" r:id="R239058b773764d8e"/>
    <p:sldLayoutId xmlns:r="http://schemas.openxmlformats.org/officeDocument/2006/relationships" id="2147483656" r:id="R6c24bd78d62146db"/>
    <p:sldLayoutId xmlns:r="http://schemas.openxmlformats.org/officeDocument/2006/relationships" id="2147483657" r:id="R9587a907a9fd4a01"/>
    <p:sldLayoutId xmlns:r="http://schemas.openxmlformats.org/officeDocument/2006/relationships" id="2147483658" r:id="R6a4c3908ae6e4962"/>
    <p:sldLayoutId xmlns:r="http://schemas.openxmlformats.org/officeDocument/2006/relationships" id="2147483659" r:id="Reccde138909f420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8d474e08d473e" /><Relationship Type="http://schemas.openxmlformats.org/officeDocument/2006/relationships/notesSlide" Target="/ppt/notesSlides/notesSlide1.xml" Id="Rdafde67fec8b45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60a6aa9e1984f4f" /><Relationship Type="http://schemas.openxmlformats.org/officeDocument/2006/relationships/notesSlide" Target="/ppt/notesSlides/notesSlide2.xml" Id="Rc59ab46c5824406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dd7cdc9a914641" /><Relationship Type="http://schemas.openxmlformats.org/officeDocument/2006/relationships/notesSlide" Target="/ppt/notesSlides/notesSlide3.xml" Id="Raab8d1923bd540f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c0f9a8818e94848" /><Relationship Type="http://schemas.openxmlformats.org/officeDocument/2006/relationships/notesSlide" Target="/ppt/notesSlides/notesSlide4.xml" Id="R17248be71dbf49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d0c1085ec114d3b" /><Relationship Type="http://schemas.openxmlformats.org/officeDocument/2006/relationships/notesSlide" Target="/ppt/notesSlides/notesSlide5.xml" Id="Rc18295c9979e49a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e97f560f5994954" /><Relationship Type="http://schemas.openxmlformats.org/officeDocument/2006/relationships/notesSlide" Target="/ppt/notesSlides/notesSlide6.xml" Id="R4f0ec6705f96420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676b04f919452a" /><Relationship Type="http://schemas.openxmlformats.org/officeDocument/2006/relationships/notesSlide" Target="/ppt/notesSlides/notesSlide7.xml" Id="R4c4eba9943b44b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33e970756234207" /><Relationship Type="http://schemas.openxmlformats.org/officeDocument/2006/relationships/notesSlide" Target="/ppt/notesSlides/notesSlide8.xml" Id="R0f77af7ee5f548a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4a83a61919438e" /><Relationship Type="http://schemas.openxmlformats.org/officeDocument/2006/relationships/notesSlide" Target="/ppt/notesSlides/notesSlide9.xml" Id="Redf7cc22d1cc43f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3933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Choosing Loop Structures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10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2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Which loop runs exactly three times, and which part of the code sets that limit?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answer = input(...) is moved outside the while loop?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range(1, 4) display 1, 2 and 3 rather than four values?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If the user enters DONE instead of done, why does the condition-controlled loop repeat?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Make the counted warm-up display rounds 1 to 5. The condition-controlled section must still finish only when the user types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Add an attempt counter to the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loop. After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is entered, display the number of answers entered. For wait, wait,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the count must be 3.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practice timer without real-time code. Use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exactly four exercise stations, then a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collect effort ratings until the user enters 0. Count and display the non-zero ratings.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4):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4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answer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63395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round_number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range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(1, 3):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"Warm-up round"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round_number)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answer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while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answer </a:t>
            </a:r>
            <a:r>
              <a:rPr sz="1800">
                <a:solidFill>
                  <a:srgbClr val="080808"/>
                </a:solidFill>
                <a:latin typeface="Consolas"/>
                <a:ea typeface="Consolas"/>
                <a:cs typeface="Consolas"/>
              </a:rPr>
              <a:t>!=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"done"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  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"Type done to finish: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"Session complete."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2026-08-26T04:02:59.1900000Z</dcterms:created>
  <dcterms:modified xsi:type="dcterms:W3CDTF">2026-08-26T04:02:59.1900000Z</dcterms:modified>
</coreProperties>
</file>