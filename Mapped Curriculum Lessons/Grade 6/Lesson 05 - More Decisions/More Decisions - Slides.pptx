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6326e32c54486a" /><Relationship Type="http://schemas.openxmlformats.org/officeDocument/2006/relationships/extended-properties" Target="/docProps/app.xml" Id="R2f5c4e0f794b4c3f" /><Relationship Type="http://schemas.openxmlformats.org/officeDocument/2006/relationships/officeDocument" Target="/ppt/presentation.xml" Id="Rbf8b7febcca5407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610bc347ea94c91"/>
  </p:sldMasterIdLst>
  <p:notesMasterIdLst>
    <p:notesMasterId xmlns:r="http://schemas.openxmlformats.org/officeDocument/2006/relationships" r:id="R08f9daa72577496f"/>
  </p:notesMasterIdLst>
  <p:sldIdLst>
    <p:sldId xmlns:r="http://schemas.openxmlformats.org/officeDocument/2006/relationships" id="256" r:id="R6e84a3f425ea45d1"/>
    <p:sldId xmlns:r="http://schemas.openxmlformats.org/officeDocument/2006/relationships" id="257" r:id="R6c4e2c87fc81490d"/>
    <p:sldId xmlns:r="http://schemas.openxmlformats.org/officeDocument/2006/relationships" id="258" r:id="R12146313d9894ddd"/>
    <p:sldId xmlns:r="http://schemas.openxmlformats.org/officeDocument/2006/relationships" id="259" r:id="Rdecd5f46a0694dcd"/>
    <p:sldId xmlns:r="http://schemas.openxmlformats.org/officeDocument/2006/relationships" id="260" r:id="R7ff33b49ecca4274"/>
    <p:sldId xmlns:r="http://schemas.openxmlformats.org/officeDocument/2006/relationships" id="261" r:id="R57d9884530dd4207"/>
    <p:sldId xmlns:r="http://schemas.openxmlformats.org/officeDocument/2006/relationships" id="262" r:id="R19cb8e26eaea4b64"/>
    <p:sldId xmlns:r="http://schemas.openxmlformats.org/officeDocument/2006/relationships" id="263" r:id="R62d7a6c5954c4372"/>
    <p:sldId xmlns:r="http://schemas.openxmlformats.org/officeDocument/2006/relationships" id="264" r:id="R68dfddcc65e645d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0b4b0f32df2402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32b3ad6a074a19" /><Relationship Type="http://schemas.openxmlformats.org/officeDocument/2006/relationships/slideMaster" Target="/ppt/slideMasters/slideMaster1.xml" Id="Rc610bc347ea94c91" /><Relationship Type="http://schemas.openxmlformats.org/officeDocument/2006/relationships/notesMaster" Target="/ppt/notesMasters/notesMaster1.xml" Id="R08f9daa72577496f" /><Relationship Type="http://schemas.openxmlformats.org/officeDocument/2006/relationships/presProps" Target="/ppt/presProps.xml" Id="R11e073ca03974413" /><Relationship Type="http://schemas.openxmlformats.org/officeDocument/2006/relationships/viewProps" Target="/ppt/viewProps.xml" Id="R0cd7c3b63d3b47be" /><Relationship Type="http://schemas.openxmlformats.org/officeDocument/2006/relationships/tableStyles" Target="/ppt/tableStyles.xml" Id="Rb2f1b5a0d9d54cc7" /><Relationship Type="http://schemas.openxmlformats.org/officeDocument/2006/relationships/font" Target="/ppt/fonts/font.dat" Id="R30b4b0f32df24024" /><Relationship Type="http://schemas.openxmlformats.org/officeDocument/2006/relationships/slide" Target="/ppt/slides/slide1.xml" Id="R6e84a3f425ea45d1" /><Relationship Type="http://schemas.openxmlformats.org/officeDocument/2006/relationships/slide" Target="/ppt/slides/slide2.xml" Id="R6c4e2c87fc81490d" /><Relationship Type="http://schemas.openxmlformats.org/officeDocument/2006/relationships/slide" Target="/ppt/slides/slide3.xml" Id="R12146313d9894ddd" /><Relationship Type="http://schemas.openxmlformats.org/officeDocument/2006/relationships/slide" Target="/ppt/slides/slide4.xml" Id="Rdecd5f46a0694dcd" /><Relationship Type="http://schemas.openxmlformats.org/officeDocument/2006/relationships/slide" Target="/ppt/slides/slide5.xml" Id="R7ff33b49ecca4274" /><Relationship Type="http://schemas.openxmlformats.org/officeDocument/2006/relationships/slide" Target="/ppt/slides/slide6.xml" Id="R57d9884530dd4207" /><Relationship Type="http://schemas.openxmlformats.org/officeDocument/2006/relationships/slide" Target="/ppt/slides/slide7.xml" Id="R19cb8e26eaea4b64" /><Relationship Type="http://schemas.openxmlformats.org/officeDocument/2006/relationships/slide" Target="/ppt/slides/slide8.xml" Id="R62d7a6c5954c4372" /><Relationship Type="http://schemas.openxmlformats.org/officeDocument/2006/relationships/slide" Target="/ppt/slides/slide9.xml" Id="R68dfddcc65e645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a3f91b469d45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f20816152847a2" /><Relationship Type="http://schemas.openxmlformats.org/officeDocument/2006/relationships/notesMaster" Target="/ppt/notesMasters/notesMaster1.xml" Id="Rb13c390ffaea41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b3197541664236" /><Relationship Type="http://schemas.openxmlformats.org/officeDocument/2006/relationships/notesMaster" Target="/ppt/notesMasters/notesMaster1.xml" Id="Ra8c24d20d54b4a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4a148211c14a9e" /><Relationship Type="http://schemas.openxmlformats.org/officeDocument/2006/relationships/notesMaster" Target="/ppt/notesMasters/notesMaster1.xml" Id="R364fc3c616174c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7dc9d5e15f4185" /><Relationship Type="http://schemas.openxmlformats.org/officeDocument/2006/relationships/notesMaster" Target="/ppt/notesMasters/notesMaster1.xml" Id="R7429affd816c46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274bfb3e184cba" /><Relationship Type="http://schemas.openxmlformats.org/officeDocument/2006/relationships/notesMaster" Target="/ppt/notesMasters/notesMaster1.xml" Id="R458e46f974d547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fe7e9961b74cdd" /><Relationship Type="http://schemas.openxmlformats.org/officeDocument/2006/relationships/notesMaster" Target="/ppt/notesMasters/notesMaster1.xml" Id="R3ca105dab2f84e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b45cbd9ac94193" /><Relationship Type="http://schemas.openxmlformats.org/officeDocument/2006/relationships/notesMaster" Target="/ppt/notesMasters/notesMaster1.xml" Id="Rf1de8b16bb6e4c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5841138be14f42" /><Relationship Type="http://schemas.openxmlformats.org/officeDocument/2006/relationships/notesMaster" Target="/ppt/notesMasters/notesMaster1.xml" Id="R334947aea5bf4d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616b5b48254506" /><Relationship Type="http://schemas.openxmlformats.org/officeDocument/2006/relationships/notesMaster" Target="/ppt/notesMasters/notesMaster1.xml" Id="R8ab74fedc7ca4c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9dd08e51774927" /><Relationship Type="http://schemas.openxmlformats.org/officeDocument/2006/relationships/image" Target="/ppt/media/image.png" Id="Re871a7813c9a43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eee076c6a4e3c" /><Relationship Type="http://schemas.openxmlformats.org/officeDocument/2006/relationships/image" Target="/ppt/media/image.png" Id="Rf3ec9db111a04b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dc67d400c40cb" /><Relationship Type="http://schemas.openxmlformats.org/officeDocument/2006/relationships/image" Target="/ppt/media/image.png" Id="R2a53d7946cc940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a63ff13ff04de0" /><Relationship Type="http://schemas.openxmlformats.org/officeDocument/2006/relationships/image" Target="/ppt/media/image.png" Id="R911312d505094bf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b283ce62c04abf" /><Relationship Type="http://schemas.openxmlformats.org/officeDocument/2006/relationships/image" Target="/ppt/media/image.png" Id="R5e20f97fc4604a2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8d89bea17544c2" /><Relationship Type="http://schemas.openxmlformats.org/officeDocument/2006/relationships/image" Target="/ppt/media/image.png" Id="R4480c86b11e3430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fb60f687fe45c2" /><Relationship Type="http://schemas.openxmlformats.org/officeDocument/2006/relationships/image" Target="/ppt/media/image.png" Id="Re37d2d79f954452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1a82ce3b14698" /><Relationship Type="http://schemas.openxmlformats.org/officeDocument/2006/relationships/image" Target="/ppt/media/image.png" Id="R49dfd6bdd95f4a8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d84efc8dca470f" /><Relationship Type="http://schemas.openxmlformats.org/officeDocument/2006/relationships/image" Target="/ppt/media/image.png" Id="R4494365a77244a6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f01bb5715b49bb" /><Relationship Type="http://schemas.openxmlformats.org/officeDocument/2006/relationships/image" Target="/ppt/media/image.png" Id="R9d03776c081d4f1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93c08c7584d0c" /><Relationship Type="http://schemas.openxmlformats.org/officeDocument/2006/relationships/image" Target="/ppt/media/image.png" Id="R0a4d993e6cc541c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71a7813c9a439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ec9db111a04be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53d7946cc940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1312d505094b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20f97fc4604a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80c86b11e343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7d2d79f95445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dfd6bdd95f4a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94365a77244a6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03776c081d4f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4d993e6cc541c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efcd1e1c6342fe" /><Relationship Type="http://schemas.openxmlformats.org/officeDocument/2006/relationships/slideLayout" Target="/ppt/slideLayouts/slideLayout1.xml" Id="R42684e055bfe46ea" /><Relationship Type="http://schemas.openxmlformats.org/officeDocument/2006/relationships/slideLayout" Target="/ppt/slideLayouts/slideLayout2.xml" Id="R87f5e5ef52c64a0c" /><Relationship Type="http://schemas.openxmlformats.org/officeDocument/2006/relationships/slideLayout" Target="/ppt/slideLayouts/slideLayout3.xml" Id="R0060908cc1854934" /><Relationship Type="http://schemas.openxmlformats.org/officeDocument/2006/relationships/slideLayout" Target="/ppt/slideLayouts/slideLayout4.xml" Id="R8a50cb59515e47fc" /><Relationship Type="http://schemas.openxmlformats.org/officeDocument/2006/relationships/slideLayout" Target="/ppt/slideLayouts/slideLayout5.xml" Id="Rbb86c67f40e04999" /><Relationship Type="http://schemas.openxmlformats.org/officeDocument/2006/relationships/slideLayout" Target="/ppt/slideLayouts/slideLayout6.xml" Id="R551feea70c2f40fe" /><Relationship Type="http://schemas.openxmlformats.org/officeDocument/2006/relationships/slideLayout" Target="/ppt/slideLayouts/slideLayout7.xml" Id="R1228b85fa36e4d0f" /><Relationship Type="http://schemas.openxmlformats.org/officeDocument/2006/relationships/slideLayout" Target="/ppt/slideLayouts/slideLayout8.xml" Id="R63a040ceb76d497c" /><Relationship Type="http://schemas.openxmlformats.org/officeDocument/2006/relationships/slideLayout" Target="/ppt/slideLayouts/slideLayout9.xml" Id="R50bafa9645df4bff" /><Relationship Type="http://schemas.openxmlformats.org/officeDocument/2006/relationships/slideLayout" Target="/ppt/slideLayouts/slideLayout10.xml" Id="R9d9fdd9064044949" /><Relationship Type="http://schemas.openxmlformats.org/officeDocument/2006/relationships/slideLayout" Target="/ppt/slideLayouts/slideLayout11.xml" Id="R841a73603db1405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684e055bfe46ea"/>
    <p:sldLayoutId xmlns:r="http://schemas.openxmlformats.org/officeDocument/2006/relationships" id="2147483650" r:id="R87f5e5ef52c64a0c"/>
    <p:sldLayoutId xmlns:r="http://schemas.openxmlformats.org/officeDocument/2006/relationships" id="2147483651" r:id="R0060908cc1854934"/>
    <p:sldLayoutId xmlns:r="http://schemas.openxmlformats.org/officeDocument/2006/relationships" id="2147483652" r:id="R8a50cb59515e47fc"/>
    <p:sldLayoutId xmlns:r="http://schemas.openxmlformats.org/officeDocument/2006/relationships" id="2147483653" r:id="Rbb86c67f40e04999"/>
    <p:sldLayoutId xmlns:r="http://schemas.openxmlformats.org/officeDocument/2006/relationships" id="2147483654" r:id="R551feea70c2f40fe"/>
    <p:sldLayoutId xmlns:r="http://schemas.openxmlformats.org/officeDocument/2006/relationships" id="2147483655" r:id="R1228b85fa36e4d0f"/>
    <p:sldLayoutId xmlns:r="http://schemas.openxmlformats.org/officeDocument/2006/relationships" id="2147483656" r:id="R63a040ceb76d497c"/>
    <p:sldLayoutId xmlns:r="http://schemas.openxmlformats.org/officeDocument/2006/relationships" id="2147483657" r:id="R50bafa9645df4bff"/>
    <p:sldLayoutId xmlns:r="http://schemas.openxmlformats.org/officeDocument/2006/relationships" id="2147483658" r:id="R9d9fdd9064044949"/>
    <p:sldLayoutId xmlns:r="http://schemas.openxmlformats.org/officeDocument/2006/relationships" id="2147483659" r:id="R841a73603db1405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ea9298d23458a" /><Relationship Type="http://schemas.openxmlformats.org/officeDocument/2006/relationships/notesSlide" Target="/ppt/notesSlides/notesSlide1.xml" Id="Rc636bed1381e40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b6c12419f24777" /><Relationship Type="http://schemas.openxmlformats.org/officeDocument/2006/relationships/notesSlide" Target="/ppt/notesSlides/notesSlide2.xml" Id="R6746569b57494a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f65ca4b0ec44a2" /><Relationship Type="http://schemas.openxmlformats.org/officeDocument/2006/relationships/notesSlide" Target="/ppt/notesSlides/notesSlide3.xml" Id="Rc45198cd2f704a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79a8581f764920" /><Relationship Type="http://schemas.openxmlformats.org/officeDocument/2006/relationships/notesSlide" Target="/ppt/notesSlides/notesSlide4.xml" Id="R156b6e08e0724f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1f86cfe30b424c" /><Relationship Type="http://schemas.openxmlformats.org/officeDocument/2006/relationships/notesSlide" Target="/ppt/notesSlides/notesSlide5.xml" Id="Ree209249a01f44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2138ec09224600" /><Relationship Type="http://schemas.openxmlformats.org/officeDocument/2006/relationships/notesSlide" Target="/ppt/notesSlides/notesSlide6.xml" Id="R5b1821517ebf4c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0e21fd4926498f" /><Relationship Type="http://schemas.openxmlformats.org/officeDocument/2006/relationships/notesSlide" Target="/ppt/notesSlides/notesSlide7.xml" Id="Rb3539d06218e4e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95de87940041ff" /><Relationship Type="http://schemas.openxmlformats.org/officeDocument/2006/relationships/notesSlide" Target="/ppt/notesSlides/notesSlide8.xml" Id="R6464533047b44c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8834fc118c41a2" /><Relationship Type="http://schemas.openxmlformats.org/officeDocument/2006/relationships/notesSlide" Target="/ppt/notesSlides/notesSlide9.xml" Id="Rf3d9a69ded424b1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More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8, which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score &gt;= 5 is checked first, what message would a score of 9 receive?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5, which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a value that matches no earlier condition run the else block without another comparison?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both comparisons use &gt; instead of &gt;=. Choose new numbers so every score still gets the same message as before. Test 8 and 5; they should still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another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so scores 3 and 4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message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4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a whole-number temperature.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"Hot"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30 or above,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20 to 29,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"Freezing"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below 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"Cool"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anything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30, 20, 5 and -3.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score_value)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2026-09-28T08:25:22.4960000Z</dcterms:created>
  <dcterms:modified xsi:type="dcterms:W3CDTF">2026-09-28T08:25:22.4960000Z</dcterms:modified>
</coreProperties>
</file>