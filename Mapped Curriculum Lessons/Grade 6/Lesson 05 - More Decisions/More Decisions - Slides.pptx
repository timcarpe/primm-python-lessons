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ba99199970448ec" /><Relationship Type="http://schemas.openxmlformats.org/officeDocument/2006/relationships/extended-properties" Target="/docProps/app.xml" Id="R0475fa9b0e5e492c" /><Relationship Type="http://schemas.openxmlformats.org/officeDocument/2006/relationships/officeDocument" Target="/ppt/presentation.xml" Id="Rffb0dee3171d48ab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db743a9eb3d44970"/>
  </p:sldMasterIdLst>
  <p:notesMasterIdLst>
    <p:notesMasterId xmlns:r="http://schemas.openxmlformats.org/officeDocument/2006/relationships" r:id="R693f083259c7434b"/>
  </p:notesMasterIdLst>
  <p:sldIdLst>
    <p:sldId xmlns:r="http://schemas.openxmlformats.org/officeDocument/2006/relationships" id="256" r:id="R1c9d8a410f8d4357"/>
    <p:sldId xmlns:r="http://schemas.openxmlformats.org/officeDocument/2006/relationships" id="257" r:id="R1ea0ace60e4f4cac"/>
    <p:sldId xmlns:r="http://schemas.openxmlformats.org/officeDocument/2006/relationships" id="258" r:id="R3922200bcef94642"/>
    <p:sldId xmlns:r="http://schemas.openxmlformats.org/officeDocument/2006/relationships" id="259" r:id="Rb3fa7de74b6f4716"/>
    <p:sldId xmlns:r="http://schemas.openxmlformats.org/officeDocument/2006/relationships" id="260" r:id="R6dbab6db998741d7"/>
    <p:sldId xmlns:r="http://schemas.openxmlformats.org/officeDocument/2006/relationships" id="261" r:id="R12579d80a25b4890"/>
    <p:sldId xmlns:r="http://schemas.openxmlformats.org/officeDocument/2006/relationships" id="262" r:id="R738f5222ddb64959"/>
    <p:sldId xmlns:r="http://schemas.openxmlformats.org/officeDocument/2006/relationships" id="263" r:id="Rfca39c828ba44c33"/>
    <p:sldId xmlns:r="http://schemas.openxmlformats.org/officeDocument/2006/relationships" id="264" r:id="R47e1349a111b4aea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40be042f77c14c36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e740f38fdd04f49" /><Relationship Type="http://schemas.openxmlformats.org/officeDocument/2006/relationships/slideMaster" Target="/ppt/slideMasters/slideMaster1.xml" Id="Rdb743a9eb3d44970" /><Relationship Type="http://schemas.openxmlformats.org/officeDocument/2006/relationships/notesMaster" Target="/ppt/notesMasters/notesMaster1.xml" Id="R693f083259c7434b" /><Relationship Type="http://schemas.openxmlformats.org/officeDocument/2006/relationships/presProps" Target="/ppt/presProps.xml" Id="R3b864cb8e04b4797" /><Relationship Type="http://schemas.openxmlformats.org/officeDocument/2006/relationships/viewProps" Target="/ppt/viewProps.xml" Id="R3329d3cc92c04a2d" /><Relationship Type="http://schemas.openxmlformats.org/officeDocument/2006/relationships/tableStyles" Target="/ppt/tableStyles.xml" Id="R060b88aeab1e421a" /><Relationship Type="http://schemas.openxmlformats.org/officeDocument/2006/relationships/font" Target="/ppt/fonts/font.dat" Id="R40be042f77c14c36" /><Relationship Type="http://schemas.openxmlformats.org/officeDocument/2006/relationships/slide" Target="/ppt/slides/slide1.xml" Id="R1c9d8a410f8d4357" /><Relationship Type="http://schemas.openxmlformats.org/officeDocument/2006/relationships/slide" Target="/ppt/slides/slide2.xml" Id="R1ea0ace60e4f4cac" /><Relationship Type="http://schemas.openxmlformats.org/officeDocument/2006/relationships/slide" Target="/ppt/slides/slide3.xml" Id="R3922200bcef94642" /><Relationship Type="http://schemas.openxmlformats.org/officeDocument/2006/relationships/slide" Target="/ppt/slides/slide4.xml" Id="Rb3fa7de74b6f4716" /><Relationship Type="http://schemas.openxmlformats.org/officeDocument/2006/relationships/slide" Target="/ppt/slides/slide5.xml" Id="R6dbab6db998741d7" /><Relationship Type="http://schemas.openxmlformats.org/officeDocument/2006/relationships/slide" Target="/ppt/slides/slide6.xml" Id="R12579d80a25b4890" /><Relationship Type="http://schemas.openxmlformats.org/officeDocument/2006/relationships/slide" Target="/ppt/slides/slide7.xml" Id="R738f5222ddb64959" /><Relationship Type="http://schemas.openxmlformats.org/officeDocument/2006/relationships/slide" Target="/ppt/slides/slide8.xml" Id="Rfca39c828ba44c33" /><Relationship Type="http://schemas.openxmlformats.org/officeDocument/2006/relationships/slide" Target="/ppt/slides/slide9.xml" Id="R47e1349a111b4ae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0c9365217f4442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ea97c4e122f4cca" /><Relationship Type="http://schemas.openxmlformats.org/officeDocument/2006/relationships/notesMaster" Target="/ppt/notesMasters/notesMaster1.xml" Id="Rb4bf3abfbee94c1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2466cf4643b412d" /><Relationship Type="http://schemas.openxmlformats.org/officeDocument/2006/relationships/notesMaster" Target="/ppt/notesMasters/notesMaster1.xml" Id="Ree7ff8a03c3a48b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e8f40b824524a0e" /><Relationship Type="http://schemas.openxmlformats.org/officeDocument/2006/relationships/notesMaster" Target="/ppt/notesMasters/notesMaster1.xml" Id="Rcecebb2e7f9748b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ff013e0c2094936" /><Relationship Type="http://schemas.openxmlformats.org/officeDocument/2006/relationships/notesMaster" Target="/ppt/notesMasters/notesMaster1.xml" Id="Rd8dda0302f564f0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234fd90a2b9411e" /><Relationship Type="http://schemas.openxmlformats.org/officeDocument/2006/relationships/notesMaster" Target="/ppt/notesMasters/notesMaster1.xml" Id="R800fbbaa63d54b2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c5579f50c0e4546" /><Relationship Type="http://schemas.openxmlformats.org/officeDocument/2006/relationships/notesMaster" Target="/ppt/notesMasters/notesMaster1.xml" Id="R2a107b4205f644c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d9bf72354be4876" /><Relationship Type="http://schemas.openxmlformats.org/officeDocument/2006/relationships/notesMaster" Target="/ppt/notesMasters/notesMaster1.xml" Id="Rc1f3a722ccb44f7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d578105feaf414c" /><Relationship Type="http://schemas.openxmlformats.org/officeDocument/2006/relationships/notesMaster" Target="/ppt/notesMasters/notesMaster1.xml" Id="Rbab5ec2ccdb7474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a50c7bb65aa46c9" /><Relationship Type="http://schemas.openxmlformats.org/officeDocument/2006/relationships/notesMaster" Target="/ppt/notesMasters/notesMaster1.xml" Id="Re6a11b69437443c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15222ad29f43d0" /><Relationship Type="http://schemas.openxmlformats.org/officeDocument/2006/relationships/image" Target="/ppt/media/image.png" Id="R124ccb8fa4f0498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0d1ea46cc64d87" /><Relationship Type="http://schemas.openxmlformats.org/officeDocument/2006/relationships/image" Target="/ppt/media/image.png" Id="R360cd8641377412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12935c9f7348ff" /><Relationship Type="http://schemas.openxmlformats.org/officeDocument/2006/relationships/image" Target="/ppt/media/image.png" Id="R34f9d483166040c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0fcfcb88b245ea" /><Relationship Type="http://schemas.openxmlformats.org/officeDocument/2006/relationships/image" Target="/ppt/media/image.png" Id="R0f2d80063d1942c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4e42ad2dea4eb3" /><Relationship Type="http://schemas.openxmlformats.org/officeDocument/2006/relationships/image" Target="/ppt/media/image.png" Id="R37703c90a11a4f0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7b0714fdbd4dc2" /><Relationship Type="http://schemas.openxmlformats.org/officeDocument/2006/relationships/image" Target="/ppt/media/image.png" Id="R838683df46e14d5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44b3634e6f4235" /><Relationship Type="http://schemas.openxmlformats.org/officeDocument/2006/relationships/image" Target="/ppt/media/image.png" Id="Rd54fdf60c7eb493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4e56894da44f46" /><Relationship Type="http://schemas.openxmlformats.org/officeDocument/2006/relationships/image" Target="/ppt/media/image.png" Id="R5f16604395d54d5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07cb10e4244295" /><Relationship Type="http://schemas.openxmlformats.org/officeDocument/2006/relationships/image" Target="/ppt/media/image.png" Id="R43b4ef43edaf42f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c79aec9f7d4fca" /><Relationship Type="http://schemas.openxmlformats.org/officeDocument/2006/relationships/image" Target="/ppt/media/image.png" Id="R12b4c8fb31ac462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0634a69f3745a6" /><Relationship Type="http://schemas.openxmlformats.org/officeDocument/2006/relationships/image" Target="/ppt/media/image.png" Id="R827552efa14c4dc7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24ccb8fa4f0498c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60cd8641377412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4f9d483166040c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f2d80063d1942c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7703c90a11a4f0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38683df46e14d5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54fdf60c7eb493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f16604395d54d5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3b4ef43edaf42f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2b4c8fb31ac462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27552efa14c4dc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3903edd44d41a3" /><Relationship Type="http://schemas.openxmlformats.org/officeDocument/2006/relationships/slideLayout" Target="/ppt/slideLayouts/slideLayout1.xml" Id="R0ffc2169dd7e4043" /><Relationship Type="http://schemas.openxmlformats.org/officeDocument/2006/relationships/slideLayout" Target="/ppt/slideLayouts/slideLayout2.xml" Id="Ref6108f2e3bb4ab0" /><Relationship Type="http://schemas.openxmlformats.org/officeDocument/2006/relationships/slideLayout" Target="/ppt/slideLayouts/slideLayout3.xml" Id="R1841598d3a534e12" /><Relationship Type="http://schemas.openxmlformats.org/officeDocument/2006/relationships/slideLayout" Target="/ppt/slideLayouts/slideLayout4.xml" Id="Rb71f6538877a4088" /><Relationship Type="http://schemas.openxmlformats.org/officeDocument/2006/relationships/slideLayout" Target="/ppt/slideLayouts/slideLayout5.xml" Id="Rb5cc309ef0084381" /><Relationship Type="http://schemas.openxmlformats.org/officeDocument/2006/relationships/slideLayout" Target="/ppt/slideLayouts/slideLayout6.xml" Id="R991be1fcbe2f4e06" /><Relationship Type="http://schemas.openxmlformats.org/officeDocument/2006/relationships/slideLayout" Target="/ppt/slideLayouts/slideLayout7.xml" Id="R2ff6e93189c844cd" /><Relationship Type="http://schemas.openxmlformats.org/officeDocument/2006/relationships/slideLayout" Target="/ppt/slideLayouts/slideLayout8.xml" Id="R4808ddd51754492d" /><Relationship Type="http://schemas.openxmlformats.org/officeDocument/2006/relationships/slideLayout" Target="/ppt/slideLayouts/slideLayout9.xml" Id="Rc8cdf262718442b4" /><Relationship Type="http://schemas.openxmlformats.org/officeDocument/2006/relationships/slideLayout" Target="/ppt/slideLayouts/slideLayout10.xml" Id="R788c4551a54d45c5" /><Relationship Type="http://schemas.openxmlformats.org/officeDocument/2006/relationships/slideLayout" Target="/ppt/slideLayouts/slideLayout11.xml" Id="R21ee82a56a00450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fc2169dd7e4043"/>
    <p:sldLayoutId xmlns:r="http://schemas.openxmlformats.org/officeDocument/2006/relationships" id="2147483650" r:id="Ref6108f2e3bb4ab0"/>
    <p:sldLayoutId xmlns:r="http://schemas.openxmlformats.org/officeDocument/2006/relationships" id="2147483651" r:id="R1841598d3a534e12"/>
    <p:sldLayoutId xmlns:r="http://schemas.openxmlformats.org/officeDocument/2006/relationships" id="2147483652" r:id="Rb71f6538877a4088"/>
    <p:sldLayoutId xmlns:r="http://schemas.openxmlformats.org/officeDocument/2006/relationships" id="2147483653" r:id="Rb5cc309ef0084381"/>
    <p:sldLayoutId xmlns:r="http://schemas.openxmlformats.org/officeDocument/2006/relationships" id="2147483654" r:id="R991be1fcbe2f4e06"/>
    <p:sldLayoutId xmlns:r="http://schemas.openxmlformats.org/officeDocument/2006/relationships" id="2147483655" r:id="R2ff6e93189c844cd"/>
    <p:sldLayoutId xmlns:r="http://schemas.openxmlformats.org/officeDocument/2006/relationships" id="2147483656" r:id="R4808ddd51754492d"/>
    <p:sldLayoutId xmlns:r="http://schemas.openxmlformats.org/officeDocument/2006/relationships" id="2147483657" r:id="Rc8cdf262718442b4"/>
    <p:sldLayoutId xmlns:r="http://schemas.openxmlformats.org/officeDocument/2006/relationships" id="2147483658" r:id="R788c4551a54d45c5"/>
    <p:sldLayoutId xmlns:r="http://schemas.openxmlformats.org/officeDocument/2006/relationships" id="2147483659" r:id="R21ee82a56a004502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0898d7d5b04240" /><Relationship Type="http://schemas.openxmlformats.org/officeDocument/2006/relationships/notesSlide" Target="/ppt/notesSlides/notesSlide1.xml" Id="R1e2eff45e35c45d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a1be58e572a4b6d" /><Relationship Type="http://schemas.openxmlformats.org/officeDocument/2006/relationships/notesSlide" Target="/ppt/notesSlides/notesSlide2.xml" Id="R97b41785592f479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3180866adc4cbc" /><Relationship Type="http://schemas.openxmlformats.org/officeDocument/2006/relationships/notesSlide" Target="/ppt/notesSlides/notesSlide3.xml" Id="R8ebb74ca0aad4ff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095ca756fdc4bad" /><Relationship Type="http://schemas.openxmlformats.org/officeDocument/2006/relationships/notesSlide" Target="/ppt/notesSlides/notesSlide4.xml" Id="R20e61b0953cb4d7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db33a265ef490b" /><Relationship Type="http://schemas.openxmlformats.org/officeDocument/2006/relationships/notesSlide" Target="/ppt/notesSlides/notesSlide5.xml" Id="R302fe7ce15fb4cb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451077bee34d96" /><Relationship Type="http://schemas.openxmlformats.org/officeDocument/2006/relationships/notesSlide" Target="/ppt/notesSlides/notesSlide6.xml" Id="R0929c1c1903048c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5211b5dc7d4daf" /><Relationship Type="http://schemas.openxmlformats.org/officeDocument/2006/relationships/notesSlide" Target="/ppt/notesSlides/notesSlide7.xml" Id="R33fa88c520564e9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130c1b67e04805" /><Relationship Type="http://schemas.openxmlformats.org/officeDocument/2006/relationships/notesSlide" Target="/ppt/notesSlides/notesSlide8.xml" Id="Rffe8adf214ca428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bc8ad2a0f046d3" /><Relationship Type="http://schemas.openxmlformats.org/officeDocument/2006/relationships/notesSlide" Target="/ppt/notesSlides/notesSlide9.xml" Id="Rbf6956c69a8c4a1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More Decisions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05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enter 8, which message appears? Which comparison is True?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score &gt;= 5 is checked first, what message would a score of 9 receive?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you enter 5, which message appears?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does a value that matches no earlier condition run the else block without another comparison?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program so a score of 9 displays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scores 8 and 9.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one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branch so scores 3 and 4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Scores below 3 should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"Try again"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the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outcomes stay unchanged.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temperature classifier with three outcomes: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"Hot"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at 30 or above,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from 20 to 29,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"Cool"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below 20. Test 19, 20 and 30.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score_value)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2026-08-26T04:01:55.3670000Z</dcterms:created>
  <dcterms:modified xsi:type="dcterms:W3CDTF">2026-08-26T04:01:55.3670000Z</dcterms:modified>
</coreProperties>
</file>