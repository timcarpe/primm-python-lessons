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d88d4dd9674c5a" /><Relationship Type="http://schemas.openxmlformats.org/officeDocument/2006/relationships/extended-properties" Target="/docProps/app.xml" Id="Rdac46982ba304588" /><Relationship Type="http://schemas.openxmlformats.org/officeDocument/2006/relationships/officeDocument" Target="/ppt/presentation.xml" Id="Rd673984e74fc43c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7506547f2f04aee"/>
  </p:sldMasterIdLst>
  <p:notesMasterIdLst>
    <p:notesMasterId xmlns:r="http://schemas.openxmlformats.org/officeDocument/2006/relationships" r:id="R4315ff9b8bce415a"/>
  </p:notesMasterIdLst>
  <p:sldIdLst>
    <p:sldId xmlns:r="http://schemas.openxmlformats.org/officeDocument/2006/relationships" id="256" r:id="R3ff9cf1274f244f2"/>
    <p:sldId xmlns:r="http://schemas.openxmlformats.org/officeDocument/2006/relationships" id="257" r:id="R7e4a6de7a1bf4332"/>
    <p:sldId xmlns:r="http://schemas.openxmlformats.org/officeDocument/2006/relationships" id="258" r:id="Rf7efd2c191654f45"/>
    <p:sldId xmlns:r="http://schemas.openxmlformats.org/officeDocument/2006/relationships" id="259" r:id="Re18a39717ad4406b"/>
    <p:sldId xmlns:r="http://schemas.openxmlformats.org/officeDocument/2006/relationships" id="260" r:id="R4aa45ca863ce4a8f"/>
    <p:sldId xmlns:r="http://schemas.openxmlformats.org/officeDocument/2006/relationships" id="261" r:id="R79c805fd46d348e6"/>
    <p:sldId xmlns:r="http://schemas.openxmlformats.org/officeDocument/2006/relationships" id="262" r:id="R280d131728c34963"/>
    <p:sldId xmlns:r="http://schemas.openxmlformats.org/officeDocument/2006/relationships" id="263" r:id="R1deb497e5d1045fd"/>
    <p:sldId xmlns:r="http://schemas.openxmlformats.org/officeDocument/2006/relationships" id="264" r:id="R0036044a6ab740c0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1b9f97f32f548a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75df6991b044b6" /><Relationship Type="http://schemas.openxmlformats.org/officeDocument/2006/relationships/slideMaster" Target="/ppt/slideMasters/slideMaster1.xml" Id="R87506547f2f04aee" /><Relationship Type="http://schemas.openxmlformats.org/officeDocument/2006/relationships/notesMaster" Target="/ppt/notesMasters/notesMaster1.xml" Id="R4315ff9b8bce415a" /><Relationship Type="http://schemas.openxmlformats.org/officeDocument/2006/relationships/presProps" Target="/ppt/presProps.xml" Id="Rd02add61137a407f" /><Relationship Type="http://schemas.openxmlformats.org/officeDocument/2006/relationships/viewProps" Target="/ppt/viewProps.xml" Id="R15df9008dfb34e9c" /><Relationship Type="http://schemas.openxmlformats.org/officeDocument/2006/relationships/tableStyles" Target="/ppt/tableStyles.xml" Id="Rdce959cbf7bf4502" /><Relationship Type="http://schemas.openxmlformats.org/officeDocument/2006/relationships/font" Target="/ppt/fonts/font.dat" Id="Rd1b9f97f32f548ab" /><Relationship Type="http://schemas.openxmlformats.org/officeDocument/2006/relationships/slide" Target="/ppt/slides/slide1.xml" Id="R3ff9cf1274f244f2" /><Relationship Type="http://schemas.openxmlformats.org/officeDocument/2006/relationships/slide" Target="/ppt/slides/slide2.xml" Id="R7e4a6de7a1bf4332" /><Relationship Type="http://schemas.openxmlformats.org/officeDocument/2006/relationships/slide" Target="/ppt/slides/slide3.xml" Id="Rf7efd2c191654f45" /><Relationship Type="http://schemas.openxmlformats.org/officeDocument/2006/relationships/slide" Target="/ppt/slides/slide4.xml" Id="Re18a39717ad4406b" /><Relationship Type="http://schemas.openxmlformats.org/officeDocument/2006/relationships/slide" Target="/ppt/slides/slide5.xml" Id="R4aa45ca863ce4a8f" /><Relationship Type="http://schemas.openxmlformats.org/officeDocument/2006/relationships/slide" Target="/ppt/slides/slide6.xml" Id="R79c805fd46d348e6" /><Relationship Type="http://schemas.openxmlformats.org/officeDocument/2006/relationships/slide" Target="/ppt/slides/slide7.xml" Id="R280d131728c34963" /><Relationship Type="http://schemas.openxmlformats.org/officeDocument/2006/relationships/slide" Target="/ppt/slides/slide8.xml" Id="R1deb497e5d1045fd" /><Relationship Type="http://schemas.openxmlformats.org/officeDocument/2006/relationships/slide" Target="/ppt/slides/slide9.xml" Id="R0036044a6ab740c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db10c0f20ab40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77afafea094973" /><Relationship Type="http://schemas.openxmlformats.org/officeDocument/2006/relationships/notesMaster" Target="/ppt/notesMasters/notesMaster1.xml" Id="Ree9e6777932f4a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339e13b8494f67" /><Relationship Type="http://schemas.openxmlformats.org/officeDocument/2006/relationships/notesMaster" Target="/ppt/notesMasters/notesMaster1.xml" Id="R1dfddf18da7b46c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a9eacec7da4d5a" /><Relationship Type="http://schemas.openxmlformats.org/officeDocument/2006/relationships/notesMaster" Target="/ppt/notesMasters/notesMaster1.xml" Id="R75b3f1ff38d84c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a780c4935e4e33" /><Relationship Type="http://schemas.openxmlformats.org/officeDocument/2006/relationships/notesMaster" Target="/ppt/notesMasters/notesMaster1.xml" Id="R06ebd3299c74492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c36685bac94b10" /><Relationship Type="http://schemas.openxmlformats.org/officeDocument/2006/relationships/notesMaster" Target="/ppt/notesMasters/notesMaster1.xml" Id="Racecec200c3b42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0845c0ef9f94db7" /><Relationship Type="http://schemas.openxmlformats.org/officeDocument/2006/relationships/notesMaster" Target="/ppt/notesMasters/notesMaster1.xml" Id="R67438f04f92943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7e90a2e88a54fc4" /><Relationship Type="http://schemas.openxmlformats.org/officeDocument/2006/relationships/notesMaster" Target="/ppt/notesMasters/notesMaster1.xml" Id="R6e22f86b5bf04e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877cf18f8034cde" /><Relationship Type="http://schemas.openxmlformats.org/officeDocument/2006/relationships/notesMaster" Target="/ppt/notesMasters/notesMaster1.xml" Id="Re6a551f6b8cc45c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37fa555f9244a9" /><Relationship Type="http://schemas.openxmlformats.org/officeDocument/2006/relationships/notesMaster" Target="/ppt/notesMasters/notesMaster1.xml" Id="R7264e448cca547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e70da4b9bb483b" /><Relationship Type="http://schemas.openxmlformats.org/officeDocument/2006/relationships/image" Target="/ppt/media/image.png" Id="Rb59a4a38038e4ab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1a6c710884dad" /><Relationship Type="http://schemas.openxmlformats.org/officeDocument/2006/relationships/image" Target="/ppt/media/image.png" Id="Rc5c8bf2ad29141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b8f23b9d5460a" /><Relationship Type="http://schemas.openxmlformats.org/officeDocument/2006/relationships/image" Target="/ppt/media/image.png" Id="R498fab5f563142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705a7813e544b5" /><Relationship Type="http://schemas.openxmlformats.org/officeDocument/2006/relationships/image" Target="/ppt/media/image.png" Id="Re61fb0c558c842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782bc585e64f2e" /><Relationship Type="http://schemas.openxmlformats.org/officeDocument/2006/relationships/image" Target="/ppt/media/image.png" Id="Rbb814d6179394f0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48ed4488974bfc" /><Relationship Type="http://schemas.openxmlformats.org/officeDocument/2006/relationships/image" Target="/ppt/media/image.png" Id="Re95a2541cdf940d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5602dde78644a6" /><Relationship Type="http://schemas.openxmlformats.org/officeDocument/2006/relationships/image" Target="/ppt/media/image.png" Id="Raa7c0b354edf4a5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533016110b4848" /><Relationship Type="http://schemas.openxmlformats.org/officeDocument/2006/relationships/image" Target="/ppt/media/image.png" Id="R7c3e9e374db143d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57266a84bd49c7" /><Relationship Type="http://schemas.openxmlformats.org/officeDocument/2006/relationships/image" Target="/ppt/media/image.png" Id="Rcac16e9eaba44ff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c8243982bb4824" /><Relationship Type="http://schemas.openxmlformats.org/officeDocument/2006/relationships/image" Target="/ppt/media/image.png" Id="Rf1a99a6cfddb48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2ebd42f56742b7" /><Relationship Type="http://schemas.openxmlformats.org/officeDocument/2006/relationships/image" Target="/ppt/media/image.png" Id="Rde1ebf38121f495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9a4a38038e4ab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c8bf2ad29141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8fab5f5631421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1fb0c558c842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814d6179394f0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5a2541cdf940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7c0b354edf4a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c3e9e374db143d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c16e9eaba44ff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1a99a6cfddb480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1ebf38121f49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91ddacf1d44083" /><Relationship Type="http://schemas.openxmlformats.org/officeDocument/2006/relationships/slideLayout" Target="/ppt/slideLayouts/slideLayout1.xml" Id="R784a67ccf92d4698" /><Relationship Type="http://schemas.openxmlformats.org/officeDocument/2006/relationships/slideLayout" Target="/ppt/slideLayouts/slideLayout2.xml" Id="R5b5b75db171241e9" /><Relationship Type="http://schemas.openxmlformats.org/officeDocument/2006/relationships/slideLayout" Target="/ppt/slideLayouts/slideLayout3.xml" Id="R7ca1207844d649ac" /><Relationship Type="http://schemas.openxmlformats.org/officeDocument/2006/relationships/slideLayout" Target="/ppt/slideLayouts/slideLayout4.xml" Id="Re029360a24384e78" /><Relationship Type="http://schemas.openxmlformats.org/officeDocument/2006/relationships/slideLayout" Target="/ppt/slideLayouts/slideLayout5.xml" Id="Re0133d93da0f44ef" /><Relationship Type="http://schemas.openxmlformats.org/officeDocument/2006/relationships/slideLayout" Target="/ppt/slideLayouts/slideLayout6.xml" Id="R0f86667618904be8" /><Relationship Type="http://schemas.openxmlformats.org/officeDocument/2006/relationships/slideLayout" Target="/ppt/slideLayouts/slideLayout7.xml" Id="R9d5745bf3dc440e2" /><Relationship Type="http://schemas.openxmlformats.org/officeDocument/2006/relationships/slideLayout" Target="/ppt/slideLayouts/slideLayout8.xml" Id="Rbc54e8523ace4b66" /><Relationship Type="http://schemas.openxmlformats.org/officeDocument/2006/relationships/slideLayout" Target="/ppt/slideLayouts/slideLayout9.xml" Id="Rf21c2da487174ba0" /><Relationship Type="http://schemas.openxmlformats.org/officeDocument/2006/relationships/slideLayout" Target="/ppt/slideLayouts/slideLayout10.xml" Id="R722391f1d94749b4" /><Relationship Type="http://schemas.openxmlformats.org/officeDocument/2006/relationships/slideLayout" Target="/ppt/slideLayouts/slideLayout11.xml" Id="Rf44f203fd0344d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4a67ccf92d4698"/>
    <p:sldLayoutId xmlns:r="http://schemas.openxmlformats.org/officeDocument/2006/relationships" id="2147483650" r:id="R5b5b75db171241e9"/>
    <p:sldLayoutId xmlns:r="http://schemas.openxmlformats.org/officeDocument/2006/relationships" id="2147483651" r:id="R7ca1207844d649ac"/>
    <p:sldLayoutId xmlns:r="http://schemas.openxmlformats.org/officeDocument/2006/relationships" id="2147483652" r:id="Re029360a24384e78"/>
    <p:sldLayoutId xmlns:r="http://schemas.openxmlformats.org/officeDocument/2006/relationships" id="2147483653" r:id="Re0133d93da0f44ef"/>
    <p:sldLayoutId xmlns:r="http://schemas.openxmlformats.org/officeDocument/2006/relationships" id="2147483654" r:id="R0f86667618904be8"/>
    <p:sldLayoutId xmlns:r="http://schemas.openxmlformats.org/officeDocument/2006/relationships" id="2147483655" r:id="R9d5745bf3dc440e2"/>
    <p:sldLayoutId xmlns:r="http://schemas.openxmlformats.org/officeDocument/2006/relationships" id="2147483656" r:id="Rbc54e8523ace4b66"/>
    <p:sldLayoutId xmlns:r="http://schemas.openxmlformats.org/officeDocument/2006/relationships" id="2147483657" r:id="Rf21c2da487174ba0"/>
    <p:sldLayoutId xmlns:r="http://schemas.openxmlformats.org/officeDocument/2006/relationships" id="2147483658" r:id="R722391f1d94749b4"/>
    <p:sldLayoutId xmlns:r="http://schemas.openxmlformats.org/officeDocument/2006/relationships" id="2147483659" r:id="Rf44f203fd0344d5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bb488b8c94d29" /><Relationship Type="http://schemas.openxmlformats.org/officeDocument/2006/relationships/notesSlide" Target="/ppt/notesSlides/notesSlide1.xml" Id="R87a27dbaacef4ac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b49d78afbf24666" /><Relationship Type="http://schemas.openxmlformats.org/officeDocument/2006/relationships/notesSlide" Target="/ppt/notesSlides/notesSlide2.xml" Id="R9caa184475de48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0fdeafb89d43e9" /><Relationship Type="http://schemas.openxmlformats.org/officeDocument/2006/relationships/notesSlide" Target="/ppt/notesSlides/notesSlide3.xml" Id="R07a606a5b04348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11a1ef8ee848e1" /><Relationship Type="http://schemas.openxmlformats.org/officeDocument/2006/relationships/notesSlide" Target="/ppt/notesSlides/notesSlide4.xml" Id="Rfe829992ae9740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ddd333e63b485d" /><Relationship Type="http://schemas.openxmlformats.org/officeDocument/2006/relationships/notesSlide" Target="/ppt/notesSlides/notesSlide5.xml" Id="Rc1af28fb8de54d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14f8db231d4b8a" /><Relationship Type="http://schemas.openxmlformats.org/officeDocument/2006/relationships/notesSlide" Target="/ppt/notesSlides/notesSlide6.xml" Id="Rd3545aa4dc424a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7a45fafdd5345d9" /><Relationship Type="http://schemas.openxmlformats.org/officeDocument/2006/relationships/notesSlide" Target="/ppt/notesSlides/notesSlide7.xml" Id="R635a059ffc374a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76779ed85b49b8" /><Relationship Type="http://schemas.openxmlformats.org/officeDocument/2006/relationships/notesSlide" Target="/ppt/notesSlides/notesSlide8.xml" Id="Reb61c2793deb441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95b9f75e9c4a08" /><Relationship Type="http://schemas.openxmlformats.org/officeDocument/2006/relationships/notesSlide" Target="/ppt/notesSlides/notesSlide9.xml" Id="Re8f0b2e3fedb40b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More Decisions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4208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8, which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score &gt;= 5 is checked first, what message would a score of 9 receive?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5, which message appears?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a value that matches no earlier condition run the else block without another comparison?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both comparisons use &gt; instead of &gt;=. Choose new numbers so every score still gets the same message as before. Test 8 and 5; they should still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another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condition so scores 3 and 4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the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message to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4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"Try again"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a whole-number temperature. Use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"Hot"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30 or above,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20 to 29,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"Freezing"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below 0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"Cool"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anything else. Test 30, 20, 5 and -3.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score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score from 0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8: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"Excellent"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score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5: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"Good"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score_value)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"Keep practising"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2026-09-28T09:05:52.8340000Z</dcterms:created>
  <dcterms:modified xsi:type="dcterms:W3CDTF">2026-09-28T09:05:52.8340000Z</dcterms:modified>
</coreProperties>
</file>