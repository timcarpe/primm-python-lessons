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69c9b1aa6044a8" /><Relationship Type="http://schemas.openxmlformats.org/officeDocument/2006/relationships/extended-properties" Target="/docProps/app.xml" Id="R28ae3d16f9b143b6" /><Relationship Type="http://schemas.openxmlformats.org/officeDocument/2006/relationships/officeDocument" Target="/ppt/presentation.xml" Id="R24c3ebdf085f43a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1fe34fb7dad4ee2"/>
  </p:sldMasterIdLst>
  <p:notesMasterIdLst>
    <p:notesMasterId xmlns:r="http://schemas.openxmlformats.org/officeDocument/2006/relationships" r:id="R559938d53583488b"/>
  </p:notesMasterIdLst>
  <p:sldIdLst>
    <p:sldId xmlns:r="http://schemas.openxmlformats.org/officeDocument/2006/relationships" id="256" r:id="R64ff0756df414255"/>
    <p:sldId xmlns:r="http://schemas.openxmlformats.org/officeDocument/2006/relationships" id="257" r:id="Rc73ce508989a4d61"/>
    <p:sldId xmlns:r="http://schemas.openxmlformats.org/officeDocument/2006/relationships" id="258" r:id="Rbc7cc33a696942df"/>
    <p:sldId xmlns:r="http://schemas.openxmlformats.org/officeDocument/2006/relationships" id="259" r:id="R21cd30c6d4b74bdd"/>
    <p:sldId xmlns:r="http://schemas.openxmlformats.org/officeDocument/2006/relationships" id="260" r:id="R77a3b4d643fe4063"/>
    <p:sldId xmlns:r="http://schemas.openxmlformats.org/officeDocument/2006/relationships" id="261" r:id="R136c92cee1164e2a"/>
    <p:sldId xmlns:r="http://schemas.openxmlformats.org/officeDocument/2006/relationships" id="262" r:id="Rf5381818d5eb4a78"/>
    <p:sldId xmlns:r="http://schemas.openxmlformats.org/officeDocument/2006/relationships" id="263" r:id="R9219e62e3f1849f9"/>
    <p:sldId xmlns:r="http://schemas.openxmlformats.org/officeDocument/2006/relationships" id="264" r:id="Rd9e20f72d10c4a2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050465fe0084bb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1dc19213e4b86" /><Relationship Type="http://schemas.openxmlformats.org/officeDocument/2006/relationships/slideMaster" Target="/ppt/slideMasters/slideMaster1.xml" Id="Rd1fe34fb7dad4ee2" /><Relationship Type="http://schemas.openxmlformats.org/officeDocument/2006/relationships/notesMaster" Target="/ppt/notesMasters/notesMaster1.xml" Id="R559938d53583488b" /><Relationship Type="http://schemas.openxmlformats.org/officeDocument/2006/relationships/presProps" Target="/ppt/presProps.xml" Id="Rddc9b361e9574296" /><Relationship Type="http://schemas.openxmlformats.org/officeDocument/2006/relationships/viewProps" Target="/ppt/viewProps.xml" Id="Rdf446712a6a040b6" /><Relationship Type="http://schemas.openxmlformats.org/officeDocument/2006/relationships/tableStyles" Target="/ppt/tableStyles.xml" Id="Rff9d8e6c26fa42c6" /><Relationship Type="http://schemas.openxmlformats.org/officeDocument/2006/relationships/font" Target="/ppt/fonts/font.dat" Id="Rd050465fe0084bbf" /><Relationship Type="http://schemas.openxmlformats.org/officeDocument/2006/relationships/slide" Target="/ppt/slides/slide1.xml" Id="R64ff0756df414255" /><Relationship Type="http://schemas.openxmlformats.org/officeDocument/2006/relationships/slide" Target="/ppt/slides/slide2.xml" Id="Rc73ce508989a4d61" /><Relationship Type="http://schemas.openxmlformats.org/officeDocument/2006/relationships/slide" Target="/ppt/slides/slide3.xml" Id="Rbc7cc33a696942df" /><Relationship Type="http://schemas.openxmlformats.org/officeDocument/2006/relationships/slide" Target="/ppt/slides/slide4.xml" Id="R21cd30c6d4b74bdd" /><Relationship Type="http://schemas.openxmlformats.org/officeDocument/2006/relationships/slide" Target="/ppt/slides/slide5.xml" Id="R77a3b4d643fe4063" /><Relationship Type="http://schemas.openxmlformats.org/officeDocument/2006/relationships/slide" Target="/ppt/slides/slide6.xml" Id="R136c92cee1164e2a" /><Relationship Type="http://schemas.openxmlformats.org/officeDocument/2006/relationships/slide" Target="/ppt/slides/slide7.xml" Id="Rf5381818d5eb4a78" /><Relationship Type="http://schemas.openxmlformats.org/officeDocument/2006/relationships/slide" Target="/ppt/slides/slide8.xml" Id="R9219e62e3f1849f9" /><Relationship Type="http://schemas.openxmlformats.org/officeDocument/2006/relationships/slide" Target="/ppt/slides/slide9.xml" Id="Rd9e20f72d10c4a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6781bf2a3a49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a1c959300341e9" /><Relationship Type="http://schemas.openxmlformats.org/officeDocument/2006/relationships/notesMaster" Target="/ppt/notesMasters/notesMaster1.xml" Id="Rceb11d94a3994e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413663bca3471c" /><Relationship Type="http://schemas.openxmlformats.org/officeDocument/2006/relationships/notesMaster" Target="/ppt/notesMasters/notesMaster1.xml" Id="R48219aa71aff49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613fee196f454e" /><Relationship Type="http://schemas.openxmlformats.org/officeDocument/2006/relationships/notesMaster" Target="/ppt/notesMasters/notesMaster1.xml" Id="R0a9a3df08e8749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7cd27836fe4f75" /><Relationship Type="http://schemas.openxmlformats.org/officeDocument/2006/relationships/notesMaster" Target="/ppt/notesMasters/notesMaster1.xml" Id="R33ba31bbc52a4f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7f667ffa614247" /><Relationship Type="http://schemas.openxmlformats.org/officeDocument/2006/relationships/notesMaster" Target="/ppt/notesMasters/notesMaster1.xml" Id="Re7689c2ef8f04f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6f9715973a4a8c" /><Relationship Type="http://schemas.openxmlformats.org/officeDocument/2006/relationships/notesMaster" Target="/ppt/notesMasters/notesMaster1.xml" Id="Rafabe63fe5ed4a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6de5bb25004a8d" /><Relationship Type="http://schemas.openxmlformats.org/officeDocument/2006/relationships/notesMaster" Target="/ppt/notesMasters/notesMaster1.xml" Id="R87d85c3506914e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6f5fbc72ca4bb8" /><Relationship Type="http://schemas.openxmlformats.org/officeDocument/2006/relationships/notesMaster" Target="/ppt/notesMasters/notesMaster1.xml" Id="R5e79d099360b4f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fa0397360c44ca" /><Relationship Type="http://schemas.openxmlformats.org/officeDocument/2006/relationships/notesMaster" Target="/ppt/notesMasters/notesMaster1.xml" Id="R3a5b8d848b054a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c84195ff8f4e02" /><Relationship Type="http://schemas.openxmlformats.org/officeDocument/2006/relationships/image" Target="/ppt/media/image.png" Id="R8aefdb88d5e548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78a6a2be72430f" /><Relationship Type="http://schemas.openxmlformats.org/officeDocument/2006/relationships/image" Target="/ppt/media/image.png" Id="R78161220a0fd40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9ad50aa734b7d" /><Relationship Type="http://schemas.openxmlformats.org/officeDocument/2006/relationships/image" Target="/ppt/media/image.png" Id="R111e422f763748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8e1dab6dc41ba" /><Relationship Type="http://schemas.openxmlformats.org/officeDocument/2006/relationships/image" Target="/ppt/media/image.png" Id="R5d73f53e989549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0385a5983a4e60" /><Relationship Type="http://schemas.openxmlformats.org/officeDocument/2006/relationships/image" Target="/ppt/media/image.png" Id="Rfe8279acc480434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6739c2efb24acc" /><Relationship Type="http://schemas.openxmlformats.org/officeDocument/2006/relationships/image" Target="/ppt/media/image.png" Id="R67cd61f9aef543e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f98906230480b" /><Relationship Type="http://schemas.openxmlformats.org/officeDocument/2006/relationships/image" Target="/ppt/media/image.png" Id="Rc6dc02f519ee40a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a75fefbc114b3c" /><Relationship Type="http://schemas.openxmlformats.org/officeDocument/2006/relationships/image" Target="/ppt/media/image.png" Id="R58251649e6964da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f498cb2d9f4b59" /><Relationship Type="http://schemas.openxmlformats.org/officeDocument/2006/relationships/image" Target="/ppt/media/image.png" Id="Rd00ab7529e524fc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5db873bee64e10" /><Relationship Type="http://schemas.openxmlformats.org/officeDocument/2006/relationships/image" Target="/ppt/media/image.png" Id="R01dce6eaa45d49b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fcd4384914720" /><Relationship Type="http://schemas.openxmlformats.org/officeDocument/2006/relationships/image" Target="/ppt/media/image.png" Id="R958ce4181e2b4c8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efdb88d5e548e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161220a0fd404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1e422f763748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73f53e989549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8279acc480434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cd61f9aef543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dc02f519ee40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251649e6964da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0ab7529e524fc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dce6eaa45d49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8ce4181e2b4c8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c398f38e1247ef" /><Relationship Type="http://schemas.openxmlformats.org/officeDocument/2006/relationships/slideLayout" Target="/ppt/slideLayouts/slideLayout1.xml" Id="R0de16be0cbbf43c4" /><Relationship Type="http://schemas.openxmlformats.org/officeDocument/2006/relationships/slideLayout" Target="/ppt/slideLayouts/slideLayout2.xml" Id="Rfa3e6fcb67ae4c4e" /><Relationship Type="http://schemas.openxmlformats.org/officeDocument/2006/relationships/slideLayout" Target="/ppt/slideLayouts/slideLayout3.xml" Id="Rb3d90239bb2645bd" /><Relationship Type="http://schemas.openxmlformats.org/officeDocument/2006/relationships/slideLayout" Target="/ppt/slideLayouts/slideLayout4.xml" Id="R0221a0679bf947ee" /><Relationship Type="http://schemas.openxmlformats.org/officeDocument/2006/relationships/slideLayout" Target="/ppt/slideLayouts/slideLayout5.xml" Id="Rf313e6c8032540af" /><Relationship Type="http://schemas.openxmlformats.org/officeDocument/2006/relationships/slideLayout" Target="/ppt/slideLayouts/slideLayout6.xml" Id="Rd71174569c4b4856" /><Relationship Type="http://schemas.openxmlformats.org/officeDocument/2006/relationships/slideLayout" Target="/ppt/slideLayouts/slideLayout7.xml" Id="Rde386b24203c4aae" /><Relationship Type="http://schemas.openxmlformats.org/officeDocument/2006/relationships/slideLayout" Target="/ppt/slideLayouts/slideLayout8.xml" Id="R5502ada9f40c400d" /><Relationship Type="http://schemas.openxmlformats.org/officeDocument/2006/relationships/slideLayout" Target="/ppt/slideLayouts/slideLayout9.xml" Id="R36497c566a0343ed" /><Relationship Type="http://schemas.openxmlformats.org/officeDocument/2006/relationships/slideLayout" Target="/ppt/slideLayouts/slideLayout10.xml" Id="R8c7732bfcd60468a" /><Relationship Type="http://schemas.openxmlformats.org/officeDocument/2006/relationships/slideLayout" Target="/ppt/slideLayouts/slideLayout11.xml" Id="R1bc2935d868043a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e16be0cbbf43c4"/>
    <p:sldLayoutId xmlns:r="http://schemas.openxmlformats.org/officeDocument/2006/relationships" id="2147483650" r:id="Rfa3e6fcb67ae4c4e"/>
    <p:sldLayoutId xmlns:r="http://schemas.openxmlformats.org/officeDocument/2006/relationships" id="2147483651" r:id="Rb3d90239bb2645bd"/>
    <p:sldLayoutId xmlns:r="http://schemas.openxmlformats.org/officeDocument/2006/relationships" id="2147483652" r:id="R0221a0679bf947ee"/>
    <p:sldLayoutId xmlns:r="http://schemas.openxmlformats.org/officeDocument/2006/relationships" id="2147483653" r:id="Rf313e6c8032540af"/>
    <p:sldLayoutId xmlns:r="http://schemas.openxmlformats.org/officeDocument/2006/relationships" id="2147483654" r:id="Rd71174569c4b4856"/>
    <p:sldLayoutId xmlns:r="http://schemas.openxmlformats.org/officeDocument/2006/relationships" id="2147483655" r:id="Rde386b24203c4aae"/>
    <p:sldLayoutId xmlns:r="http://schemas.openxmlformats.org/officeDocument/2006/relationships" id="2147483656" r:id="R5502ada9f40c400d"/>
    <p:sldLayoutId xmlns:r="http://schemas.openxmlformats.org/officeDocument/2006/relationships" id="2147483657" r:id="R36497c566a0343ed"/>
    <p:sldLayoutId xmlns:r="http://schemas.openxmlformats.org/officeDocument/2006/relationships" id="2147483658" r:id="R8c7732bfcd60468a"/>
    <p:sldLayoutId xmlns:r="http://schemas.openxmlformats.org/officeDocument/2006/relationships" id="2147483659" r:id="R1bc2935d868043a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33d4fad7b4950" /><Relationship Type="http://schemas.openxmlformats.org/officeDocument/2006/relationships/notesSlide" Target="/ppt/notesSlides/notesSlide1.xml" Id="R7e11fc8d10e748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e2dbcf1fd04ff0" /><Relationship Type="http://schemas.openxmlformats.org/officeDocument/2006/relationships/notesSlide" Target="/ppt/notesSlides/notesSlide2.xml" Id="R4cf15133ac0743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33f8bb2ba6446d" /><Relationship Type="http://schemas.openxmlformats.org/officeDocument/2006/relationships/notesSlide" Target="/ppt/notesSlides/notesSlide3.xml" Id="R2a46162066e140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73f296aa9c4295" /><Relationship Type="http://schemas.openxmlformats.org/officeDocument/2006/relationships/notesSlide" Target="/ppt/notesSlides/notesSlide4.xml" Id="R66fcc660ad3d46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3c2f45aa624c33" /><Relationship Type="http://schemas.openxmlformats.org/officeDocument/2006/relationships/notesSlide" Target="/ppt/notesSlides/notesSlide5.xml" Id="R63c1666007294e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92669d9a04f7e" /><Relationship Type="http://schemas.openxmlformats.org/officeDocument/2006/relationships/notesSlide" Target="/ppt/notesSlides/notesSlide6.xml" Id="R17833d1ed58a48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59fe8689fe4f33" /><Relationship Type="http://schemas.openxmlformats.org/officeDocument/2006/relationships/notesSlide" Target="/ppt/notesSlides/notesSlide7.xml" Id="Rc11a9f26ef9f4f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e2745671834e1a" /><Relationship Type="http://schemas.openxmlformats.org/officeDocument/2006/relationships/notesSlide" Target="/ppt/notesSlides/notesSlide8.xml" Id="R2bfe4288f68449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24a2685e174148" /><Relationship Type="http://schemas.openxmlformats.org/officeDocument/2006/relationships/notesSlide" Target="/ppt/notesSlides/notesSlide9.xml" Id="R3e6f3f7e7a04427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program so a score of 9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scores 8 and 9.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one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branch so scores 3 and 4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Scores below 3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the Excellent and Good outcomes stay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temperature classifier with three outcomes: Hot at 30 or above, Warm from 20 to 29, and Cool below 20. Test 19, 20 and 30.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2026-08-27T03:50:12.1340000Z</dcterms:created>
  <dcterms:modified xsi:type="dcterms:W3CDTF">2026-08-27T03:50:12.1340000Z</dcterms:modified>
</coreProperties>
</file>