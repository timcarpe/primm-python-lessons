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67162689024eb7" /><Relationship Type="http://schemas.openxmlformats.org/officeDocument/2006/relationships/extended-properties" Target="/docProps/app.xml" Id="Rb7262f0b32ce4f46" /><Relationship Type="http://schemas.openxmlformats.org/officeDocument/2006/relationships/officeDocument" Target="/ppt/presentation.xml" Id="Rbc82e63dd8ec4f8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e877905127c441b"/>
  </p:sldMasterIdLst>
  <p:notesMasterIdLst>
    <p:notesMasterId xmlns:r="http://schemas.openxmlformats.org/officeDocument/2006/relationships" r:id="R6f3e811752cd48d3"/>
  </p:notesMasterIdLst>
  <p:sldIdLst>
    <p:sldId xmlns:r="http://schemas.openxmlformats.org/officeDocument/2006/relationships" id="256" r:id="R1d360c3efd984064"/>
    <p:sldId xmlns:r="http://schemas.openxmlformats.org/officeDocument/2006/relationships" id="257" r:id="R825b8bdcfa814e53"/>
    <p:sldId xmlns:r="http://schemas.openxmlformats.org/officeDocument/2006/relationships" id="258" r:id="R109db7b3a7ca4e46"/>
    <p:sldId xmlns:r="http://schemas.openxmlformats.org/officeDocument/2006/relationships" id="259" r:id="Rff019f9c767d491c"/>
    <p:sldId xmlns:r="http://schemas.openxmlformats.org/officeDocument/2006/relationships" id="260" r:id="Rf2a2c66d4b074b06"/>
    <p:sldId xmlns:r="http://schemas.openxmlformats.org/officeDocument/2006/relationships" id="261" r:id="R8119a664485841b9"/>
    <p:sldId xmlns:r="http://schemas.openxmlformats.org/officeDocument/2006/relationships" id="262" r:id="Rfcfeffaff1e94980"/>
    <p:sldId xmlns:r="http://schemas.openxmlformats.org/officeDocument/2006/relationships" id="263" r:id="R34330e751d5841cf"/>
    <p:sldId xmlns:r="http://schemas.openxmlformats.org/officeDocument/2006/relationships" id="264" r:id="Rfa8e7b7555b8469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432c98882244c0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2701050cfc4c4e" /><Relationship Type="http://schemas.openxmlformats.org/officeDocument/2006/relationships/slideMaster" Target="/ppt/slideMasters/slideMaster1.xml" Id="R4e877905127c441b" /><Relationship Type="http://schemas.openxmlformats.org/officeDocument/2006/relationships/notesMaster" Target="/ppt/notesMasters/notesMaster1.xml" Id="R6f3e811752cd48d3" /><Relationship Type="http://schemas.openxmlformats.org/officeDocument/2006/relationships/presProps" Target="/ppt/presProps.xml" Id="Rca92a8480e844e63" /><Relationship Type="http://schemas.openxmlformats.org/officeDocument/2006/relationships/viewProps" Target="/ppt/viewProps.xml" Id="R9f53a5af980b4578" /><Relationship Type="http://schemas.openxmlformats.org/officeDocument/2006/relationships/tableStyles" Target="/ppt/tableStyles.xml" Id="R8b68f16d54124e8e" /><Relationship Type="http://schemas.openxmlformats.org/officeDocument/2006/relationships/font" Target="/ppt/fonts/font.dat" Id="R8432c98882244c04" /><Relationship Type="http://schemas.openxmlformats.org/officeDocument/2006/relationships/slide" Target="/ppt/slides/slide1.xml" Id="R1d360c3efd984064" /><Relationship Type="http://schemas.openxmlformats.org/officeDocument/2006/relationships/slide" Target="/ppt/slides/slide2.xml" Id="R825b8bdcfa814e53" /><Relationship Type="http://schemas.openxmlformats.org/officeDocument/2006/relationships/slide" Target="/ppt/slides/slide3.xml" Id="R109db7b3a7ca4e46" /><Relationship Type="http://schemas.openxmlformats.org/officeDocument/2006/relationships/slide" Target="/ppt/slides/slide4.xml" Id="Rff019f9c767d491c" /><Relationship Type="http://schemas.openxmlformats.org/officeDocument/2006/relationships/slide" Target="/ppt/slides/slide5.xml" Id="Rf2a2c66d4b074b06" /><Relationship Type="http://schemas.openxmlformats.org/officeDocument/2006/relationships/slide" Target="/ppt/slides/slide6.xml" Id="R8119a664485841b9" /><Relationship Type="http://schemas.openxmlformats.org/officeDocument/2006/relationships/slide" Target="/ppt/slides/slide7.xml" Id="Rfcfeffaff1e94980" /><Relationship Type="http://schemas.openxmlformats.org/officeDocument/2006/relationships/slide" Target="/ppt/slides/slide8.xml" Id="R34330e751d5841cf" /><Relationship Type="http://schemas.openxmlformats.org/officeDocument/2006/relationships/slide" Target="/ppt/slides/slide9.xml" Id="Rfa8e7b7555b846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f48bf0237e41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dfe3fb19014601" /><Relationship Type="http://schemas.openxmlformats.org/officeDocument/2006/relationships/notesMaster" Target="/ppt/notesMasters/notesMaster1.xml" Id="R6de25177d1e048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e688c1446044ce" /><Relationship Type="http://schemas.openxmlformats.org/officeDocument/2006/relationships/notesMaster" Target="/ppt/notesMasters/notesMaster1.xml" Id="R8e1385cf3f0543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3527ff1d8d4e95" /><Relationship Type="http://schemas.openxmlformats.org/officeDocument/2006/relationships/notesMaster" Target="/ppt/notesMasters/notesMaster1.xml" Id="R6c8338452d5f46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e5dc623b274514" /><Relationship Type="http://schemas.openxmlformats.org/officeDocument/2006/relationships/notesMaster" Target="/ppt/notesMasters/notesMaster1.xml" Id="Ra144ed2681db42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2123d2e67e4d2a" /><Relationship Type="http://schemas.openxmlformats.org/officeDocument/2006/relationships/notesMaster" Target="/ppt/notesMasters/notesMaster1.xml" Id="R33da1283708543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5310684b7a4e00" /><Relationship Type="http://schemas.openxmlformats.org/officeDocument/2006/relationships/notesMaster" Target="/ppt/notesMasters/notesMaster1.xml" Id="Ra0f7a19ecb8a49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17009c4ab24a1e" /><Relationship Type="http://schemas.openxmlformats.org/officeDocument/2006/relationships/notesMaster" Target="/ppt/notesMasters/notesMaster1.xml" Id="R28123d82410347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da1997b1094440" /><Relationship Type="http://schemas.openxmlformats.org/officeDocument/2006/relationships/notesMaster" Target="/ppt/notesMasters/notesMaster1.xml" Id="Re1ace62841ed4c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86f8079cfa4912" /><Relationship Type="http://schemas.openxmlformats.org/officeDocument/2006/relationships/notesMaster" Target="/ppt/notesMasters/notesMaster1.xml" Id="R070a55e3a08248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7fa2ec3962421f" /><Relationship Type="http://schemas.openxmlformats.org/officeDocument/2006/relationships/image" Target="/ppt/media/image.png" Id="Rc7c76d5a57dd42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01cff055743cc" /><Relationship Type="http://schemas.openxmlformats.org/officeDocument/2006/relationships/image" Target="/ppt/media/image.png" Id="Rcf9c340c7dfd45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120b04bac04651" /><Relationship Type="http://schemas.openxmlformats.org/officeDocument/2006/relationships/image" Target="/ppt/media/image.png" Id="Rcb6ab369114f49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50464f72a84b66" /><Relationship Type="http://schemas.openxmlformats.org/officeDocument/2006/relationships/image" Target="/ppt/media/image.png" Id="R38d7c12606f344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63db168f074e55" /><Relationship Type="http://schemas.openxmlformats.org/officeDocument/2006/relationships/image" Target="/ppt/media/image.png" Id="Ra4eb4832c1dd4a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78c1f3a734c86" /><Relationship Type="http://schemas.openxmlformats.org/officeDocument/2006/relationships/image" Target="/ppt/media/image.png" Id="Rca5a5bb17c864bd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e39eb239b49f4" /><Relationship Type="http://schemas.openxmlformats.org/officeDocument/2006/relationships/image" Target="/ppt/media/image.png" Id="R0cc62261c4fa413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782dfdf1884031" /><Relationship Type="http://schemas.openxmlformats.org/officeDocument/2006/relationships/image" Target="/ppt/media/image.png" Id="R3583b3a2154f458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cb1c3c2874e6d" /><Relationship Type="http://schemas.openxmlformats.org/officeDocument/2006/relationships/image" Target="/ppt/media/image.png" Id="R07898680a2a848b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6ff98da6264b92" /><Relationship Type="http://schemas.openxmlformats.org/officeDocument/2006/relationships/image" Target="/ppt/media/image.png" Id="R59592a4579d544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4f2414bd6462c" /><Relationship Type="http://schemas.openxmlformats.org/officeDocument/2006/relationships/image" Target="/ppt/media/image.png" Id="Rf0fa009c23c347e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c76d5a57dd421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9c340c7dfd456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6ab369114f49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d7c12606f344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eb4832c1dd4a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5a5bb17c864b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c62261c4fa41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83b3a2154f45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898680a2a848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592a4579d544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fa009c23c347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870fc62d7d4e5b" /><Relationship Type="http://schemas.openxmlformats.org/officeDocument/2006/relationships/slideLayout" Target="/ppt/slideLayouts/slideLayout1.xml" Id="R092f653d2c184255" /><Relationship Type="http://schemas.openxmlformats.org/officeDocument/2006/relationships/slideLayout" Target="/ppt/slideLayouts/slideLayout2.xml" Id="R7d4bb86e7b184184" /><Relationship Type="http://schemas.openxmlformats.org/officeDocument/2006/relationships/slideLayout" Target="/ppt/slideLayouts/slideLayout3.xml" Id="Rb356673bdabb4cd7" /><Relationship Type="http://schemas.openxmlformats.org/officeDocument/2006/relationships/slideLayout" Target="/ppt/slideLayouts/slideLayout4.xml" Id="R31b36b6f619f487e" /><Relationship Type="http://schemas.openxmlformats.org/officeDocument/2006/relationships/slideLayout" Target="/ppt/slideLayouts/slideLayout5.xml" Id="Rf4fd0dd6cbf44fc8" /><Relationship Type="http://schemas.openxmlformats.org/officeDocument/2006/relationships/slideLayout" Target="/ppt/slideLayouts/slideLayout6.xml" Id="Rc0ccbe0dc53a4706" /><Relationship Type="http://schemas.openxmlformats.org/officeDocument/2006/relationships/slideLayout" Target="/ppt/slideLayouts/slideLayout7.xml" Id="R6ab19fbcd1ef4ff2" /><Relationship Type="http://schemas.openxmlformats.org/officeDocument/2006/relationships/slideLayout" Target="/ppt/slideLayouts/slideLayout8.xml" Id="R9ffc207c1419420b" /><Relationship Type="http://schemas.openxmlformats.org/officeDocument/2006/relationships/slideLayout" Target="/ppt/slideLayouts/slideLayout9.xml" Id="Re569085160a34989" /><Relationship Type="http://schemas.openxmlformats.org/officeDocument/2006/relationships/slideLayout" Target="/ppt/slideLayouts/slideLayout10.xml" Id="Rf299254f29094f64" /><Relationship Type="http://schemas.openxmlformats.org/officeDocument/2006/relationships/slideLayout" Target="/ppt/slideLayouts/slideLayout11.xml" Id="Rd047d83793b4423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2f653d2c184255"/>
    <p:sldLayoutId xmlns:r="http://schemas.openxmlformats.org/officeDocument/2006/relationships" id="2147483650" r:id="R7d4bb86e7b184184"/>
    <p:sldLayoutId xmlns:r="http://schemas.openxmlformats.org/officeDocument/2006/relationships" id="2147483651" r:id="Rb356673bdabb4cd7"/>
    <p:sldLayoutId xmlns:r="http://schemas.openxmlformats.org/officeDocument/2006/relationships" id="2147483652" r:id="R31b36b6f619f487e"/>
    <p:sldLayoutId xmlns:r="http://schemas.openxmlformats.org/officeDocument/2006/relationships" id="2147483653" r:id="Rf4fd0dd6cbf44fc8"/>
    <p:sldLayoutId xmlns:r="http://schemas.openxmlformats.org/officeDocument/2006/relationships" id="2147483654" r:id="Rc0ccbe0dc53a4706"/>
    <p:sldLayoutId xmlns:r="http://schemas.openxmlformats.org/officeDocument/2006/relationships" id="2147483655" r:id="R6ab19fbcd1ef4ff2"/>
    <p:sldLayoutId xmlns:r="http://schemas.openxmlformats.org/officeDocument/2006/relationships" id="2147483656" r:id="R9ffc207c1419420b"/>
    <p:sldLayoutId xmlns:r="http://schemas.openxmlformats.org/officeDocument/2006/relationships" id="2147483657" r:id="Re569085160a34989"/>
    <p:sldLayoutId xmlns:r="http://schemas.openxmlformats.org/officeDocument/2006/relationships" id="2147483658" r:id="Rf299254f29094f64"/>
    <p:sldLayoutId xmlns:r="http://schemas.openxmlformats.org/officeDocument/2006/relationships" id="2147483659" r:id="Rd047d83793b4423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20fa2baae4411" /><Relationship Type="http://schemas.openxmlformats.org/officeDocument/2006/relationships/notesSlide" Target="/ppt/notesSlides/notesSlide1.xml" Id="Rc81d95f6045a4b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05450d83114353" /><Relationship Type="http://schemas.openxmlformats.org/officeDocument/2006/relationships/notesSlide" Target="/ppt/notesSlides/notesSlide2.xml" Id="R1d545d66246247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70cfeb380045a9" /><Relationship Type="http://schemas.openxmlformats.org/officeDocument/2006/relationships/notesSlide" Target="/ppt/notesSlides/notesSlide3.xml" Id="R8d471e1d17ad4a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1de8bb1bb34cb7" /><Relationship Type="http://schemas.openxmlformats.org/officeDocument/2006/relationships/notesSlide" Target="/ppt/notesSlides/notesSlide4.xml" Id="R677900fb8c5b44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c8e2329c394db1" /><Relationship Type="http://schemas.openxmlformats.org/officeDocument/2006/relationships/notesSlide" Target="/ppt/notesSlides/notesSlide5.xml" Id="R2606cb57827649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8fd40b7a8343fb" /><Relationship Type="http://schemas.openxmlformats.org/officeDocument/2006/relationships/notesSlide" Target="/ppt/notesSlides/notesSlide6.xml" Id="R52c5c41d8ed14d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261ae360514a8f" /><Relationship Type="http://schemas.openxmlformats.org/officeDocument/2006/relationships/notesSlide" Target="/ppt/notesSlides/notesSlide7.xml" Id="Rbce3e2189891445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31a63cae4e487d" /><Relationship Type="http://schemas.openxmlformats.org/officeDocument/2006/relationships/notesSlide" Target="/ppt/notesSlides/notesSlide8.xml" Id="R5bb7d98953d24e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a0f357130e4d61" /><Relationship Type="http://schemas.openxmlformats.org/officeDocument/2006/relationships/notesSlide" Target="/ppt/notesSlides/notesSlide9.xml" Id="Rf78a70d5cd3a4f0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both comparisons use &gt; instead of &gt;=. Choose new numbers so every score still gets the same message as before. Test 8 and 5; they should still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another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so scores 3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a whole-number temperature.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"Hot"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30 or above,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20 to 29,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"Freezing"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below 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"Cool"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30, 20, 5 and -3.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2026-09-28T06:16:20.4210000Z</dcterms:created>
  <dcterms:modified xsi:type="dcterms:W3CDTF">2026-09-28T06:16:20.4210000Z</dcterms:modified>
</coreProperties>
</file>