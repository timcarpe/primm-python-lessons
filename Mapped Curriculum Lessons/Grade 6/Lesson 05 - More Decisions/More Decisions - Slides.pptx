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3649c82bff4dd4" /><Relationship Type="http://schemas.openxmlformats.org/officeDocument/2006/relationships/extended-properties" Target="/docProps/app.xml" Id="R341c1c3fac474795" /><Relationship Type="http://schemas.openxmlformats.org/officeDocument/2006/relationships/officeDocument" Target="/ppt/presentation.xml" Id="Rbe607dfde1764ed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09a3b4f1cdb47ad"/>
  </p:sldMasterIdLst>
  <p:notesMasterIdLst>
    <p:notesMasterId xmlns:r="http://schemas.openxmlformats.org/officeDocument/2006/relationships" r:id="R420e3245e84144b7"/>
  </p:notesMasterIdLst>
  <p:sldIdLst>
    <p:sldId xmlns:r="http://schemas.openxmlformats.org/officeDocument/2006/relationships" id="256" r:id="Reb89eda700e0417d"/>
    <p:sldId xmlns:r="http://schemas.openxmlformats.org/officeDocument/2006/relationships" id="257" r:id="Re4d1d067e47e40e4"/>
    <p:sldId xmlns:r="http://schemas.openxmlformats.org/officeDocument/2006/relationships" id="258" r:id="Rdb79bb79084749ad"/>
    <p:sldId xmlns:r="http://schemas.openxmlformats.org/officeDocument/2006/relationships" id="259" r:id="R6b272a5176e644b5"/>
    <p:sldId xmlns:r="http://schemas.openxmlformats.org/officeDocument/2006/relationships" id="260" r:id="R42dcb7bd058a4d8e"/>
    <p:sldId xmlns:r="http://schemas.openxmlformats.org/officeDocument/2006/relationships" id="261" r:id="R31569cb14e034538"/>
    <p:sldId xmlns:r="http://schemas.openxmlformats.org/officeDocument/2006/relationships" id="262" r:id="R19c3584ca3294c55"/>
    <p:sldId xmlns:r="http://schemas.openxmlformats.org/officeDocument/2006/relationships" id="263" r:id="Rbf7ea83066a144b0"/>
    <p:sldId xmlns:r="http://schemas.openxmlformats.org/officeDocument/2006/relationships" id="264" r:id="R63ee18d94b3e41a8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0ce518c6fd674c0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5615dc870a4367" /><Relationship Type="http://schemas.openxmlformats.org/officeDocument/2006/relationships/slideMaster" Target="/ppt/slideMasters/slideMaster1.xml" Id="R009a3b4f1cdb47ad" /><Relationship Type="http://schemas.openxmlformats.org/officeDocument/2006/relationships/notesMaster" Target="/ppt/notesMasters/notesMaster1.xml" Id="R420e3245e84144b7" /><Relationship Type="http://schemas.openxmlformats.org/officeDocument/2006/relationships/presProps" Target="/ppt/presProps.xml" Id="Rfb1c9c9c4cb44bb8" /><Relationship Type="http://schemas.openxmlformats.org/officeDocument/2006/relationships/viewProps" Target="/ppt/viewProps.xml" Id="R391c9774591e4f41" /><Relationship Type="http://schemas.openxmlformats.org/officeDocument/2006/relationships/tableStyles" Target="/ppt/tableStyles.xml" Id="Ra3cf027b9c174968" /><Relationship Type="http://schemas.openxmlformats.org/officeDocument/2006/relationships/font" Target="/ppt/fonts/font.dat" Id="R0ce518c6fd674c0b" /><Relationship Type="http://schemas.openxmlformats.org/officeDocument/2006/relationships/slide" Target="/ppt/slides/slide1.xml" Id="Reb89eda700e0417d" /><Relationship Type="http://schemas.openxmlformats.org/officeDocument/2006/relationships/slide" Target="/ppt/slides/slide2.xml" Id="Re4d1d067e47e40e4" /><Relationship Type="http://schemas.openxmlformats.org/officeDocument/2006/relationships/slide" Target="/ppt/slides/slide3.xml" Id="Rdb79bb79084749ad" /><Relationship Type="http://schemas.openxmlformats.org/officeDocument/2006/relationships/slide" Target="/ppt/slides/slide4.xml" Id="R6b272a5176e644b5" /><Relationship Type="http://schemas.openxmlformats.org/officeDocument/2006/relationships/slide" Target="/ppt/slides/slide5.xml" Id="R42dcb7bd058a4d8e" /><Relationship Type="http://schemas.openxmlformats.org/officeDocument/2006/relationships/slide" Target="/ppt/slides/slide6.xml" Id="R31569cb14e034538" /><Relationship Type="http://schemas.openxmlformats.org/officeDocument/2006/relationships/slide" Target="/ppt/slides/slide7.xml" Id="R19c3584ca3294c55" /><Relationship Type="http://schemas.openxmlformats.org/officeDocument/2006/relationships/slide" Target="/ppt/slides/slide8.xml" Id="Rbf7ea83066a144b0" /><Relationship Type="http://schemas.openxmlformats.org/officeDocument/2006/relationships/slide" Target="/ppt/slides/slide9.xml" Id="R63ee18d94b3e41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c8fc7a5e184d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dd6199ea764ea7" /><Relationship Type="http://schemas.openxmlformats.org/officeDocument/2006/relationships/notesMaster" Target="/ppt/notesMasters/notesMaster1.xml" Id="Rbd6bfc5b97dd4b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b3912c99b24e7b" /><Relationship Type="http://schemas.openxmlformats.org/officeDocument/2006/relationships/notesMaster" Target="/ppt/notesMasters/notesMaster1.xml" Id="R66b0333532cd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f32ae00bcd40b4" /><Relationship Type="http://schemas.openxmlformats.org/officeDocument/2006/relationships/notesMaster" Target="/ppt/notesMasters/notesMaster1.xml" Id="Rd22a9be1496643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7e7671412423f" /><Relationship Type="http://schemas.openxmlformats.org/officeDocument/2006/relationships/notesMaster" Target="/ppt/notesMasters/notesMaster1.xml" Id="R34c1868272d44d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83b718509543bd" /><Relationship Type="http://schemas.openxmlformats.org/officeDocument/2006/relationships/notesMaster" Target="/ppt/notesMasters/notesMaster1.xml" Id="Reea27aae24b947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d269a788914530" /><Relationship Type="http://schemas.openxmlformats.org/officeDocument/2006/relationships/notesMaster" Target="/ppt/notesMasters/notesMaster1.xml" Id="R17574687accc47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fd30991ec04ce9" /><Relationship Type="http://schemas.openxmlformats.org/officeDocument/2006/relationships/notesMaster" Target="/ppt/notesMasters/notesMaster1.xml" Id="R4dc5a29f7d1947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69853c2a004376" /><Relationship Type="http://schemas.openxmlformats.org/officeDocument/2006/relationships/notesMaster" Target="/ppt/notesMasters/notesMaster1.xml" Id="Rff7f7e1460c347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f83609a3b04832" /><Relationship Type="http://schemas.openxmlformats.org/officeDocument/2006/relationships/notesMaster" Target="/ppt/notesMasters/notesMaster1.xml" Id="Rff1cbbbe93e8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11942b6874169" /><Relationship Type="http://schemas.openxmlformats.org/officeDocument/2006/relationships/image" Target="/ppt/media/image.png" Id="R1678029176f542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4d1a5a1c54ac9" /><Relationship Type="http://schemas.openxmlformats.org/officeDocument/2006/relationships/image" Target="/ppt/media/image.png" Id="Rad367a57e4c34a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21fe0023b4137" /><Relationship Type="http://schemas.openxmlformats.org/officeDocument/2006/relationships/image" Target="/ppt/media/image.png" Id="R6733eac087a646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ad24091b3447c" /><Relationship Type="http://schemas.openxmlformats.org/officeDocument/2006/relationships/image" Target="/ppt/media/image.png" Id="R7e4e6a6c96a54e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6e1cec99b4b29" /><Relationship Type="http://schemas.openxmlformats.org/officeDocument/2006/relationships/image" Target="/ppt/media/image.png" Id="R1c79f338be6f49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22782ccbd4a43" /><Relationship Type="http://schemas.openxmlformats.org/officeDocument/2006/relationships/image" Target="/ppt/media/image.png" Id="Rea21dd3a0a4641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9ee08edff4812" /><Relationship Type="http://schemas.openxmlformats.org/officeDocument/2006/relationships/image" Target="/ppt/media/image.png" Id="Rbded4df0ea774a4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c9053bfba4599" /><Relationship Type="http://schemas.openxmlformats.org/officeDocument/2006/relationships/image" Target="/ppt/media/image.png" Id="Rfd944c0187fe492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5b10272ab4209" /><Relationship Type="http://schemas.openxmlformats.org/officeDocument/2006/relationships/image" Target="/ppt/media/image.png" Id="R707225c3b1da45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1e73c2ba24e2e" /><Relationship Type="http://schemas.openxmlformats.org/officeDocument/2006/relationships/image" Target="/ppt/media/image.png" Id="R468d3521bcbd4df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35fe52fed425a" /><Relationship Type="http://schemas.openxmlformats.org/officeDocument/2006/relationships/image" Target="/ppt/media/image.png" Id="R2c2df04445454c8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78029176f5424f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367a57e4c34aa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33eac087a6469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4e6a6c96a54ee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79f338be6f49f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1dd3a0a46414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ed4df0ea774a4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944c0187fe492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7225c3b1da454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8d3521bcbd4df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2df04445454c8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8e434c0c964bce" /><Relationship Type="http://schemas.openxmlformats.org/officeDocument/2006/relationships/slideLayout" Target="/ppt/slideLayouts/slideLayout1.xml" Id="Rbdf9a4bf7a644f27" /><Relationship Type="http://schemas.openxmlformats.org/officeDocument/2006/relationships/slideLayout" Target="/ppt/slideLayouts/slideLayout2.xml" Id="R9a7f368740cd438f" /><Relationship Type="http://schemas.openxmlformats.org/officeDocument/2006/relationships/slideLayout" Target="/ppt/slideLayouts/slideLayout3.xml" Id="R74109791fa7b4305" /><Relationship Type="http://schemas.openxmlformats.org/officeDocument/2006/relationships/slideLayout" Target="/ppt/slideLayouts/slideLayout4.xml" Id="R1eb59bfce2d64e7a" /><Relationship Type="http://schemas.openxmlformats.org/officeDocument/2006/relationships/slideLayout" Target="/ppt/slideLayouts/slideLayout5.xml" Id="R0fc8bd35836944fa" /><Relationship Type="http://schemas.openxmlformats.org/officeDocument/2006/relationships/slideLayout" Target="/ppt/slideLayouts/slideLayout6.xml" Id="R5861737b5a9141dc" /><Relationship Type="http://schemas.openxmlformats.org/officeDocument/2006/relationships/slideLayout" Target="/ppt/slideLayouts/slideLayout7.xml" Id="Rb686661c51f1423d" /><Relationship Type="http://schemas.openxmlformats.org/officeDocument/2006/relationships/slideLayout" Target="/ppt/slideLayouts/slideLayout8.xml" Id="Rd060ed06107f455c" /><Relationship Type="http://schemas.openxmlformats.org/officeDocument/2006/relationships/slideLayout" Target="/ppt/slideLayouts/slideLayout9.xml" Id="R9ee838dfe55d4d93" /><Relationship Type="http://schemas.openxmlformats.org/officeDocument/2006/relationships/slideLayout" Target="/ppt/slideLayouts/slideLayout10.xml" Id="R14de3d573dc247b2" /><Relationship Type="http://schemas.openxmlformats.org/officeDocument/2006/relationships/slideLayout" Target="/ppt/slideLayouts/slideLayout11.xml" Id="R35c39f2040a14a2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9a4bf7a644f27"/>
    <p:sldLayoutId xmlns:r="http://schemas.openxmlformats.org/officeDocument/2006/relationships" id="2147483650" r:id="R9a7f368740cd438f"/>
    <p:sldLayoutId xmlns:r="http://schemas.openxmlformats.org/officeDocument/2006/relationships" id="2147483651" r:id="R74109791fa7b4305"/>
    <p:sldLayoutId xmlns:r="http://schemas.openxmlformats.org/officeDocument/2006/relationships" id="2147483652" r:id="R1eb59bfce2d64e7a"/>
    <p:sldLayoutId xmlns:r="http://schemas.openxmlformats.org/officeDocument/2006/relationships" id="2147483653" r:id="R0fc8bd35836944fa"/>
    <p:sldLayoutId xmlns:r="http://schemas.openxmlformats.org/officeDocument/2006/relationships" id="2147483654" r:id="R5861737b5a9141dc"/>
    <p:sldLayoutId xmlns:r="http://schemas.openxmlformats.org/officeDocument/2006/relationships" id="2147483655" r:id="Rb686661c51f1423d"/>
    <p:sldLayoutId xmlns:r="http://schemas.openxmlformats.org/officeDocument/2006/relationships" id="2147483656" r:id="Rd060ed06107f455c"/>
    <p:sldLayoutId xmlns:r="http://schemas.openxmlformats.org/officeDocument/2006/relationships" id="2147483657" r:id="R9ee838dfe55d4d93"/>
    <p:sldLayoutId xmlns:r="http://schemas.openxmlformats.org/officeDocument/2006/relationships" id="2147483658" r:id="R14de3d573dc247b2"/>
    <p:sldLayoutId xmlns:r="http://schemas.openxmlformats.org/officeDocument/2006/relationships" id="2147483659" r:id="R35c39f2040a14a2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794bee5894fd6" /><Relationship Type="http://schemas.openxmlformats.org/officeDocument/2006/relationships/notesSlide" Target="/ppt/notesSlides/notesSlide1.xml" Id="R465ea063d60d48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ff942049f64745" /><Relationship Type="http://schemas.openxmlformats.org/officeDocument/2006/relationships/notesSlide" Target="/ppt/notesSlides/notesSlide2.xml" Id="R000cd116a7d14d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91420c92804831" /><Relationship Type="http://schemas.openxmlformats.org/officeDocument/2006/relationships/notesSlide" Target="/ppt/notesSlides/notesSlide3.xml" Id="R074469e60be349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bf8b5fa0d0410c" /><Relationship Type="http://schemas.openxmlformats.org/officeDocument/2006/relationships/notesSlide" Target="/ppt/notesSlides/notesSlide4.xml" Id="Rc56236b542d047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9647a181b44c4" /><Relationship Type="http://schemas.openxmlformats.org/officeDocument/2006/relationships/notesSlide" Target="/ppt/notesSlides/notesSlide5.xml" Id="R1674ee987ba046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eeed5abea640db" /><Relationship Type="http://schemas.openxmlformats.org/officeDocument/2006/relationships/notesSlide" Target="/ppt/notesSlides/notesSlide6.xml" Id="Re16e351f54254d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9314f928a4ac0" /><Relationship Type="http://schemas.openxmlformats.org/officeDocument/2006/relationships/notesSlide" Target="/ppt/notesSlides/notesSlide7.xml" Id="R757f87cbe2c84a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5932ec68d04a8f" /><Relationship Type="http://schemas.openxmlformats.org/officeDocument/2006/relationships/notesSlide" Target="/ppt/notesSlides/notesSlide8.xml" Id="R6794b660083b4a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380f7f3d2d48a5" /><Relationship Type="http://schemas.openxmlformats.org/officeDocument/2006/relationships/notesSlide" Target="/ppt/notesSlides/notesSlide9.xml" Id="R18074e2eb6b34f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More Decisions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05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enter 8, which message appears? Which comparison is True?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score &gt;= 5 is checked first, what message would a score of 9 receive?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If you enter 5, which message appears?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Why does a value that matches no earlier condition run the else block without another comparison?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both comparisons use &gt; instead of &gt;=. Choose new numbers so every score still gets the same message as before. Test 8 and 5; they should still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example with another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condition so scores 3 and 4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Change the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message to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"Try again"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4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2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"Try again"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program that asks for a whole-number temperature. Use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"Hot"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30 or above,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20 to 29,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"Freezing"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below 0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"Cool"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anything else. Test 30, 20, 5 and -3.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5493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score_value)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    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2026-09-29T02:03:45.9380000Z</dcterms:created>
  <dcterms:modified xsi:type="dcterms:W3CDTF">2026-09-29T02:03:45.9380000Z</dcterms:modified>
</coreProperties>
</file>