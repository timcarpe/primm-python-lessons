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99c3d9faa44045" /><Relationship Type="http://schemas.openxmlformats.org/officeDocument/2006/relationships/extended-properties" Target="/docProps/app.xml" Id="Re13b6fef423b4bad" /><Relationship Type="http://schemas.openxmlformats.org/officeDocument/2006/relationships/officeDocument" Target="/ppt/presentation.xml" Id="Rad979162ec3e4d8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5d9cbc477544ab5"/>
  </p:sldMasterIdLst>
  <p:notesMasterIdLst>
    <p:notesMasterId xmlns:r="http://schemas.openxmlformats.org/officeDocument/2006/relationships" r:id="R9c469c5c9c644356"/>
  </p:notesMasterIdLst>
  <p:sldIdLst>
    <p:sldId xmlns:r="http://schemas.openxmlformats.org/officeDocument/2006/relationships" id="256" r:id="R1eb2fca9b8574b0a"/>
    <p:sldId xmlns:r="http://schemas.openxmlformats.org/officeDocument/2006/relationships" id="257" r:id="R9fe69a8758044b34"/>
    <p:sldId xmlns:r="http://schemas.openxmlformats.org/officeDocument/2006/relationships" id="258" r:id="R72b8133105434ad4"/>
    <p:sldId xmlns:r="http://schemas.openxmlformats.org/officeDocument/2006/relationships" id="259" r:id="R1450c960854d479e"/>
    <p:sldId xmlns:r="http://schemas.openxmlformats.org/officeDocument/2006/relationships" id="260" r:id="R2fa734a2d6484df8"/>
    <p:sldId xmlns:r="http://schemas.openxmlformats.org/officeDocument/2006/relationships" id="261" r:id="Rf18e2a3a71144ecd"/>
    <p:sldId xmlns:r="http://schemas.openxmlformats.org/officeDocument/2006/relationships" id="262" r:id="R73c18a881d654794"/>
    <p:sldId xmlns:r="http://schemas.openxmlformats.org/officeDocument/2006/relationships" id="263" r:id="Rbb2e516acb204776"/>
    <p:sldId xmlns:r="http://schemas.openxmlformats.org/officeDocument/2006/relationships" id="264" r:id="R8081998e376f442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4fb04a2ca5d460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3f313176ea46ad" /><Relationship Type="http://schemas.openxmlformats.org/officeDocument/2006/relationships/slideMaster" Target="/ppt/slideMasters/slideMaster1.xml" Id="R75d9cbc477544ab5" /><Relationship Type="http://schemas.openxmlformats.org/officeDocument/2006/relationships/notesMaster" Target="/ppt/notesMasters/notesMaster1.xml" Id="R9c469c5c9c644356" /><Relationship Type="http://schemas.openxmlformats.org/officeDocument/2006/relationships/presProps" Target="/ppt/presProps.xml" Id="R02a269b291db4126" /><Relationship Type="http://schemas.openxmlformats.org/officeDocument/2006/relationships/viewProps" Target="/ppt/viewProps.xml" Id="R8e15e7ec514f4ff6" /><Relationship Type="http://schemas.openxmlformats.org/officeDocument/2006/relationships/tableStyles" Target="/ppt/tableStyles.xml" Id="Rdc7a75f76f054323" /><Relationship Type="http://schemas.openxmlformats.org/officeDocument/2006/relationships/font" Target="/ppt/fonts/font.dat" Id="Rb4fb04a2ca5d4607" /><Relationship Type="http://schemas.openxmlformats.org/officeDocument/2006/relationships/slide" Target="/ppt/slides/slide1.xml" Id="R1eb2fca9b8574b0a" /><Relationship Type="http://schemas.openxmlformats.org/officeDocument/2006/relationships/slide" Target="/ppt/slides/slide2.xml" Id="R9fe69a8758044b34" /><Relationship Type="http://schemas.openxmlformats.org/officeDocument/2006/relationships/slide" Target="/ppt/slides/slide3.xml" Id="R72b8133105434ad4" /><Relationship Type="http://schemas.openxmlformats.org/officeDocument/2006/relationships/slide" Target="/ppt/slides/slide4.xml" Id="R1450c960854d479e" /><Relationship Type="http://schemas.openxmlformats.org/officeDocument/2006/relationships/slide" Target="/ppt/slides/slide5.xml" Id="R2fa734a2d6484df8" /><Relationship Type="http://schemas.openxmlformats.org/officeDocument/2006/relationships/slide" Target="/ppt/slides/slide6.xml" Id="Rf18e2a3a71144ecd" /><Relationship Type="http://schemas.openxmlformats.org/officeDocument/2006/relationships/slide" Target="/ppt/slides/slide7.xml" Id="R73c18a881d654794" /><Relationship Type="http://schemas.openxmlformats.org/officeDocument/2006/relationships/slide" Target="/ppt/slides/slide8.xml" Id="Rbb2e516acb204776" /><Relationship Type="http://schemas.openxmlformats.org/officeDocument/2006/relationships/slide" Target="/ppt/slides/slide9.xml" Id="R8081998e376f44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bee23271fc4c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0090fce07249b3" /><Relationship Type="http://schemas.openxmlformats.org/officeDocument/2006/relationships/notesMaster" Target="/ppt/notesMasters/notesMaster1.xml" Id="Rd29c3eef81cf44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5726fa41f64d8b" /><Relationship Type="http://schemas.openxmlformats.org/officeDocument/2006/relationships/notesMaster" Target="/ppt/notesMasters/notesMaster1.xml" Id="Ref24e3fa671340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ec57eee71d4310" /><Relationship Type="http://schemas.openxmlformats.org/officeDocument/2006/relationships/notesMaster" Target="/ppt/notesMasters/notesMaster1.xml" Id="R8696c0b08b7b4f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b5ca3b32b2460a" /><Relationship Type="http://schemas.openxmlformats.org/officeDocument/2006/relationships/notesMaster" Target="/ppt/notesMasters/notesMaster1.xml" Id="R8d50a25ce3db43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eb71aee0e94e97" /><Relationship Type="http://schemas.openxmlformats.org/officeDocument/2006/relationships/notesMaster" Target="/ppt/notesMasters/notesMaster1.xml" Id="R6fd434367dd24a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8d2eff2ca54022" /><Relationship Type="http://schemas.openxmlformats.org/officeDocument/2006/relationships/notesMaster" Target="/ppt/notesMasters/notesMaster1.xml" Id="Rd0c060adee4340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0bf2d319c34f71" /><Relationship Type="http://schemas.openxmlformats.org/officeDocument/2006/relationships/notesMaster" Target="/ppt/notesMasters/notesMaster1.xml" Id="R06e7ef05e5d04d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977735ddb646a2" /><Relationship Type="http://schemas.openxmlformats.org/officeDocument/2006/relationships/notesMaster" Target="/ppt/notesMasters/notesMaster1.xml" Id="Reb1a47bb7a594a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b47e1920884d74" /><Relationship Type="http://schemas.openxmlformats.org/officeDocument/2006/relationships/notesMaster" Target="/ppt/notesMasters/notesMaster1.xml" Id="Rcdad2dddb7ce41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992dc70274490" /><Relationship Type="http://schemas.openxmlformats.org/officeDocument/2006/relationships/image" Target="/ppt/media/image.png" Id="Rcdc6052f726447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23f756e9734eb1" /><Relationship Type="http://schemas.openxmlformats.org/officeDocument/2006/relationships/image" Target="/ppt/media/image.png" Id="R248da2401a6340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cada390cc4c4e" /><Relationship Type="http://schemas.openxmlformats.org/officeDocument/2006/relationships/image" Target="/ppt/media/image.png" Id="Rd7175acb4b2a4c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bb3f3d3ca47b2" /><Relationship Type="http://schemas.openxmlformats.org/officeDocument/2006/relationships/image" Target="/ppt/media/image.png" Id="Rf0002b434b4645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5f3ddd5e2b4483" /><Relationship Type="http://schemas.openxmlformats.org/officeDocument/2006/relationships/image" Target="/ppt/media/image.png" Id="Rc473dc0fd4134c4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8fc170bdaf42d2" /><Relationship Type="http://schemas.openxmlformats.org/officeDocument/2006/relationships/image" Target="/ppt/media/image.png" Id="R37b32380e8fb4e0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81094844ae48fb" /><Relationship Type="http://schemas.openxmlformats.org/officeDocument/2006/relationships/image" Target="/ppt/media/image.png" Id="R2ec1493a06fc475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d1cdbadc14bdf" /><Relationship Type="http://schemas.openxmlformats.org/officeDocument/2006/relationships/image" Target="/ppt/media/image.png" Id="R67f0e510542d416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0a654d0a5144fd" /><Relationship Type="http://schemas.openxmlformats.org/officeDocument/2006/relationships/image" Target="/ppt/media/image.png" Id="Rbb1adceca844455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2b6afbf5b4ca9" /><Relationship Type="http://schemas.openxmlformats.org/officeDocument/2006/relationships/image" Target="/ppt/media/image.png" Id="R5469a3cb5bf2435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0ce5c6a774af2" /><Relationship Type="http://schemas.openxmlformats.org/officeDocument/2006/relationships/image" Target="/ppt/media/image.png" Id="R85f9dea01ef7478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c6052f726447e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8da2401a6340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175acb4b2a4c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002b434b4645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73dc0fd4134c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b32380e8fb4e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c1493a06fc47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f0e510542d41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1adceca84445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69a3cb5bf2435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f9dea01ef747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9c459c26a64117" /><Relationship Type="http://schemas.openxmlformats.org/officeDocument/2006/relationships/slideLayout" Target="/ppt/slideLayouts/slideLayout1.xml" Id="R4c336818413d48e8" /><Relationship Type="http://schemas.openxmlformats.org/officeDocument/2006/relationships/slideLayout" Target="/ppt/slideLayouts/slideLayout2.xml" Id="R805a9f3b06ed4a51" /><Relationship Type="http://schemas.openxmlformats.org/officeDocument/2006/relationships/slideLayout" Target="/ppt/slideLayouts/slideLayout3.xml" Id="R438ad743e9f74b22" /><Relationship Type="http://schemas.openxmlformats.org/officeDocument/2006/relationships/slideLayout" Target="/ppt/slideLayouts/slideLayout4.xml" Id="Rdd98f29423504fd0" /><Relationship Type="http://schemas.openxmlformats.org/officeDocument/2006/relationships/slideLayout" Target="/ppt/slideLayouts/slideLayout5.xml" Id="R22d3b35d5ff34835" /><Relationship Type="http://schemas.openxmlformats.org/officeDocument/2006/relationships/slideLayout" Target="/ppt/slideLayouts/slideLayout6.xml" Id="R68d199d6a5534c86" /><Relationship Type="http://schemas.openxmlformats.org/officeDocument/2006/relationships/slideLayout" Target="/ppt/slideLayouts/slideLayout7.xml" Id="R97fcfbf214124e50" /><Relationship Type="http://schemas.openxmlformats.org/officeDocument/2006/relationships/slideLayout" Target="/ppt/slideLayouts/slideLayout8.xml" Id="R9b1333d5e42d43c4" /><Relationship Type="http://schemas.openxmlformats.org/officeDocument/2006/relationships/slideLayout" Target="/ppt/slideLayouts/slideLayout9.xml" Id="Rdd29c76cbb554713" /><Relationship Type="http://schemas.openxmlformats.org/officeDocument/2006/relationships/slideLayout" Target="/ppt/slideLayouts/slideLayout10.xml" Id="R6da8bf86f04d4f63" /><Relationship Type="http://schemas.openxmlformats.org/officeDocument/2006/relationships/slideLayout" Target="/ppt/slideLayouts/slideLayout11.xml" Id="R660da1439f0e4ab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336818413d48e8"/>
    <p:sldLayoutId xmlns:r="http://schemas.openxmlformats.org/officeDocument/2006/relationships" id="2147483650" r:id="R805a9f3b06ed4a51"/>
    <p:sldLayoutId xmlns:r="http://schemas.openxmlformats.org/officeDocument/2006/relationships" id="2147483651" r:id="R438ad743e9f74b22"/>
    <p:sldLayoutId xmlns:r="http://schemas.openxmlformats.org/officeDocument/2006/relationships" id="2147483652" r:id="Rdd98f29423504fd0"/>
    <p:sldLayoutId xmlns:r="http://schemas.openxmlformats.org/officeDocument/2006/relationships" id="2147483653" r:id="R22d3b35d5ff34835"/>
    <p:sldLayoutId xmlns:r="http://schemas.openxmlformats.org/officeDocument/2006/relationships" id="2147483654" r:id="R68d199d6a5534c86"/>
    <p:sldLayoutId xmlns:r="http://schemas.openxmlformats.org/officeDocument/2006/relationships" id="2147483655" r:id="R97fcfbf214124e50"/>
    <p:sldLayoutId xmlns:r="http://schemas.openxmlformats.org/officeDocument/2006/relationships" id="2147483656" r:id="R9b1333d5e42d43c4"/>
    <p:sldLayoutId xmlns:r="http://schemas.openxmlformats.org/officeDocument/2006/relationships" id="2147483657" r:id="Rdd29c76cbb554713"/>
    <p:sldLayoutId xmlns:r="http://schemas.openxmlformats.org/officeDocument/2006/relationships" id="2147483658" r:id="R6da8bf86f04d4f63"/>
    <p:sldLayoutId xmlns:r="http://schemas.openxmlformats.org/officeDocument/2006/relationships" id="2147483659" r:id="R660da1439f0e4ab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95d92df5842be" /><Relationship Type="http://schemas.openxmlformats.org/officeDocument/2006/relationships/notesSlide" Target="/ppt/notesSlides/notesSlide1.xml" Id="Recfff7a5223944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cc5bc9136f4d74" /><Relationship Type="http://schemas.openxmlformats.org/officeDocument/2006/relationships/notesSlide" Target="/ppt/notesSlides/notesSlide2.xml" Id="Ra0d5acc6574446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1dd0fc0ea644d8" /><Relationship Type="http://schemas.openxmlformats.org/officeDocument/2006/relationships/notesSlide" Target="/ppt/notesSlides/notesSlide3.xml" Id="R78c0c3a78a9243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813e8387f74e6e" /><Relationship Type="http://schemas.openxmlformats.org/officeDocument/2006/relationships/notesSlide" Target="/ppt/notesSlides/notesSlide4.xml" Id="Rd12f4847a2da4c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b66d20f05d4b2f" /><Relationship Type="http://schemas.openxmlformats.org/officeDocument/2006/relationships/notesSlide" Target="/ppt/notesSlides/notesSlide5.xml" Id="R2a427e70fb2845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0d070c28d9499d" /><Relationship Type="http://schemas.openxmlformats.org/officeDocument/2006/relationships/notesSlide" Target="/ppt/notesSlides/notesSlide6.xml" Id="R00e0af2a7dd743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ae968777994d08" /><Relationship Type="http://schemas.openxmlformats.org/officeDocument/2006/relationships/notesSlide" Target="/ppt/notesSlides/notesSlide7.xml" Id="R98a788a099f049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d7ede7fd814f69" /><Relationship Type="http://schemas.openxmlformats.org/officeDocument/2006/relationships/notesSlide" Target="/ppt/notesSlides/notesSlide8.xml" Id="Re291cc4aa6324f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64d18c82e046a1" /><Relationship Type="http://schemas.openxmlformats.org/officeDocument/2006/relationships/notesSlide" Target="/ppt/notesSlides/notesSlide9.xml" Id="R4d1575ffe5364b1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More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8, which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score &gt;= 5 is checked first, what message would a score of 9 receive?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5, which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a value that matches no earlier condition run the else block without another comparison?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program so a score of 9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scores 8 and 9.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one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branch so scores 3 and 4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Scores below 3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the Excellent and Good outcomes stay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temperature classifier with three outcomes: Hot at 30 or above, Warm from 20 to 29, and Cool below 20. Test 19, 20 and 30.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score_value)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2026-08-28T09:20:29.7250000Z</dcterms:created>
  <dcterms:modified xsi:type="dcterms:W3CDTF">2026-08-28T09:20:29.7250000Z</dcterms:modified>
</coreProperties>
</file>