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87e52d5e6f74cb2" /><Relationship Type="http://schemas.openxmlformats.org/officeDocument/2006/relationships/extended-properties" Target="/docProps/app.xml" Id="Rd7cfda4896d749af" /><Relationship Type="http://schemas.openxmlformats.org/officeDocument/2006/relationships/officeDocument" Target="/ppt/presentation.xml" Id="R64ed2ff7d2af4450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847cfad5246c4b9b"/>
  </p:sldMasterIdLst>
  <p:notesMasterIdLst>
    <p:notesMasterId xmlns:r="http://schemas.openxmlformats.org/officeDocument/2006/relationships" r:id="Rcc162f985a6d4996"/>
  </p:notesMasterIdLst>
  <p:sldIdLst>
    <p:sldId xmlns:r="http://schemas.openxmlformats.org/officeDocument/2006/relationships" id="256" r:id="R08756b6923cc48e1"/>
    <p:sldId xmlns:r="http://schemas.openxmlformats.org/officeDocument/2006/relationships" id="257" r:id="R5a86457b41e043f8"/>
    <p:sldId xmlns:r="http://schemas.openxmlformats.org/officeDocument/2006/relationships" id="258" r:id="R6aa4b53516fb4fff"/>
    <p:sldId xmlns:r="http://schemas.openxmlformats.org/officeDocument/2006/relationships" id="259" r:id="R4413ecd429324071"/>
    <p:sldId xmlns:r="http://schemas.openxmlformats.org/officeDocument/2006/relationships" id="260" r:id="Rda82ba3a634a4c6f"/>
    <p:sldId xmlns:r="http://schemas.openxmlformats.org/officeDocument/2006/relationships" id="261" r:id="Re418ea3fd90f4cfa"/>
    <p:sldId xmlns:r="http://schemas.openxmlformats.org/officeDocument/2006/relationships" id="262" r:id="Rea2db6ec86bd47e1"/>
    <p:sldId xmlns:r="http://schemas.openxmlformats.org/officeDocument/2006/relationships" id="263" r:id="Rab93d253f0b64b31"/>
    <p:sldId xmlns:r="http://schemas.openxmlformats.org/officeDocument/2006/relationships" id="264" r:id="R797f6266a9254592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d59f754eb89b4880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0a3fa4cfca64fda" /><Relationship Type="http://schemas.openxmlformats.org/officeDocument/2006/relationships/slideMaster" Target="/ppt/slideMasters/slideMaster1.xml" Id="R847cfad5246c4b9b" /><Relationship Type="http://schemas.openxmlformats.org/officeDocument/2006/relationships/notesMaster" Target="/ppt/notesMasters/notesMaster1.xml" Id="Rcc162f985a6d4996" /><Relationship Type="http://schemas.openxmlformats.org/officeDocument/2006/relationships/presProps" Target="/ppt/presProps.xml" Id="R50fb3849f8d8468d" /><Relationship Type="http://schemas.openxmlformats.org/officeDocument/2006/relationships/viewProps" Target="/ppt/viewProps.xml" Id="R755d5ca43c60426a" /><Relationship Type="http://schemas.openxmlformats.org/officeDocument/2006/relationships/tableStyles" Target="/ppt/tableStyles.xml" Id="R74d291ab8a1e4328" /><Relationship Type="http://schemas.openxmlformats.org/officeDocument/2006/relationships/font" Target="/ppt/fonts/font.dat" Id="Rd59f754eb89b4880" /><Relationship Type="http://schemas.openxmlformats.org/officeDocument/2006/relationships/slide" Target="/ppt/slides/slide1.xml" Id="R08756b6923cc48e1" /><Relationship Type="http://schemas.openxmlformats.org/officeDocument/2006/relationships/slide" Target="/ppt/slides/slide2.xml" Id="R5a86457b41e043f8" /><Relationship Type="http://schemas.openxmlformats.org/officeDocument/2006/relationships/slide" Target="/ppt/slides/slide3.xml" Id="R6aa4b53516fb4fff" /><Relationship Type="http://schemas.openxmlformats.org/officeDocument/2006/relationships/slide" Target="/ppt/slides/slide4.xml" Id="R4413ecd429324071" /><Relationship Type="http://schemas.openxmlformats.org/officeDocument/2006/relationships/slide" Target="/ppt/slides/slide5.xml" Id="Rda82ba3a634a4c6f" /><Relationship Type="http://schemas.openxmlformats.org/officeDocument/2006/relationships/slide" Target="/ppt/slides/slide6.xml" Id="Re418ea3fd90f4cfa" /><Relationship Type="http://schemas.openxmlformats.org/officeDocument/2006/relationships/slide" Target="/ppt/slides/slide7.xml" Id="Rea2db6ec86bd47e1" /><Relationship Type="http://schemas.openxmlformats.org/officeDocument/2006/relationships/slide" Target="/ppt/slides/slide8.xml" Id="Rab93d253f0b64b31" /><Relationship Type="http://schemas.openxmlformats.org/officeDocument/2006/relationships/slide" Target="/ppt/slides/slide9.xml" Id="R797f6266a925459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b701fd974e541d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148cb4c7b5344bf" /><Relationship Type="http://schemas.openxmlformats.org/officeDocument/2006/relationships/notesMaster" Target="/ppt/notesMasters/notesMaster1.xml" Id="R498afc565b30425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2e7d94eae784628" /><Relationship Type="http://schemas.openxmlformats.org/officeDocument/2006/relationships/notesMaster" Target="/ppt/notesMasters/notesMaster1.xml" Id="R5603fa622c5d4fd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ccc5a40207848cc" /><Relationship Type="http://schemas.openxmlformats.org/officeDocument/2006/relationships/notesMaster" Target="/ppt/notesMasters/notesMaster1.xml" Id="R8f2c91eda9b049e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adac864f9494690" /><Relationship Type="http://schemas.openxmlformats.org/officeDocument/2006/relationships/notesMaster" Target="/ppt/notesMasters/notesMaster1.xml" Id="R1041cac9a8f14cd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0d5740984fd4510" /><Relationship Type="http://schemas.openxmlformats.org/officeDocument/2006/relationships/notesMaster" Target="/ppt/notesMasters/notesMaster1.xml" Id="Rf3be4d9734bf4e7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cfbb0319b5641df" /><Relationship Type="http://schemas.openxmlformats.org/officeDocument/2006/relationships/notesMaster" Target="/ppt/notesMasters/notesMaster1.xml" Id="Rfbb3d287a6bf40d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ce0a5a589114f16" /><Relationship Type="http://schemas.openxmlformats.org/officeDocument/2006/relationships/notesMaster" Target="/ppt/notesMasters/notesMaster1.xml" Id="R59a8782e54c6493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d0c922819fd4d3d" /><Relationship Type="http://schemas.openxmlformats.org/officeDocument/2006/relationships/notesMaster" Target="/ppt/notesMasters/notesMaster1.xml" Id="R7f44fedb90544a4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e1296a5f70643e4" /><Relationship Type="http://schemas.openxmlformats.org/officeDocument/2006/relationships/notesMaster" Target="/ppt/notesMasters/notesMaster1.xml" Id="Rc767c7fd9dcc41c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971d07c5e284656" /><Relationship Type="http://schemas.openxmlformats.org/officeDocument/2006/relationships/image" Target="/ppt/media/image.png" Id="Ra7e618d104f0460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af5534e60934a3c" /><Relationship Type="http://schemas.openxmlformats.org/officeDocument/2006/relationships/image" Target="/ppt/media/image.png" Id="R5a18bb0b28dc481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dae46e9e47c4c92" /><Relationship Type="http://schemas.openxmlformats.org/officeDocument/2006/relationships/image" Target="/ppt/media/image.png" Id="Rf0abb86f3f4e495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2b47173f1b64d59" /><Relationship Type="http://schemas.openxmlformats.org/officeDocument/2006/relationships/image" Target="/ppt/media/image.png" Id="Ra3440743a5194b1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adf11d29e104225" /><Relationship Type="http://schemas.openxmlformats.org/officeDocument/2006/relationships/image" Target="/ppt/media/image.png" Id="R11b6e2229e34405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43905f8eea94b37" /><Relationship Type="http://schemas.openxmlformats.org/officeDocument/2006/relationships/image" Target="/ppt/media/image.png" Id="Rc99725457eb34a27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885ce11f0c43d2" /><Relationship Type="http://schemas.openxmlformats.org/officeDocument/2006/relationships/image" Target="/ppt/media/image.png" Id="R3e196c6c181b4440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3c091bdaf54551" /><Relationship Type="http://schemas.openxmlformats.org/officeDocument/2006/relationships/image" Target="/ppt/media/image.png" Id="R85971f6eae834923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68899097dde44f2" /><Relationship Type="http://schemas.openxmlformats.org/officeDocument/2006/relationships/image" Target="/ppt/media/image.png" Id="R2230015724e146d7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6fb80bdbf14515" /><Relationship Type="http://schemas.openxmlformats.org/officeDocument/2006/relationships/image" Target="/ppt/media/image.png" Id="Rd8872767bf924746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a0f7e83a1849d4" /><Relationship Type="http://schemas.openxmlformats.org/officeDocument/2006/relationships/image" Target="/ppt/media/image.png" Id="R6e890d7f3a95449f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7e618d104f04603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a18bb0b28dc481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0abb86f3f4e495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3440743a5194b1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1b6e2229e34405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99725457eb34a2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e196c6c181b444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5971f6eae83492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230015724e146d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8872767bf92474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e890d7f3a95449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539b952481543bd" /><Relationship Type="http://schemas.openxmlformats.org/officeDocument/2006/relationships/slideLayout" Target="/ppt/slideLayouts/slideLayout1.xml" Id="R90637fba2edd4fd6" /><Relationship Type="http://schemas.openxmlformats.org/officeDocument/2006/relationships/slideLayout" Target="/ppt/slideLayouts/slideLayout2.xml" Id="R409fd0a7e7704ff7" /><Relationship Type="http://schemas.openxmlformats.org/officeDocument/2006/relationships/slideLayout" Target="/ppt/slideLayouts/slideLayout3.xml" Id="Rd9744784a7604327" /><Relationship Type="http://schemas.openxmlformats.org/officeDocument/2006/relationships/slideLayout" Target="/ppt/slideLayouts/slideLayout4.xml" Id="R432d5391b3e3455f" /><Relationship Type="http://schemas.openxmlformats.org/officeDocument/2006/relationships/slideLayout" Target="/ppt/slideLayouts/slideLayout5.xml" Id="R2378da32fae345ac" /><Relationship Type="http://schemas.openxmlformats.org/officeDocument/2006/relationships/slideLayout" Target="/ppt/slideLayouts/slideLayout6.xml" Id="R2d4b4d5943524542" /><Relationship Type="http://schemas.openxmlformats.org/officeDocument/2006/relationships/slideLayout" Target="/ppt/slideLayouts/slideLayout7.xml" Id="R6b37043697724660" /><Relationship Type="http://schemas.openxmlformats.org/officeDocument/2006/relationships/slideLayout" Target="/ppt/slideLayouts/slideLayout8.xml" Id="Rac18ed7cc23a43be" /><Relationship Type="http://schemas.openxmlformats.org/officeDocument/2006/relationships/slideLayout" Target="/ppt/slideLayouts/slideLayout9.xml" Id="Ra058937ce2314286" /><Relationship Type="http://schemas.openxmlformats.org/officeDocument/2006/relationships/slideLayout" Target="/ppt/slideLayouts/slideLayout10.xml" Id="R8a8a6993a22749bc" /><Relationship Type="http://schemas.openxmlformats.org/officeDocument/2006/relationships/slideLayout" Target="/ppt/slideLayouts/slideLayout11.xml" Id="R0124b09f64904dbc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0637fba2edd4fd6"/>
    <p:sldLayoutId xmlns:r="http://schemas.openxmlformats.org/officeDocument/2006/relationships" id="2147483650" r:id="R409fd0a7e7704ff7"/>
    <p:sldLayoutId xmlns:r="http://schemas.openxmlformats.org/officeDocument/2006/relationships" id="2147483651" r:id="Rd9744784a7604327"/>
    <p:sldLayoutId xmlns:r="http://schemas.openxmlformats.org/officeDocument/2006/relationships" id="2147483652" r:id="R432d5391b3e3455f"/>
    <p:sldLayoutId xmlns:r="http://schemas.openxmlformats.org/officeDocument/2006/relationships" id="2147483653" r:id="R2378da32fae345ac"/>
    <p:sldLayoutId xmlns:r="http://schemas.openxmlformats.org/officeDocument/2006/relationships" id="2147483654" r:id="R2d4b4d5943524542"/>
    <p:sldLayoutId xmlns:r="http://schemas.openxmlformats.org/officeDocument/2006/relationships" id="2147483655" r:id="R6b37043697724660"/>
    <p:sldLayoutId xmlns:r="http://schemas.openxmlformats.org/officeDocument/2006/relationships" id="2147483656" r:id="Rac18ed7cc23a43be"/>
    <p:sldLayoutId xmlns:r="http://schemas.openxmlformats.org/officeDocument/2006/relationships" id="2147483657" r:id="Ra058937ce2314286"/>
    <p:sldLayoutId xmlns:r="http://schemas.openxmlformats.org/officeDocument/2006/relationships" id="2147483658" r:id="R8a8a6993a22749bc"/>
    <p:sldLayoutId xmlns:r="http://schemas.openxmlformats.org/officeDocument/2006/relationships" id="2147483659" r:id="R0124b09f64904dbc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230a4292724e63" /><Relationship Type="http://schemas.openxmlformats.org/officeDocument/2006/relationships/notesSlide" Target="/ppt/notesSlides/notesSlide1.xml" Id="R27145bc4611d480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264156d5f424e6b" /><Relationship Type="http://schemas.openxmlformats.org/officeDocument/2006/relationships/notesSlide" Target="/ppt/notesSlides/notesSlide2.xml" Id="R58907a4b7e114c8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e3fd6c6e01442e4" /><Relationship Type="http://schemas.openxmlformats.org/officeDocument/2006/relationships/notesSlide" Target="/ppt/notesSlides/notesSlide3.xml" Id="R542275539be043a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17a73f0aa0b4338" /><Relationship Type="http://schemas.openxmlformats.org/officeDocument/2006/relationships/notesSlide" Target="/ppt/notesSlides/notesSlide4.xml" Id="R9bde2d5ff11f4cc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04908327d224c11" /><Relationship Type="http://schemas.openxmlformats.org/officeDocument/2006/relationships/notesSlide" Target="/ppt/notesSlides/notesSlide5.xml" Id="R6b132f1b265e4ff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3990eb56e75489d" /><Relationship Type="http://schemas.openxmlformats.org/officeDocument/2006/relationships/notesSlide" Target="/ppt/notesSlides/notesSlide6.xml" Id="Rfb7715ca9545493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b850a9524b44f4e" /><Relationship Type="http://schemas.openxmlformats.org/officeDocument/2006/relationships/notesSlide" Target="/ppt/notesSlides/notesSlide7.xml" Id="Ra2d2a5d718d7484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f76802c27cc43c9" /><Relationship Type="http://schemas.openxmlformats.org/officeDocument/2006/relationships/notesSlide" Target="/ppt/notesSlides/notesSlide8.xml" Id="R1c4c9098dfcb47f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ba22ac6f69b4cbc" /><Relationship Type="http://schemas.openxmlformats.org/officeDocument/2006/relationships/notesSlide" Target="/ppt/notesSlides/notesSlide9.xml" Id="Ra4fa4bac652f469a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Counted Loops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08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number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"Which times table?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6):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(number,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"x"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count,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"="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number * count)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4208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number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"Which times table?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6):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(number,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"x"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count,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"="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number * count)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4208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number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"Which times table?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6):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(number,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"x"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count,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"="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number * count)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does range(1, 6) stop after 5 instead of displaying 6?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If you enter 4, what are the first and last multiplication lines displayed?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Why is the multiplication line inside the loop rather than after it?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If range starts at 0 instead of 1, what first multiplication line appears, and why is that usually not wanted in this times table?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number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"Which times table?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6):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(number,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"x"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count,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"="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number * count)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also asks how many lines to show and stores the whole number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lines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Use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lines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in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so the table runs from 1 up to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lines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table 4 with 10 lines ends with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"4 x 10 = 40"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number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"Which times table?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6):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(number,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"x"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count,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"="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number * count)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Extend the example so it asks for a starting multiplier and stores it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start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Change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so it displays five lines beginning at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start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table 3 starting at 4 displays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"3 x 4 = 12"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"3 x 8 = 24"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number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"Which times table?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6):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(number,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"x"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count,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"="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number * count)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savings planner. Ask for a starting amount and a weekly saving as whole numbers, and store the starting amount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total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Use a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and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add the saving to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total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each week and display it, such as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"Week 1 total: 15"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Show weeks 1 to 4.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number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"Which times table?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6):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(number,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"x"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count,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"="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number * count)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number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"Which times table?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6):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(number,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"x"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step,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"="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number * step)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2026-09-28T06:16:57.7310000Z</dcterms:created>
  <dcterms:modified xsi:type="dcterms:W3CDTF">2026-09-28T06:16:57.7310000Z</dcterms:modified>
</coreProperties>
</file>