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73d2984f74e8e" /><Relationship Type="http://schemas.openxmlformats.org/officeDocument/2006/relationships/extended-properties" Target="/docProps/app.xml" Id="Rd9e89b6c22864dc8" /><Relationship Type="http://schemas.openxmlformats.org/officeDocument/2006/relationships/officeDocument" Target="/ppt/presentation.xml" Id="R494ecf8279d74b9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fac9019b78847ff"/>
  </p:sldMasterIdLst>
  <p:notesMasterIdLst>
    <p:notesMasterId xmlns:r="http://schemas.openxmlformats.org/officeDocument/2006/relationships" r:id="Rda3b792c09574f2c"/>
  </p:notesMasterIdLst>
  <p:sldIdLst>
    <p:sldId xmlns:r="http://schemas.openxmlformats.org/officeDocument/2006/relationships" id="256" r:id="Rd40558d2821f40be"/>
    <p:sldId xmlns:r="http://schemas.openxmlformats.org/officeDocument/2006/relationships" id="257" r:id="Re367a830824f40f3"/>
    <p:sldId xmlns:r="http://schemas.openxmlformats.org/officeDocument/2006/relationships" id="258" r:id="R045eb1b94c8c421f"/>
    <p:sldId xmlns:r="http://schemas.openxmlformats.org/officeDocument/2006/relationships" id="259" r:id="R73131abc52874430"/>
    <p:sldId xmlns:r="http://schemas.openxmlformats.org/officeDocument/2006/relationships" id="260" r:id="R83310e3e234f4acd"/>
    <p:sldId xmlns:r="http://schemas.openxmlformats.org/officeDocument/2006/relationships" id="261" r:id="R80c0a26c55c04aa8"/>
    <p:sldId xmlns:r="http://schemas.openxmlformats.org/officeDocument/2006/relationships" id="262" r:id="R7a8a851e11ee4874"/>
    <p:sldId xmlns:r="http://schemas.openxmlformats.org/officeDocument/2006/relationships" id="263" r:id="R5151ea2ab36c41c3"/>
    <p:sldId xmlns:r="http://schemas.openxmlformats.org/officeDocument/2006/relationships" id="264" r:id="Rb949e3095ecf4db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294c18af080c4e2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6a48855e647a8" /><Relationship Type="http://schemas.openxmlformats.org/officeDocument/2006/relationships/slideMaster" Target="/ppt/slideMasters/slideMaster1.xml" Id="R4fac9019b78847ff" /><Relationship Type="http://schemas.openxmlformats.org/officeDocument/2006/relationships/notesMaster" Target="/ppt/notesMasters/notesMaster1.xml" Id="Rda3b792c09574f2c" /><Relationship Type="http://schemas.openxmlformats.org/officeDocument/2006/relationships/presProps" Target="/ppt/presProps.xml" Id="Re33552fd0cbd4b80" /><Relationship Type="http://schemas.openxmlformats.org/officeDocument/2006/relationships/viewProps" Target="/ppt/viewProps.xml" Id="Rc6700ac97a924d8e" /><Relationship Type="http://schemas.openxmlformats.org/officeDocument/2006/relationships/tableStyles" Target="/ppt/tableStyles.xml" Id="R2451865a5b07408f" /><Relationship Type="http://schemas.openxmlformats.org/officeDocument/2006/relationships/font" Target="/ppt/fonts/font.dat" Id="R294c18af080c4e2a" /><Relationship Type="http://schemas.openxmlformats.org/officeDocument/2006/relationships/slide" Target="/ppt/slides/slide1.xml" Id="Rd40558d2821f40be" /><Relationship Type="http://schemas.openxmlformats.org/officeDocument/2006/relationships/slide" Target="/ppt/slides/slide2.xml" Id="Re367a830824f40f3" /><Relationship Type="http://schemas.openxmlformats.org/officeDocument/2006/relationships/slide" Target="/ppt/slides/slide3.xml" Id="R045eb1b94c8c421f" /><Relationship Type="http://schemas.openxmlformats.org/officeDocument/2006/relationships/slide" Target="/ppt/slides/slide4.xml" Id="R73131abc52874430" /><Relationship Type="http://schemas.openxmlformats.org/officeDocument/2006/relationships/slide" Target="/ppt/slides/slide5.xml" Id="R83310e3e234f4acd" /><Relationship Type="http://schemas.openxmlformats.org/officeDocument/2006/relationships/slide" Target="/ppt/slides/slide6.xml" Id="R80c0a26c55c04aa8" /><Relationship Type="http://schemas.openxmlformats.org/officeDocument/2006/relationships/slide" Target="/ppt/slides/slide7.xml" Id="R7a8a851e11ee4874" /><Relationship Type="http://schemas.openxmlformats.org/officeDocument/2006/relationships/slide" Target="/ppt/slides/slide8.xml" Id="R5151ea2ab36c41c3" /><Relationship Type="http://schemas.openxmlformats.org/officeDocument/2006/relationships/slide" Target="/ppt/slides/slide9.xml" Id="Rb949e3095ecf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7494368956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90e4e1d6f94352" /><Relationship Type="http://schemas.openxmlformats.org/officeDocument/2006/relationships/notesMaster" Target="/ppt/notesMasters/notesMaster1.xml" Id="R784e2b481f7d4d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5ed802994f42b5" /><Relationship Type="http://schemas.openxmlformats.org/officeDocument/2006/relationships/notesMaster" Target="/ppt/notesMasters/notesMaster1.xml" Id="R6c703004b41f41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e03309571d439a" /><Relationship Type="http://schemas.openxmlformats.org/officeDocument/2006/relationships/notesMaster" Target="/ppt/notesMasters/notesMaster1.xml" Id="R9829c12aeb99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d03fbcab14260" /><Relationship Type="http://schemas.openxmlformats.org/officeDocument/2006/relationships/notesMaster" Target="/ppt/notesMasters/notesMaster1.xml" Id="R39324834730043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08b90100d14fa8" /><Relationship Type="http://schemas.openxmlformats.org/officeDocument/2006/relationships/notesMaster" Target="/ppt/notesMasters/notesMaster1.xml" Id="R726f75081b634d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e3e554af7d4ed7" /><Relationship Type="http://schemas.openxmlformats.org/officeDocument/2006/relationships/notesMaster" Target="/ppt/notesMasters/notesMaster1.xml" Id="R24dc22a045a340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9c851a16ca425a" /><Relationship Type="http://schemas.openxmlformats.org/officeDocument/2006/relationships/notesMaster" Target="/ppt/notesMasters/notesMaster1.xml" Id="Rdc291dc3ce4c4e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863911fc474b31" /><Relationship Type="http://schemas.openxmlformats.org/officeDocument/2006/relationships/notesMaster" Target="/ppt/notesMasters/notesMaster1.xml" Id="R2eea1d710e234b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d79cc2ee114c42" /><Relationship Type="http://schemas.openxmlformats.org/officeDocument/2006/relationships/notesMaster" Target="/ppt/notesMasters/notesMaster1.xml" Id="R804a1c3558bf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2787107744855" /><Relationship Type="http://schemas.openxmlformats.org/officeDocument/2006/relationships/image" Target="/ppt/media/image.png" Id="Ra59916810c754e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c3621d8ff42db" /><Relationship Type="http://schemas.openxmlformats.org/officeDocument/2006/relationships/image" Target="/ppt/media/image.png" Id="R888d669baf534b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3355f64ba418f" /><Relationship Type="http://schemas.openxmlformats.org/officeDocument/2006/relationships/image" Target="/ppt/media/image.png" Id="Rfc22176018c84a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4f70c85f84706" /><Relationship Type="http://schemas.openxmlformats.org/officeDocument/2006/relationships/image" Target="/ppt/media/image.png" Id="Ra1fa088cf98740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54e7b91974540" /><Relationship Type="http://schemas.openxmlformats.org/officeDocument/2006/relationships/image" Target="/ppt/media/image.png" Id="R03d363074b0a49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42487903b40b1" /><Relationship Type="http://schemas.openxmlformats.org/officeDocument/2006/relationships/image" Target="/ppt/media/image.png" Id="Rfac1638cdabf45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451a7c5b9462f" /><Relationship Type="http://schemas.openxmlformats.org/officeDocument/2006/relationships/image" Target="/ppt/media/image.png" Id="R4f587a7a70fe4e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4a8e0de6c4118" /><Relationship Type="http://schemas.openxmlformats.org/officeDocument/2006/relationships/image" Target="/ppt/media/image.png" Id="R26de8a4724154d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235648ee349f7" /><Relationship Type="http://schemas.openxmlformats.org/officeDocument/2006/relationships/image" Target="/ppt/media/image.png" Id="R8c5c84af768841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2adae90674085" /><Relationship Type="http://schemas.openxmlformats.org/officeDocument/2006/relationships/image" Target="/ppt/media/image.png" Id="Rdbc5f72aac2648e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9dd2efcc14f79" /><Relationship Type="http://schemas.openxmlformats.org/officeDocument/2006/relationships/image" Target="/ppt/media/image.png" Id="R147b54c8b69b4c0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9916810c754eab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8d669baf534ba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22176018c84af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fa088cf98740f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d363074b0a499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c1638cdabf456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587a7a70fe4ea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de8a4724154d0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5c84af7688410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c5f72aac2648e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7b54c8b69b4c0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cb6ec23504843" /><Relationship Type="http://schemas.openxmlformats.org/officeDocument/2006/relationships/slideLayout" Target="/ppt/slideLayouts/slideLayout1.xml" Id="R9ab3850f7f6d4b9d" /><Relationship Type="http://schemas.openxmlformats.org/officeDocument/2006/relationships/slideLayout" Target="/ppt/slideLayouts/slideLayout2.xml" Id="R51c1f3981ad64e89" /><Relationship Type="http://schemas.openxmlformats.org/officeDocument/2006/relationships/slideLayout" Target="/ppt/slideLayouts/slideLayout3.xml" Id="Rc2e83e61fbb241cf" /><Relationship Type="http://schemas.openxmlformats.org/officeDocument/2006/relationships/slideLayout" Target="/ppt/slideLayouts/slideLayout4.xml" Id="Ra0b21e8fef53441a" /><Relationship Type="http://schemas.openxmlformats.org/officeDocument/2006/relationships/slideLayout" Target="/ppt/slideLayouts/slideLayout5.xml" Id="Ra0712c48793f424b" /><Relationship Type="http://schemas.openxmlformats.org/officeDocument/2006/relationships/slideLayout" Target="/ppt/slideLayouts/slideLayout6.xml" Id="R99c7de78caf04406" /><Relationship Type="http://schemas.openxmlformats.org/officeDocument/2006/relationships/slideLayout" Target="/ppt/slideLayouts/slideLayout7.xml" Id="Rdf091a9737b0460f" /><Relationship Type="http://schemas.openxmlformats.org/officeDocument/2006/relationships/slideLayout" Target="/ppt/slideLayouts/slideLayout8.xml" Id="R03f173d8f4f449b7" /><Relationship Type="http://schemas.openxmlformats.org/officeDocument/2006/relationships/slideLayout" Target="/ppt/slideLayouts/slideLayout9.xml" Id="R446343c237624c82" /><Relationship Type="http://schemas.openxmlformats.org/officeDocument/2006/relationships/slideLayout" Target="/ppt/slideLayouts/slideLayout10.xml" Id="R2da6c15705b64328" /><Relationship Type="http://schemas.openxmlformats.org/officeDocument/2006/relationships/slideLayout" Target="/ppt/slideLayouts/slideLayout11.xml" Id="Ra7b1da58a06e404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b3850f7f6d4b9d"/>
    <p:sldLayoutId xmlns:r="http://schemas.openxmlformats.org/officeDocument/2006/relationships" id="2147483650" r:id="R51c1f3981ad64e89"/>
    <p:sldLayoutId xmlns:r="http://schemas.openxmlformats.org/officeDocument/2006/relationships" id="2147483651" r:id="Rc2e83e61fbb241cf"/>
    <p:sldLayoutId xmlns:r="http://schemas.openxmlformats.org/officeDocument/2006/relationships" id="2147483652" r:id="Ra0b21e8fef53441a"/>
    <p:sldLayoutId xmlns:r="http://schemas.openxmlformats.org/officeDocument/2006/relationships" id="2147483653" r:id="Ra0712c48793f424b"/>
    <p:sldLayoutId xmlns:r="http://schemas.openxmlformats.org/officeDocument/2006/relationships" id="2147483654" r:id="R99c7de78caf04406"/>
    <p:sldLayoutId xmlns:r="http://schemas.openxmlformats.org/officeDocument/2006/relationships" id="2147483655" r:id="Rdf091a9737b0460f"/>
    <p:sldLayoutId xmlns:r="http://schemas.openxmlformats.org/officeDocument/2006/relationships" id="2147483656" r:id="R03f173d8f4f449b7"/>
    <p:sldLayoutId xmlns:r="http://schemas.openxmlformats.org/officeDocument/2006/relationships" id="2147483657" r:id="R446343c237624c82"/>
    <p:sldLayoutId xmlns:r="http://schemas.openxmlformats.org/officeDocument/2006/relationships" id="2147483658" r:id="R2da6c15705b64328"/>
    <p:sldLayoutId xmlns:r="http://schemas.openxmlformats.org/officeDocument/2006/relationships" id="2147483659" r:id="Ra7b1da58a06e404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8beedcb0c4b2d" /><Relationship Type="http://schemas.openxmlformats.org/officeDocument/2006/relationships/notesSlide" Target="/ppt/notesSlides/notesSlide1.xml" Id="R0d8a3bdcf66c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62074640e04b35" /><Relationship Type="http://schemas.openxmlformats.org/officeDocument/2006/relationships/notesSlide" Target="/ppt/notesSlides/notesSlide2.xml" Id="R2f21345baabc4c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7a8f5599e145c3" /><Relationship Type="http://schemas.openxmlformats.org/officeDocument/2006/relationships/notesSlide" Target="/ppt/notesSlides/notesSlide3.xml" Id="R826e8df9dcae4c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0d58a79bf4ed6" /><Relationship Type="http://schemas.openxmlformats.org/officeDocument/2006/relationships/notesSlide" Target="/ppt/notesSlides/notesSlide4.xml" Id="Rf6906208392141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5c085404d4f3c" /><Relationship Type="http://schemas.openxmlformats.org/officeDocument/2006/relationships/notesSlide" Target="/ppt/notesSlides/notesSlide5.xml" Id="R90c91de4da1a40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4be898752d4b10" /><Relationship Type="http://schemas.openxmlformats.org/officeDocument/2006/relationships/notesSlide" Target="/ppt/notesSlides/notesSlide6.xml" Id="Rda1d05981fdf49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1739022e74430" /><Relationship Type="http://schemas.openxmlformats.org/officeDocument/2006/relationships/notesSlide" Target="/ppt/notesSlides/notesSlide7.xml" Id="Rf8b3d8c11d7945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71595f5e5c4af3" /><Relationship Type="http://schemas.openxmlformats.org/officeDocument/2006/relationships/notesSlide" Target="/ppt/notesSlides/notesSlide8.xml" Id="Rcc977a08a73d41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d90bf79774da0" /><Relationship Type="http://schemas.openxmlformats.org/officeDocument/2006/relationships/notesSlide" Target="/ppt/notesSlides/notesSlide9.xml" Id="R1f8c044af9d04d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Counted Loops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08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range(1, 6) stop after 5 instead of displaying 6?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4, what are the first and last multiplication lines displayed?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is the multiplication line inside the loop rather than after it?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range starts at 0 instead of 1, what first multiplication line appears, and why is that usually not wanted in this times table?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also asks how many lines to show and stores the whole number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lines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lines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so the table runs from 1 up to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lines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table 4 with 10 lines ends with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"4 x 10 = 40"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so it asks for a starting multiplier and stores it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start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Change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so it displays five lines beginning at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start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table 3 starting at 4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 x 4 = 12"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 x 8 = 24"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savings planner. Ask for a starting amount and a weekly saving as whole numbers, and store the starting amount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a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add the saving to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total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each week and display it, such as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"Week 1 total: 15"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Show weeks 1 to 4.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step,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step)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2026-09-28T08:26:00.0170000Z</dcterms:created>
  <dcterms:modified xsi:type="dcterms:W3CDTF">2026-09-28T08:26:00.0170000Z</dcterms:modified>
</coreProperties>
</file>