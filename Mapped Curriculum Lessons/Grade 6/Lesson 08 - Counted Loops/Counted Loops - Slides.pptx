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3a8bd5774642dc" /><Relationship Type="http://schemas.openxmlformats.org/officeDocument/2006/relationships/extended-properties" Target="/docProps/app.xml" Id="Ra467d26d53c44fd6" /><Relationship Type="http://schemas.openxmlformats.org/officeDocument/2006/relationships/officeDocument" Target="/ppt/presentation.xml" Id="R0c08fba0fe81438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7e68bc636584ffa"/>
  </p:sldMasterIdLst>
  <p:notesMasterIdLst>
    <p:notesMasterId xmlns:r="http://schemas.openxmlformats.org/officeDocument/2006/relationships" r:id="R070cc2316d4142d9"/>
  </p:notesMasterIdLst>
  <p:sldIdLst>
    <p:sldId xmlns:r="http://schemas.openxmlformats.org/officeDocument/2006/relationships" id="256" r:id="Re5f8cc66c03943d2"/>
    <p:sldId xmlns:r="http://schemas.openxmlformats.org/officeDocument/2006/relationships" id="257" r:id="Refcee637036d4525"/>
    <p:sldId xmlns:r="http://schemas.openxmlformats.org/officeDocument/2006/relationships" id="258" r:id="Rbf3b45e82e184f42"/>
    <p:sldId xmlns:r="http://schemas.openxmlformats.org/officeDocument/2006/relationships" id="259" r:id="R44afa5663e0d4f35"/>
    <p:sldId xmlns:r="http://schemas.openxmlformats.org/officeDocument/2006/relationships" id="260" r:id="Rd0e294ac99fe4c82"/>
    <p:sldId xmlns:r="http://schemas.openxmlformats.org/officeDocument/2006/relationships" id="261" r:id="Rdc08e578800a4bd3"/>
    <p:sldId xmlns:r="http://schemas.openxmlformats.org/officeDocument/2006/relationships" id="262" r:id="Rc42f163a0a6c43a3"/>
    <p:sldId xmlns:r="http://schemas.openxmlformats.org/officeDocument/2006/relationships" id="263" r:id="R98ee1c0f0d524e4f"/>
    <p:sldId xmlns:r="http://schemas.openxmlformats.org/officeDocument/2006/relationships" id="264" r:id="R1d23822c36ce466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38eeacfe1784df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d52aab4c91422f" /><Relationship Type="http://schemas.openxmlformats.org/officeDocument/2006/relationships/slideMaster" Target="/ppt/slideMasters/slideMaster1.xml" Id="R27e68bc636584ffa" /><Relationship Type="http://schemas.openxmlformats.org/officeDocument/2006/relationships/notesMaster" Target="/ppt/notesMasters/notesMaster1.xml" Id="R070cc2316d4142d9" /><Relationship Type="http://schemas.openxmlformats.org/officeDocument/2006/relationships/presProps" Target="/ppt/presProps.xml" Id="R6732c18c8d2249cd" /><Relationship Type="http://schemas.openxmlformats.org/officeDocument/2006/relationships/viewProps" Target="/ppt/viewProps.xml" Id="Rafea172fd13b48be" /><Relationship Type="http://schemas.openxmlformats.org/officeDocument/2006/relationships/tableStyles" Target="/ppt/tableStyles.xml" Id="R1f489756f3ba472c" /><Relationship Type="http://schemas.openxmlformats.org/officeDocument/2006/relationships/font" Target="/ppt/fonts/font.dat" Id="R338eeacfe1784df4" /><Relationship Type="http://schemas.openxmlformats.org/officeDocument/2006/relationships/slide" Target="/ppt/slides/slide1.xml" Id="Re5f8cc66c03943d2" /><Relationship Type="http://schemas.openxmlformats.org/officeDocument/2006/relationships/slide" Target="/ppt/slides/slide2.xml" Id="Refcee637036d4525" /><Relationship Type="http://schemas.openxmlformats.org/officeDocument/2006/relationships/slide" Target="/ppt/slides/slide3.xml" Id="Rbf3b45e82e184f42" /><Relationship Type="http://schemas.openxmlformats.org/officeDocument/2006/relationships/slide" Target="/ppt/slides/slide4.xml" Id="R44afa5663e0d4f35" /><Relationship Type="http://schemas.openxmlformats.org/officeDocument/2006/relationships/slide" Target="/ppt/slides/slide5.xml" Id="Rd0e294ac99fe4c82" /><Relationship Type="http://schemas.openxmlformats.org/officeDocument/2006/relationships/slide" Target="/ppt/slides/slide6.xml" Id="Rdc08e578800a4bd3" /><Relationship Type="http://schemas.openxmlformats.org/officeDocument/2006/relationships/slide" Target="/ppt/slides/slide7.xml" Id="Rc42f163a0a6c43a3" /><Relationship Type="http://schemas.openxmlformats.org/officeDocument/2006/relationships/slide" Target="/ppt/slides/slide8.xml" Id="R98ee1c0f0d524e4f" /><Relationship Type="http://schemas.openxmlformats.org/officeDocument/2006/relationships/slide" Target="/ppt/slides/slide9.xml" Id="R1d23822c36ce46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4f0c02aa6a41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75d03f64224f1a" /><Relationship Type="http://schemas.openxmlformats.org/officeDocument/2006/relationships/notesMaster" Target="/ppt/notesMasters/notesMaster1.xml" Id="R26ebf9f4381a43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0730a1e5bd46b7" /><Relationship Type="http://schemas.openxmlformats.org/officeDocument/2006/relationships/notesMaster" Target="/ppt/notesMasters/notesMaster1.xml" Id="R159dc58e61fd4b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553b19915f4747" /><Relationship Type="http://schemas.openxmlformats.org/officeDocument/2006/relationships/notesMaster" Target="/ppt/notesMasters/notesMaster1.xml" Id="R1920a7e344324d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e746a6d67840c7" /><Relationship Type="http://schemas.openxmlformats.org/officeDocument/2006/relationships/notesMaster" Target="/ppt/notesMasters/notesMaster1.xml" Id="Rb321c35159864b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ddbe5db38d4315" /><Relationship Type="http://schemas.openxmlformats.org/officeDocument/2006/relationships/notesMaster" Target="/ppt/notesMasters/notesMaster1.xml" Id="R5958abf97bdc45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e121469df74c2c" /><Relationship Type="http://schemas.openxmlformats.org/officeDocument/2006/relationships/notesMaster" Target="/ppt/notesMasters/notesMaster1.xml" Id="Rfc46fadea78148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ffa85203d24dd5" /><Relationship Type="http://schemas.openxmlformats.org/officeDocument/2006/relationships/notesMaster" Target="/ppt/notesMasters/notesMaster1.xml" Id="Redfe595519f741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bf7035663e54157" /><Relationship Type="http://schemas.openxmlformats.org/officeDocument/2006/relationships/notesMaster" Target="/ppt/notesMasters/notesMaster1.xml" Id="Re7e7abebc9344a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7d339798fd49cd" /><Relationship Type="http://schemas.openxmlformats.org/officeDocument/2006/relationships/notesMaster" Target="/ppt/notesMasters/notesMaster1.xml" Id="R0dada4ff679e40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99ddbd20334731" /><Relationship Type="http://schemas.openxmlformats.org/officeDocument/2006/relationships/image" Target="/ppt/media/image.png" Id="R80cbdca53b764c7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f60c668d3e45c5" /><Relationship Type="http://schemas.openxmlformats.org/officeDocument/2006/relationships/image" Target="/ppt/media/image.png" Id="Rbd1d9267879d42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145da792d0457a" /><Relationship Type="http://schemas.openxmlformats.org/officeDocument/2006/relationships/image" Target="/ppt/media/image.png" Id="Re403a1a6cacb448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12032bfd0549e1" /><Relationship Type="http://schemas.openxmlformats.org/officeDocument/2006/relationships/image" Target="/ppt/media/image.png" Id="Rc1e0cf80e1324ff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22d1f46264e28" /><Relationship Type="http://schemas.openxmlformats.org/officeDocument/2006/relationships/image" Target="/ppt/media/image.png" Id="R058c87e32a92460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a8463f5c2f45be" /><Relationship Type="http://schemas.openxmlformats.org/officeDocument/2006/relationships/image" Target="/ppt/media/image.png" Id="R3bd786349a73471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c74200b9f34291" /><Relationship Type="http://schemas.openxmlformats.org/officeDocument/2006/relationships/image" Target="/ppt/media/image.png" Id="R3c213a54ada945b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edb9d869c54f68" /><Relationship Type="http://schemas.openxmlformats.org/officeDocument/2006/relationships/image" Target="/ppt/media/image.png" Id="R74b18903c1e04f6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313fa678db49a4" /><Relationship Type="http://schemas.openxmlformats.org/officeDocument/2006/relationships/image" Target="/ppt/media/image.png" Id="R51ccb7aad681468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bd93bb44b34ff4" /><Relationship Type="http://schemas.openxmlformats.org/officeDocument/2006/relationships/image" Target="/ppt/media/image.png" Id="R21e32182d17141c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d2772cfd394ac4" /><Relationship Type="http://schemas.openxmlformats.org/officeDocument/2006/relationships/image" Target="/ppt/media/image.png" Id="Re138bd3aeee7492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cbdca53b764c7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1d9267879d42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03a1a6cacb44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e0cf80e1324f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8c87e32a92460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d786349a73471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213a54ada945b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b18903c1e04f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ccb7aad681468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e32182d17141c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38bd3aeee749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b901406dc34fe0" /><Relationship Type="http://schemas.openxmlformats.org/officeDocument/2006/relationships/slideLayout" Target="/ppt/slideLayouts/slideLayout1.xml" Id="Rede20f4d32ea463f" /><Relationship Type="http://schemas.openxmlformats.org/officeDocument/2006/relationships/slideLayout" Target="/ppt/slideLayouts/slideLayout2.xml" Id="R190a0aa3a7394aef" /><Relationship Type="http://schemas.openxmlformats.org/officeDocument/2006/relationships/slideLayout" Target="/ppt/slideLayouts/slideLayout3.xml" Id="R3f33fd8e18f440a4" /><Relationship Type="http://schemas.openxmlformats.org/officeDocument/2006/relationships/slideLayout" Target="/ppt/slideLayouts/slideLayout4.xml" Id="R9b3659f110da4b5e" /><Relationship Type="http://schemas.openxmlformats.org/officeDocument/2006/relationships/slideLayout" Target="/ppt/slideLayouts/slideLayout5.xml" Id="R2876900e0b2c42ef" /><Relationship Type="http://schemas.openxmlformats.org/officeDocument/2006/relationships/slideLayout" Target="/ppt/slideLayouts/slideLayout6.xml" Id="R531cfd0279354f12" /><Relationship Type="http://schemas.openxmlformats.org/officeDocument/2006/relationships/slideLayout" Target="/ppt/slideLayouts/slideLayout7.xml" Id="Rc1cc6bbadec64d94" /><Relationship Type="http://schemas.openxmlformats.org/officeDocument/2006/relationships/slideLayout" Target="/ppt/slideLayouts/slideLayout8.xml" Id="R0c9e2a1f551d427e" /><Relationship Type="http://schemas.openxmlformats.org/officeDocument/2006/relationships/slideLayout" Target="/ppt/slideLayouts/slideLayout9.xml" Id="Rd9bb57cc775342d2" /><Relationship Type="http://schemas.openxmlformats.org/officeDocument/2006/relationships/slideLayout" Target="/ppt/slideLayouts/slideLayout10.xml" Id="R739133b1c18c4e5d" /><Relationship Type="http://schemas.openxmlformats.org/officeDocument/2006/relationships/slideLayout" Target="/ppt/slideLayouts/slideLayout11.xml" Id="R643deaa3e2d9419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e20f4d32ea463f"/>
    <p:sldLayoutId xmlns:r="http://schemas.openxmlformats.org/officeDocument/2006/relationships" id="2147483650" r:id="R190a0aa3a7394aef"/>
    <p:sldLayoutId xmlns:r="http://schemas.openxmlformats.org/officeDocument/2006/relationships" id="2147483651" r:id="R3f33fd8e18f440a4"/>
    <p:sldLayoutId xmlns:r="http://schemas.openxmlformats.org/officeDocument/2006/relationships" id="2147483652" r:id="R9b3659f110da4b5e"/>
    <p:sldLayoutId xmlns:r="http://schemas.openxmlformats.org/officeDocument/2006/relationships" id="2147483653" r:id="R2876900e0b2c42ef"/>
    <p:sldLayoutId xmlns:r="http://schemas.openxmlformats.org/officeDocument/2006/relationships" id="2147483654" r:id="R531cfd0279354f12"/>
    <p:sldLayoutId xmlns:r="http://schemas.openxmlformats.org/officeDocument/2006/relationships" id="2147483655" r:id="Rc1cc6bbadec64d94"/>
    <p:sldLayoutId xmlns:r="http://schemas.openxmlformats.org/officeDocument/2006/relationships" id="2147483656" r:id="R0c9e2a1f551d427e"/>
    <p:sldLayoutId xmlns:r="http://schemas.openxmlformats.org/officeDocument/2006/relationships" id="2147483657" r:id="Rd9bb57cc775342d2"/>
    <p:sldLayoutId xmlns:r="http://schemas.openxmlformats.org/officeDocument/2006/relationships" id="2147483658" r:id="R739133b1c18c4e5d"/>
    <p:sldLayoutId xmlns:r="http://schemas.openxmlformats.org/officeDocument/2006/relationships" id="2147483659" r:id="R643deaa3e2d9419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6131caef54330" /><Relationship Type="http://schemas.openxmlformats.org/officeDocument/2006/relationships/notesSlide" Target="/ppt/notesSlides/notesSlide1.xml" Id="R5a7f151421f943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9901f6536b454f" /><Relationship Type="http://schemas.openxmlformats.org/officeDocument/2006/relationships/notesSlide" Target="/ppt/notesSlides/notesSlide2.xml" Id="R0e79b43f377d4a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2bcb08c8a44575" /><Relationship Type="http://schemas.openxmlformats.org/officeDocument/2006/relationships/notesSlide" Target="/ppt/notesSlides/notesSlide3.xml" Id="R2a2cdf08aef74b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933bfa6740464c" /><Relationship Type="http://schemas.openxmlformats.org/officeDocument/2006/relationships/notesSlide" Target="/ppt/notesSlides/notesSlide4.xml" Id="R14d942863f8a46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0f368014e04812" /><Relationship Type="http://schemas.openxmlformats.org/officeDocument/2006/relationships/notesSlide" Target="/ppt/notesSlides/notesSlide5.xml" Id="R5edfaca6c47c43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66a9a696764e04" /><Relationship Type="http://schemas.openxmlformats.org/officeDocument/2006/relationships/notesSlide" Target="/ppt/notesSlides/notesSlide6.xml" Id="R73d7d2913b0d4e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f556b77e0e433a" /><Relationship Type="http://schemas.openxmlformats.org/officeDocument/2006/relationships/notesSlide" Target="/ppt/notesSlides/notesSlide7.xml" Id="Rcc3d348629b24f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63de5179434efc" /><Relationship Type="http://schemas.openxmlformats.org/officeDocument/2006/relationships/notesSlide" Target="/ppt/notesSlides/notesSlide8.xml" Id="R04044e92076e4a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c859a3f1b04d7c" /><Relationship Type="http://schemas.openxmlformats.org/officeDocument/2006/relationships/notesSlide" Target="/ppt/notesSlides/notesSlide9.xml" Id="Rba4c08ca46044de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Counted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range(1, 6) stop after 5 instead of displaying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4, what are the first and last multiplication lines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multiplication line inside the loop rather than after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range starts at 0 instead of 1, what first multiplication line appears, and why is that usually not wanted in this times table?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[count] uses the numbers 1 through 10. For the input 4, the first line must be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"4 x 1 =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last line must be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"4 x 10 = 40"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which table line to start with and store the whole number in [start].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five lines beginning with [start]. For table 3 and start 4, display lines from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x 4 =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through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x 8 = 24"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three-line announcement. Ask for a short message, then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 [message]"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 [message]"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 [message]"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Try it with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count,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number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"Which times table?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6):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(number,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step,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"="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number * step)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2026-08-28T09:21:10.7350000Z</dcterms:created>
  <dcterms:modified xsi:type="dcterms:W3CDTF">2026-08-28T09:21:10.7360000Z</dcterms:modified>
</coreProperties>
</file>