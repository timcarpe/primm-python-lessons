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e7ece26e2b419f" /><Relationship Type="http://schemas.openxmlformats.org/officeDocument/2006/relationships/extended-properties" Target="/docProps/app.xml" Id="R06ebf87305d0414d" /><Relationship Type="http://schemas.openxmlformats.org/officeDocument/2006/relationships/officeDocument" Target="/ppt/presentation.xml" Id="R54e66b4696824cb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972c4b6bc4c4ac5"/>
  </p:sldMasterIdLst>
  <p:notesMasterIdLst>
    <p:notesMasterId xmlns:r="http://schemas.openxmlformats.org/officeDocument/2006/relationships" r:id="Rcbc36e861848406c"/>
  </p:notesMasterIdLst>
  <p:sldIdLst>
    <p:sldId xmlns:r="http://schemas.openxmlformats.org/officeDocument/2006/relationships" id="256" r:id="R847975cc7935417a"/>
    <p:sldId xmlns:r="http://schemas.openxmlformats.org/officeDocument/2006/relationships" id="257" r:id="Rcafb748c67534aa6"/>
    <p:sldId xmlns:r="http://schemas.openxmlformats.org/officeDocument/2006/relationships" id="258" r:id="Rf435d5814d4c4f49"/>
    <p:sldId xmlns:r="http://schemas.openxmlformats.org/officeDocument/2006/relationships" id="259" r:id="R5f53b2bacc524615"/>
    <p:sldId xmlns:r="http://schemas.openxmlformats.org/officeDocument/2006/relationships" id="260" r:id="Re13417187b764a9d"/>
    <p:sldId xmlns:r="http://schemas.openxmlformats.org/officeDocument/2006/relationships" id="261" r:id="Rf4739c8677e34fa8"/>
    <p:sldId xmlns:r="http://schemas.openxmlformats.org/officeDocument/2006/relationships" id="262" r:id="R8a8f6fa5b8bb44cb"/>
    <p:sldId xmlns:r="http://schemas.openxmlformats.org/officeDocument/2006/relationships" id="263" r:id="Rb237bdb9d66141ef"/>
    <p:sldId xmlns:r="http://schemas.openxmlformats.org/officeDocument/2006/relationships" id="264" r:id="R6a54f3c08aa74d1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aa365020407453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14549554044512" /><Relationship Type="http://schemas.openxmlformats.org/officeDocument/2006/relationships/slideMaster" Target="/ppt/slideMasters/slideMaster1.xml" Id="R0972c4b6bc4c4ac5" /><Relationship Type="http://schemas.openxmlformats.org/officeDocument/2006/relationships/notesMaster" Target="/ppt/notesMasters/notesMaster1.xml" Id="Rcbc36e861848406c" /><Relationship Type="http://schemas.openxmlformats.org/officeDocument/2006/relationships/presProps" Target="/ppt/presProps.xml" Id="Rcf743a87053e4ff2" /><Relationship Type="http://schemas.openxmlformats.org/officeDocument/2006/relationships/viewProps" Target="/ppt/viewProps.xml" Id="Rfe06199015174534" /><Relationship Type="http://schemas.openxmlformats.org/officeDocument/2006/relationships/tableStyles" Target="/ppt/tableStyles.xml" Id="R58f07475a9dd4062" /><Relationship Type="http://schemas.openxmlformats.org/officeDocument/2006/relationships/font" Target="/ppt/fonts/font.dat" Id="R8aa3650204074538" /><Relationship Type="http://schemas.openxmlformats.org/officeDocument/2006/relationships/slide" Target="/ppt/slides/slide1.xml" Id="R847975cc7935417a" /><Relationship Type="http://schemas.openxmlformats.org/officeDocument/2006/relationships/slide" Target="/ppt/slides/slide2.xml" Id="Rcafb748c67534aa6" /><Relationship Type="http://schemas.openxmlformats.org/officeDocument/2006/relationships/slide" Target="/ppt/slides/slide3.xml" Id="Rf435d5814d4c4f49" /><Relationship Type="http://schemas.openxmlformats.org/officeDocument/2006/relationships/slide" Target="/ppt/slides/slide4.xml" Id="R5f53b2bacc524615" /><Relationship Type="http://schemas.openxmlformats.org/officeDocument/2006/relationships/slide" Target="/ppt/slides/slide5.xml" Id="Re13417187b764a9d" /><Relationship Type="http://schemas.openxmlformats.org/officeDocument/2006/relationships/slide" Target="/ppt/slides/slide6.xml" Id="Rf4739c8677e34fa8" /><Relationship Type="http://schemas.openxmlformats.org/officeDocument/2006/relationships/slide" Target="/ppt/slides/slide7.xml" Id="R8a8f6fa5b8bb44cb" /><Relationship Type="http://schemas.openxmlformats.org/officeDocument/2006/relationships/slide" Target="/ppt/slides/slide8.xml" Id="Rb237bdb9d66141ef" /><Relationship Type="http://schemas.openxmlformats.org/officeDocument/2006/relationships/slide" Target="/ppt/slides/slide9.xml" Id="R6a54f3c08aa74d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e963d8ebc849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cfce97c94340a9" /><Relationship Type="http://schemas.openxmlformats.org/officeDocument/2006/relationships/notesMaster" Target="/ppt/notesMasters/notesMaster1.xml" Id="Re283660612ab45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763bb81091423b" /><Relationship Type="http://schemas.openxmlformats.org/officeDocument/2006/relationships/notesMaster" Target="/ppt/notesMasters/notesMaster1.xml" Id="Rc93f8346a6dd47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b16fa30f9e4589" /><Relationship Type="http://schemas.openxmlformats.org/officeDocument/2006/relationships/notesMaster" Target="/ppt/notesMasters/notesMaster1.xml" Id="R25649a95acba40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b81356822a4bb9" /><Relationship Type="http://schemas.openxmlformats.org/officeDocument/2006/relationships/notesMaster" Target="/ppt/notesMasters/notesMaster1.xml" Id="Rb45ee7bef5c449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422cff54f4471a" /><Relationship Type="http://schemas.openxmlformats.org/officeDocument/2006/relationships/notesMaster" Target="/ppt/notesMasters/notesMaster1.xml" Id="Rb1289bdd472448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74bd56c9d44cbb" /><Relationship Type="http://schemas.openxmlformats.org/officeDocument/2006/relationships/notesMaster" Target="/ppt/notesMasters/notesMaster1.xml" Id="R5cecfa86011c45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013833e28440df" /><Relationship Type="http://schemas.openxmlformats.org/officeDocument/2006/relationships/notesMaster" Target="/ppt/notesMasters/notesMaster1.xml" Id="Rf9fa1f9ec7834e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66595c0caa4736" /><Relationship Type="http://schemas.openxmlformats.org/officeDocument/2006/relationships/notesMaster" Target="/ppt/notesMasters/notesMaster1.xml" Id="R34ab41c7813249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4738f24c7049cc" /><Relationship Type="http://schemas.openxmlformats.org/officeDocument/2006/relationships/notesMaster" Target="/ppt/notesMasters/notesMaster1.xml" Id="Rc271c6f4edbe4a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3777cc7c334111" /><Relationship Type="http://schemas.openxmlformats.org/officeDocument/2006/relationships/image" Target="/ppt/media/image.png" Id="Rced53535568148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f3e3f0c55d4247" /><Relationship Type="http://schemas.openxmlformats.org/officeDocument/2006/relationships/image" Target="/ppt/media/image.png" Id="Ra76d459409fb46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3f1a3b7f644679" /><Relationship Type="http://schemas.openxmlformats.org/officeDocument/2006/relationships/image" Target="/ppt/media/image.png" Id="R4ae633f209514e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e72412253d4f60" /><Relationship Type="http://schemas.openxmlformats.org/officeDocument/2006/relationships/image" Target="/ppt/media/image.png" Id="R86e829afd7dc4a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2fe9494cd54cc2" /><Relationship Type="http://schemas.openxmlformats.org/officeDocument/2006/relationships/image" Target="/ppt/media/image.png" Id="R67331aa7c5d84f1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de57dded784827" /><Relationship Type="http://schemas.openxmlformats.org/officeDocument/2006/relationships/image" Target="/ppt/media/image.png" Id="R1eed3b63718543e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079579c0a48cc" /><Relationship Type="http://schemas.openxmlformats.org/officeDocument/2006/relationships/image" Target="/ppt/media/image.png" Id="R5af71a65e2cb428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49062b18f4112" /><Relationship Type="http://schemas.openxmlformats.org/officeDocument/2006/relationships/image" Target="/ppt/media/image.png" Id="Rf3b144848004445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6773bde5a467a" /><Relationship Type="http://schemas.openxmlformats.org/officeDocument/2006/relationships/image" Target="/ppt/media/image.png" Id="R82c027e6e9dc4ce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d5bf0354be4094" /><Relationship Type="http://schemas.openxmlformats.org/officeDocument/2006/relationships/image" Target="/ppt/media/image.png" Id="R6a61bab2fdb4433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b9ce1192145ac" /><Relationship Type="http://schemas.openxmlformats.org/officeDocument/2006/relationships/image" Target="/ppt/media/image.png" Id="R8b14cae6eb5b4c2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d53535568148c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6d459409fb46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e633f209514e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e829afd7dc4a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331aa7c5d84f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ed3b63718543e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f71a65e2cb42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b14484800444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c027e6e9dc4c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61bab2fdb443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14cae6eb5b4c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413c2b8184467e" /><Relationship Type="http://schemas.openxmlformats.org/officeDocument/2006/relationships/slideLayout" Target="/ppt/slideLayouts/slideLayout1.xml" Id="R6c3137c085b1482f" /><Relationship Type="http://schemas.openxmlformats.org/officeDocument/2006/relationships/slideLayout" Target="/ppt/slideLayouts/slideLayout2.xml" Id="R6e5c6261582f4fa1" /><Relationship Type="http://schemas.openxmlformats.org/officeDocument/2006/relationships/slideLayout" Target="/ppt/slideLayouts/slideLayout3.xml" Id="R6ac53f2caef24704" /><Relationship Type="http://schemas.openxmlformats.org/officeDocument/2006/relationships/slideLayout" Target="/ppt/slideLayouts/slideLayout4.xml" Id="R9bdedbb53d2c406c" /><Relationship Type="http://schemas.openxmlformats.org/officeDocument/2006/relationships/slideLayout" Target="/ppt/slideLayouts/slideLayout5.xml" Id="Rdc78bbe0f5dd400b" /><Relationship Type="http://schemas.openxmlformats.org/officeDocument/2006/relationships/slideLayout" Target="/ppt/slideLayouts/slideLayout6.xml" Id="Rf3f627cfcb3e4ec1" /><Relationship Type="http://schemas.openxmlformats.org/officeDocument/2006/relationships/slideLayout" Target="/ppt/slideLayouts/slideLayout7.xml" Id="R01fe4a410e7c4665" /><Relationship Type="http://schemas.openxmlformats.org/officeDocument/2006/relationships/slideLayout" Target="/ppt/slideLayouts/slideLayout8.xml" Id="R58cb3e3871b04bdc" /><Relationship Type="http://schemas.openxmlformats.org/officeDocument/2006/relationships/slideLayout" Target="/ppt/slideLayouts/slideLayout9.xml" Id="R4bb644f79c7f40fc" /><Relationship Type="http://schemas.openxmlformats.org/officeDocument/2006/relationships/slideLayout" Target="/ppt/slideLayouts/slideLayout10.xml" Id="R05231d3aa748467f" /><Relationship Type="http://schemas.openxmlformats.org/officeDocument/2006/relationships/slideLayout" Target="/ppt/slideLayouts/slideLayout11.xml" Id="R5a0c6daea3ec4d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3137c085b1482f"/>
    <p:sldLayoutId xmlns:r="http://schemas.openxmlformats.org/officeDocument/2006/relationships" id="2147483650" r:id="R6e5c6261582f4fa1"/>
    <p:sldLayoutId xmlns:r="http://schemas.openxmlformats.org/officeDocument/2006/relationships" id="2147483651" r:id="R6ac53f2caef24704"/>
    <p:sldLayoutId xmlns:r="http://schemas.openxmlformats.org/officeDocument/2006/relationships" id="2147483652" r:id="R9bdedbb53d2c406c"/>
    <p:sldLayoutId xmlns:r="http://schemas.openxmlformats.org/officeDocument/2006/relationships" id="2147483653" r:id="Rdc78bbe0f5dd400b"/>
    <p:sldLayoutId xmlns:r="http://schemas.openxmlformats.org/officeDocument/2006/relationships" id="2147483654" r:id="Rf3f627cfcb3e4ec1"/>
    <p:sldLayoutId xmlns:r="http://schemas.openxmlformats.org/officeDocument/2006/relationships" id="2147483655" r:id="R01fe4a410e7c4665"/>
    <p:sldLayoutId xmlns:r="http://schemas.openxmlformats.org/officeDocument/2006/relationships" id="2147483656" r:id="R58cb3e3871b04bdc"/>
    <p:sldLayoutId xmlns:r="http://schemas.openxmlformats.org/officeDocument/2006/relationships" id="2147483657" r:id="R4bb644f79c7f40fc"/>
    <p:sldLayoutId xmlns:r="http://schemas.openxmlformats.org/officeDocument/2006/relationships" id="2147483658" r:id="R05231d3aa748467f"/>
    <p:sldLayoutId xmlns:r="http://schemas.openxmlformats.org/officeDocument/2006/relationships" id="2147483659" r:id="R5a0c6daea3ec4d3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53b7c7bb44e76" /><Relationship Type="http://schemas.openxmlformats.org/officeDocument/2006/relationships/notesSlide" Target="/ppt/notesSlides/notesSlide1.xml" Id="R603e1529b5fe48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42f67360524bf7" /><Relationship Type="http://schemas.openxmlformats.org/officeDocument/2006/relationships/notesSlide" Target="/ppt/notesSlides/notesSlide2.xml" Id="Rd7e342ed43ba43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e8f1ed79304d82" /><Relationship Type="http://schemas.openxmlformats.org/officeDocument/2006/relationships/notesSlide" Target="/ppt/notesSlides/notesSlide3.xml" Id="Rb6708d2448cd4e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9dd529dbcf4a6a" /><Relationship Type="http://schemas.openxmlformats.org/officeDocument/2006/relationships/notesSlide" Target="/ppt/notesSlides/notesSlide4.xml" Id="Rc1cf112003724d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9c24fd13784cee" /><Relationship Type="http://schemas.openxmlformats.org/officeDocument/2006/relationships/notesSlide" Target="/ppt/notesSlides/notesSlide5.xml" Id="Rc0f64ec5abe045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4df54259da4bb3" /><Relationship Type="http://schemas.openxmlformats.org/officeDocument/2006/relationships/notesSlide" Target="/ppt/notesSlides/notesSlide6.xml" Id="R03674d09f37247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0e59ab99c747e1" /><Relationship Type="http://schemas.openxmlformats.org/officeDocument/2006/relationships/notesSlide" Target="/ppt/notesSlides/notesSlide7.xml" Id="R41379c9c503d40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c3647bd720480e" /><Relationship Type="http://schemas.openxmlformats.org/officeDocument/2006/relationships/notesSlide" Target="/ppt/notesSlides/notesSlide8.xml" Id="R06d5509731c145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36b23f8513476f" /><Relationship Type="http://schemas.openxmlformats.org/officeDocument/2006/relationships/notesSlide" Target="/ppt/notesSlides/notesSlide9.xml" Id="Rc1cd3f6d55bb4da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how many lines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table runs from 1 up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lines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4 with 10 lines ends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 x 10 = 40"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starting multiplier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five lines beginning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start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table 3 starting at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4 =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8 = 24"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savings planner. Ask for a starting amount and a weekly saving as whole numbers, and store the starting amount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the saving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each week and display it,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"Week 1 total: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Show weeks 1 to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2026-09-29T02:04:23.6480000Z</dcterms:created>
  <dcterms:modified xsi:type="dcterms:W3CDTF">2026-09-29T02:04:23.6480000Z</dcterms:modified>
</coreProperties>
</file>