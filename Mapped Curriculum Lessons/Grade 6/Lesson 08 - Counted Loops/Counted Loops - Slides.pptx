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8107b86cf34516" /><Relationship Type="http://schemas.openxmlformats.org/officeDocument/2006/relationships/extended-properties" Target="/docProps/app.xml" Id="Rbf6028f5482c41ab" /><Relationship Type="http://schemas.openxmlformats.org/officeDocument/2006/relationships/officeDocument" Target="/ppt/presentation.xml" Id="R482c7a44474540aa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98987c4e8864f46"/>
  </p:sldMasterIdLst>
  <p:notesMasterIdLst>
    <p:notesMasterId xmlns:r="http://schemas.openxmlformats.org/officeDocument/2006/relationships" r:id="R7e09efc3aa994dfe"/>
  </p:notesMasterIdLst>
  <p:sldIdLst>
    <p:sldId xmlns:r="http://schemas.openxmlformats.org/officeDocument/2006/relationships" id="256" r:id="Rf0ebdfaeb2f44405"/>
    <p:sldId xmlns:r="http://schemas.openxmlformats.org/officeDocument/2006/relationships" id="257" r:id="R077deea081104df5"/>
    <p:sldId xmlns:r="http://schemas.openxmlformats.org/officeDocument/2006/relationships" id="258" r:id="Rcf17384ed82341d4"/>
    <p:sldId xmlns:r="http://schemas.openxmlformats.org/officeDocument/2006/relationships" id="259" r:id="R1943f7e224244554"/>
    <p:sldId xmlns:r="http://schemas.openxmlformats.org/officeDocument/2006/relationships" id="260" r:id="Rbc29d9d707044da7"/>
    <p:sldId xmlns:r="http://schemas.openxmlformats.org/officeDocument/2006/relationships" id="261" r:id="R5f0a344fef74476a"/>
    <p:sldId xmlns:r="http://schemas.openxmlformats.org/officeDocument/2006/relationships" id="262" r:id="Rf467251257c045d9"/>
    <p:sldId xmlns:r="http://schemas.openxmlformats.org/officeDocument/2006/relationships" id="263" r:id="Rbf607dbca24d4b6d"/>
    <p:sldId xmlns:r="http://schemas.openxmlformats.org/officeDocument/2006/relationships" id="264" r:id="R40e5ae8748124dc3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bcf92b8bde474b8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d4278e3c8a4074" /><Relationship Type="http://schemas.openxmlformats.org/officeDocument/2006/relationships/slideMaster" Target="/ppt/slideMasters/slideMaster1.xml" Id="R698987c4e8864f46" /><Relationship Type="http://schemas.openxmlformats.org/officeDocument/2006/relationships/notesMaster" Target="/ppt/notesMasters/notesMaster1.xml" Id="R7e09efc3aa994dfe" /><Relationship Type="http://schemas.openxmlformats.org/officeDocument/2006/relationships/presProps" Target="/ppt/presProps.xml" Id="R17ef7c2eacf74477" /><Relationship Type="http://schemas.openxmlformats.org/officeDocument/2006/relationships/viewProps" Target="/ppt/viewProps.xml" Id="R0dcc3161aebb4430" /><Relationship Type="http://schemas.openxmlformats.org/officeDocument/2006/relationships/tableStyles" Target="/ppt/tableStyles.xml" Id="Rdb3fb96f5ed34933" /><Relationship Type="http://schemas.openxmlformats.org/officeDocument/2006/relationships/font" Target="/ppt/fonts/font.dat" Id="Rbcf92b8bde474b86" /><Relationship Type="http://schemas.openxmlformats.org/officeDocument/2006/relationships/slide" Target="/ppt/slides/slide1.xml" Id="Rf0ebdfaeb2f44405" /><Relationship Type="http://schemas.openxmlformats.org/officeDocument/2006/relationships/slide" Target="/ppt/slides/slide2.xml" Id="R077deea081104df5" /><Relationship Type="http://schemas.openxmlformats.org/officeDocument/2006/relationships/slide" Target="/ppt/slides/slide3.xml" Id="Rcf17384ed82341d4" /><Relationship Type="http://schemas.openxmlformats.org/officeDocument/2006/relationships/slide" Target="/ppt/slides/slide4.xml" Id="R1943f7e224244554" /><Relationship Type="http://schemas.openxmlformats.org/officeDocument/2006/relationships/slide" Target="/ppt/slides/slide5.xml" Id="Rbc29d9d707044da7" /><Relationship Type="http://schemas.openxmlformats.org/officeDocument/2006/relationships/slide" Target="/ppt/slides/slide6.xml" Id="R5f0a344fef74476a" /><Relationship Type="http://schemas.openxmlformats.org/officeDocument/2006/relationships/slide" Target="/ppt/slides/slide7.xml" Id="Rf467251257c045d9" /><Relationship Type="http://schemas.openxmlformats.org/officeDocument/2006/relationships/slide" Target="/ppt/slides/slide8.xml" Id="Rbf607dbca24d4b6d" /><Relationship Type="http://schemas.openxmlformats.org/officeDocument/2006/relationships/slide" Target="/ppt/slides/slide9.xml" Id="R40e5ae8748124d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ffa35b148244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b467df721f4a2c" /><Relationship Type="http://schemas.openxmlformats.org/officeDocument/2006/relationships/notesMaster" Target="/ppt/notesMasters/notesMaster1.xml" Id="R0d0c3589a83e41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c6c1e8c31e4ce7" /><Relationship Type="http://schemas.openxmlformats.org/officeDocument/2006/relationships/notesMaster" Target="/ppt/notesMasters/notesMaster1.xml" Id="R45f341b9fa734d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ced924073e4fe4" /><Relationship Type="http://schemas.openxmlformats.org/officeDocument/2006/relationships/notesMaster" Target="/ppt/notesMasters/notesMaster1.xml" Id="Ra953cc96059246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92f4b0f4a446c4" /><Relationship Type="http://schemas.openxmlformats.org/officeDocument/2006/relationships/notesMaster" Target="/ppt/notesMasters/notesMaster1.xml" Id="R766243bb2a2b44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bed629657e4ff7" /><Relationship Type="http://schemas.openxmlformats.org/officeDocument/2006/relationships/notesMaster" Target="/ppt/notesMasters/notesMaster1.xml" Id="R1574a811c34f40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a5afa086714ad9" /><Relationship Type="http://schemas.openxmlformats.org/officeDocument/2006/relationships/notesMaster" Target="/ppt/notesMasters/notesMaster1.xml" Id="R77ae858b6a7340c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45ec9bf912545dd" /><Relationship Type="http://schemas.openxmlformats.org/officeDocument/2006/relationships/notesMaster" Target="/ppt/notesMasters/notesMaster1.xml" Id="R123a80b049be45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55d2a2907d54a30" /><Relationship Type="http://schemas.openxmlformats.org/officeDocument/2006/relationships/notesMaster" Target="/ppt/notesMasters/notesMaster1.xml" Id="R5d524a355b5743e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df42393536e42ac" /><Relationship Type="http://schemas.openxmlformats.org/officeDocument/2006/relationships/notesMaster" Target="/ppt/notesMasters/notesMaster1.xml" Id="R865ac7946b5140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061580e2074ebb" /><Relationship Type="http://schemas.openxmlformats.org/officeDocument/2006/relationships/image" Target="/ppt/media/image.png" Id="Rc5aade711afb412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c9d99e79704eff" /><Relationship Type="http://schemas.openxmlformats.org/officeDocument/2006/relationships/image" Target="/ppt/media/image.png" Id="Rede3f93f97a94b5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af45e8904b47b4" /><Relationship Type="http://schemas.openxmlformats.org/officeDocument/2006/relationships/image" Target="/ppt/media/image.png" Id="Rcdd291c7845941f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90201ea7bc44a4" /><Relationship Type="http://schemas.openxmlformats.org/officeDocument/2006/relationships/image" Target="/ppt/media/image.png" Id="R44f9375254b1498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3c82dd27f14ca5" /><Relationship Type="http://schemas.openxmlformats.org/officeDocument/2006/relationships/image" Target="/ppt/media/image.png" Id="Rcc26309be86f453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5b6b57c4b54e48" /><Relationship Type="http://schemas.openxmlformats.org/officeDocument/2006/relationships/image" Target="/ppt/media/image.png" Id="R793f62fa5a644f5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3e1e7c3ddf4eeb" /><Relationship Type="http://schemas.openxmlformats.org/officeDocument/2006/relationships/image" Target="/ppt/media/image.png" Id="Re93b0746feac428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ffa7550bcf4eb7" /><Relationship Type="http://schemas.openxmlformats.org/officeDocument/2006/relationships/image" Target="/ppt/media/image.png" Id="Raeb4d86e4da047a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73f67cec47453a" /><Relationship Type="http://schemas.openxmlformats.org/officeDocument/2006/relationships/image" Target="/ppt/media/image.png" Id="Rd146de8919a24ab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ea9af87d5b4a0f" /><Relationship Type="http://schemas.openxmlformats.org/officeDocument/2006/relationships/image" Target="/ppt/media/image.png" Id="R7ec687bb5a5f4c8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87b0d6f78b44a0" /><Relationship Type="http://schemas.openxmlformats.org/officeDocument/2006/relationships/image" Target="/ppt/media/image.png" Id="Rb8267c2b680d45f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aade711afb412b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de3f93f97a94b5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d291c7845941f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f9375254b1498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c26309be86f453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3f62fa5a644f5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3b0746feac428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b4d86e4da047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146de8919a24ab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ec687bb5a5f4c8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267c2b680d45f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554828dbc74cd7" /><Relationship Type="http://schemas.openxmlformats.org/officeDocument/2006/relationships/slideLayout" Target="/ppt/slideLayouts/slideLayout1.xml" Id="Ra78f0e33598149cf" /><Relationship Type="http://schemas.openxmlformats.org/officeDocument/2006/relationships/slideLayout" Target="/ppt/slideLayouts/slideLayout2.xml" Id="Rb6ba684f6deb45a2" /><Relationship Type="http://schemas.openxmlformats.org/officeDocument/2006/relationships/slideLayout" Target="/ppt/slideLayouts/slideLayout3.xml" Id="R97941c5c4250492c" /><Relationship Type="http://schemas.openxmlformats.org/officeDocument/2006/relationships/slideLayout" Target="/ppt/slideLayouts/slideLayout4.xml" Id="R23bd458aa1394f39" /><Relationship Type="http://schemas.openxmlformats.org/officeDocument/2006/relationships/slideLayout" Target="/ppt/slideLayouts/slideLayout5.xml" Id="Rbd8bbf794f35458f" /><Relationship Type="http://schemas.openxmlformats.org/officeDocument/2006/relationships/slideLayout" Target="/ppt/slideLayouts/slideLayout6.xml" Id="R400cd808d7864600" /><Relationship Type="http://schemas.openxmlformats.org/officeDocument/2006/relationships/slideLayout" Target="/ppt/slideLayouts/slideLayout7.xml" Id="R818b69b176de467b" /><Relationship Type="http://schemas.openxmlformats.org/officeDocument/2006/relationships/slideLayout" Target="/ppt/slideLayouts/slideLayout8.xml" Id="R787a23fc69894873" /><Relationship Type="http://schemas.openxmlformats.org/officeDocument/2006/relationships/slideLayout" Target="/ppt/slideLayouts/slideLayout9.xml" Id="R0ab5ca180f9c42e5" /><Relationship Type="http://schemas.openxmlformats.org/officeDocument/2006/relationships/slideLayout" Target="/ppt/slideLayouts/slideLayout10.xml" Id="R25da7219c19f4649" /><Relationship Type="http://schemas.openxmlformats.org/officeDocument/2006/relationships/slideLayout" Target="/ppt/slideLayouts/slideLayout11.xml" Id="R2e53a380f2044a6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8f0e33598149cf"/>
    <p:sldLayoutId xmlns:r="http://schemas.openxmlformats.org/officeDocument/2006/relationships" id="2147483650" r:id="Rb6ba684f6deb45a2"/>
    <p:sldLayoutId xmlns:r="http://schemas.openxmlformats.org/officeDocument/2006/relationships" id="2147483651" r:id="R97941c5c4250492c"/>
    <p:sldLayoutId xmlns:r="http://schemas.openxmlformats.org/officeDocument/2006/relationships" id="2147483652" r:id="R23bd458aa1394f39"/>
    <p:sldLayoutId xmlns:r="http://schemas.openxmlformats.org/officeDocument/2006/relationships" id="2147483653" r:id="Rbd8bbf794f35458f"/>
    <p:sldLayoutId xmlns:r="http://schemas.openxmlformats.org/officeDocument/2006/relationships" id="2147483654" r:id="R400cd808d7864600"/>
    <p:sldLayoutId xmlns:r="http://schemas.openxmlformats.org/officeDocument/2006/relationships" id="2147483655" r:id="R818b69b176de467b"/>
    <p:sldLayoutId xmlns:r="http://schemas.openxmlformats.org/officeDocument/2006/relationships" id="2147483656" r:id="R787a23fc69894873"/>
    <p:sldLayoutId xmlns:r="http://schemas.openxmlformats.org/officeDocument/2006/relationships" id="2147483657" r:id="R0ab5ca180f9c42e5"/>
    <p:sldLayoutId xmlns:r="http://schemas.openxmlformats.org/officeDocument/2006/relationships" id="2147483658" r:id="R25da7219c19f4649"/>
    <p:sldLayoutId xmlns:r="http://schemas.openxmlformats.org/officeDocument/2006/relationships" id="2147483659" r:id="R2e53a380f2044a6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5badb3f354dac" /><Relationship Type="http://schemas.openxmlformats.org/officeDocument/2006/relationships/notesSlide" Target="/ppt/notesSlides/notesSlide1.xml" Id="R98a44f88916b4e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dad045a370649ba" /><Relationship Type="http://schemas.openxmlformats.org/officeDocument/2006/relationships/notesSlide" Target="/ppt/notesSlides/notesSlide2.xml" Id="R2543984d767b41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e2f144f3c54d88" /><Relationship Type="http://schemas.openxmlformats.org/officeDocument/2006/relationships/notesSlide" Target="/ppt/notesSlides/notesSlide3.xml" Id="R6eb853970fa847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b5d101a42d4a6d" /><Relationship Type="http://schemas.openxmlformats.org/officeDocument/2006/relationships/notesSlide" Target="/ppt/notesSlides/notesSlide4.xml" Id="Rd9cd45b7cde94fe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7fd7b76aa24456" /><Relationship Type="http://schemas.openxmlformats.org/officeDocument/2006/relationships/notesSlide" Target="/ppt/notesSlides/notesSlide5.xml" Id="R2d0e8412037a4e7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93afe7eeec4845" /><Relationship Type="http://schemas.openxmlformats.org/officeDocument/2006/relationships/notesSlide" Target="/ppt/notesSlides/notesSlide6.xml" Id="Ra750c9218d5f48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474a65c79b410b" /><Relationship Type="http://schemas.openxmlformats.org/officeDocument/2006/relationships/notesSlide" Target="/ppt/notesSlides/notesSlide7.xml" Id="Rd6b195e53e2847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58ab5f158c4c1e" /><Relationship Type="http://schemas.openxmlformats.org/officeDocument/2006/relationships/notesSlide" Target="/ppt/notesSlides/notesSlide8.xml" Id="Rfc0a4a81d15841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de007af2f64676" /><Relationship Type="http://schemas.openxmlformats.org/officeDocument/2006/relationships/notesSlide" Target="/ppt/notesSlides/notesSlide9.xml" Id="R7c2eaa70b0fc406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Counted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range(1, 6) stop after 5 instead of displaying 6?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4, what are the first and last multiplication lines displayed?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the multiplication line inside the loop rather than after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range starts at 0 instead of 1, what first multiplication line appears, and why is that usually not wanted in this times table?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The display stops too soon. Change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the starter prints the first ten multiples, then check that the final line is the tenth multiple.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Let the user choose where the table begins. 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that starting multiplier to display five consecutive multiples.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three-line announcement. Ask for a short message, then 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 [message]"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 [message]"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 [message]"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Try it with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"Ready"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step,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step)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2026-08-26T04:02:33.7860000Z</dcterms:created>
  <dcterms:modified xsi:type="dcterms:W3CDTF">2026-08-26T04:02:33.7860000Z</dcterms:modified>
</coreProperties>
</file>