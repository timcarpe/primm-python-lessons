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a98f727be2642a6" /><Relationship Type="http://schemas.openxmlformats.org/officeDocument/2006/relationships/extended-properties" Target="/docProps/app.xml" Id="Rc9f5757a5c2849ad" /><Relationship Type="http://schemas.openxmlformats.org/officeDocument/2006/relationships/officeDocument" Target="/ppt/presentation.xml" Id="Ra39f118af7ed4d52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468acf8d80fe4082"/>
  </p:sldMasterIdLst>
  <p:notesMasterIdLst>
    <p:notesMasterId xmlns:r="http://schemas.openxmlformats.org/officeDocument/2006/relationships" r:id="R870640c6d5a2498a"/>
  </p:notesMasterIdLst>
  <p:sldIdLst>
    <p:sldId xmlns:r="http://schemas.openxmlformats.org/officeDocument/2006/relationships" id="256" r:id="Rd7a990dc630e43d4"/>
    <p:sldId xmlns:r="http://schemas.openxmlformats.org/officeDocument/2006/relationships" id="257" r:id="R22cfd4b79d0246d2"/>
    <p:sldId xmlns:r="http://schemas.openxmlformats.org/officeDocument/2006/relationships" id="258" r:id="R1c979cf37b044035"/>
    <p:sldId xmlns:r="http://schemas.openxmlformats.org/officeDocument/2006/relationships" id="259" r:id="R03d9355b775749a3"/>
    <p:sldId xmlns:r="http://schemas.openxmlformats.org/officeDocument/2006/relationships" id="260" r:id="R0f29de1e764b4c1c"/>
    <p:sldId xmlns:r="http://schemas.openxmlformats.org/officeDocument/2006/relationships" id="261" r:id="Rbc0f8cb7b2d2475f"/>
    <p:sldId xmlns:r="http://schemas.openxmlformats.org/officeDocument/2006/relationships" id="262" r:id="R27f1eb0253d548f7"/>
    <p:sldId xmlns:r="http://schemas.openxmlformats.org/officeDocument/2006/relationships" id="263" r:id="R037d44e16c85464a"/>
    <p:sldId xmlns:r="http://schemas.openxmlformats.org/officeDocument/2006/relationships" id="264" r:id="Rac42ca9a17f5460c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f11ecc21977d402b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463852b44e74aa0" /><Relationship Type="http://schemas.openxmlformats.org/officeDocument/2006/relationships/slideMaster" Target="/ppt/slideMasters/slideMaster1.xml" Id="R468acf8d80fe4082" /><Relationship Type="http://schemas.openxmlformats.org/officeDocument/2006/relationships/notesMaster" Target="/ppt/notesMasters/notesMaster1.xml" Id="R870640c6d5a2498a" /><Relationship Type="http://schemas.openxmlformats.org/officeDocument/2006/relationships/presProps" Target="/ppt/presProps.xml" Id="R137ec44395ae4b29" /><Relationship Type="http://schemas.openxmlformats.org/officeDocument/2006/relationships/viewProps" Target="/ppt/viewProps.xml" Id="Rfdc10958ccd242fd" /><Relationship Type="http://schemas.openxmlformats.org/officeDocument/2006/relationships/tableStyles" Target="/ppt/tableStyles.xml" Id="Rdef504735ba04962" /><Relationship Type="http://schemas.openxmlformats.org/officeDocument/2006/relationships/font" Target="/ppt/fonts/font.dat" Id="Rf11ecc21977d402b" /><Relationship Type="http://schemas.openxmlformats.org/officeDocument/2006/relationships/slide" Target="/ppt/slides/slide1.xml" Id="Rd7a990dc630e43d4" /><Relationship Type="http://schemas.openxmlformats.org/officeDocument/2006/relationships/slide" Target="/ppt/slides/slide2.xml" Id="R22cfd4b79d0246d2" /><Relationship Type="http://schemas.openxmlformats.org/officeDocument/2006/relationships/slide" Target="/ppt/slides/slide3.xml" Id="R1c979cf37b044035" /><Relationship Type="http://schemas.openxmlformats.org/officeDocument/2006/relationships/slide" Target="/ppt/slides/slide4.xml" Id="R03d9355b775749a3" /><Relationship Type="http://schemas.openxmlformats.org/officeDocument/2006/relationships/slide" Target="/ppt/slides/slide5.xml" Id="R0f29de1e764b4c1c" /><Relationship Type="http://schemas.openxmlformats.org/officeDocument/2006/relationships/slide" Target="/ppt/slides/slide6.xml" Id="Rbc0f8cb7b2d2475f" /><Relationship Type="http://schemas.openxmlformats.org/officeDocument/2006/relationships/slide" Target="/ppt/slides/slide7.xml" Id="R27f1eb0253d548f7" /><Relationship Type="http://schemas.openxmlformats.org/officeDocument/2006/relationships/slide" Target="/ppt/slides/slide8.xml" Id="R037d44e16c85464a" /><Relationship Type="http://schemas.openxmlformats.org/officeDocument/2006/relationships/slide" Target="/ppt/slides/slide9.xml" Id="Rac42ca9a17f5460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00b98611a514ed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b20aabe24944942" /><Relationship Type="http://schemas.openxmlformats.org/officeDocument/2006/relationships/notesMaster" Target="/ppt/notesMasters/notesMaster1.xml" Id="R916bdf789eff4a1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1241481ee694dc9" /><Relationship Type="http://schemas.openxmlformats.org/officeDocument/2006/relationships/notesMaster" Target="/ppt/notesMasters/notesMaster1.xml" Id="Recc3a5b952184b7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53cf97f10224825" /><Relationship Type="http://schemas.openxmlformats.org/officeDocument/2006/relationships/notesMaster" Target="/ppt/notesMasters/notesMaster1.xml" Id="R3c5fe08556f3481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e346111b4dd460e" /><Relationship Type="http://schemas.openxmlformats.org/officeDocument/2006/relationships/notesMaster" Target="/ppt/notesMasters/notesMaster1.xml" Id="R8ca68e32a40c43d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97f02d828124dd9" /><Relationship Type="http://schemas.openxmlformats.org/officeDocument/2006/relationships/notesMaster" Target="/ppt/notesMasters/notesMaster1.xml" Id="R06793ff546cb44d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952b6d6fb7046a1" /><Relationship Type="http://schemas.openxmlformats.org/officeDocument/2006/relationships/notesMaster" Target="/ppt/notesMasters/notesMaster1.xml" Id="R5c1f5ab238fe4a6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e9a9ea3f83947ab" /><Relationship Type="http://schemas.openxmlformats.org/officeDocument/2006/relationships/notesMaster" Target="/ppt/notesMasters/notesMaster1.xml" Id="Rcaa8494073134d7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598d5987c7b4256" /><Relationship Type="http://schemas.openxmlformats.org/officeDocument/2006/relationships/notesMaster" Target="/ppt/notesMasters/notesMaster1.xml" Id="Rd058a36efaf846c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f34e2d9224b4583" /><Relationship Type="http://schemas.openxmlformats.org/officeDocument/2006/relationships/notesMaster" Target="/ppt/notesMasters/notesMaster1.xml" Id="R02b9b066c516432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b6c17e958f34760" /><Relationship Type="http://schemas.openxmlformats.org/officeDocument/2006/relationships/image" Target="/ppt/media/image.png" Id="Rd68bb3d2f9704f5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1ff42f386046cc" /><Relationship Type="http://schemas.openxmlformats.org/officeDocument/2006/relationships/image" Target="/ppt/media/image.png" Id="R19ea407ed2c5445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b21e65527a441f" /><Relationship Type="http://schemas.openxmlformats.org/officeDocument/2006/relationships/image" Target="/ppt/media/image.png" Id="R529df65a8f5c43a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c815c6c73f415c" /><Relationship Type="http://schemas.openxmlformats.org/officeDocument/2006/relationships/image" Target="/ppt/media/image.png" Id="Rb096ce24948a4e2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202cee1fdb4050" /><Relationship Type="http://schemas.openxmlformats.org/officeDocument/2006/relationships/image" Target="/ppt/media/image.png" Id="R0c8067e6d1a745e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10b1110a45493d" /><Relationship Type="http://schemas.openxmlformats.org/officeDocument/2006/relationships/image" Target="/ppt/media/image.png" Id="R68ca422390e84941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1543c2eff94bd8" /><Relationship Type="http://schemas.openxmlformats.org/officeDocument/2006/relationships/image" Target="/ppt/media/image.png" Id="Re71694c639664f99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b206d8cee44da9" /><Relationship Type="http://schemas.openxmlformats.org/officeDocument/2006/relationships/image" Target="/ppt/media/image.png" Id="R150cf1fadfcc49c3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45a05b9ae054006" /><Relationship Type="http://schemas.openxmlformats.org/officeDocument/2006/relationships/image" Target="/ppt/media/image.png" Id="R90cc9f54c900488e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fe62fbe1ec945e8" /><Relationship Type="http://schemas.openxmlformats.org/officeDocument/2006/relationships/image" Target="/ppt/media/image.png" Id="R175f7cc10b524f0e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3ee0bbec6b14ae2" /><Relationship Type="http://schemas.openxmlformats.org/officeDocument/2006/relationships/image" Target="/ppt/media/image.png" Id="Rf378d150bc294039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68bb3d2f9704f5f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9ea407ed2c5445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29df65a8f5c43a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096ce24948a4e2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c8067e6d1a745e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8ca422390e8494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71694c639664f9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50cf1fadfcc49c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0cc9f54c900488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75f7cc10b524f0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378d150bc29403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f3236fe1e554671" /><Relationship Type="http://schemas.openxmlformats.org/officeDocument/2006/relationships/slideLayout" Target="/ppt/slideLayouts/slideLayout1.xml" Id="R2439e09cdec84a49" /><Relationship Type="http://schemas.openxmlformats.org/officeDocument/2006/relationships/slideLayout" Target="/ppt/slideLayouts/slideLayout2.xml" Id="R9c88d900cd814454" /><Relationship Type="http://schemas.openxmlformats.org/officeDocument/2006/relationships/slideLayout" Target="/ppt/slideLayouts/slideLayout3.xml" Id="R6b44c03f45444c0e" /><Relationship Type="http://schemas.openxmlformats.org/officeDocument/2006/relationships/slideLayout" Target="/ppt/slideLayouts/slideLayout4.xml" Id="R5f45fa6db1464f66" /><Relationship Type="http://schemas.openxmlformats.org/officeDocument/2006/relationships/slideLayout" Target="/ppt/slideLayouts/slideLayout5.xml" Id="R24872b6630f74814" /><Relationship Type="http://schemas.openxmlformats.org/officeDocument/2006/relationships/slideLayout" Target="/ppt/slideLayouts/slideLayout6.xml" Id="Rced0030292224939" /><Relationship Type="http://schemas.openxmlformats.org/officeDocument/2006/relationships/slideLayout" Target="/ppt/slideLayouts/slideLayout7.xml" Id="R03e6ef449ed14dca" /><Relationship Type="http://schemas.openxmlformats.org/officeDocument/2006/relationships/slideLayout" Target="/ppt/slideLayouts/slideLayout8.xml" Id="Rbbd82f74066b4901" /><Relationship Type="http://schemas.openxmlformats.org/officeDocument/2006/relationships/slideLayout" Target="/ppt/slideLayouts/slideLayout9.xml" Id="R05c411ecaf9c48cc" /><Relationship Type="http://schemas.openxmlformats.org/officeDocument/2006/relationships/slideLayout" Target="/ppt/slideLayouts/slideLayout10.xml" Id="R6024050d5d5a49e2" /><Relationship Type="http://schemas.openxmlformats.org/officeDocument/2006/relationships/slideLayout" Target="/ppt/slideLayouts/slideLayout11.xml" Id="R2fe41253bcb444af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439e09cdec84a49"/>
    <p:sldLayoutId xmlns:r="http://schemas.openxmlformats.org/officeDocument/2006/relationships" id="2147483650" r:id="R9c88d900cd814454"/>
    <p:sldLayoutId xmlns:r="http://schemas.openxmlformats.org/officeDocument/2006/relationships" id="2147483651" r:id="R6b44c03f45444c0e"/>
    <p:sldLayoutId xmlns:r="http://schemas.openxmlformats.org/officeDocument/2006/relationships" id="2147483652" r:id="R5f45fa6db1464f66"/>
    <p:sldLayoutId xmlns:r="http://schemas.openxmlformats.org/officeDocument/2006/relationships" id="2147483653" r:id="R24872b6630f74814"/>
    <p:sldLayoutId xmlns:r="http://schemas.openxmlformats.org/officeDocument/2006/relationships" id="2147483654" r:id="Rced0030292224939"/>
    <p:sldLayoutId xmlns:r="http://schemas.openxmlformats.org/officeDocument/2006/relationships" id="2147483655" r:id="R03e6ef449ed14dca"/>
    <p:sldLayoutId xmlns:r="http://schemas.openxmlformats.org/officeDocument/2006/relationships" id="2147483656" r:id="Rbbd82f74066b4901"/>
    <p:sldLayoutId xmlns:r="http://schemas.openxmlformats.org/officeDocument/2006/relationships" id="2147483657" r:id="R05c411ecaf9c48cc"/>
    <p:sldLayoutId xmlns:r="http://schemas.openxmlformats.org/officeDocument/2006/relationships" id="2147483658" r:id="R6024050d5d5a49e2"/>
    <p:sldLayoutId xmlns:r="http://schemas.openxmlformats.org/officeDocument/2006/relationships" id="2147483659" r:id="R2fe41253bcb444af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cdffb004f444ab" /><Relationship Type="http://schemas.openxmlformats.org/officeDocument/2006/relationships/notesSlide" Target="/ppt/notesSlides/notesSlide1.xml" Id="R1611b5d56b804f2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e6a8bfde67248ac" /><Relationship Type="http://schemas.openxmlformats.org/officeDocument/2006/relationships/notesSlide" Target="/ppt/notesSlides/notesSlide2.xml" Id="Rbcacc9d4a72d4df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3b8918cd7e94396" /><Relationship Type="http://schemas.openxmlformats.org/officeDocument/2006/relationships/notesSlide" Target="/ppt/notesSlides/notesSlide3.xml" Id="R85b65b60c237492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4a54692bfbb4596" /><Relationship Type="http://schemas.openxmlformats.org/officeDocument/2006/relationships/notesSlide" Target="/ppt/notesSlides/notesSlide4.xml" Id="Raa80c3d4a00c4bf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30c875f4b6b46cf" /><Relationship Type="http://schemas.openxmlformats.org/officeDocument/2006/relationships/notesSlide" Target="/ppt/notesSlides/notesSlide5.xml" Id="R8d749df1aa7d479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beec7f4389e414a" /><Relationship Type="http://schemas.openxmlformats.org/officeDocument/2006/relationships/notesSlide" Target="/ppt/notesSlides/notesSlide6.xml" Id="R34afc302f2fd409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2ef1ee8dda54739" /><Relationship Type="http://schemas.openxmlformats.org/officeDocument/2006/relationships/notesSlide" Target="/ppt/notesSlides/notesSlide7.xml" Id="R497654f72434405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a5e4176dc5d4282" /><Relationship Type="http://schemas.openxmlformats.org/officeDocument/2006/relationships/notesSlide" Target="/ppt/notesSlides/notesSlide8.xml" Id="Ra24b16349cdb4e0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c16c1b910bc4084" /><Relationship Type="http://schemas.openxmlformats.org/officeDocument/2006/relationships/notesSlide" Target="/ppt/notesSlides/notesSlide9.xml" Id="R4523c10ec9494835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Counted Loops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08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number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"Which times table?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6):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(number,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"x"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count,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"="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number * count)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42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number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"Which times table?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6):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(number,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"x"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count,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"="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number * count)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42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number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"Which times table?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6):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(number,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"x"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count,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"="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number * count)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does range(1, 6) stop after 5 instead of displaying 6?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If you enter 4, what are the first and last multiplication lines displayed?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is the multiplication line inside the loop rather than after it?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If range starts at 0 instead of 1, what first multiplication line appears, and why is that usually not wanted in this times table?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number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"Which times table?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6):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(number,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"x"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count,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"="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number * count)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also asks how many lines to show and stores the whole number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lines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Use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lines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in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so the table runs from 1 up to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lines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table 4 with 10 lines ends with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"4 x 10 = 40"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number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"Which times table?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6):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(number,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"x"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count,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"="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number * count)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Extend the example so it asks for a starting multiplier and stores it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start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Change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so it displays five lines beginning at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start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table 3 starting at 4 displays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"3 x 4 = 12"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"3 x 8 = 24"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number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"Which times table?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6):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(number,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"x"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count,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"="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number * count)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savings planner. Ask for a starting amount and a weekly saving as whole numbers, and store the starting amount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total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Use a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and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add the saving to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total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each week and display it, such as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"Week 1 total: 15"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Show weeks 1 to 4.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number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"Which times table?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6):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(number,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"x"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count,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"="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number * count)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number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"Which times table?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6):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(number,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"x"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step,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"="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number * step)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2026-09-28T09:06:31.0330000Z</dcterms:created>
  <dcterms:modified xsi:type="dcterms:W3CDTF">2026-09-28T09:06:31.0330000Z</dcterms:modified>
</coreProperties>
</file>