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dcf689128f34a0d" /><Relationship Type="http://schemas.openxmlformats.org/officeDocument/2006/relationships/extended-properties" Target="/docProps/app.xml" Id="R643d671f387d4ba4" /><Relationship Type="http://schemas.openxmlformats.org/officeDocument/2006/relationships/officeDocument" Target="/ppt/presentation.xml" Id="R82aa005483444a25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eec2f9f9b1034b1c"/>
  </p:sldMasterIdLst>
  <p:notesMasterIdLst>
    <p:notesMasterId xmlns:r="http://schemas.openxmlformats.org/officeDocument/2006/relationships" r:id="R2284dc44853e4201"/>
  </p:notesMasterIdLst>
  <p:sldIdLst>
    <p:sldId xmlns:r="http://schemas.openxmlformats.org/officeDocument/2006/relationships" id="256" r:id="R90b40c89bd3e4de8"/>
    <p:sldId xmlns:r="http://schemas.openxmlformats.org/officeDocument/2006/relationships" id="257" r:id="R793fb73d02f94744"/>
    <p:sldId xmlns:r="http://schemas.openxmlformats.org/officeDocument/2006/relationships" id="258" r:id="Rcb5a9243a9ad4401"/>
    <p:sldId xmlns:r="http://schemas.openxmlformats.org/officeDocument/2006/relationships" id="259" r:id="R0e9ceccdbb164880"/>
    <p:sldId xmlns:r="http://schemas.openxmlformats.org/officeDocument/2006/relationships" id="260" r:id="R68b1054477bb425d"/>
    <p:sldId xmlns:r="http://schemas.openxmlformats.org/officeDocument/2006/relationships" id="261" r:id="Rc101b95000a14009"/>
    <p:sldId xmlns:r="http://schemas.openxmlformats.org/officeDocument/2006/relationships" id="262" r:id="R46c190918ba84ddf"/>
    <p:sldId xmlns:r="http://schemas.openxmlformats.org/officeDocument/2006/relationships" id="263" r:id="R930cc56f511641da"/>
    <p:sldId xmlns:r="http://schemas.openxmlformats.org/officeDocument/2006/relationships" id="264" r:id="R0cb8cdaff088451b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3554bfce05c643ad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bcc51ff141d40e5" /><Relationship Type="http://schemas.openxmlformats.org/officeDocument/2006/relationships/slideMaster" Target="/ppt/slideMasters/slideMaster1.xml" Id="Reec2f9f9b1034b1c" /><Relationship Type="http://schemas.openxmlformats.org/officeDocument/2006/relationships/notesMaster" Target="/ppt/notesMasters/notesMaster1.xml" Id="R2284dc44853e4201" /><Relationship Type="http://schemas.openxmlformats.org/officeDocument/2006/relationships/presProps" Target="/ppt/presProps.xml" Id="Rd4967e564f214629" /><Relationship Type="http://schemas.openxmlformats.org/officeDocument/2006/relationships/viewProps" Target="/ppt/viewProps.xml" Id="R96d6074c53d5496a" /><Relationship Type="http://schemas.openxmlformats.org/officeDocument/2006/relationships/tableStyles" Target="/ppt/tableStyles.xml" Id="Rc82d76389af540b8" /><Relationship Type="http://schemas.openxmlformats.org/officeDocument/2006/relationships/font" Target="/ppt/fonts/font.dat" Id="R3554bfce05c643ad" /><Relationship Type="http://schemas.openxmlformats.org/officeDocument/2006/relationships/slide" Target="/ppt/slides/slide1.xml" Id="R90b40c89bd3e4de8" /><Relationship Type="http://schemas.openxmlformats.org/officeDocument/2006/relationships/slide" Target="/ppt/slides/slide2.xml" Id="R793fb73d02f94744" /><Relationship Type="http://schemas.openxmlformats.org/officeDocument/2006/relationships/slide" Target="/ppt/slides/slide3.xml" Id="Rcb5a9243a9ad4401" /><Relationship Type="http://schemas.openxmlformats.org/officeDocument/2006/relationships/slide" Target="/ppt/slides/slide4.xml" Id="R0e9ceccdbb164880" /><Relationship Type="http://schemas.openxmlformats.org/officeDocument/2006/relationships/slide" Target="/ppt/slides/slide5.xml" Id="R68b1054477bb425d" /><Relationship Type="http://schemas.openxmlformats.org/officeDocument/2006/relationships/slide" Target="/ppt/slides/slide6.xml" Id="Rc101b95000a14009" /><Relationship Type="http://schemas.openxmlformats.org/officeDocument/2006/relationships/slide" Target="/ppt/slides/slide7.xml" Id="R46c190918ba84ddf" /><Relationship Type="http://schemas.openxmlformats.org/officeDocument/2006/relationships/slide" Target="/ppt/slides/slide8.xml" Id="R930cc56f511641da" /><Relationship Type="http://schemas.openxmlformats.org/officeDocument/2006/relationships/slide" Target="/ppt/slides/slide9.xml" Id="R0cb8cdaff088451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ff15f8a6a024ee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39b75d4114c4ec0" /><Relationship Type="http://schemas.openxmlformats.org/officeDocument/2006/relationships/notesMaster" Target="/ppt/notesMasters/notesMaster1.xml" Id="Rfefb8939f9594c8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eb2abe591db46f6" /><Relationship Type="http://schemas.openxmlformats.org/officeDocument/2006/relationships/notesMaster" Target="/ppt/notesMasters/notesMaster1.xml" Id="Rd386b0086244413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8eb354a2b5d470a" /><Relationship Type="http://schemas.openxmlformats.org/officeDocument/2006/relationships/notesMaster" Target="/ppt/notesMasters/notesMaster1.xml" Id="Rb1915114ec3d48c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a7f8e87086a49ef" /><Relationship Type="http://schemas.openxmlformats.org/officeDocument/2006/relationships/notesMaster" Target="/ppt/notesMasters/notesMaster1.xml" Id="Reb2030dddb0c413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5f693075e6449d2" /><Relationship Type="http://schemas.openxmlformats.org/officeDocument/2006/relationships/notesMaster" Target="/ppt/notesMasters/notesMaster1.xml" Id="Ra0504a27c1f14f5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f7ccd1e81da4b83" /><Relationship Type="http://schemas.openxmlformats.org/officeDocument/2006/relationships/notesMaster" Target="/ppt/notesMasters/notesMaster1.xml" Id="R809eb902a33f4af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2ba10aa820d4a8e" /><Relationship Type="http://schemas.openxmlformats.org/officeDocument/2006/relationships/notesMaster" Target="/ppt/notesMasters/notesMaster1.xml" Id="Re09402c956c248b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d204b92b1204846" /><Relationship Type="http://schemas.openxmlformats.org/officeDocument/2006/relationships/notesMaster" Target="/ppt/notesMasters/notesMaster1.xml" Id="Rc5ff8c4c02a3494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b60f1b34b594da8" /><Relationship Type="http://schemas.openxmlformats.org/officeDocument/2006/relationships/notesMaster" Target="/ppt/notesMasters/notesMaster1.xml" Id="Rfa7c82438942458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eae8bbccc4432f" /><Relationship Type="http://schemas.openxmlformats.org/officeDocument/2006/relationships/image" Target="/ppt/media/image.png" Id="R867832e5086d4c3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23d160308347d5" /><Relationship Type="http://schemas.openxmlformats.org/officeDocument/2006/relationships/image" Target="/ppt/media/image.png" Id="Rdc37e64dd906455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83654e9fa2408c" /><Relationship Type="http://schemas.openxmlformats.org/officeDocument/2006/relationships/image" Target="/ppt/media/image.png" Id="R804b7b1880c7489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bf0eae870242fe" /><Relationship Type="http://schemas.openxmlformats.org/officeDocument/2006/relationships/image" Target="/ppt/media/image.png" Id="R8ad852e0ff7c4a5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e63a4b536b4334" /><Relationship Type="http://schemas.openxmlformats.org/officeDocument/2006/relationships/image" Target="/ppt/media/image.png" Id="R9e084d6893d94f2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9c80c996254bc6" /><Relationship Type="http://schemas.openxmlformats.org/officeDocument/2006/relationships/image" Target="/ppt/media/image.png" Id="Re5d960708fd94962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873d98e4424fc5" /><Relationship Type="http://schemas.openxmlformats.org/officeDocument/2006/relationships/image" Target="/ppt/media/image.png" Id="Rdb0c14a9137b49b0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8574fbcebd48f2" /><Relationship Type="http://schemas.openxmlformats.org/officeDocument/2006/relationships/image" Target="/ppt/media/image.png" Id="Ra53630d3d1da457e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41cc4dda5a4972" /><Relationship Type="http://schemas.openxmlformats.org/officeDocument/2006/relationships/image" Target="/ppt/media/image.png" Id="Ra219535399a54b92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531435a7a64c05" /><Relationship Type="http://schemas.openxmlformats.org/officeDocument/2006/relationships/image" Target="/ppt/media/image.png" Id="Rae6393a3891c4216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de2c11de4c4ac4" /><Relationship Type="http://schemas.openxmlformats.org/officeDocument/2006/relationships/image" Target="/ppt/media/image.png" Id="Rd3fde43c807b4d17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67832e5086d4c3c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c37e64dd906455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04b7b1880c7489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ad852e0ff7c4a5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e084d6893d94f2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5d960708fd9496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b0c14a9137b49b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53630d3d1da457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219535399a54b9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e6393a3891c421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3fde43c807b4d1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858ecfbdea14434" /><Relationship Type="http://schemas.openxmlformats.org/officeDocument/2006/relationships/slideLayout" Target="/ppt/slideLayouts/slideLayout1.xml" Id="Rc2d1a606656d498d" /><Relationship Type="http://schemas.openxmlformats.org/officeDocument/2006/relationships/slideLayout" Target="/ppt/slideLayouts/slideLayout2.xml" Id="R12ca4d4f1e9b4560" /><Relationship Type="http://schemas.openxmlformats.org/officeDocument/2006/relationships/slideLayout" Target="/ppt/slideLayouts/slideLayout3.xml" Id="R06060b63c8ba48c2" /><Relationship Type="http://schemas.openxmlformats.org/officeDocument/2006/relationships/slideLayout" Target="/ppt/slideLayouts/slideLayout4.xml" Id="R67a770d8afd44a11" /><Relationship Type="http://schemas.openxmlformats.org/officeDocument/2006/relationships/slideLayout" Target="/ppt/slideLayouts/slideLayout5.xml" Id="R2795d8f592874ae8" /><Relationship Type="http://schemas.openxmlformats.org/officeDocument/2006/relationships/slideLayout" Target="/ppt/slideLayouts/slideLayout6.xml" Id="Rfd70916b78154a0f" /><Relationship Type="http://schemas.openxmlformats.org/officeDocument/2006/relationships/slideLayout" Target="/ppt/slideLayouts/slideLayout7.xml" Id="Rad66367f12a143d9" /><Relationship Type="http://schemas.openxmlformats.org/officeDocument/2006/relationships/slideLayout" Target="/ppt/slideLayouts/slideLayout8.xml" Id="R7cc2041d951d4e8d" /><Relationship Type="http://schemas.openxmlformats.org/officeDocument/2006/relationships/slideLayout" Target="/ppt/slideLayouts/slideLayout9.xml" Id="Rd3948be0261f4b9b" /><Relationship Type="http://schemas.openxmlformats.org/officeDocument/2006/relationships/slideLayout" Target="/ppt/slideLayouts/slideLayout10.xml" Id="Re75b280fbb814587" /><Relationship Type="http://schemas.openxmlformats.org/officeDocument/2006/relationships/slideLayout" Target="/ppt/slideLayouts/slideLayout11.xml" Id="R9db9d26af6744562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2d1a606656d498d"/>
    <p:sldLayoutId xmlns:r="http://schemas.openxmlformats.org/officeDocument/2006/relationships" id="2147483650" r:id="R12ca4d4f1e9b4560"/>
    <p:sldLayoutId xmlns:r="http://schemas.openxmlformats.org/officeDocument/2006/relationships" id="2147483651" r:id="R06060b63c8ba48c2"/>
    <p:sldLayoutId xmlns:r="http://schemas.openxmlformats.org/officeDocument/2006/relationships" id="2147483652" r:id="R67a770d8afd44a11"/>
    <p:sldLayoutId xmlns:r="http://schemas.openxmlformats.org/officeDocument/2006/relationships" id="2147483653" r:id="R2795d8f592874ae8"/>
    <p:sldLayoutId xmlns:r="http://schemas.openxmlformats.org/officeDocument/2006/relationships" id="2147483654" r:id="Rfd70916b78154a0f"/>
    <p:sldLayoutId xmlns:r="http://schemas.openxmlformats.org/officeDocument/2006/relationships" id="2147483655" r:id="Rad66367f12a143d9"/>
    <p:sldLayoutId xmlns:r="http://schemas.openxmlformats.org/officeDocument/2006/relationships" id="2147483656" r:id="R7cc2041d951d4e8d"/>
    <p:sldLayoutId xmlns:r="http://schemas.openxmlformats.org/officeDocument/2006/relationships" id="2147483657" r:id="Rd3948be0261f4b9b"/>
    <p:sldLayoutId xmlns:r="http://schemas.openxmlformats.org/officeDocument/2006/relationships" id="2147483658" r:id="Re75b280fbb814587"/>
    <p:sldLayoutId xmlns:r="http://schemas.openxmlformats.org/officeDocument/2006/relationships" id="2147483659" r:id="R9db9d26af6744562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7acef099214348" /><Relationship Type="http://schemas.openxmlformats.org/officeDocument/2006/relationships/notesSlide" Target="/ppt/notesSlides/notesSlide1.xml" Id="Rb18762d0077d43a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36789f96adc4aad" /><Relationship Type="http://schemas.openxmlformats.org/officeDocument/2006/relationships/notesSlide" Target="/ppt/notesSlides/notesSlide2.xml" Id="Rdbc26ae7b8ff46d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677df561c5444b8" /><Relationship Type="http://schemas.openxmlformats.org/officeDocument/2006/relationships/notesSlide" Target="/ppt/notesSlides/notesSlide3.xml" Id="R57f710d31eb0459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25e1bd168ee4910" /><Relationship Type="http://schemas.openxmlformats.org/officeDocument/2006/relationships/notesSlide" Target="/ppt/notesSlides/notesSlide4.xml" Id="Re27dbfae520f461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6e1d4e9c5f24bb8" /><Relationship Type="http://schemas.openxmlformats.org/officeDocument/2006/relationships/notesSlide" Target="/ppt/notesSlides/notesSlide5.xml" Id="R0d45da7c439447c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b62c5b77ce9493b" /><Relationship Type="http://schemas.openxmlformats.org/officeDocument/2006/relationships/notesSlide" Target="/ppt/notesSlides/notesSlide6.xml" Id="R427cacca96b14dc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14035dff0a846b5" /><Relationship Type="http://schemas.openxmlformats.org/officeDocument/2006/relationships/notesSlide" Target="/ppt/notesSlides/notesSlide7.xml" Id="R2f28d01bcd6b48c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54db6ba7446455f" /><Relationship Type="http://schemas.openxmlformats.org/officeDocument/2006/relationships/notesSlide" Target="/ppt/notesSlides/notesSlide8.xml" Id="Rbe552eea46d4473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3066fe91c914fdf" /><Relationship Type="http://schemas.openxmlformats.org/officeDocument/2006/relationships/notesSlide" Target="/ppt/notesSlides/notesSlide9.xml" Id="R306a32793dcd4e8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Counted Loops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08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number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"Which times table?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6):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(number,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count,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"="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number * count)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number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"Which times table?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6):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(number,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count,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"="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number * count)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number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"Which times table?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6):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(number,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count,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"="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number * count)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does range(1, 6) stop after 5 instead of displaying 6?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If you enter 4, what are the first and last multiplication lines displayed?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is the multiplication line inside the loop rather than after it?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If range starts at 0 instead of 1, what first multiplication line appears, and why is that usually not wanted in this times table?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number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"Which times table?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6):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(number,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count,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"="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number * count)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The display stops too soon. Change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so the starter prints the first ten multiples, then check that the final line is the tenth multiple.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number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"Which times table?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6):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(number,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count,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"="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number * count)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Let the user choose where the table begins. Use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that starting multiplier to display five consecutive multiples.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number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"Which times table?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6):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(number,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count,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"="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number * count)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three-line announcement. Ask for a short message, then use a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and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 [message]"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 [message]"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"3 [message]"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Try it with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"Ready"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number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"Which times table?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6):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(number,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count,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"="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number * count)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number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"Which times table?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6):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(number,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step,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"="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number * step)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2026-08-27T03:50:55.4370000Z</dcterms:created>
  <dcterms:modified xsi:type="dcterms:W3CDTF">2026-08-27T03:50:55.4370000Z</dcterms:modified>
</coreProperties>
</file>