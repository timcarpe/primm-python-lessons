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4944445b4d488a" /><Relationship Type="http://schemas.openxmlformats.org/officeDocument/2006/relationships/extended-properties" Target="/docProps/app.xml" Id="R0f9450c928ae4e7b" /><Relationship Type="http://schemas.openxmlformats.org/officeDocument/2006/relationships/officeDocument" Target="/ppt/presentation.xml" Id="Ra6d03e72570a409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c3f1d4e300642f2"/>
  </p:sldMasterIdLst>
  <p:notesMasterIdLst>
    <p:notesMasterId xmlns:r="http://schemas.openxmlformats.org/officeDocument/2006/relationships" r:id="Rfe7396c2f2cf4e9f"/>
  </p:notesMasterIdLst>
  <p:sldIdLst>
    <p:sldId xmlns:r="http://schemas.openxmlformats.org/officeDocument/2006/relationships" id="256" r:id="Rc7d3beca24c94ea1"/>
    <p:sldId xmlns:r="http://schemas.openxmlformats.org/officeDocument/2006/relationships" id="257" r:id="R32df682bd3304c24"/>
    <p:sldId xmlns:r="http://schemas.openxmlformats.org/officeDocument/2006/relationships" id="258" r:id="R5efb76290c3e4477"/>
    <p:sldId xmlns:r="http://schemas.openxmlformats.org/officeDocument/2006/relationships" id="259" r:id="Rf6ac979de99a4b36"/>
    <p:sldId xmlns:r="http://schemas.openxmlformats.org/officeDocument/2006/relationships" id="260" r:id="R8aa33af24fd240c0"/>
    <p:sldId xmlns:r="http://schemas.openxmlformats.org/officeDocument/2006/relationships" id="261" r:id="Re1cfada2f72e456b"/>
    <p:sldId xmlns:r="http://schemas.openxmlformats.org/officeDocument/2006/relationships" id="262" r:id="R9083dfad698d4dd2"/>
    <p:sldId xmlns:r="http://schemas.openxmlformats.org/officeDocument/2006/relationships" id="263" r:id="R55480172d0dc49b8"/>
    <p:sldId xmlns:r="http://schemas.openxmlformats.org/officeDocument/2006/relationships" id="264" r:id="Rc2e72194e8334e4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d35507512994ac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f9fa9c5ebe4232" /><Relationship Type="http://schemas.openxmlformats.org/officeDocument/2006/relationships/slideMaster" Target="/ppt/slideMasters/slideMaster1.xml" Id="R1c3f1d4e300642f2" /><Relationship Type="http://schemas.openxmlformats.org/officeDocument/2006/relationships/notesMaster" Target="/ppt/notesMasters/notesMaster1.xml" Id="Rfe7396c2f2cf4e9f" /><Relationship Type="http://schemas.openxmlformats.org/officeDocument/2006/relationships/presProps" Target="/ppt/presProps.xml" Id="Rd53bd3dd56c949db" /><Relationship Type="http://schemas.openxmlformats.org/officeDocument/2006/relationships/viewProps" Target="/ppt/viewProps.xml" Id="Rd77db64035cc400b" /><Relationship Type="http://schemas.openxmlformats.org/officeDocument/2006/relationships/tableStyles" Target="/ppt/tableStyles.xml" Id="R74e74cd76bd346a1" /><Relationship Type="http://schemas.openxmlformats.org/officeDocument/2006/relationships/font" Target="/ppt/fonts/font.dat" Id="R6d35507512994ac7" /><Relationship Type="http://schemas.openxmlformats.org/officeDocument/2006/relationships/slide" Target="/ppt/slides/slide1.xml" Id="Rc7d3beca24c94ea1" /><Relationship Type="http://schemas.openxmlformats.org/officeDocument/2006/relationships/slide" Target="/ppt/slides/slide2.xml" Id="R32df682bd3304c24" /><Relationship Type="http://schemas.openxmlformats.org/officeDocument/2006/relationships/slide" Target="/ppt/slides/slide3.xml" Id="R5efb76290c3e4477" /><Relationship Type="http://schemas.openxmlformats.org/officeDocument/2006/relationships/slide" Target="/ppt/slides/slide4.xml" Id="Rf6ac979de99a4b36" /><Relationship Type="http://schemas.openxmlformats.org/officeDocument/2006/relationships/slide" Target="/ppt/slides/slide5.xml" Id="R8aa33af24fd240c0" /><Relationship Type="http://schemas.openxmlformats.org/officeDocument/2006/relationships/slide" Target="/ppt/slides/slide6.xml" Id="Re1cfada2f72e456b" /><Relationship Type="http://schemas.openxmlformats.org/officeDocument/2006/relationships/slide" Target="/ppt/slides/slide7.xml" Id="R9083dfad698d4dd2" /><Relationship Type="http://schemas.openxmlformats.org/officeDocument/2006/relationships/slide" Target="/ppt/slides/slide8.xml" Id="R55480172d0dc49b8" /><Relationship Type="http://schemas.openxmlformats.org/officeDocument/2006/relationships/slide" Target="/ppt/slides/slide9.xml" Id="Rc2e72194e8334e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3991b0f8004f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ab34ae4dbb4736" /><Relationship Type="http://schemas.openxmlformats.org/officeDocument/2006/relationships/notesMaster" Target="/ppt/notesMasters/notesMaster1.xml" Id="R366fac2a9cb140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b6bc2f673c460c" /><Relationship Type="http://schemas.openxmlformats.org/officeDocument/2006/relationships/notesMaster" Target="/ppt/notesMasters/notesMaster1.xml" Id="R614f92389eb545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4c04ced7634f38" /><Relationship Type="http://schemas.openxmlformats.org/officeDocument/2006/relationships/notesMaster" Target="/ppt/notesMasters/notesMaster1.xml" Id="R449a142d7f1647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9de10cc17e4c97" /><Relationship Type="http://schemas.openxmlformats.org/officeDocument/2006/relationships/notesMaster" Target="/ppt/notesMasters/notesMaster1.xml" Id="R7714fe44b8c547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4c78b7250f476f" /><Relationship Type="http://schemas.openxmlformats.org/officeDocument/2006/relationships/notesMaster" Target="/ppt/notesMasters/notesMaster1.xml" Id="R43c87ac4786b46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a7e286cc21453b" /><Relationship Type="http://schemas.openxmlformats.org/officeDocument/2006/relationships/notesMaster" Target="/ppt/notesMasters/notesMaster1.xml" Id="R47531e45d5c04d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79edb2083c4ec0" /><Relationship Type="http://schemas.openxmlformats.org/officeDocument/2006/relationships/notesMaster" Target="/ppt/notesMasters/notesMaster1.xml" Id="Rad5f8bac970a47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e27540e90942cd" /><Relationship Type="http://schemas.openxmlformats.org/officeDocument/2006/relationships/notesMaster" Target="/ppt/notesMasters/notesMaster1.xml" Id="R802ee4031fa740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7ba28d2c86441f" /><Relationship Type="http://schemas.openxmlformats.org/officeDocument/2006/relationships/notesMaster" Target="/ppt/notesMasters/notesMaster1.xml" Id="Rd5d34e30156e4b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6f890a48b47c7" /><Relationship Type="http://schemas.openxmlformats.org/officeDocument/2006/relationships/image" Target="/ppt/media/image.png" Id="Rca50227ac7214f4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ccd2866c94062" /><Relationship Type="http://schemas.openxmlformats.org/officeDocument/2006/relationships/image" Target="/ppt/media/image.png" Id="Rbb98a00c1ca2497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e2ba6dcc004cd7" /><Relationship Type="http://schemas.openxmlformats.org/officeDocument/2006/relationships/image" Target="/ppt/media/image.png" Id="R233b459c00884c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33c569507a495a" /><Relationship Type="http://schemas.openxmlformats.org/officeDocument/2006/relationships/image" Target="/ppt/media/image.png" Id="Rad813b63d67b4c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abbbccaaf142ad" /><Relationship Type="http://schemas.openxmlformats.org/officeDocument/2006/relationships/image" Target="/ppt/media/image.png" Id="R58c7a958e6464e2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02ebc58194821" /><Relationship Type="http://schemas.openxmlformats.org/officeDocument/2006/relationships/image" Target="/ppt/media/image.png" Id="R769637c14e1a4ed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c57dd373c64e09" /><Relationship Type="http://schemas.openxmlformats.org/officeDocument/2006/relationships/image" Target="/ppt/media/image.png" Id="R220ffe4cbe5a40b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9e619f7bce4158" /><Relationship Type="http://schemas.openxmlformats.org/officeDocument/2006/relationships/image" Target="/ppt/media/image.png" Id="Rf11c1d3fed89496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fdd4b5b5b545af" /><Relationship Type="http://schemas.openxmlformats.org/officeDocument/2006/relationships/image" Target="/ppt/media/image.png" Id="R7292ee2fa051446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eca88b6f9241af" /><Relationship Type="http://schemas.openxmlformats.org/officeDocument/2006/relationships/image" Target="/ppt/media/image.png" Id="R158bc86b913646b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c61665707450a" /><Relationship Type="http://schemas.openxmlformats.org/officeDocument/2006/relationships/image" Target="/ppt/media/image.png" Id="Rb5983ce2535b455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50227ac7214f4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98a00c1ca249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3b459c00884cf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813b63d67b4c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c7a958e6464e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9637c14e1a4e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0ffe4cbe5a40b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1c1d3fed8949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92ee2fa051446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8bc86b913646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983ce2535b45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1f84ad84844dfe" /><Relationship Type="http://schemas.openxmlformats.org/officeDocument/2006/relationships/slideLayout" Target="/ppt/slideLayouts/slideLayout1.xml" Id="Rf9064b6c72ae4daf" /><Relationship Type="http://schemas.openxmlformats.org/officeDocument/2006/relationships/slideLayout" Target="/ppt/slideLayouts/slideLayout2.xml" Id="Ree101c1cbf914edb" /><Relationship Type="http://schemas.openxmlformats.org/officeDocument/2006/relationships/slideLayout" Target="/ppt/slideLayouts/slideLayout3.xml" Id="Rebdcdb4614f54077" /><Relationship Type="http://schemas.openxmlformats.org/officeDocument/2006/relationships/slideLayout" Target="/ppt/slideLayouts/slideLayout4.xml" Id="Rc078a512a30e4a33" /><Relationship Type="http://schemas.openxmlformats.org/officeDocument/2006/relationships/slideLayout" Target="/ppt/slideLayouts/slideLayout5.xml" Id="R5b555918d8f64b65" /><Relationship Type="http://schemas.openxmlformats.org/officeDocument/2006/relationships/slideLayout" Target="/ppt/slideLayouts/slideLayout6.xml" Id="Rf88d3b60b66a4bdb" /><Relationship Type="http://schemas.openxmlformats.org/officeDocument/2006/relationships/slideLayout" Target="/ppt/slideLayouts/slideLayout7.xml" Id="R99b8f9c7979f4933" /><Relationship Type="http://schemas.openxmlformats.org/officeDocument/2006/relationships/slideLayout" Target="/ppt/slideLayouts/slideLayout8.xml" Id="R70d737f4e4a04832" /><Relationship Type="http://schemas.openxmlformats.org/officeDocument/2006/relationships/slideLayout" Target="/ppt/slideLayouts/slideLayout9.xml" Id="R7a853a2b5d62411e" /><Relationship Type="http://schemas.openxmlformats.org/officeDocument/2006/relationships/slideLayout" Target="/ppt/slideLayouts/slideLayout10.xml" Id="R1e7452e21fda43fb" /><Relationship Type="http://schemas.openxmlformats.org/officeDocument/2006/relationships/slideLayout" Target="/ppt/slideLayouts/slideLayout11.xml" Id="R09735af11c9c449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064b6c72ae4daf"/>
    <p:sldLayoutId xmlns:r="http://schemas.openxmlformats.org/officeDocument/2006/relationships" id="2147483650" r:id="Ree101c1cbf914edb"/>
    <p:sldLayoutId xmlns:r="http://schemas.openxmlformats.org/officeDocument/2006/relationships" id="2147483651" r:id="Rebdcdb4614f54077"/>
    <p:sldLayoutId xmlns:r="http://schemas.openxmlformats.org/officeDocument/2006/relationships" id="2147483652" r:id="Rc078a512a30e4a33"/>
    <p:sldLayoutId xmlns:r="http://schemas.openxmlformats.org/officeDocument/2006/relationships" id="2147483653" r:id="R5b555918d8f64b65"/>
    <p:sldLayoutId xmlns:r="http://schemas.openxmlformats.org/officeDocument/2006/relationships" id="2147483654" r:id="Rf88d3b60b66a4bdb"/>
    <p:sldLayoutId xmlns:r="http://schemas.openxmlformats.org/officeDocument/2006/relationships" id="2147483655" r:id="R99b8f9c7979f4933"/>
    <p:sldLayoutId xmlns:r="http://schemas.openxmlformats.org/officeDocument/2006/relationships" id="2147483656" r:id="R70d737f4e4a04832"/>
    <p:sldLayoutId xmlns:r="http://schemas.openxmlformats.org/officeDocument/2006/relationships" id="2147483657" r:id="R7a853a2b5d62411e"/>
    <p:sldLayoutId xmlns:r="http://schemas.openxmlformats.org/officeDocument/2006/relationships" id="2147483658" r:id="R1e7452e21fda43fb"/>
    <p:sldLayoutId xmlns:r="http://schemas.openxmlformats.org/officeDocument/2006/relationships" id="2147483659" r:id="R09735af11c9c449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cda43360f45d4" /><Relationship Type="http://schemas.openxmlformats.org/officeDocument/2006/relationships/notesSlide" Target="/ppt/notesSlides/notesSlide1.xml" Id="R82672849a73645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1491125f3b4543" /><Relationship Type="http://schemas.openxmlformats.org/officeDocument/2006/relationships/notesSlide" Target="/ppt/notesSlides/notesSlide2.xml" Id="Rf656bcb08ca945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52511dacbd4c0c" /><Relationship Type="http://schemas.openxmlformats.org/officeDocument/2006/relationships/notesSlide" Target="/ppt/notesSlides/notesSlide3.xml" Id="R2a15e96dc31541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04378987424d7e" /><Relationship Type="http://schemas.openxmlformats.org/officeDocument/2006/relationships/notesSlide" Target="/ppt/notesSlides/notesSlide4.xml" Id="R0657a8ebe45543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4d0c67b0924333" /><Relationship Type="http://schemas.openxmlformats.org/officeDocument/2006/relationships/notesSlide" Target="/ppt/notesSlides/notesSlide5.xml" Id="Rc33e8e3a981342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4b8a369d74de0" /><Relationship Type="http://schemas.openxmlformats.org/officeDocument/2006/relationships/notesSlide" Target="/ppt/notesSlides/notesSlide6.xml" Id="R437c9a24dac646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4c0487966a4afd" /><Relationship Type="http://schemas.openxmlformats.org/officeDocument/2006/relationships/notesSlide" Target="/ppt/notesSlides/notesSlide7.xml" Id="R22cd630b02d548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998eccf34f4d89" /><Relationship Type="http://schemas.openxmlformats.org/officeDocument/2006/relationships/notesSlide" Target="/ppt/notesSlides/notesSlide8.xml" Id="Rcbbd360f898241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b3a0eda23a4302" /><Relationship Type="http://schemas.openxmlformats.org/officeDocument/2006/relationships/notesSlide" Target="/ppt/notesSlides/notesSlide9.xml" Id="R9f1cdb2379344a7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2D Data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value is passed into records when find_members(clubs, name)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return -1 come after every row has been checked?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target is not normalised in the same way as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returning a field value differ from printing it inside the function?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find the number of members in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three club names.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function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total_members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that loops through the rows, maintains a running total, and returns it. Display the labelled total; the supplied data must produce 45.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small results manager using [name, score] rows and three functions: display every record, search by lower-case name,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highest score. The main program must call all three and show a clear not-found message for a missing name.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(find_members(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2026-08-26T04:07:57.5770000Z</dcterms:created>
  <dcterms:modified xsi:type="dcterms:W3CDTF">2026-08-26T04:07:57.5770000Z</dcterms:modified>
</coreProperties>
</file>