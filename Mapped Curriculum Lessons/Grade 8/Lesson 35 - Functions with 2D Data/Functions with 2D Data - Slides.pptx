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26fb90cfe04095" /><Relationship Type="http://schemas.openxmlformats.org/officeDocument/2006/relationships/extended-properties" Target="/docProps/app.xml" Id="Ra17cf3c4e1574208" /><Relationship Type="http://schemas.openxmlformats.org/officeDocument/2006/relationships/officeDocument" Target="/ppt/presentation.xml" Id="R2717ee1109fb417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cc614e0c94e49c1"/>
  </p:sldMasterIdLst>
  <p:notesMasterIdLst>
    <p:notesMasterId xmlns:r="http://schemas.openxmlformats.org/officeDocument/2006/relationships" r:id="R0ec1577787d14b7a"/>
  </p:notesMasterIdLst>
  <p:sldIdLst>
    <p:sldId xmlns:r="http://schemas.openxmlformats.org/officeDocument/2006/relationships" id="256" r:id="R47397f6935774def"/>
    <p:sldId xmlns:r="http://schemas.openxmlformats.org/officeDocument/2006/relationships" id="257" r:id="Rad1b15a88cdd4809"/>
    <p:sldId xmlns:r="http://schemas.openxmlformats.org/officeDocument/2006/relationships" id="258" r:id="Re734104f57cf47a3"/>
    <p:sldId xmlns:r="http://schemas.openxmlformats.org/officeDocument/2006/relationships" id="259" r:id="Rbc1ce8b4f30444f3"/>
    <p:sldId xmlns:r="http://schemas.openxmlformats.org/officeDocument/2006/relationships" id="260" r:id="R83313fa38e424303"/>
    <p:sldId xmlns:r="http://schemas.openxmlformats.org/officeDocument/2006/relationships" id="261" r:id="Rc031a64d02fe4af6"/>
    <p:sldId xmlns:r="http://schemas.openxmlformats.org/officeDocument/2006/relationships" id="262" r:id="R301d91ba3be44e78"/>
    <p:sldId xmlns:r="http://schemas.openxmlformats.org/officeDocument/2006/relationships" id="263" r:id="R4e9e52cba1cb4432"/>
    <p:sldId xmlns:r="http://schemas.openxmlformats.org/officeDocument/2006/relationships" id="264" r:id="R68e31ace26084a4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b6c559ac0534552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eb2f07404245fe" /><Relationship Type="http://schemas.openxmlformats.org/officeDocument/2006/relationships/slideMaster" Target="/ppt/slideMasters/slideMaster1.xml" Id="Rfcc614e0c94e49c1" /><Relationship Type="http://schemas.openxmlformats.org/officeDocument/2006/relationships/notesMaster" Target="/ppt/notesMasters/notesMaster1.xml" Id="R0ec1577787d14b7a" /><Relationship Type="http://schemas.openxmlformats.org/officeDocument/2006/relationships/presProps" Target="/ppt/presProps.xml" Id="R824c8c3d7ec640d7" /><Relationship Type="http://schemas.openxmlformats.org/officeDocument/2006/relationships/viewProps" Target="/ppt/viewProps.xml" Id="R6644581caac04c51" /><Relationship Type="http://schemas.openxmlformats.org/officeDocument/2006/relationships/tableStyles" Target="/ppt/tableStyles.xml" Id="R8f95ad4a3915471e" /><Relationship Type="http://schemas.openxmlformats.org/officeDocument/2006/relationships/font" Target="/ppt/fonts/font.dat" Id="R3b6c559ac0534552" /><Relationship Type="http://schemas.openxmlformats.org/officeDocument/2006/relationships/slide" Target="/ppt/slides/slide1.xml" Id="R47397f6935774def" /><Relationship Type="http://schemas.openxmlformats.org/officeDocument/2006/relationships/slide" Target="/ppt/slides/slide2.xml" Id="Rad1b15a88cdd4809" /><Relationship Type="http://schemas.openxmlformats.org/officeDocument/2006/relationships/slide" Target="/ppt/slides/slide3.xml" Id="Re734104f57cf47a3" /><Relationship Type="http://schemas.openxmlformats.org/officeDocument/2006/relationships/slide" Target="/ppt/slides/slide4.xml" Id="Rbc1ce8b4f30444f3" /><Relationship Type="http://schemas.openxmlformats.org/officeDocument/2006/relationships/slide" Target="/ppt/slides/slide5.xml" Id="R83313fa38e424303" /><Relationship Type="http://schemas.openxmlformats.org/officeDocument/2006/relationships/slide" Target="/ppt/slides/slide6.xml" Id="Rc031a64d02fe4af6" /><Relationship Type="http://schemas.openxmlformats.org/officeDocument/2006/relationships/slide" Target="/ppt/slides/slide7.xml" Id="R301d91ba3be44e78" /><Relationship Type="http://schemas.openxmlformats.org/officeDocument/2006/relationships/slide" Target="/ppt/slides/slide8.xml" Id="R4e9e52cba1cb4432" /><Relationship Type="http://schemas.openxmlformats.org/officeDocument/2006/relationships/slide" Target="/ppt/slides/slide9.xml" Id="R68e31ace26084a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800eda6d174b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7381ed92424aec" /><Relationship Type="http://schemas.openxmlformats.org/officeDocument/2006/relationships/notesMaster" Target="/ppt/notesMasters/notesMaster1.xml" Id="R11663737dcd740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9bf40e909d4a4c" /><Relationship Type="http://schemas.openxmlformats.org/officeDocument/2006/relationships/notesMaster" Target="/ppt/notesMasters/notesMaster1.xml" Id="R65fe51688fbd4f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b897559a2f41df" /><Relationship Type="http://schemas.openxmlformats.org/officeDocument/2006/relationships/notesMaster" Target="/ppt/notesMasters/notesMaster1.xml" Id="R671f30aa1da243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7f84b30bc4a449e" /><Relationship Type="http://schemas.openxmlformats.org/officeDocument/2006/relationships/notesMaster" Target="/ppt/notesMasters/notesMaster1.xml" Id="Rab8c3602587a47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2f10a269e644bb" /><Relationship Type="http://schemas.openxmlformats.org/officeDocument/2006/relationships/notesMaster" Target="/ppt/notesMasters/notesMaster1.xml" Id="R25729fccf49947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d38116a54a4833" /><Relationship Type="http://schemas.openxmlformats.org/officeDocument/2006/relationships/notesMaster" Target="/ppt/notesMasters/notesMaster1.xml" Id="R5d6ec79fce134b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a81de5551b4758" /><Relationship Type="http://schemas.openxmlformats.org/officeDocument/2006/relationships/notesMaster" Target="/ppt/notesMasters/notesMaster1.xml" Id="Rbb3c1e016ad044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48518834da46af" /><Relationship Type="http://schemas.openxmlformats.org/officeDocument/2006/relationships/notesMaster" Target="/ppt/notesMasters/notesMaster1.xml" Id="R66083a30a6564d8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448e17ce90b4a0d" /><Relationship Type="http://schemas.openxmlformats.org/officeDocument/2006/relationships/notesMaster" Target="/ppt/notesMasters/notesMaster1.xml" Id="R08343fc4b1e341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1e63d6da3546b6" /><Relationship Type="http://schemas.openxmlformats.org/officeDocument/2006/relationships/image" Target="/ppt/media/image.png" Id="R1480fedb2da045d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78020350dd4fee" /><Relationship Type="http://schemas.openxmlformats.org/officeDocument/2006/relationships/image" Target="/ppt/media/image.png" Id="Rdf710b1571964ab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40b89f886b4bf4" /><Relationship Type="http://schemas.openxmlformats.org/officeDocument/2006/relationships/image" Target="/ppt/media/image.png" Id="R1e652db67ea248e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2e7d776d894d5c" /><Relationship Type="http://schemas.openxmlformats.org/officeDocument/2006/relationships/image" Target="/ppt/media/image.png" Id="R2502b295163a43d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7e88b52c2847e9" /><Relationship Type="http://schemas.openxmlformats.org/officeDocument/2006/relationships/image" Target="/ppt/media/image.png" Id="Rde1b261a37524e0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275611c48d472d" /><Relationship Type="http://schemas.openxmlformats.org/officeDocument/2006/relationships/image" Target="/ppt/media/image.png" Id="R5f61152c557943f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53c3bad45e4ac5" /><Relationship Type="http://schemas.openxmlformats.org/officeDocument/2006/relationships/image" Target="/ppt/media/image.png" Id="R40ab0a0b158e482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785e39d45d4932" /><Relationship Type="http://schemas.openxmlformats.org/officeDocument/2006/relationships/image" Target="/ppt/media/image.png" Id="Rf928ee336869423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7edee64e0245ee" /><Relationship Type="http://schemas.openxmlformats.org/officeDocument/2006/relationships/image" Target="/ppt/media/image.png" Id="R4e63723102f8482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8073ddbc054f8a" /><Relationship Type="http://schemas.openxmlformats.org/officeDocument/2006/relationships/image" Target="/ppt/media/image.png" Id="R3a54df4e0a7748a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0aede0b3d14480" /><Relationship Type="http://schemas.openxmlformats.org/officeDocument/2006/relationships/image" Target="/ppt/media/image.png" Id="R9f907ce674e94ee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80fedb2da045da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710b1571964ab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652db67ea248e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02b295163a43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1b261a37524e0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61152c557943f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ab0a0b158e48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28ee336869423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e63723102f8482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54df4e0a7748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907ce674e94ee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2f266b61b54094" /><Relationship Type="http://schemas.openxmlformats.org/officeDocument/2006/relationships/slideLayout" Target="/ppt/slideLayouts/slideLayout1.xml" Id="R4a76ec845f2c4f74" /><Relationship Type="http://schemas.openxmlformats.org/officeDocument/2006/relationships/slideLayout" Target="/ppt/slideLayouts/slideLayout2.xml" Id="R5bc1cae06e9c495f" /><Relationship Type="http://schemas.openxmlformats.org/officeDocument/2006/relationships/slideLayout" Target="/ppt/slideLayouts/slideLayout3.xml" Id="R33cff0f96b2d4d19" /><Relationship Type="http://schemas.openxmlformats.org/officeDocument/2006/relationships/slideLayout" Target="/ppt/slideLayouts/slideLayout4.xml" Id="Rda6a8ef925254dcd" /><Relationship Type="http://schemas.openxmlformats.org/officeDocument/2006/relationships/slideLayout" Target="/ppt/slideLayouts/slideLayout5.xml" Id="Rf3a591d25cf64d3b" /><Relationship Type="http://schemas.openxmlformats.org/officeDocument/2006/relationships/slideLayout" Target="/ppt/slideLayouts/slideLayout6.xml" Id="R2ee4311e993642f0" /><Relationship Type="http://schemas.openxmlformats.org/officeDocument/2006/relationships/slideLayout" Target="/ppt/slideLayouts/slideLayout7.xml" Id="Rbe2d3c056db44dbb" /><Relationship Type="http://schemas.openxmlformats.org/officeDocument/2006/relationships/slideLayout" Target="/ppt/slideLayouts/slideLayout8.xml" Id="Ra028287d880e4023" /><Relationship Type="http://schemas.openxmlformats.org/officeDocument/2006/relationships/slideLayout" Target="/ppt/slideLayouts/slideLayout9.xml" Id="Rb86d21d8303b47c0" /><Relationship Type="http://schemas.openxmlformats.org/officeDocument/2006/relationships/slideLayout" Target="/ppt/slideLayouts/slideLayout10.xml" Id="Rea9326a10f334b0b" /><Relationship Type="http://schemas.openxmlformats.org/officeDocument/2006/relationships/slideLayout" Target="/ppt/slideLayouts/slideLayout11.xml" Id="R9dda57e62fe14d4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76ec845f2c4f74"/>
    <p:sldLayoutId xmlns:r="http://schemas.openxmlformats.org/officeDocument/2006/relationships" id="2147483650" r:id="R5bc1cae06e9c495f"/>
    <p:sldLayoutId xmlns:r="http://schemas.openxmlformats.org/officeDocument/2006/relationships" id="2147483651" r:id="R33cff0f96b2d4d19"/>
    <p:sldLayoutId xmlns:r="http://schemas.openxmlformats.org/officeDocument/2006/relationships" id="2147483652" r:id="Rda6a8ef925254dcd"/>
    <p:sldLayoutId xmlns:r="http://schemas.openxmlformats.org/officeDocument/2006/relationships" id="2147483653" r:id="Rf3a591d25cf64d3b"/>
    <p:sldLayoutId xmlns:r="http://schemas.openxmlformats.org/officeDocument/2006/relationships" id="2147483654" r:id="R2ee4311e993642f0"/>
    <p:sldLayoutId xmlns:r="http://schemas.openxmlformats.org/officeDocument/2006/relationships" id="2147483655" r:id="Rbe2d3c056db44dbb"/>
    <p:sldLayoutId xmlns:r="http://schemas.openxmlformats.org/officeDocument/2006/relationships" id="2147483656" r:id="Ra028287d880e4023"/>
    <p:sldLayoutId xmlns:r="http://schemas.openxmlformats.org/officeDocument/2006/relationships" id="2147483657" r:id="Rb86d21d8303b47c0"/>
    <p:sldLayoutId xmlns:r="http://schemas.openxmlformats.org/officeDocument/2006/relationships" id="2147483658" r:id="Rea9326a10f334b0b"/>
    <p:sldLayoutId xmlns:r="http://schemas.openxmlformats.org/officeDocument/2006/relationships" id="2147483659" r:id="R9dda57e62fe14d4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7ebab58ed4d32" /><Relationship Type="http://schemas.openxmlformats.org/officeDocument/2006/relationships/notesSlide" Target="/ppt/notesSlides/notesSlide1.xml" Id="R51e68119da1c4f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458575aa564d34" /><Relationship Type="http://schemas.openxmlformats.org/officeDocument/2006/relationships/notesSlide" Target="/ppt/notesSlides/notesSlide2.xml" Id="R3e4667c3b90a4d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459b9f5a1e460d" /><Relationship Type="http://schemas.openxmlformats.org/officeDocument/2006/relationships/notesSlide" Target="/ppt/notesSlides/notesSlide3.xml" Id="R8ece7abea4b542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528b8062744329" /><Relationship Type="http://schemas.openxmlformats.org/officeDocument/2006/relationships/notesSlide" Target="/ppt/notesSlides/notesSlide4.xml" Id="Rba7a9e255d6a4d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0ed9c17c82402e" /><Relationship Type="http://schemas.openxmlformats.org/officeDocument/2006/relationships/notesSlide" Target="/ppt/notesSlides/notesSlide5.xml" Id="R96cea011899941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24504976b84ccb" /><Relationship Type="http://schemas.openxmlformats.org/officeDocument/2006/relationships/notesSlide" Target="/ppt/notesSlides/notesSlide6.xml" Id="R7dedcd64419d4d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0809109026476b" /><Relationship Type="http://schemas.openxmlformats.org/officeDocument/2006/relationships/notesSlide" Target="/ppt/notesSlides/notesSlide7.xml" Id="Rd8819cd16e3c48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5a42b7b9744a86" /><Relationship Type="http://schemas.openxmlformats.org/officeDocument/2006/relationships/notesSlide" Target="/ppt/notesSlides/notesSlide8.xml" Id="R98dd081cd5c244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1fb80785684b30" /><Relationship Type="http://schemas.openxmlformats.org/officeDocument/2006/relationships/notesSlide" Target="/ppt/notesSlides/notesSlide9.xml" Id="R6acba30ecb9443b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 with 2D Data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value is passed into records when find_members(clubs, name)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must return -1 come after every row has been checked?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target is not normalised in the same way as stored record names?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returning a field value differ from printing it inside the function?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makes two fixed searches instead of asking for a club.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find_members()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clubs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with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clubs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results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"Art: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club names.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adds up the members instead of searching. Write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total_members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(records), which uses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add each row's count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club names,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members: 45"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7536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results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7],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9]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8]. Write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to display each name and score,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(records, target) to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 matching score, or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-1.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name, then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result,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"Name not found."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-1.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(find_members(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2026-09-28T09:11:48.1200000Z</dcterms:created>
  <dcterms:modified xsi:type="dcterms:W3CDTF">2026-09-28T09:11:48.1200000Z</dcterms:modified>
</coreProperties>
</file>