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ce778716ae4ab6" /><Relationship Type="http://schemas.openxmlformats.org/officeDocument/2006/relationships/extended-properties" Target="/docProps/app.xml" Id="R5e465a68574343fd" /><Relationship Type="http://schemas.openxmlformats.org/officeDocument/2006/relationships/officeDocument" Target="/ppt/presentation.xml" Id="Rd46d094047bf480c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47f4ea7b218c42f1"/>
  </p:sldMasterIdLst>
  <p:notesMasterIdLst>
    <p:notesMasterId xmlns:r="http://schemas.openxmlformats.org/officeDocument/2006/relationships" r:id="R3983081c95d344fb"/>
  </p:notesMasterIdLst>
  <p:sldIdLst>
    <p:sldId xmlns:r="http://schemas.openxmlformats.org/officeDocument/2006/relationships" id="256" r:id="Rb84d671466394d7e"/>
    <p:sldId xmlns:r="http://schemas.openxmlformats.org/officeDocument/2006/relationships" id="257" r:id="Rc4840e2e009f4a8a"/>
    <p:sldId xmlns:r="http://schemas.openxmlformats.org/officeDocument/2006/relationships" id="258" r:id="Rea1736c1811945bc"/>
    <p:sldId xmlns:r="http://schemas.openxmlformats.org/officeDocument/2006/relationships" id="259" r:id="R404e922e00c044f7"/>
    <p:sldId xmlns:r="http://schemas.openxmlformats.org/officeDocument/2006/relationships" id="260" r:id="R7a8fb973a3584ae4"/>
    <p:sldId xmlns:r="http://schemas.openxmlformats.org/officeDocument/2006/relationships" id="261" r:id="R2daf41c9433146d7"/>
    <p:sldId xmlns:r="http://schemas.openxmlformats.org/officeDocument/2006/relationships" id="262" r:id="Rd2b701c7ce4d4e54"/>
    <p:sldId xmlns:r="http://schemas.openxmlformats.org/officeDocument/2006/relationships" id="263" r:id="R4d5baa16ba6243c4"/>
    <p:sldId xmlns:r="http://schemas.openxmlformats.org/officeDocument/2006/relationships" id="264" r:id="Rb82e58d3fefb4a50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cdd63cf485b94e3a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85f6c5ec1242e5" /><Relationship Type="http://schemas.openxmlformats.org/officeDocument/2006/relationships/slideMaster" Target="/ppt/slideMasters/slideMaster1.xml" Id="R47f4ea7b218c42f1" /><Relationship Type="http://schemas.openxmlformats.org/officeDocument/2006/relationships/notesMaster" Target="/ppt/notesMasters/notesMaster1.xml" Id="R3983081c95d344fb" /><Relationship Type="http://schemas.openxmlformats.org/officeDocument/2006/relationships/presProps" Target="/ppt/presProps.xml" Id="Rcbeb8eac261f40aa" /><Relationship Type="http://schemas.openxmlformats.org/officeDocument/2006/relationships/viewProps" Target="/ppt/viewProps.xml" Id="R2b1a84fb09144f31" /><Relationship Type="http://schemas.openxmlformats.org/officeDocument/2006/relationships/tableStyles" Target="/ppt/tableStyles.xml" Id="Rb26937c5a7b54509" /><Relationship Type="http://schemas.openxmlformats.org/officeDocument/2006/relationships/font" Target="/ppt/fonts/font.dat" Id="Rcdd63cf485b94e3a" /><Relationship Type="http://schemas.openxmlformats.org/officeDocument/2006/relationships/slide" Target="/ppt/slides/slide1.xml" Id="Rb84d671466394d7e" /><Relationship Type="http://schemas.openxmlformats.org/officeDocument/2006/relationships/slide" Target="/ppt/slides/slide2.xml" Id="Rc4840e2e009f4a8a" /><Relationship Type="http://schemas.openxmlformats.org/officeDocument/2006/relationships/slide" Target="/ppt/slides/slide3.xml" Id="Rea1736c1811945bc" /><Relationship Type="http://schemas.openxmlformats.org/officeDocument/2006/relationships/slide" Target="/ppt/slides/slide4.xml" Id="R404e922e00c044f7" /><Relationship Type="http://schemas.openxmlformats.org/officeDocument/2006/relationships/slide" Target="/ppt/slides/slide5.xml" Id="R7a8fb973a3584ae4" /><Relationship Type="http://schemas.openxmlformats.org/officeDocument/2006/relationships/slide" Target="/ppt/slides/slide6.xml" Id="R2daf41c9433146d7" /><Relationship Type="http://schemas.openxmlformats.org/officeDocument/2006/relationships/slide" Target="/ppt/slides/slide7.xml" Id="Rd2b701c7ce4d4e54" /><Relationship Type="http://schemas.openxmlformats.org/officeDocument/2006/relationships/slide" Target="/ppt/slides/slide8.xml" Id="R4d5baa16ba6243c4" /><Relationship Type="http://schemas.openxmlformats.org/officeDocument/2006/relationships/slide" Target="/ppt/slides/slide9.xml" Id="Rb82e58d3fefb4a5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60b29798b54f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812eb38d8f4af3" /><Relationship Type="http://schemas.openxmlformats.org/officeDocument/2006/relationships/notesMaster" Target="/ppt/notesMasters/notesMaster1.xml" Id="R914264329d164c3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1c18e5ec8d4e39" /><Relationship Type="http://schemas.openxmlformats.org/officeDocument/2006/relationships/notesMaster" Target="/ppt/notesMasters/notesMaster1.xml" Id="R2cc8bf53b5df41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dd1d30555064edc" /><Relationship Type="http://schemas.openxmlformats.org/officeDocument/2006/relationships/notesMaster" Target="/ppt/notesMasters/notesMaster1.xml" Id="Ra3efe88ffb4b4a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4287e8638ac4ef0" /><Relationship Type="http://schemas.openxmlformats.org/officeDocument/2006/relationships/notesMaster" Target="/ppt/notesMasters/notesMaster1.xml" Id="R88e39569e3d6429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8d33c73a5e4270" /><Relationship Type="http://schemas.openxmlformats.org/officeDocument/2006/relationships/notesMaster" Target="/ppt/notesMasters/notesMaster1.xml" Id="R8b57d33be5b041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f2f47ca3af247eb" /><Relationship Type="http://schemas.openxmlformats.org/officeDocument/2006/relationships/notesMaster" Target="/ppt/notesMasters/notesMaster1.xml" Id="R2849bcafccd54a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7d5ea060fb54539" /><Relationship Type="http://schemas.openxmlformats.org/officeDocument/2006/relationships/notesMaster" Target="/ppt/notesMasters/notesMaster1.xml" Id="Rb755ca39cace4ad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a7e4911e642450a" /><Relationship Type="http://schemas.openxmlformats.org/officeDocument/2006/relationships/notesMaster" Target="/ppt/notesMasters/notesMaster1.xml" Id="Re96b5a1a6b124e7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415e1801bfa49e1" /><Relationship Type="http://schemas.openxmlformats.org/officeDocument/2006/relationships/notesMaster" Target="/ppt/notesMasters/notesMaster1.xml" Id="Rf5f04781552c48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284d8980db458d" /><Relationship Type="http://schemas.openxmlformats.org/officeDocument/2006/relationships/image" Target="/ppt/media/image.png" Id="Rc40cdd6a3b1549b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6c5b7a7b344a41" /><Relationship Type="http://schemas.openxmlformats.org/officeDocument/2006/relationships/image" Target="/ppt/media/image.png" Id="Rc920aa04b9be424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ee434b779942ab" /><Relationship Type="http://schemas.openxmlformats.org/officeDocument/2006/relationships/image" Target="/ppt/media/image.png" Id="Rb9b4494d0c4d4ad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d75859fa4c4f56" /><Relationship Type="http://schemas.openxmlformats.org/officeDocument/2006/relationships/image" Target="/ppt/media/image.png" Id="Rb8b7cae99c24429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84c73bd4cb414b" /><Relationship Type="http://schemas.openxmlformats.org/officeDocument/2006/relationships/image" Target="/ppt/media/image.png" Id="R222ad5fefdab49d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65d85373834c79" /><Relationship Type="http://schemas.openxmlformats.org/officeDocument/2006/relationships/image" Target="/ppt/media/image.png" Id="R453c3277ee9a430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9ca2f23b714e8a" /><Relationship Type="http://schemas.openxmlformats.org/officeDocument/2006/relationships/image" Target="/ppt/media/image.png" Id="Rc5d4739f086342d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b3aa2c801a4a89" /><Relationship Type="http://schemas.openxmlformats.org/officeDocument/2006/relationships/image" Target="/ppt/media/image.png" Id="R887e4591b31a466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424fe56f544a30" /><Relationship Type="http://schemas.openxmlformats.org/officeDocument/2006/relationships/image" Target="/ppt/media/image.png" Id="R5b41dc080e8141d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e11d075693432d" /><Relationship Type="http://schemas.openxmlformats.org/officeDocument/2006/relationships/image" Target="/ppt/media/image.png" Id="R50c6065fb190407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3fd27281cb4765" /><Relationship Type="http://schemas.openxmlformats.org/officeDocument/2006/relationships/image" Target="/ppt/media/image.png" Id="R4ca1caec94bb4fe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40cdd6a3b1549b6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920aa04b9be424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b4494d0c4d4ad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8b7cae99c24429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22ad5fefdab49d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3c3277ee9a430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d4739f086342d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7e4591b31a466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b41dc080e8141d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0c6065fb190407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ca1caec94bb4fe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54e6d3929d4558" /><Relationship Type="http://schemas.openxmlformats.org/officeDocument/2006/relationships/slideLayout" Target="/ppt/slideLayouts/slideLayout1.xml" Id="R2b1e2aeee7984db0" /><Relationship Type="http://schemas.openxmlformats.org/officeDocument/2006/relationships/slideLayout" Target="/ppt/slideLayouts/slideLayout2.xml" Id="R83eee98e8f3e4ce8" /><Relationship Type="http://schemas.openxmlformats.org/officeDocument/2006/relationships/slideLayout" Target="/ppt/slideLayouts/slideLayout3.xml" Id="Rebdddde64f584216" /><Relationship Type="http://schemas.openxmlformats.org/officeDocument/2006/relationships/slideLayout" Target="/ppt/slideLayouts/slideLayout4.xml" Id="Rc6fe5f6f77af48c3" /><Relationship Type="http://schemas.openxmlformats.org/officeDocument/2006/relationships/slideLayout" Target="/ppt/slideLayouts/slideLayout5.xml" Id="R5017351b625a41ed" /><Relationship Type="http://schemas.openxmlformats.org/officeDocument/2006/relationships/slideLayout" Target="/ppt/slideLayouts/slideLayout6.xml" Id="Rbd22f11bbdcd4c61" /><Relationship Type="http://schemas.openxmlformats.org/officeDocument/2006/relationships/slideLayout" Target="/ppt/slideLayouts/slideLayout7.xml" Id="Rab0de2ddfa544b3a" /><Relationship Type="http://schemas.openxmlformats.org/officeDocument/2006/relationships/slideLayout" Target="/ppt/slideLayouts/slideLayout8.xml" Id="R5a191db4cdc34cd4" /><Relationship Type="http://schemas.openxmlformats.org/officeDocument/2006/relationships/slideLayout" Target="/ppt/slideLayouts/slideLayout9.xml" Id="R020663d055794abb" /><Relationship Type="http://schemas.openxmlformats.org/officeDocument/2006/relationships/slideLayout" Target="/ppt/slideLayouts/slideLayout10.xml" Id="R03e1b0799e7244a4" /><Relationship Type="http://schemas.openxmlformats.org/officeDocument/2006/relationships/slideLayout" Target="/ppt/slideLayouts/slideLayout11.xml" Id="Rcfdf33c3994945c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1e2aeee7984db0"/>
    <p:sldLayoutId xmlns:r="http://schemas.openxmlformats.org/officeDocument/2006/relationships" id="2147483650" r:id="R83eee98e8f3e4ce8"/>
    <p:sldLayoutId xmlns:r="http://schemas.openxmlformats.org/officeDocument/2006/relationships" id="2147483651" r:id="Rebdddde64f584216"/>
    <p:sldLayoutId xmlns:r="http://schemas.openxmlformats.org/officeDocument/2006/relationships" id="2147483652" r:id="Rc6fe5f6f77af48c3"/>
    <p:sldLayoutId xmlns:r="http://schemas.openxmlformats.org/officeDocument/2006/relationships" id="2147483653" r:id="R5017351b625a41ed"/>
    <p:sldLayoutId xmlns:r="http://schemas.openxmlformats.org/officeDocument/2006/relationships" id="2147483654" r:id="Rbd22f11bbdcd4c61"/>
    <p:sldLayoutId xmlns:r="http://schemas.openxmlformats.org/officeDocument/2006/relationships" id="2147483655" r:id="Rab0de2ddfa544b3a"/>
    <p:sldLayoutId xmlns:r="http://schemas.openxmlformats.org/officeDocument/2006/relationships" id="2147483656" r:id="R5a191db4cdc34cd4"/>
    <p:sldLayoutId xmlns:r="http://schemas.openxmlformats.org/officeDocument/2006/relationships" id="2147483657" r:id="R020663d055794abb"/>
    <p:sldLayoutId xmlns:r="http://schemas.openxmlformats.org/officeDocument/2006/relationships" id="2147483658" r:id="R03e1b0799e7244a4"/>
    <p:sldLayoutId xmlns:r="http://schemas.openxmlformats.org/officeDocument/2006/relationships" id="2147483659" r:id="Rcfdf33c3994945c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eb5aef0f0e4366" /><Relationship Type="http://schemas.openxmlformats.org/officeDocument/2006/relationships/notesSlide" Target="/ppt/notesSlides/notesSlide1.xml" Id="Rbb0ef424a8de4c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ec2f0a5d4264946" /><Relationship Type="http://schemas.openxmlformats.org/officeDocument/2006/relationships/notesSlide" Target="/ppt/notesSlides/notesSlide2.xml" Id="R15842bfa52554f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8bd40a48464454" /><Relationship Type="http://schemas.openxmlformats.org/officeDocument/2006/relationships/notesSlide" Target="/ppt/notesSlides/notesSlide3.xml" Id="R8af3923e6011454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d873483ee4441f" /><Relationship Type="http://schemas.openxmlformats.org/officeDocument/2006/relationships/notesSlide" Target="/ppt/notesSlides/notesSlide4.xml" Id="R2d95306697364d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7b8f99ec85492b" /><Relationship Type="http://schemas.openxmlformats.org/officeDocument/2006/relationships/notesSlide" Target="/ppt/notesSlides/notesSlide5.xml" Id="R99c6b5dcf19646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fe0177d4114726" /><Relationship Type="http://schemas.openxmlformats.org/officeDocument/2006/relationships/notesSlide" Target="/ppt/notesSlides/notesSlide6.xml" Id="R54b8190c62ed4e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b5c0aba8bf44f5" /><Relationship Type="http://schemas.openxmlformats.org/officeDocument/2006/relationships/notesSlide" Target="/ppt/notesSlides/notesSlide7.xml" Id="R2a9dd83ba838427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785b62dff74e2a" /><Relationship Type="http://schemas.openxmlformats.org/officeDocument/2006/relationships/notesSlide" Target="/ppt/notesSlides/notesSlide8.xml" Id="R8498d4dc8978486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85b05655f0434e" /><Relationship Type="http://schemas.openxmlformats.org/officeDocument/2006/relationships/notesSlide" Target="/ppt/notesSlides/notesSlide9.xml" Id="R510d34c45b9e491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Functions with 2D Data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What value is passed into records when find_members(clubs, name) runs?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must return -1 come after every row has been checked?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the target is not normalised in the same way as stored record names?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does returning a field value differ from printing it inside the function?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Use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find_members()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find the number of members in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"Art: 12"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 15"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the three club names.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a function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total_members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(records) that loops through the rows, maintains a running total, and returns it. Display the labelled total; the supplied data must produce 45.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2877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[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"ari"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7], [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9] and [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"cleo"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8] in [results]. Write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show_records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(records) to display every name and score. Write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find_score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(records, target) to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 matching score or -1. Write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highest_score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(records) to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 highest score. In the main program, call all three functions.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 9"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"Highest score: 9"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"Mina"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"Name not found."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"Highest score: 9"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(find_members(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2026-08-28T09:27:06.2530000Z</dcterms:created>
  <dcterms:modified xsi:type="dcterms:W3CDTF">2026-08-28T09:27:06.2530000Z</dcterms:modified>
</coreProperties>
</file>