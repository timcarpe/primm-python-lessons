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77e5ba2b0a45e0" /><Relationship Type="http://schemas.openxmlformats.org/officeDocument/2006/relationships/extended-properties" Target="/docProps/app.xml" Id="R36fa453d4c4d4517" /><Relationship Type="http://schemas.openxmlformats.org/officeDocument/2006/relationships/officeDocument" Target="/ppt/presentation.xml" Id="R789b4a0db81e4a3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7f80a0e8ed64dcb"/>
  </p:sldMasterIdLst>
  <p:notesMasterIdLst>
    <p:notesMasterId xmlns:r="http://schemas.openxmlformats.org/officeDocument/2006/relationships" r:id="Rccd99e5593824a9a"/>
  </p:notesMasterIdLst>
  <p:sldIdLst>
    <p:sldId xmlns:r="http://schemas.openxmlformats.org/officeDocument/2006/relationships" id="256" r:id="Rfb3799cca7464c08"/>
    <p:sldId xmlns:r="http://schemas.openxmlformats.org/officeDocument/2006/relationships" id="257" r:id="Recd283b7740a40d5"/>
    <p:sldId xmlns:r="http://schemas.openxmlformats.org/officeDocument/2006/relationships" id="258" r:id="R3f34c840779c4507"/>
    <p:sldId xmlns:r="http://schemas.openxmlformats.org/officeDocument/2006/relationships" id="259" r:id="R69485a76aad64280"/>
    <p:sldId xmlns:r="http://schemas.openxmlformats.org/officeDocument/2006/relationships" id="260" r:id="R90490bb897574422"/>
    <p:sldId xmlns:r="http://schemas.openxmlformats.org/officeDocument/2006/relationships" id="261" r:id="R60fe02aeb5324890"/>
    <p:sldId xmlns:r="http://schemas.openxmlformats.org/officeDocument/2006/relationships" id="262" r:id="R4d8f225e552841ba"/>
    <p:sldId xmlns:r="http://schemas.openxmlformats.org/officeDocument/2006/relationships" id="263" r:id="R2ba7d1281ecf442d"/>
    <p:sldId xmlns:r="http://schemas.openxmlformats.org/officeDocument/2006/relationships" id="264" r:id="R0e0a8b95ebb14245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9857a008e39547d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c4bad098874fc5" /><Relationship Type="http://schemas.openxmlformats.org/officeDocument/2006/relationships/slideMaster" Target="/ppt/slideMasters/slideMaster1.xml" Id="R27f80a0e8ed64dcb" /><Relationship Type="http://schemas.openxmlformats.org/officeDocument/2006/relationships/notesMaster" Target="/ppt/notesMasters/notesMaster1.xml" Id="Rccd99e5593824a9a" /><Relationship Type="http://schemas.openxmlformats.org/officeDocument/2006/relationships/presProps" Target="/ppt/presProps.xml" Id="R67eda69ed4e64a42" /><Relationship Type="http://schemas.openxmlformats.org/officeDocument/2006/relationships/viewProps" Target="/ppt/viewProps.xml" Id="R7c31b50737de44d0" /><Relationship Type="http://schemas.openxmlformats.org/officeDocument/2006/relationships/tableStyles" Target="/ppt/tableStyles.xml" Id="R0b196a28ea4c4b99" /><Relationship Type="http://schemas.openxmlformats.org/officeDocument/2006/relationships/font" Target="/ppt/fonts/font.dat" Id="R9857a008e39547dc" /><Relationship Type="http://schemas.openxmlformats.org/officeDocument/2006/relationships/slide" Target="/ppt/slides/slide1.xml" Id="Rfb3799cca7464c08" /><Relationship Type="http://schemas.openxmlformats.org/officeDocument/2006/relationships/slide" Target="/ppt/slides/slide2.xml" Id="Recd283b7740a40d5" /><Relationship Type="http://schemas.openxmlformats.org/officeDocument/2006/relationships/slide" Target="/ppt/slides/slide3.xml" Id="R3f34c840779c4507" /><Relationship Type="http://schemas.openxmlformats.org/officeDocument/2006/relationships/slide" Target="/ppt/slides/slide4.xml" Id="R69485a76aad64280" /><Relationship Type="http://schemas.openxmlformats.org/officeDocument/2006/relationships/slide" Target="/ppt/slides/slide5.xml" Id="R90490bb897574422" /><Relationship Type="http://schemas.openxmlformats.org/officeDocument/2006/relationships/slide" Target="/ppt/slides/slide6.xml" Id="R60fe02aeb5324890" /><Relationship Type="http://schemas.openxmlformats.org/officeDocument/2006/relationships/slide" Target="/ppt/slides/slide7.xml" Id="R4d8f225e552841ba" /><Relationship Type="http://schemas.openxmlformats.org/officeDocument/2006/relationships/slide" Target="/ppt/slides/slide8.xml" Id="R2ba7d1281ecf442d" /><Relationship Type="http://schemas.openxmlformats.org/officeDocument/2006/relationships/slide" Target="/ppt/slides/slide9.xml" Id="R0e0a8b95ebb142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b2fbd68b4043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313d8388ed4a86" /><Relationship Type="http://schemas.openxmlformats.org/officeDocument/2006/relationships/notesMaster" Target="/ppt/notesMasters/notesMaster1.xml" Id="Rcc1766943fd543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237805b0cd4629" /><Relationship Type="http://schemas.openxmlformats.org/officeDocument/2006/relationships/notesMaster" Target="/ppt/notesMasters/notesMaster1.xml" Id="Rdfe713a3cdbb44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5f624e72734381" /><Relationship Type="http://schemas.openxmlformats.org/officeDocument/2006/relationships/notesMaster" Target="/ppt/notesMasters/notesMaster1.xml" Id="R414cc24a20d84f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714821084f48ac" /><Relationship Type="http://schemas.openxmlformats.org/officeDocument/2006/relationships/notesMaster" Target="/ppt/notesMasters/notesMaster1.xml" Id="R09bd5e0666fd46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e1de5cbb2e4e43" /><Relationship Type="http://schemas.openxmlformats.org/officeDocument/2006/relationships/notesMaster" Target="/ppt/notesMasters/notesMaster1.xml" Id="R3a2470ee0bbf4f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044da9e7fb459d" /><Relationship Type="http://schemas.openxmlformats.org/officeDocument/2006/relationships/notesMaster" Target="/ppt/notesMasters/notesMaster1.xml" Id="Rd0edabfbf48f46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4b20c1d85d4bc8" /><Relationship Type="http://schemas.openxmlformats.org/officeDocument/2006/relationships/notesMaster" Target="/ppt/notesMasters/notesMaster1.xml" Id="R4fc44e0d188d47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3703d6cd794d65" /><Relationship Type="http://schemas.openxmlformats.org/officeDocument/2006/relationships/notesMaster" Target="/ppt/notesMasters/notesMaster1.xml" Id="Rb712625941e141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b1cea1d03d484c" /><Relationship Type="http://schemas.openxmlformats.org/officeDocument/2006/relationships/notesMaster" Target="/ppt/notesMasters/notesMaster1.xml" Id="R55197d2a1e4348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6f1ebabc14d36" /><Relationship Type="http://schemas.openxmlformats.org/officeDocument/2006/relationships/image" Target="/ppt/media/image.png" Id="R1ce019d0fa5340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632a4c6e54a19" /><Relationship Type="http://schemas.openxmlformats.org/officeDocument/2006/relationships/image" Target="/ppt/media/image.png" Id="R4f89a1cea6764e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14924d3f644eb" /><Relationship Type="http://schemas.openxmlformats.org/officeDocument/2006/relationships/image" Target="/ppt/media/image.png" Id="R0fe8362ceb0c40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a362fc7bf4925" /><Relationship Type="http://schemas.openxmlformats.org/officeDocument/2006/relationships/image" Target="/ppt/media/image.png" Id="R13a2b571e1514a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dbdfdc6d84e5f" /><Relationship Type="http://schemas.openxmlformats.org/officeDocument/2006/relationships/image" Target="/ppt/media/image.png" Id="Rcef895a935c64f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60cea62704457" /><Relationship Type="http://schemas.openxmlformats.org/officeDocument/2006/relationships/image" Target="/ppt/media/image.png" Id="R373d3bb7c55c42a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8c1f09c074b32" /><Relationship Type="http://schemas.openxmlformats.org/officeDocument/2006/relationships/image" Target="/ppt/media/image.png" Id="R2eec606ceded4e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3cb481b004efc" /><Relationship Type="http://schemas.openxmlformats.org/officeDocument/2006/relationships/image" Target="/ppt/media/image.png" Id="R0bae87affe524b4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2ff200a7c446ad" /><Relationship Type="http://schemas.openxmlformats.org/officeDocument/2006/relationships/image" Target="/ppt/media/image.png" Id="R0ac8a1cbc6ed423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3bd6b7b1f4d69" /><Relationship Type="http://schemas.openxmlformats.org/officeDocument/2006/relationships/image" Target="/ppt/media/image.png" Id="Rf60df1c11dd6451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854c0c94e485d" /><Relationship Type="http://schemas.openxmlformats.org/officeDocument/2006/relationships/image" Target="/ppt/media/image.png" Id="R2208f0382d734ef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e019d0fa534015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89a1cea6764e2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e8362ceb0c406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a2b571e1514a7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f895a935c64f3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3d3bb7c55c42a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ec606ceded4e8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ae87affe524b4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c8a1cbc6ed423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0df1c11dd6451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08f0382d734ef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0d7632d60444e" /><Relationship Type="http://schemas.openxmlformats.org/officeDocument/2006/relationships/slideLayout" Target="/ppt/slideLayouts/slideLayout1.xml" Id="R39916d4c65704d67" /><Relationship Type="http://schemas.openxmlformats.org/officeDocument/2006/relationships/slideLayout" Target="/ppt/slideLayouts/slideLayout2.xml" Id="Ra1324879443844d2" /><Relationship Type="http://schemas.openxmlformats.org/officeDocument/2006/relationships/slideLayout" Target="/ppt/slideLayouts/slideLayout3.xml" Id="R9f95af7e5b8f4449" /><Relationship Type="http://schemas.openxmlformats.org/officeDocument/2006/relationships/slideLayout" Target="/ppt/slideLayouts/slideLayout4.xml" Id="R80155c7b4c6340f6" /><Relationship Type="http://schemas.openxmlformats.org/officeDocument/2006/relationships/slideLayout" Target="/ppt/slideLayouts/slideLayout5.xml" Id="R8afd9b2a910e482e" /><Relationship Type="http://schemas.openxmlformats.org/officeDocument/2006/relationships/slideLayout" Target="/ppt/slideLayouts/slideLayout6.xml" Id="R6b9720d207034077" /><Relationship Type="http://schemas.openxmlformats.org/officeDocument/2006/relationships/slideLayout" Target="/ppt/slideLayouts/slideLayout7.xml" Id="R8b3a1e3ee79c42fe" /><Relationship Type="http://schemas.openxmlformats.org/officeDocument/2006/relationships/slideLayout" Target="/ppt/slideLayouts/slideLayout8.xml" Id="R21d0d590a5b84332" /><Relationship Type="http://schemas.openxmlformats.org/officeDocument/2006/relationships/slideLayout" Target="/ppt/slideLayouts/slideLayout9.xml" Id="R11678d4d3bad4898" /><Relationship Type="http://schemas.openxmlformats.org/officeDocument/2006/relationships/slideLayout" Target="/ppt/slideLayouts/slideLayout10.xml" Id="R5d558c4fa5bf473c" /><Relationship Type="http://schemas.openxmlformats.org/officeDocument/2006/relationships/slideLayout" Target="/ppt/slideLayouts/slideLayout11.xml" Id="R3d5dd4a05b4843f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916d4c65704d67"/>
    <p:sldLayoutId xmlns:r="http://schemas.openxmlformats.org/officeDocument/2006/relationships" id="2147483650" r:id="Ra1324879443844d2"/>
    <p:sldLayoutId xmlns:r="http://schemas.openxmlformats.org/officeDocument/2006/relationships" id="2147483651" r:id="R9f95af7e5b8f4449"/>
    <p:sldLayoutId xmlns:r="http://schemas.openxmlformats.org/officeDocument/2006/relationships" id="2147483652" r:id="R80155c7b4c6340f6"/>
    <p:sldLayoutId xmlns:r="http://schemas.openxmlformats.org/officeDocument/2006/relationships" id="2147483653" r:id="R8afd9b2a910e482e"/>
    <p:sldLayoutId xmlns:r="http://schemas.openxmlformats.org/officeDocument/2006/relationships" id="2147483654" r:id="R6b9720d207034077"/>
    <p:sldLayoutId xmlns:r="http://schemas.openxmlformats.org/officeDocument/2006/relationships" id="2147483655" r:id="R8b3a1e3ee79c42fe"/>
    <p:sldLayoutId xmlns:r="http://schemas.openxmlformats.org/officeDocument/2006/relationships" id="2147483656" r:id="R21d0d590a5b84332"/>
    <p:sldLayoutId xmlns:r="http://schemas.openxmlformats.org/officeDocument/2006/relationships" id="2147483657" r:id="R11678d4d3bad4898"/>
    <p:sldLayoutId xmlns:r="http://schemas.openxmlformats.org/officeDocument/2006/relationships" id="2147483658" r:id="R5d558c4fa5bf473c"/>
    <p:sldLayoutId xmlns:r="http://schemas.openxmlformats.org/officeDocument/2006/relationships" id="2147483659" r:id="R3d5dd4a05b4843f6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8a0478e3a4a0e" /><Relationship Type="http://schemas.openxmlformats.org/officeDocument/2006/relationships/notesSlide" Target="/ppt/notesSlides/notesSlide1.xml" Id="R4fe7df5b723d4b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7bccdde7924f94" /><Relationship Type="http://schemas.openxmlformats.org/officeDocument/2006/relationships/notesSlide" Target="/ppt/notesSlides/notesSlide2.xml" Id="Rd967d9b3ea0945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69c1bdd6974979" /><Relationship Type="http://schemas.openxmlformats.org/officeDocument/2006/relationships/notesSlide" Target="/ppt/notesSlides/notesSlide3.xml" Id="Rac3e05bd8fda40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21e9984192422d" /><Relationship Type="http://schemas.openxmlformats.org/officeDocument/2006/relationships/notesSlide" Target="/ppt/notesSlides/notesSlide4.xml" Id="R0bb7cf89be5f4a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066aa712f44dbb" /><Relationship Type="http://schemas.openxmlformats.org/officeDocument/2006/relationships/notesSlide" Target="/ppt/notesSlides/notesSlide5.xml" Id="Red21410164c24c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8102bf4ed3435a" /><Relationship Type="http://schemas.openxmlformats.org/officeDocument/2006/relationships/notesSlide" Target="/ppt/notesSlides/notesSlide6.xml" Id="Reface181762648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8898bb3f9e4dcb" /><Relationship Type="http://schemas.openxmlformats.org/officeDocument/2006/relationships/notesSlide" Target="/ppt/notesSlides/notesSlide7.xml" Id="Rc8d56218a78547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7361ae59ea44c4" /><Relationship Type="http://schemas.openxmlformats.org/officeDocument/2006/relationships/notesSlide" Target="/ppt/notesSlides/notesSlide8.xml" Id="Refe66d34fb8742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9bb1d6865e4145" /><Relationship Type="http://schemas.openxmlformats.org/officeDocument/2006/relationships/notesSlide" Target="/ppt/notesSlides/notesSlide9.xml" Id="R18e3f32e1cc74e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Functions with 2D Data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35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find_members(clubs, name)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42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find_members(clubs, name)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42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find_members(clubs, name)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What value is passed into records when find_members(clubs, name) runs?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must return -1 come after every row has been checked?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happens if the target is not normalised in the same way as stored record names?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How does returning a field value differ from printing it inside the function?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find_members(clubs, name)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makes two fixed searches instead of asking for a club. Call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clubs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with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clubs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Display the results as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"Art: 12"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 15"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after the club names.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find_members(clubs, name)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adds up the members instead of searching. Write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total_members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(records), which uses a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add each row's count to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total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total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Display the club names, then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members: 45"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find_members(clubs, name)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97536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2D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called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results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rows [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"ari"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7], [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"bao"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9] and [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"cleo"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8]. Write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show_records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(records) to display each name and score, and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find_score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(records, target) to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 matching score, or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-1. Call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show_records()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ask for a name, then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the result, or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"Name not found."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-1.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find_members(clubs, name)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54933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(find_members(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2026-09-28T06:22:10.9630000Z</dcterms:created>
  <dcterms:modified xsi:type="dcterms:W3CDTF">2026-09-28T06:22:10.9630000Z</dcterms:modified>
</coreProperties>
</file>