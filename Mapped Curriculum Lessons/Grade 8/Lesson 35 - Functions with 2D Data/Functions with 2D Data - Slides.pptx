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8e98bc52274461" /><Relationship Type="http://schemas.openxmlformats.org/officeDocument/2006/relationships/extended-properties" Target="/docProps/app.xml" Id="R4944f59a7f044fd8" /><Relationship Type="http://schemas.openxmlformats.org/officeDocument/2006/relationships/officeDocument" Target="/ppt/presentation.xml" Id="R84518e8df40d44b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aead6367ed74a76"/>
  </p:sldMasterIdLst>
  <p:notesMasterIdLst>
    <p:notesMasterId xmlns:r="http://schemas.openxmlformats.org/officeDocument/2006/relationships" r:id="R931729b3d1a04c16"/>
  </p:notesMasterIdLst>
  <p:sldIdLst>
    <p:sldId xmlns:r="http://schemas.openxmlformats.org/officeDocument/2006/relationships" id="256" r:id="R881aa84507e746c2"/>
    <p:sldId xmlns:r="http://schemas.openxmlformats.org/officeDocument/2006/relationships" id="257" r:id="R22d60379055d40b8"/>
    <p:sldId xmlns:r="http://schemas.openxmlformats.org/officeDocument/2006/relationships" id="258" r:id="Re47eb54bb75e4473"/>
    <p:sldId xmlns:r="http://schemas.openxmlformats.org/officeDocument/2006/relationships" id="259" r:id="R1d86614999284edb"/>
    <p:sldId xmlns:r="http://schemas.openxmlformats.org/officeDocument/2006/relationships" id="260" r:id="Rdff3300d4af941b2"/>
    <p:sldId xmlns:r="http://schemas.openxmlformats.org/officeDocument/2006/relationships" id="261" r:id="Rbeab9fbdddf14acd"/>
    <p:sldId xmlns:r="http://schemas.openxmlformats.org/officeDocument/2006/relationships" id="262" r:id="R1d7cd60e4fee468e"/>
    <p:sldId xmlns:r="http://schemas.openxmlformats.org/officeDocument/2006/relationships" id="263" r:id="Rba485252b05441d5"/>
    <p:sldId xmlns:r="http://schemas.openxmlformats.org/officeDocument/2006/relationships" id="264" r:id="R5d388f7e6ddd44a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9dce1dde99a40d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1ef3d7fd5d463a" /><Relationship Type="http://schemas.openxmlformats.org/officeDocument/2006/relationships/slideMaster" Target="/ppt/slideMasters/slideMaster1.xml" Id="Reaead6367ed74a76" /><Relationship Type="http://schemas.openxmlformats.org/officeDocument/2006/relationships/notesMaster" Target="/ppt/notesMasters/notesMaster1.xml" Id="R931729b3d1a04c16" /><Relationship Type="http://schemas.openxmlformats.org/officeDocument/2006/relationships/presProps" Target="/ppt/presProps.xml" Id="R81e7d73c56b94644" /><Relationship Type="http://schemas.openxmlformats.org/officeDocument/2006/relationships/viewProps" Target="/ppt/viewProps.xml" Id="Rcb3927efbcf24c87" /><Relationship Type="http://schemas.openxmlformats.org/officeDocument/2006/relationships/tableStyles" Target="/ppt/tableStyles.xml" Id="Rcfc069c00bbe4e9d" /><Relationship Type="http://schemas.openxmlformats.org/officeDocument/2006/relationships/font" Target="/ppt/fonts/font.dat" Id="Rc9dce1dde99a40d3" /><Relationship Type="http://schemas.openxmlformats.org/officeDocument/2006/relationships/slide" Target="/ppt/slides/slide1.xml" Id="R881aa84507e746c2" /><Relationship Type="http://schemas.openxmlformats.org/officeDocument/2006/relationships/slide" Target="/ppt/slides/slide2.xml" Id="R22d60379055d40b8" /><Relationship Type="http://schemas.openxmlformats.org/officeDocument/2006/relationships/slide" Target="/ppt/slides/slide3.xml" Id="Re47eb54bb75e4473" /><Relationship Type="http://schemas.openxmlformats.org/officeDocument/2006/relationships/slide" Target="/ppt/slides/slide4.xml" Id="R1d86614999284edb" /><Relationship Type="http://schemas.openxmlformats.org/officeDocument/2006/relationships/slide" Target="/ppt/slides/slide5.xml" Id="Rdff3300d4af941b2" /><Relationship Type="http://schemas.openxmlformats.org/officeDocument/2006/relationships/slide" Target="/ppt/slides/slide6.xml" Id="Rbeab9fbdddf14acd" /><Relationship Type="http://schemas.openxmlformats.org/officeDocument/2006/relationships/slide" Target="/ppt/slides/slide7.xml" Id="R1d7cd60e4fee468e" /><Relationship Type="http://schemas.openxmlformats.org/officeDocument/2006/relationships/slide" Target="/ppt/slides/slide8.xml" Id="Rba485252b05441d5" /><Relationship Type="http://schemas.openxmlformats.org/officeDocument/2006/relationships/slide" Target="/ppt/slides/slide9.xml" Id="R5d388f7e6ddd44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9270848cf54e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b0c475879a4fdf" /><Relationship Type="http://schemas.openxmlformats.org/officeDocument/2006/relationships/notesMaster" Target="/ppt/notesMasters/notesMaster1.xml" Id="R613b3f0fa75440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693b0a7054418e" /><Relationship Type="http://schemas.openxmlformats.org/officeDocument/2006/relationships/notesMaster" Target="/ppt/notesMasters/notesMaster1.xml" Id="Rdeb87568c7ce41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6f029b6c2c4ecf" /><Relationship Type="http://schemas.openxmlformats.org/officeDocument/2006/relationships/notesMaster" Target="/ppt/notesMasters/notesMaster1.xml" Id="Rf66ed16541c94f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e12a323b9e43eb" /><Relationship Type="http://schemas.openxmlformats.org/officeDocument/2006/relationships/notesMaster" Target="/ppt/notesMasters/notesMaster1.xml" Id="Re0f9a883e52c4d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cbed2f6c964b8f" /><Relationship Type="http://schemas.openxmlformats.org/officeDocument/2006/relationships/notesMaster" Target="/ppt/notesMasters/notesMaster1.xml" Id="R015d88e56c154c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ba8f00daea4dc4" /><Relationship Type="http://schemas.openxmlformats.org/officeDocument/2006/relationships/notesMaster" Target="/ppt/notesMasters/notesMaster1.xml" Id="R607674191f0a40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5bbbaf86d440fd" /><Relationship Type="http://schemas.openxmlformats.org/officeDocument/2006/relationships/notesMaster" Target="/ppt/notesMasters/notesMaster1.xml" Id="R24c0de88373c40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075d9b2b7643b4" /><Relationship Type="http://schemas.openxmlformats.org/officeDocument/2006/relationships/notesMaster" Target="/ppt/notesMasters/notesMaster1.xml" Id="Rfe577b5cd0fe4b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0ac1553bbb4664" /><Relationship Type="http://schemas.openxmlformats.org/officeDocument/2006/relationships/notesMaster" Target="/ppt/notesMasters/notesMaster1.xml" Id="Ra7cd0a9274a14d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bb8452ff81483a" /><Relationship Type="http://schemas.openxmlformats.org/officeDocument/2006/relationships/image" Target="/ppt/media/image.png" Id="R57da7ada96ab4ef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c8d88c7d084bed" /><Relationship Type="http://schemas.openxmlformats.org/officeDocument/2006/relationships/image" Target="/ppt/media/image.png" Id="Rb8e6861d9f5348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9fa693d0334072" /><Relationship Type="http://schemas.openxmlformats.org/officeDocument/2006/relationships/image" Target="/ppt/media/image.png" Id="R2833479df1ef400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005a555ad54fcc" /><Relationship Type="http://schemas.openxmlformats.org/officeDocument/2006/relationships/image" Target="/ppt/media/image.png" Id="R4e4247a8ce364f1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9695f92e043c2" /><Relationship Type="http://schemas.openxmlformats.org/officeDocument/2006/relationships/image" Target="/ppt/media/image.png" Id="Rf07e3b45290547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3843b35a374b17" /><Relationship Type="http://schemas.openxmlformats.org/officeDocument/2006/relationships/image" Target="/ppt/media/image.png" Id="R3adfe184de5f4f0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44b275c5704b2f" /><Relationship Type="http://schemas.openxmlformats.org/officeDocument/2006/relationships/image" Target="/ppt/media/image.png" Id="R9f4edf0e0c364b2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3c58b8a5704a3b" /><Relationship Type="http://schemas.openxmlformats.org/officeDocument/2006/relationships/image" Target="/ppt/media/image.png" Id="Rdd49b98050b2477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ad4597b9b744a8" /><Relationship Type="http://schemas.openxmlformats.org/officeDocument/2006/relationships/image" Target="/ppt/media/image.png" Id="R92cff23d5fa946e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b33dd38a18435b" /><Relationship Type="http://schemas.openxmlformats.org/officeDocument/2006/relationships/image" Target="/ppt/media/image.png" Id="Re8b00e8755a14da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c68006ec14aec" /><Relationship Type="http://schemas.openxmlformats.org/officeDocument/2006/relationships/image" Target="/ppt/media/image.png" Id="Ra568de716aeb41c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da7ada96ab4ef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e6861d9f5348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33479df1ef40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4247a8ce364f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7e3b45290547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dfe184de5f4f0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4edf0e0c364b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9b98050b247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cff23d5fa946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b00e8755a14d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68de716aeb41c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cf96a54d6a4cf6" /><Relationship Type="http://schemas.openxmlformats.org/officeDocument/2006/relationships/slideLayout" Target="/ppt/slideLayouts/slideLayout1.xml" Id="R57c3329590744ecf" /><Relationship Type="http://schemas.openxmlformats.org/officeDocument/2006/relationships/slideLayout" Target="/ppt/slideLayouts/slideLayout2.xml" Id="Rbd5856e10a5f4e49" /><Relationship Type="http://schemas.openxmlformats.org/officeDocument/2006/relationships/slideLayout" Target="/ppt/slideLayouts/slideLayout3.xml" Id="R948e1dd5113f40b3" /><Relationship Type="http://schemas.openxmlformats.org/officeDocument/2006/relationships/slideLayout" Target="/ppt/slideLayouts/slideLayout4.xml" Id="Rd8c3e89f75a44c0a" /><Relationship Type="http://schemas.openxmlformats.org/officeDocument/2006/relationships/slideLayout" Target="/ppt/slideLayouts/slideLayout5.xml" Id="Rb3f344aa9d60445c" /><Relationship Type="http://schemas.openxmlformats.org/officeDocument/2006/relationships/slideLayout" Target="/ppt/slideLayouts/slideLayout6.xml" Id="R17f225f429214d19" /><Relationship Type="http://schemas.openxmlformats.org/officeDocument/2006/relationships/slideLayout" Target="/ppt/slideLayouts/slideLayout7.xml" Id="Rb302a83a7b464773" /><Relationship Type="http://schemas.openxmlformats.org/officeDocument/2006/relationships/slideLayout" Target="/ppt/slideLayouts/slideLayout8.xml" Id="R11f25cc0b77842a8" /><Relationship Type="http://schemas.openxmlformats.org/officeDocument/2006/relationships/slideLayout" Target="/ppt/slideLayouts/slideLayout9.xml" Id="Rfb05da8af94f411f" /><Relationship Type="http://schemas.openxmlformats.org/officeDocument/2006/relationships/slideLayout" Target="/ppt/slideLayouts/slideLayout10.xml" Id="Rb4a2b4eafe3c4568" /><Relationship Type="http://schemas.openxmlformats.org/officeDocument/2006/relationships/slideLayout" Target="/ppt/slideLayouts/slideLayout11.xml" Id="Rf8119594a0fa4b0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c3329590744ecf"/>
    <p:sldLayoutId xmlns:r="http://schemas.openxmlformats.org/officeDocument/2006/relationships" id="2147483650" r:id="Rbd5856e10a5f4e49"/>
    <p:sldLayoutId xmlns:r="http://schemas.openxmlformats.org/officeDocument/2006/relationships" id="2147483651" r:id="R948e1dd5113f40b3"/>
    <p:sldLayoutId xmlns:r="http://schemas.openxmlformats.org/officeDocument/2006/relationships" id="2147483652" r:id="Rd8c3e89f75a44c0a"/>
    <p:sldLayoutId xmlns:r="http://schemas.openxmlformats.org/officeDocument/2006/relationships" id="2147483653" r:id="Rb3f344aa9d60445c"/>
    <p:sldLayoutId xmlns:r="http://schemas.openxmlformats.org/officeDocument/2006/relationships" id="2147483654" r:id="R17f225f429214d19"/>
    <p:sldLayoutId xmlns:r="http://schemas.openxmlformats.org/officeDocument/2006/relationships" id="2147483655" r:id="Rb302a83a7b464773"/>
    <p:sldLayoutId xmlns:r="http://schemas.openxmlformats.org/officeDocument/2006/relationships" id="2147483656" r:id="R11f25cc0b77842a8"/>
    <p:sldLayoutId xmlns:r="http://schemas.openxmlformats.org/officeDocument/2006/relationships" id="2147483657" r:id="Rfb05da8af94f411f"/>
    <p:sldLayoutId xmlns:r="http://schemas.openxmlformats.org/officeDocument/2006/relationships" id="2147483658" r:id="Rb4a2b4eafe3c4568"/>
    <p:sldLayoutId xmlns:r="http://schemas.openxmlformats.org/officeDocument/2006/relationships" id="2147483659" r:id="Rf8119594a0fa4b0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eb8fe3c0244e6" /><Relationship Type="http://schemas.openxmlformats.org/officeDocument/2006/relationships/notesSlide" Target="/ppt/notesSlides/notesSlide1.xml" Id="R2ed5b6b1a36b47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1e4000f3184043" /><Relationship Type="http://schemas.openxmlformats.org/officeDocument/2006/relationships/notesSlide" Target="/ppt/notesSlides/notesSlide2.xml" Id="R6a1ec6ff7a7144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e5c0e8262a4fac" /><Relationship Type="http://schemas.openxmlformats.org/officeDocument/2006/relationships/notesSlide" Target="/ppt/notesSlides/notesSlide3.xml" Id="Rf96b2f72257a43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4799db133c4f0e" /><Relationship Type="http://schemas.openxmlformats.org/officeDocument/2006/relationships/notesSlide" Target="/ppt/notesSlides/notesSlide4.xml" Id="R57a7dcc84aac44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ebd1b2148f4727" /><Relationship Type="http://schemas.openxmlformats.org/officeDocument/2006/relationships/notesSlide" Target="/ppt/notesSlides/notesSlide5.xml" Id="R2a293f37bef14a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0d74ca092d47dd" /><Relationship Type="http://schemas.openxmlformats.org/officeDocument/2006/relationships/notesSlide" Target="/ppt/notesSlides/notesSlide6.xml" Id="R943d6903bbb24e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c9769e3068465f" /><Relationship Type="http://schemas.openxmlformats.org/officeDocument/2006/relationships/notesSlide" Target="/ppt/notesSlides/notesSlide7.xml" Id="R2aa98aa265ae41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ad14f6f9a242dc" /><Relationship Type="http://schemas.openxmlformats.org/officeDocument/2006/relationships/notesSlide" Target="/ppt/notesSlides/notesSlide8.xml" Id="R77d4c685bb4245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fa7e5f7fd342d2" /><Relationship Type="http://schemas.openxmlformats.org/officeDocument/2006/relationships/notesSlide" Target="/ppt/notesSlides/notesSlide9.xml" Id="Rdcc7e56ee4ca4bf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2D Data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value is passed into records when find_members(clubs, name)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return -1 come after every row has been checked?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target is not normalised in the same way as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returning a field value differ from printing it inside the function?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find the number of members in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three club names.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function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total_members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that loops through the rows, maintains a running total, and returns it. Display the labelled total; the supplied data must produce 45.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small results manager using [name, score] rows and three functions: display every record, search by lower-case name,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highest score. The main program must call all three and show a clear not-found message for a missing name.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(find_members(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2026-08-27T03:56:38.2660000Z</dcterms:created>
  <dcterms:modified xsi:type="dcterms:W3CDTF">2026-08-27T03:56:38.2670000Z</dcterms:modified>
</coreProperties>
</file>