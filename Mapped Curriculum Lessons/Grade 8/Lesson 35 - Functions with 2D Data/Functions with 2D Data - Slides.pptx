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410143f6074de6" /><Relationship Type="http://schemas.openxmlformats.org/officeDocument/2006/relationships/extended-properties" Target="/docProps/app.xml" Id="Rbe621ec39a994b5f" /><Relationship Type="http://schemas.openxmlformats.org/officeDocument/2006/relationships/officeDocument" Target="/ppt/presentation.xml" Id="R83b5e388f26e4f56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42408f78a4684f02"/>
  </p:sldMasterIdLst>
  <p:notesMasterIdLst>
    <p:notesMasterId xmlns:r="http://schemas.openxmlformats.org/officeDocument/2006/relationships" r:id="R8fd0c42d01e54166"/>
  </p:notesMasterIdLst>
  <p:sldIdLst>
    <p:sldId xmlns:r="http://schemas.openxmlformats.org/officeDocument/2006/relationships" id="256" r:id="R8f8315d66a574647"/>
    <p:sldId xmlns:r="http://schemas.openxmlformats.org/officeDocument/2006/relationships" id="257" r:id="R488aa12ffd9b4124"/>
    <p:sldId xmlns:r="http://schemas.openxmlformats.org/officeDocument/2006/relationships" id="258" r:id="R29c2960608904f6c"/>
    <p:sldId xmlns:r="http://schemas.openxmlformats.org/officeDocument/2006/relationships" id="259" r:id="R2b2eeb6f4c2844b1"/>
    <p:sldId xmlns:r="http://schemas.openxmlformats.org/officeDocument/2006/relationships" id="260" r:id="Rf0530f888e934dbd"/>
    <p:sldId xmlns:r="http://schemas.openxmlformats.org/officeDocument/2006/relationships" id="261" r:id="Rd88ebc1878814f7a"/>
    <p:sldId xmlns:r="http://schemas.openxmlformats.org/officeDocument/2006/relationships" id="262" r:id="Re26311cedd044554"/>
    <p:sldId xmlns:r="http://schemas.openxmlformats.org/officeDocument/2006/relationships" id="263" r:id="R9de2d67f1f614ac1"/>
    <p:sldId xmlns:r="http://schemas.openxmlformats.org/officeDocument/2006/relationships" id="264" r:id="R525ee2f3677844fe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d1ed92c673d6451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66e47e53b55417e" /><Relationship Type="http://schemas.openxmlformats.org/officeDocument/2006/relationships/slideMaster" Target="/ppt/slideMasters/slideMaster1.xml" Id="R42408f78a4684f02" /><Relationship Type="http://schemas.openxmlformats.org/officeDocument/2006/relationships/notesMaster" Target="/ppt/notesMasters/notesMaster1.xml" Id="R8fd0c42d01e54166" /><Relationship Type="http://schemas.openxmlformats.org/officeDocument/2006/relationships/presProps" Target="/ppt/presProps.xml" Id="Rcb8d1192e19d4bd7" /><Relationship Type="http://schemas.openxmlformats.org/officeDocument/2006/relationships/viewProps" Target="/ppt/viewProps.xml" Id="R49ec768019924c46" /><Relationship Type="http://schemas.openxmlformats.org/officeDocument/2006/relationships/tableStyles" Target="/ppt/tableStyles.xml" Id="R82da879cdda74ea9" /><Relationship Type="http://schemas.openxmlformats.org/officeDocument/2006/relationships/font" Target="/ppt/fonts/font.dat" Id="Rd1ed92c673d64514" /><Relationship Type="http://schemas.openxmlformats.org/officeDocument/2006/relationships/slide" Target="/ppt/slides/slide1.xml" Id="R8f8315d66a574647" /><Relationship Type="http://schemas.openxmlformats.org/officeDocument/2006/relationships/slide" Target="/ppt/slides/slide2.xml" Id="R488aa12ffd9b4124" /><Relationship Type="http://schemas.openxmlformats.org/officeDocument/2006/relationships/slide" Target="/ppt/slides/slide3.xml" Id="R29c2960608904f6c" /><Relationship Type="http://schemas.openxmlformats.org/officeDocument/2006/relationships/slide" Target="/ppt/slides/slide4.xml" Id="R2b2eeb6f4c2844b1" /><Relationship Type="http://schemas.openxmlformats.org/officeDocument/2006/relationships/slide" Target="/ppt/slides/slide5.xml" Id="Rf0530f888e934dbd" /><Relationship Type="http://schemas.openxmlformats.org/officeDocument/2006/relationships/slide" Target="/ppt/slides/slide6.xml" Id="Rd88ebc1878814f7a" /><Relationship Type="http://schemas.openxmlformats.org/officeDocument/2006/relationships/slide" Target="/ppt/slides/slide7.xml" Id="Re26311cedd044554" /><Relationship Type="http://schemas.openxmlformats.org/officeDocument/2006/relationships/slide" Target="/ppt/slides/slide8.xml" Id="R9de2d67f1f614ac1" /><Relationship Type="http://schemas.openxmlformats.org/officeDocument/2006/relationships/slide" Target="/ppt/slides/slide9.xml" Id="R525ee2f3677844f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b46ae97c0234b8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f44fa507d1f45cc" /><Relationship Type="http://schemas.openxmlformats.org/officeDocument/2006/relationships/notesMaster" Target="/ppt/notesMasters/notesMaster1.xml" Id="Rfb7a6be074474af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ee437331a88426c" /><Relationship Type="http://schemas.openxmlformats.org/officeDocument/2006/relationships/notesMaster" Target="/ppt/notesMasters/notesMaster1.xml" Id="R87699de166b449c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bc7fe4b319e4a44" /><Relationship Type="http://schemas.openxmlformats.org/officeDocument/2006/relationships/notesMaster" Target="/ppt/notesMasters/notesMaster1.xml" Id="Rb9cd6b04cacd422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0cc81511b624485" /><Relationship Type="http://schemas.openxmlformats.org/officeDocument/2006/relationships/notesMaster" Target="/ppt/notesMasters/notesMaster1.xml" Id="Rb3ca805227c94c7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584d06301654192" /><Relationship Type="http://schemas.openxmlformats.org/officeDocument/2006/relationships/notesMaster" Target="/ppt/notesMasters/notesMaster1.xml" Id="Rd23a49518c87433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8eff3d21522415f" /><Relationship Type="http://schemas.openxmlformats.org/officeDocument/2006/relationships/notesMaster" Target="/ppt/notesMasters/notesMaster1.xml" Id="Rad985113e6a245e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b44a2c68b6b4303" /><Relationship Type="http://schemas.openxmlformats.org/officeDocument/2006/relationships/notesMaster" Target="/ppt/notesMasters/notesMaster1.xml" Id="Rf785a1daae9c402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0de2930f3c14b3d" /><Relationship Type="http://schemas.openxmlformats.org/officeDocument/2006/relationships/notesMaster" Target="/ppt/notesMasters/notesMaster1.xml" Id="R4febdde3fe2645d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0ed1fa419824e89" /><Relationship Type="http://schemas.openxmlformats.org/officeDocument/2006/relationships/notesMaster" Target="/ppt/notesMasters/notesMaster1.xml" Id="Rba85dbc80bf0466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7d3875da5047aa" /><Relationship Type="http://schemas.openxmlformats.org/officeDocument/2006/relationships/image" Target="/ppt/media/image.png" Id="Rc250a9fc147647f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d92530a41b4689" /><Relationship Type="http://schemas.openxmlformats.org/officeDocument/2006/relationships/image" Target="/ppt/media/image.png" Id="R072558232f7e48a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2f417855bb4813" /><Relationship Type="http://schemas.openxmlformats.org/officeDocument/2006/relationships/image" Target="/ppt/media/image.png" Id="Rbbed3be90ca041e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05f431eee84685" /><Relationship Type="http://schemas.openxmlformats.org/officeDocument/2006/relationships/image" Target="/ppt/media/image.png" Id="R5745a35b809e4e7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fec0707d90448a" /><Relationship Type="http://schemas.openxmlformats.org/officeDocument/2006/relationships/image" Target="/ppt/media/image.png" Id="R495ff705e01f46e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0d5cc85e0948b0" /><Relationship Type="http://schemas.openxmlformats.org/officeDocument/2006/relationships/image" Target="/ppt/media/image.png" Id="Raa3df1c06556432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c307622d9b419e" /><Relationship Type="http://schemas.openxmlformats.org/officeDocument/2006/relationships/image" Target="/ppt/media/image.png" Id="R47c4ecfb16fd47d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b7d394da8c40c5" /><Relationship Type="http://schemas.openxmlformats.org/officeDocument/2006/relationships/image" Target="/ppt/media/image.png" Id="R6bed49eaafb44d3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9154a7b3dc4d21" /><Relationship Type="http://schemas.openxmlformats.org/officeDocument/2006/relationships/image" Target="/ppt/media/image.png" Id="R73fe433d0f31473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c9f198013e44c4" /><Relationship Type="http://schemas.openxmlformats.org/officeDocument/2006/relationships/image" Target="/ppt/media/image.png" Id="R09b0468e6d54419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865091e53d46a0" /><Relationship Type="http://schemas.openxmlformats.org/officeDocument/2006/relationships/image" Target="/ppt/media/image.png" Id="R5f74e88cfb3f45f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250a9fc147647f2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72558232f7e48a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bed3be90ca041e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745a35b809e4e7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95ff705e01f46e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a3df1c06556432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7c4ecfb16fd47d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bed49eaafb44d3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3fe433d0f31473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9b0468e6d54419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f74e88cfb3f45f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4497f404924b58" /><Relationship Type="http://schemas.openxmlformats.org/officeDocument/2006/relationships/slideLayout" Target="/ppt/slideLayouts/slideLayout1.xml" Id="R65f8823cb3064763" /><Relationship Type="http://schemas.openxmlformats.org/officeDocument/2006/relationships/slideLayout" Target="/ppt/slideLayouts/slideLayout2.xml" Id="R21ce3075100442a9" /><Relationship Type="http://schemas.openxmlformats.org/officeDocument/2006/relationships/slideLayout" Target="/ppt/slideLayouts/slideLayout3.xml" Id="R207f7366fd204142" /><Relationship Type="http://schemas.openxmlformats.org/officeDocument/2006/relationships/slideLayout" Target="/ppt/slideLayouts/slideLayout4.xml" Id="R2ec6ad0d41b34b73" /><Relationship Type="http://schemas.openxmlformats.org/officeDocument/2006/relationships/slideLayout" Target="/ppt/slideLayouts/slideLayout5.xml" Id="Re20dbf18bf6642c8" /><Relationship Type="http://schemas.openxmlformats.org/officeDocument/2006/relationships/slideLayout" Target="/ppt/slideLayouts/slideLayout6.xml" Id="R032149f704204d7a" /><Relationship Type="http://schemas.openxmlformats.org/officeDocument/2006/relationships/slideLayout" Target="/ppt/slideLayouts/slideLayout7.xml" Id="R119687909aef4c6b" /><Relationship Type="http://schemas.openxmlformats.org/officeDocument/2006/relationships/slideLayout" Target="/ppt/slideLayouts/slideLayout8.xml" Id="Ra04bcab00eec4787" /><Relationship Type="http://schemas.openxmlformats.org/officeDocument/2006/relationships/slideLayout" Target="/ppt/slideLayouts/slideLayout9.xml" Id="R7abd61a583b74338" /><Relationship Type="http://schemas.openxmlformats.org/officeDocument/2006/relationships/slideLayout" Target="/ppt/slideLayouts/slideLayout10.xml" Id="R33b20e87000a4feb" /><Relationship Type="http://schemas.openxmlformats.org/officeDocument/2006/relationships/slideLayout" Target="/ppt/slideLayouts/slideLayout11.xml" Id="R1da3d3cbe5a44f4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f8823cb3064763"/>
    <p:sldLayoutId xmlns:r="http://schemas.openxmlformats.org/officeDocument/2006/relationships" id="2147483650" r:id="R21ce3075100442a9"/>
    <p:sldLayoutId xmlns:r="http://schemas.openxmlformats.org/officeDocument/2006/relationships" id="2147483651" r:id="R207f7366fd204142"/>
    <p:sldLayoutId xmlns:r="http://schemas.openxmlformats.org/officeDocument/2006/relationships" id="2147483652" r:id="R2ec6ad0d41b34b73"/>
    <p:sldLayoutId xmlns:r="http://schemas.openxmlformats.org/officeDocument/2006/relationships" id="2147483653" r:id="Re20dbf18bf6642c8"/>
    <p:sldLayoutId xmlns:r="http://schemas.openxmlformats.org/officeDocument/2006/relationships" id="2147483654" r:id="R032149f704204d7a"/>
    <p:sldLayoutId xmlns:r="http://schemas.openxmlformats.org/officeDocument/2006/relationships" id="2147483655" r:id="R119687909aef4c6b"/>
    <p:sldLayoutId xmlns:r="http://schemas.openxmlformats.org/officeDocument/2006/relationships" id="2147483656" r:id="Ra04bcab00eec4787"/>
    <p:sldLayoutId xmlns:r="http://schemas.openxmlformats.org/officeDocument/2006/relationships" id="2147483657" r:id="R7abd61a583b74338"/>
    <p:sldLayoutId xmlns:r="http://schemas.openxmlformats.org/officeDocument/2006/relationships" id="2147483658" r:id="R33b20e87000a4feb"/>
    <p:sldLayoutId xmlns:r="http://schemas.openxmlformats.org/officeDocument/2006/relationships" id="2147483659" r:id="R1da3d3cbe5a44f49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26d43adeee4d30" /><Relationship Type="http://schemas.openxmlformats.org/officeDocument/2006/relationships/notesSlide" Target="/ppt/notesSlides/notesSlide1.xml" Id="R189cf4984129442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adb1c5a5d044a64" /><Relationship Type="http://schemas.openxmlformats.org/officeDocument/2006/relationships/notesSlide" Target="/ppt/notesSlides/notesSlide2.xml" Id="R471134d6a0a84b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9b2a7327734c77" /><Relationship Type="http://schemas.openxmlformats.org/officeDocument/2006/relationships/notesSlide" Target="/ppt/notesSlides/notesSlide3.xml" Id="R6c1b83853cb44b9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72ea31e0d54a9d" /><Relationship Type="http://schemas.openxmlformats.org/officeDocument/2006/relationships/notesSlide" Target="/ppt/notesSlides/notesSlide4.xml" Id="R2bee2155a6c74fe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a1ca16787f4127" /><Relationship Type="http://schemas.openxmlformats.org/officeDocument/2006/relationships/notesSlide" Target="/ppt/notesSlides/notesSlide5.xml" Id="R510886fe347942b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11ed17a6d543e0" /><Relationship Type="http://schemas.openxmlformats.org/officeDocument/2006/relationships/notesSlide" Target="/ppt/notesSlides/notesSlide6.xml" Id="Rc15a843774534f9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867c3ee8b0422a" /><Relationship Type="http://schemas.openxmlformats.org/officeDocument/2006/relationships/notesSlide" Target="/ppt/notesSlides/notesSlide7.xml" Id="R66dcace4005e449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b530f8b6f9438f" /><Relationship Type="http://schemas.openxmlformats.org/officeDocument/2006/relationships/notesSlide" Target="/ppt/notesSlides/notesSlide8.xml" Id="Rbfe468a6dcd048d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20462e81a54d2d" /><Relationship Type="http://schemas.openxmlformats.org/officeDocument/2006/relationships/notesSlide" Target="/ppt/notesSlides/notesSlide9.xml" Id="R393269846a1a48c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Functions with 2D Data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What value is passed into records when find_members(clubs, name) runs?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must return -1 come after every row has been checked?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the target is not normalised in the same way as stored record names?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does returning a field value differ from printing it inside the function?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makes two fixed searches instead of asking for a club.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find_members()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clubs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with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clubs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the results as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"Art: 12"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 15"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the club names.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adds up the members instead of searching. Write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total_members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(records), which uses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add each row's count to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the club names,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members: 45"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7536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2D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results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rows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"ari"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7],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9] and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"cleo"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8]. Write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show_records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(records) to display each name and score,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find_score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(records, target) to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 matching score, or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-1.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show_records()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a name, then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result,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"Name not found."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-1.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record[0]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(record[0])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members = find_members(clubs, name)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"Search result:"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members)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find_members(records, target):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   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record[1]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-1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(find_members(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2026-09-28T08:31:14.6040000Z</dcterms:created>
  <dcterms:modified xsi:type="dcterms:W3CDTF">2026-09-28T08:31:14.6040000Z</dcterms:modified>
</coreProperties>
</file>