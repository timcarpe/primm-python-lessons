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dat" ContentType="application/x-fontdata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3c0e84da2820495a" /><Relationship Type="http://schemas.openxmlformats.org/officeDocument/2006/relationships/extended-properties" Target="/docProps/app.xml" Id="Rd4ca256bd1fd49e0" /><Relationship Type="http://schemas.openxmlformats.org/officeDocument/2006/relationships/officeDocument" Target="/ppt/presentation.xml" Id="Rc621e26d33b8446c" /></Relationships>
</file>

<file path=ppt/presentation.xml><?xml version="1.0" encoding="utf-8"?>
<p:presentation xmlns:p="http://schemas.openxmlformats.org/presentationml/2006/main" embedTrueTypeFonts="1" saveSubsetFonts="0">
  <p:sldMasterIdLst>
    <p:sldMasterId xmlns:r="http://schemas.openxmlformats.org/officeDocument/2006/relationships" id="2147483648" r:id="R7815d3436ea24415"/>
  </p:sldMasterIdLst>
  <p:notesMasterIdLst>
    <p:notesMasterId xmlns:r="http://schemas.openxmlformats.org/officeDocument/2006/relationships" r:id="R991b012d902e4020"/>
  </p:notesMasterIdLst>
  <p:sldIdLst>
    <p:sldId xmlns:r="http://schemas.openxmlformats.org/officeDocument/2006/relationships" id="256" r:id="Reb86327de2214919"/>
    <p:sldId xmlns:r="http://schemas.openxmlformats.org/officeDocument/2006/relationships" id="257" r:id="R9f59b06990b4433c"/>
    <p:sldId xmlns:r="http://schemas.openxmlformats.org/officeDocument/2006/relationships" id="258" r:id="R3660900d2095409f"/>
    <p:sldId xmlns:r="http://schemas.openxmlformats.org/officeDocument/2006/relationships" id="259" r:id="Ra102604a69d442e5"/>
    <p:sldId xmlns:r="http://schemas.openxmlformats.org/officeDocument/2006/relationships" id="260" r:id="R56480f063eec4614"/>
    <p:sldId xmlns:r="http://schemas.openxmlformats.org/officeDocument/2006/relationships" id="261" r:id="Re5a642c47b274c14"/>
    <p:sldId xmlns:r="http://schemas.openxmlformats.org/officeDocument/2006/relationships" id="262" r:id="Rc3c94284b3f54365"/>
    <p:sldId xmlns:r="http://schemas.openxmlformats.org/officeDocument/2006/relationships" id="263" r:id="R12458fbf0d2f4915"/>
    <p:sldId xmlns:r="http://schemas.openxmlformats.org/officeDocument/2006/relationships" id="264" r:id="Rb1f5a41233474bd2"/>
  </p:sldIdLst>
  <p:sldSz cx="12192000" cy="6858000"/>
  <p:notesSz cx="6858000" cy="9144000"/>
  <p:embeddedFontLst>
    <p:embeddedFont>
      <p:font typeface="JetBrains Mono"/>
      <p:regular xmlns:r="http://schemas.openxmlformats.org/officeDocument/2006/relationships" r:id="Rae69c63a95344a2d"/>
    </p:embeddedFont>
  </p:embeddedFontLst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3145910eee0f4a6f" /><Relationship Type="http://schemas.openxmlformats.org/officeDocument/2006/relationships/slideMaster" Target="/ppt/slideMasters/slideMaster1.xml" Id="R7815d3436ea24415" /><Relationship Type="http://schemas.openxmlformats.org/officeDocument/2006/relationships/notesMaster" Target="/ppt/notesMasters/notesMaster1.xml" Id="R991b012d902e4020" /><Relationship Type="http://schemas.openxmlformats.org/officeDocument/2006/relationships/presProps" Target="/ppt/presProps.xml" Id="R6f5e40bb5018489c" /><Relationship Type="http://schemas.openxmlformats.org/officeDocument/2006/relationships/viewProps" Target="/ppt/viewProps.xml" Id="Rde9135b2eb464520" /><Relationship Type="http://schemas.openxmlformats.org/officeDocument/2006/relationships/tableStyles" Target="/ppt/tableStyles.xml" Id="R4d53634e85b6421c" /><Relationship Type="http://schemas.openxmlformats.org/officeDocument/2006/relationships/font" Target="/ppt/fonts/font.dat" Id="Rae69c63a95344a2d" /><Relationship Type="http://schemas.openxmlformats.org/officeDocument/2006/relationships/slide" Target="/ppt/slides/slide1.xml" Id="Reb86327de2214919" /><Relationship Type="http://schemas.openxmlformats.org/officeDocument/2006/relationships/slide" Target="/ppt/slides/slide2.xml" Id="R9f59b06990b4433c" /><Relationship Type="http://schemas.openxmlformats.org/officeDocument/2006/relationships/slide" Target="/ppt/slides/slide3.xml" Id="R3660900d2095409f" /><Relationship Type="http://schemas.openxmlformats.org/officeDocument/2006/relationships/slide" Target="/ppt/slides/slide4.xml" Id="Ra102604a69d442e5" /><Relationship Type="http://schemas.openxmlformats.org/officeDocument/2006/relationships/slide" Target="/ppt/slides/slide5.xml" Id="R56480f063eec4614" /><Relationship Type="http://schemas.openxmlformats.org/officeDocument/2006/relationships/slide" Target="/ppt/slides/slide6.xml" Id="Re5a642c47b274c14" /><Relationship Type="http://schemas.openxmlformats.org/officeDocument/2006/relationships/slide" Target="/ppt/slides/slide7.xml" Id="Rc3c94284b3f54365" /><Relationship Type="http://schemas.openxmlformats.org/officeDocument/2006/relationships/slide" Target="/ppt/slides/slide8.xml" Id="R12458fbf0d2f4915" /><Relationship Type="http://schemas.openxmlformats.org/officeDocument/2006/relationships/slide" Target="/ppt/slides/slide9.xml" Id="Rb1f5a41233474bd2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ad979327437144f8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0f8c2fd6224541f3" /><Relationship Type="http://schemas.openxmlformats.org/officeDocument/2006/relationships/notesMaster" Target="/ppt/notesMasters/notesMaster1.xml" Id="R1392cdc3fa254593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cdf6d85be0a04b43" /><Relationship Type="http://schemas.openxmlformats.org/officeDocument/2006/relationships/notesMaster" Target="/ppt/notesMasters/notesMaster1.xml" Id="R2bdb8e26ac964f18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f53d52bcb2c442dd" /><Relationship Type="http://schemas.openxmlformats.org/officeDocument/2006/relationships/notesMaster" Target="/ppt/notesMasters/notesMaster1.xml" Id="R4479370182e54a5a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953038c64880427e" /><Relationship Type="http://schemas.openxmlformats.org/officeDocument/2006/relationships/notesMaster" Target="/ppt/notesMasters/notesMaster1.xml" Id="R7e890a7d5e5a40bc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af9b23c93f564708" /><Relationship Type="http://schemas.openxmlformats.org/officeDocument/2006/relationships/notesMaster" Target="/ppt/notesMasters/notesMaster1.xml" Id="R6627d7c778a94e3d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e709c6c92cbc4863" /><Relationship Type="http://schemas.openxmlformats.org/officeDocument/2006/relationships/notesMaster" Target="/ppt/notesMasters/notesMaster1.xml" Id="Re3ef648c340f422e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4c46fed23feb4b05" /><Relationship Type="http://schemas.openxmlformats.org/officeDocument/2006/relationships/notesMaster" Target="/ppt/notesMasters/notesMaster1.xml" Id="Re89129acd7b048c1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9ae1f55e663a4776" /><Relationship Type="http://schemas.openxmlformats.org/officeDocument/2006/relationships/notesMaster" Target="/ppt/notesMasters/notesMaster1.xml" Id="R36e18bac9e704e54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00a349e3b89848be" /><Relationship Type="http://schemas.openxmlformats.org/officeDocument/2006/relationships/notesMaster" Target="/ppt/notesMasters/notesMaster1.xml" Id="R0156ad162a4943b7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b5d6737e2d2497a" /><Relationship Type="http://schemas.openxmlformats.org/officeDocument/2006/relationships/image" Target="/ppt/media/image.png" Id="Re97fa16b51bd423e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d51ead7cf4b4923" /><Relationship Type="http://schemas.openxmlformats.org/officeDocument/2006/relationships/image" Target="/ppt/media/image.png" Id="Rd1463494d8f34af4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0100307e1fa4066" /><Relationship Type="http://schemas.openxmlformats.org/officeDocument/2006/relationships/image" Target="/ppt/media/image.png" Id="R32842cd6a1204e7f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d59137b004e49a3" /><Relationship Type="http://schemas.openxmlformats.org/officeDocument/2006/relationships/image" Target="/ppt/media/image.png" Id="Rbb97dc7b49f94c03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3ae7eb205694c03" /><Relationship Type="http://schemas.openxmlformats.org/officeDocument/2006/relationships/image" Target="/ppt/media/image.png" Id="R85f029c2249940b9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741a477fea74c6e" /><Relationship Type="http://schemas.openxmlformats.org/officeDocument/2006/relationships/image" Target="/ppt/media/image.png" Id="Rbd0f65d085c34475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9ac50ce022d4c6d" /><Relationship Type="http://schemas.openxmlformats.org/officeDocument/2006/relationships/image" Target="/ppt/media/image.png" Id="R214a31ee89734d93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dc74abd8bae400c" /><Relationship Type="http://schemas.openxmlformats.org/officeDocument/2006/relationships/image" Target="/ppt/media/image.png" Id="Ra92df0e845c04c8a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37e1b4f96f84d68" /><Relationship Type="http://schemas.openxmlformats.org/officeDocument/2006/relationships/image" Target="/ppt/media/image.png" Id="R32e6ff86e14742df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2f9176b9c71423e" /><Relationship Type="http://schemas.openxmlformats.org/officeDocument/2006/relationships/image" Target="/ppt/media/image.png" Id="Raad2e9e9524b4fb8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51f44339c7d46bd" /><Relationship Type="http://schemas.openxmlformats.org/officeDocument/2006/relationships/image" Target="/ppt/media/image.png" Id="R003d7a3fdc854edc" /></Relationships>
</file>

<file path=ppt/slideLayouts/slideLayout1.xml><?xml version="1.0" encoding="utf-8"?>
<p:sldLayout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1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e97fa16b51bd423e"/>
          <a:stretch xmlns:a="http://schemas.openxmlformats.org/drawingml/2006/main"/>
        </p:blipFill>
        <p:spPr>
          <a:xfrm xmlns:a="http://schemas.openxmlformats.org/drawingml/2006/main" flipH="1">
            <a:off x="9886209" y="4538703"/>
            <a:ext cx="2305791" cy="1808464"/>
          </a:xfrm>
          <a:prstGeom xmlns:a="http://schemas.openxmlformats.org/drawingml/2006/main" prst="rect">
            <a:avLst/>
          </a:prstGeom>
        </p:spPr>
      </p:pic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FDFF6CC-43FC-990C-9B6B-9217A2FD674A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 anchor="b"/>
          <a:lstStyle xmlns:a="http://schemas.openxmlformats.org/drawingml/2006/main">
            <a:lvl1pPr algn="ctr"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58F1D1E5-61EC-84C2-68FB-37DA30B7C33E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524000" y="3602038"/>
            <a:ext cx="9144000" cy="1655762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47481232-E342-60AC-0C19-E932E468DAF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9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D451A462-1188-9829-7D1E-417EB3274292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88AED0F6-839A-B9DC-89D0-453455FF7C4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>
                <a:latin typeface="+mn-lt"/>
                <a:ea typeface="+mn-lt"/>
                <a:cs typeface="+mn-lt"/>
              </a:defRPr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AB58F53C-9EF7-92DC-D765-8C886206A74B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2000"/>
            </a:lvl1pPr>
            <a:lvl2pPr>
              <a:buNone/>
              <a:defRPr sz="1800"/>
            </a:lvl2pPr>
            <a:lvl3pPr>
              <a:buNone/>
              <a:defRPr sz="1600"/>
            </a:lvl3pPr>
            <a:lvl4pPr>
              <a:buNone/>
              <a:defRPr sz="1400"/>
            </a:lvl4pPr>
            <a:lvl5pPr>
              <a:buNone/>
              <a:defRPr sz="1400"/>
            </a:lvl5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6CBFC8B0-5A0E-12F0-38B4-11A4F3EF9A8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206D73EA-21DB-DB97-4D76-9405B6C179F8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d1463494d8f34af4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3.xml><?xml version="1.0" encoding="utf-8"?>
<p:sldLayout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4FC867F-56FF-F385-7E21-9E50A476D19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1850" y="1709738"/>
            <a:ext cx="10515600" cy="2852737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F0BBECC5-631B-7421-97E1-98B9F359D5A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1850" y="4589463"/>
            <a:ext cx="10515600" cy="15001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9E8F7E75-9E44-2A95-FBD3-0072178142E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860958F-0114-E4CB-62D5-0B058DD7DCD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32842cd6a1204e7f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4.xml><?xml version="1.0" encoding="utf-8"?>
<p:sldLayout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3B01DDD-AD72-5492-F320-2E7CE01CE0B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B909B796-7446-F558-30BA-08587FEC72F6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838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A22B2085-44DC-514D-64F8-CF9AAAFC60B9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6172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E39ABB85-F6F1-0C19-E67F-0640F2AD985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1953A55-7744-6468-2338-E73DDA32AA8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bb97dc7b49f94c03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5.xml><?xml version="1.0" encoding="utf-8"?>
<p:sldLayout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FFB4B2B-EBD7-897A-C262-268EC4BE965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C51E813C-3E6C-AE68-B226-C6FD3EFE476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9788" y="1681163"/>
            <a:ext cx="5157787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166CD796-C40A-1020-B4D5-B344846D29D7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839788" y="2505075"/>
            <a:ext cx="5157787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B8914628-58A6-DA78-A619-B9BF81D2BCFD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6172200" y="1681163"/>
            <a:ext cx="5183188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E4F7B6B7-25B8-12E8-AF86-BF2C33C07444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6172200" y="2505075"/>
            <a:ext cx="5183188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7AD47AF6-33A9-6B39-7A72-07C6D36764E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10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F793A1B9-3B80-9879-3F5C-508512892F5F}"/>
              </a:ext>
            </a:extLst>
          </p:cNvPr>
          <p:cNvSpPr>
            <a:spLocks xmlns:a="http://schemas.openxmlformats.org/drawingml/2006/main" noGrp="1"/>
          </p:cNvSpPr>
          <p:nvPr>
            <p:ph type="ftr" idx="1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9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85f029c2249940b9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6.xml><?xml version="1.0" encoding="utf-8"?>
<p:sldLayout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3FCEB483-C8E4-1939-38E2-143E8C2C465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146295CF-961A-17C4-4422-5FAAD161AA7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6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198F76D-7C9E-684E-83A2-F78F7204BBE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5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bd0f65d085c34475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7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7A2153FD-6EE3-927D-E92C-AD8A725CBED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817CC06-6DDB-43E3-DC6C-5B8757B339E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4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214a31ee89734d93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8.xml><?xml version="1.0" encoding="utf-8"?>
<p:sldLayout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09BE86E-8041-6262-7462-5F74302C6B3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457200"/>
            <a:ext cx="3932237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1028E74F-C33A-2B50-1388-4D9B8C90B9A4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5183188" y="987425"/>
            <a:ext cx="6172200" cy="4873625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83BB12FA-7CBC-383A-FB9A-76C44F3BFED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057400"/>
            <a:ext cx="3932237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541DD9D1-AA59-4234-5101-B7789D2F77C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7516DE9-6B09-3815-23C9-1128F36E2F0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a92df0e845c04c8a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9.xml><?xml version="1.0" encoding="utf-8"?>
<p:sldLayout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FCFA6B7-9D69-735A-E926-4416D17716D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457200"/>
            <a:ext cx="3932237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C86DB7F7-4E31-55AE-507B-BF19F2D4F507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5183188" y="987425"/>
            <a:ext cx="6172200" cy="4873625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/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0910AB72-D347-A0D1-09AD-464CA22BA74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057400"/>
            <a:ext cx="3932237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FCAC0EC3-9A02-6817-1AD1-E884E7BA54C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CC35688-CEE5-57AE-D35E-231B71BD0AC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32e6ff86e14742df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10.xml><?xml version="1.0" encoding="utf-8"?>
<p:sldLayout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FFD1B9AF-39AC-B0C4-144B-75DC396DA23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F7274C17-AC95-6D65-E5F5-345957FDC05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E48C1558-F77E-F6C8-CF31-C04964B8E4C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176EA422-06F7-D957-5CC8-8F1F313EC97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aad2e9e9524b4fb8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11.xml><?xml version="1.0" encoding="utf-8"?>
<p:sldLayout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DB701E9E-F58B-AB7A-4F4A-7CF22B8DF10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724900" y="365125"/>
            <a:ext cx="2628900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D08B1211-BEE6-97FE-18F8-0091FB8F779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365125"/>
            <a:ext cx="7734300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2643978-8BED-40E0-988F-1E41DB3473E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23512B7D-FB40-4AD4-49F8-ABCCF2DAB553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003d7a3fdc854edc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34117c662fdd4c09" /><Relationship Type="http://schemas.openxmlformats.org/officeDocument/2006/relationships/slideLayout" Target="/ppt/slideLayouts/slideLayout1.xml" Id="Rb653f38ab8fc4dbd" /><Relationship Type="http://schemas.openxmlformats.org/officeDocument/2006/relationships/slideLayout" Target="/ppt/slideLayouts/slideLayout2.xml" Id="Rb04ba9f82f5f4deb" /><Relationship Type="http://schemas.openxmlformats.org/officeDocument/2006/relationships/slideLayout" Target="/ppt/slideLayouts/slideLayout3.xml" Id="R2cc8884265044b52" /><Relationship Type="http://schemas.openxmlformats.org/officeDocument/2006/relationships/slideLayout" Target="/ppt/slideLayouts/slideLayout4.xml" Id="R82a4b9438ec44ccb" /><Relationship Type="http://schemas.openxmlformats.org/officeDocument/2006/relationships/slideLayout" Target="/ppt/slideLayouts/slideLayout5.xml" Id="Rbf71d671c5c44b3c" /><Relationship Type="http://schemas.openxmlformats.org/officeDocument/2006/relationships/slideLayout" Target="/ppt/slideLayouts/slideLayout6.xml" Id="R76ab96c8867b4064" /><Relationship Type="http://schemas.openxmlformats.org/officeDocument/2006/relationships/slideLayout" Target="/ppt/slideLayouts/slideLayout7.xml" Id="R7acdf3d3ca954421" /><Relationship Type="http://schemas.openxmlformats.org/officeDocument/2006/relationships/slideLayout" Target="/ppt/slideLayouts/slideLayout8.xml" Id="R71b9216ffedf4de4" /><Relationship Type="http://schemas.openxmlformats.org/officeDocument/2006/relationships/slideLayout" Target="/ppt/slideLayouts/slideLayout9.xml" Id="R7cfde46031784816" /><Relationship Type="http://schemas.openxmlformats.org/officeDocument/2006/relationships/slideLayout" Target="/ppt/slideLayouts/slideLayout10.xml" Id="R53d429ac71dd445e" /><Relationship Type="http://schemas.openxmlformats.org/officeDocument/2006/relationships/slideLayout" Target="/ppt/slideLayouts/slideLayout11.xml" Id="Rc4082c93185d44be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0F1E21F5-9F35-B093-A31C-887A66DCF43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F132DE42-434F-8FAC-25DC-394A4A94E5F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F68EFC8B-5FB5-A137-F95A-878BCA4FEDCF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825222" y="6510367"/>
            <a:ext cx="374325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/>
                </a:solidFill>
              </a:defRPr>
            </a:lvl1pPr>
          </a:lstStyle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BE2C9504-6A79-6DD8-74E5-098CA9D6E4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615" y="6492875"/>
            <a:ext cx="6095010" cy="20005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700">
                <a:solidFill>
                  <a:schemeClr val="bg2">
                    <a:lumMod val="90000"/>
                  </a:schemeClr>
                </a:solidFill>
              </a:rPr>
              <a:t>© Tim Carpenter 2024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b653f38ab8fc4dbd"/>
    <p:sldLayoutId xmlns:r="http://schemas.openxmlformats.org/officeDocument/2006/relationships" id="2147483650" r:id="Rb04ba9f82f5f4deb"/>
    <p:sldLayoutId xmlns:r="http://schemas.openxmlformats.org/officeDocument/2006/relationships" id="2147483651" r:id="R2cc8884265044b52"/>
    <p:sldLayoutId xmlns:r="http://schemas.openxmlformats.org/officeDocument/2006/relationships" id="2147483652" r:id="R82a4b9438ec44ccb"/>
    <p:sldLayoutId xmlns:r="http://schemas.openxmlformats.org/officeDocument/2006/relationships" id="2147483653" r:id="Rbf71d671c5c44b3c"/>
    <p:sldLayoutId xmlns:r="http://schemas.openxmlformats.org/officeDocument/2006/relationships" id="2147483654" r:id="R76ab96c8867b4064"/>
    <p:sldLayoutId xmlns:r="http://schemas.openxmlformats.org/officeDocument/2006/relationships" id="2147483655" r:id="R7acdf3d3ca954421"/>
    <p:sldLayoutId xmlns:r="http://schemas.openxmlformats.org/officeDocument/2006/relationships" id="2147483656" r:id="R71b9216ffedf4de4"/>
    <p:sldLayoutId xmlns:r="http://schemas.openxmlformats.org/officeDocument/2006/relationships" id="2147483657" r:id="R7cfde46031784816"/>
    <p:sldLayoutId xmlns:r="http://schemas.openxmlformats.org/officeDocument/2006/relationships" id="2147483658" r:id="R53d429ac71dd445e"/>
    <p:sldLayoutId xmlns:r="http://schemas.openxmlformats.org/officeDocument/2006/relationships" id="2147483659" r:id="Rc4082c93185d44be"/>
  </p:sldLayoutIdLst>
  <p:hf hdr="0" ftr="0" dt="0"/>
  <p:txStyles>
    <p:titleStyle>
      <a:lvl1pPr xmlns:a="http://schemas.openxmlformats.org/drawingml/2006/main" algn="l" defTabSz="914400">
        <a:lnSpc>
          <a:spcPct val="90000"/>
        </a:lnSpc>
        <a:spcBef>
          <a:spcPct val="0"/>
        </a:spcBef>
        <a:buNone/>
        <a:defRPr sz="4400" b="1" kern="1200">
          <a:solidFill>
            <a:schemeClr val="tx1"/>
          </a:solidFill>
          <a:latin typeface="+mn-lt"/>
          <a:ea typeface="+mn-lt"/>
          <a:cs typeface="+mn-lt"/>
        </a:defRPr>
      </a:lvl1pPr>
    </p:titleStyle>
    <p:bodyStyle>
      <a:lvl1pPr xmlns:a="http://schemas.openxmlformats.org/drawingml/2006/main"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6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6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e287fcfb70c4322" /><Relationship Type="http://schemas.openxmlformats.org/officeDocument/2006/relationships/notesSlide" Target="/ppt/notesSlides/notesSlide1.xml" Id="Re63da8bb705149b1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7bf6ca79953c4a42" /><Relationship Type="http://schemas.openxmlformats.org/officeDocument/2006/relationships/notesSlide" Target="/ppt/notesSlides/notesSlide2.xml" Id="R997bf8dc3b594909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97cd769e6a4b4d85" /><Relationship Type="http://schemas.openxmlformats.org/officeDocument/2006/relationships/notesSlide" Target="/ppt/notesSlides/notesSlide3.xml" Id="R667cb5a0e93f421b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5e807f4bf43b48c0" /><Relationship Type="http://schemas.openxmlformats.org/officeDocument/2006/relationships/notesSlide" Target="/ppt/notesSlides/notesSlide4.xml" Id="Rd966bc7ca8e24530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5a8c637aae2f487f" /><Relationship Type="http://schemas.openxmlformats.org/officeDocument/2006/relationships/notesSlide" Target="/ppt/notesSlides/notesSlide5.xml" Id="Rc62cbe73adf64bb8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c878a7bae5954dcf" /><Relationship Type="http://schemas.openxmlformats.org/officeDocument/2006/relationships/notesSlide" Target="/ppt/notesSlides/notesSlide6.xml" Id="R0c41b3266ca04a96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c9c8877aa90d4e2d" /><Relationship Type="http://schemas.openxmlformats.org/officeDocument/2006/relationships/notesSlide" Target="/ppt/notesSlides/notesSlide7.xml" Id="R1616ddab4c87404a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10b50680abfe40a0" /><Relationship Type="http://schemas.openxmlformats.org/officeDocument/2006/relationships/notesSlide" Target="/ppt/notesSlides/notesSlide8.xml" Id="R51ae32c292574729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dfe0427234ba407d" /><Relationship Type="http://schemas.openxmlformats.org/officeDocument/2006/relationships/notesSlide" Target="/ppt/notesSlides/notesSlide9.xml" Id="R42d5077066004146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989DEFA5-464B-5CD3-16E7-8CA8E9D38CFA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rPr>
                <a:latin typeface="+mn-lt"/>
                <a:ea typeface="+mn-lt"/>
                <a:cs typeface="+mn-lt"/>
              </a:rPr>
              <a:t>Functions with 2D Data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6EB4471D-A6DC-90AA-7CE6-A3673F8BDA83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Lesson 35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3BE4468F-4F18-FF8F-2544-E216C0ACCBB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AD75FED6-38D0-DE9C-92C0-6E7FA635581C}" type="slidenum">
              <a:t>1</a:t>
            </a:fld>
          </a:p>
        </p:txBody>
      </p:sp>
    </p:spTree>
    <p:extLst>
      <p:ext uri="{BB962C8B-B14F-4D97-AF65-F5344CB8AC3E}">
        <p14:creationId xmlns:p14="http://schemas.microsoft.com/office/powerpoint/2010/main" val="3800850190"/>
      </p:ext>
    </p:extLst>
  </p:cSld>
</p:sld>
</file>

<file path=ppt/slides/slide2.xml><?xml version="1.0" encoding="utf-8"?>
<p:sld xmlns:p="http://schemas.openxmlformats.org/presentationml/2006/main" show="0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Rectangle 1">
            <a:extLst xmlns:a="http://schemas.openxmlformats.org/drawingml/2006/main">
              <a:ext uri="{FF2B5EF4-FFF2-40B4-BE49-F238E27FC236}">
                <a16:creationId xmlns:a16="http://schemas.microsoft.com/office/drawing/2014/main" id="{14E72FCF-5E06-85EB-F7FD-E1261A305B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577" y="1749737"/>
            <a:ext cx="10956846" cy="19389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def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find_members(records, target):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    for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record </a:t>
            </a:r>
            <a:r>
              <a:rPr sz="2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in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records: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        if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record[0] </a:t>
            </a:r>
            <a:r>
              <a:rPr sz="24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==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target: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            return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record[1]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    return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-1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clubs = [[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"art"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12], [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"chess"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18], [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"code"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15]]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for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record </a:t>
            </a:r>
            <a:r>
              <a:rPr sz="2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in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clubs: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    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(record[0])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name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"Club to find: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members = find_members(clubs, name)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"Search result:"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members)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20BA63F-E9FE-C334-C48D-C94A3747F55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2598689-54C9-18A7-3A19-ED76AA08988F}" type="slidenum">
              <a:t>2</a:t>
            </a:fld>
          </a:p>
        </p:txBody>
      </p:sp>
    </p:spTree>
    <p:extLst>
      <p:ext uri="{BB962C8B-B14F-4D97-AF65-F5344CB8AC3E}">
        <p14:creationId xmlns:p14="http://schemas.microsoft.com/office/powerpoint/2010/main" val="1917660197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42E218C-699D-6EC5-2CB5-B8B2CF083A9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Look at this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426873F0-29A2-F81A-C501-1BA80955C3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8576" y="1859340"/>
            <a:ext cx="8824852" cy="15696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94208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def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find_members(records, target):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    for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record </a:t>
            </a:r>
            <a:r>
              <a:rPr sz="2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in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records: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        if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record[0] </a:t>
            </a:r>
            <a:r>
              <a:rPr sz="24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==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target: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            return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record[1]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    return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-1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clubs = [[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"art"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12], [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"chess"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18], [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"code"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15]]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for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record </a:t>
            </a:r>
            <a:r>
              <a:rPr sz="2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in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clubs: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    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(record[0])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name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"Club to find: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members = find_members(clubs, name)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"Search result:"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members)</a:t>
            </a:r>
          </a:p>
        </p:txBody>
      </p:sp>
      <p:sp>
        <p:nvSpPr>
          <p:cNvPr id="13" name="Slide Number Placeholder 12">
            <a:extLst xmlns:a="http://schemas.openxmlformats.org/drawingml/2006/main">
              <a:ext uri="{FF2B5EF4-FFF2-40B4-BE49-F238E27FC236}">
                <a16:creationId xmlns:a16="http://schemas.microsoft.com/office/drawing/2014/main" id="{D887D507-89E7-7D8D-8C34-78ACD3DB74E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202359C0-8A7A-196E-DD58-8E6569619F09}" type="slidenum">
              <a:t>3</a:t>
            </a:fld>
          </a:p>
        </p:txBody>
      </p:sp>
    </p:spTree>
    <p:extLst>
      <p:ext uri="{BB962C8B-B14F-4D97-AF65-F5344CB8AC3E}">
        <p14:creationId xmlns:p14="http://schemas.microsoft.com/office/powerpoint/2010/main" val="726653081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E5F9C57-C2E5-F6D8-D85A-2011D9F51DB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What do you think this code will do?</a:t>
            </a:r>
          </a:p>
        </p:txBody>
      </p:sp>
      <p:sp>
        <p:nvSpPr>
          <p:cNvPr id="6" name="Rectangle 1">
            <a:extLst xmlns:a="http://schemas.openxmlformats.org/drawingml/2006/main">
              <a:ext uri="{FF2B5EF4-FFF2-40B4-BE49-F238E27FC236}">
                <a16:creationId xmlns:a16="http://schemas.microsoft.com/office/drawing/2014/main" id="{94A964A3-7CB4-7BBD-D3F2-79A86FCF2E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8576" y="1859340"/>
            <a:ext cx="8824852" cy="15696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94208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def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find_members(records, target):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    for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record </a:t>
            </a:r>
            <a:r>
              <a:rPr sz="2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in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records: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        if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record[0] </a:t>
            </a:r>
            <a:r>
              <a:rPr sz="24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==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target: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            return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record[1]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    return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-1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clubs = [[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"art"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12], [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"chess"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18], [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"code"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15]]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for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record </a:t>
            </a:r>
            <a:r>
              <a:rPr sz="2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in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clubs: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    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(record[0])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name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"Club to find: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members = find_members(clubs, name)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"Search result:"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members)</a:t>
            </a:r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DDDBE35E-DE92-4B4D-75A9-891D3E276B0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FD6AB9A-5F9E-5F59-51AB-3C8734130965}" type="slidenum">
              <a:t>4</a:t>
            </a:fld>
          </a:p>
        </p:txBody>
      </p:sp>
    </p:spTree>
    <p:extLst>
      <p:ext uri="{BB962C8B-B14F-4D97-AF65-F5344CB8AC3E}">
        <p14:creationId xmlns:p14="http://schemas.microsoft.com/office/powerpoint/2010/main" val="3517979783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4CB5EA7E-2DAD-0491-950A-43E595A22E4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b="1"/>
              <a:t>Let’s investigate.</a:t>
            </a:r>
          </a:p>
        </p:txBody>
      </p:sp>
      <p:sp>
        <p:nvSpPr>
          <p:cNvPr id="4" name="Rectangle 1">
            <a:extLst xmlns:a="http://schemas.openxmlformats.org/drawingml/2006/main">
              <a:ext uri="{FF2B5EF4-FFF2-40B4-BE49-F238E27FC236}">
                <a16:creationId xmlns:a16="http://schemas.microsoft.com/office/drawing/2014/main" id="{9998CA8A-BAE1-D919-AD2C-1043AF60E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232794"/>
            <a:ext cx="10182101" cy="338554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ctr">
            <a:normAutofit fontScale="100000"/>
          </a:bodyPr>
          <a:lstStyle xmlns:a="http://schemas.openxmlformats.org/drawingml/2006/main">
            <a:lvl1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1pPr>
            <a:lvl2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2pPr>
            <a:lvl3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3pPr>
            <a:lvl4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4pPr>
            <a:lvl5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5pPr>
            <a:lvl6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6pPr>
            <a:lvl7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7pPr>
            <a:lvl8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8pPr>
            <a:lvl9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marL="0" indent="0">
              <a:spcAft>
                <a:spcPts val="16"/>
              </a:spcAft>
              <a:buNone/>
            </a:pPr>
            <a:r>
              <a:rPr sz="2600" b="1"/>
              <a:t>Answer the questions: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1. What value is passed into records when find_members(clubs, name) runs?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2. Why must return -1 come after every row has been checked?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3. What happens if the target is not normalised in the same way as stored record names?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4. How does returning a field value differ from printing it inside the function?</a:t>
            </a:r>
          </a:p>
        </p:txBody>
      </p:sp>
      <p:sp>
        <p:nvSpPr>
          <p:cNvPr id="7" name="Rectangle 1">
            <a:extLst xmlns:a="http://schemas.openxmlformats.org/drawingml/2006/main">
              <a:ext uri="{FF2B5EF4-FFF2-40B4-BE49-F238E27FC236}">
                <a16:creationId xmlns:a16="http://schemas.microsoft.com/office/drawing/2014/main" id="{A313224D-AAE9-19C6-3D76-BCDB1D377AEA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954446" y="1280160"/>
            <a:ext cx="6474775" cy="1645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1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def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find_members(records, target):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    for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record </a:t>
            </a:r>
            <a:r>
              <a:rPr sz="11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in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records: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        if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record[0] </a:t>
            </a:r>
            <a:r>
              <a:rPr sz="11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==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target: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            return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record[1]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    return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-1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clubs = [[</a:t>
            </a:r>
            <a:r>
              <a:rPr sz="11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"art"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12], [</a:t>
            </a:r>
            <a:r>
              <a:rPr sz="11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"chess"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18], [</a:t>
            </a:r>
            <a:r>
              <a:rPr sz="11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"code"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15]]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for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record </a:t>
            </a:r>
            <a:r>
              <a:rPr sz="11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in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clubs: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    print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(record[0])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name = </a:t>
            </a: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1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"Club to find: "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members = find_members(clubs, name)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1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"Search result:"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members)</a:t>
            </a:r>
          </a:p>
        </p:txBody>
      </p:sp>
    </p:spTree>
    <p:extLst>
      <p:ext uri="{BB962C8B-B14F-4D97-AF65-F5344CB8AC3E}">
        <p14:creationId xmlns:p14="http://schemas.microsoft.com/office/powerpoint/2010/main" val="3941323505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2CFD3ACF-F271-8980-D873-F9D6FB9FB08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1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FE010D74-B7EC-9185-C8DF-767A2EA671F6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Change the example so it makes two fixed searches instead of asking for a club. Call </a:t>
            </a:r>
            <a:r>
              <a:rPr sz="205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find_members()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with </a:t>
            </a:r>
            <a:r>
              <a:rPr sz="2050" b="0">
                <a:solidFill>
                  <a:srgbClr val="6A1B9A"/>
                </a:solidFill>
                <a:highlight>
                  <a:srgbClr val="ECEAF4"/>
                </a:highlight>
                <a:latin typeface="JetBrains Mono"/>
                <a:ea typeface="JetBrains Mono"/>
                <a:cs typeface="JetBrains Mono"/>
              </a:rPr>
              <a:t> clubs 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and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"art"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, then with </a:t>
            </a:r>
            <a:r>
              <a:rPr sz="2050" b="0">
                <a:solidFill>
                  <a:srgbClr val="6A1B9A"/>
                </a:solidFill>
                <a:highlight>
                  <a:srgbClr val="ECEAF4"/>
                </a:highlight>
                <a:latin typeface="JetBrains Mono"/>
                <a:ea typeface="JetBrains Mono"/>
                <a:cs typeface="JetBrains Mono"/>
              </a:rPr>
              <a:t> clubs 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and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"code"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 Display the results as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"Art: 12"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and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"Code: 15"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after the club names.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90156456-F916-2DFA-3233-CF36D6126AC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8C630A04-5A25-9E0C-9436-126091DB86B3}" type="slidenum">
              <a:t>6</a:t>
            </a:fld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1C8A6263-CC79-FF3D-FD4C-FA1A647B7E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C222A94C-9EF0-110A-E446-C6FE28AB08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1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def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find_members(records, target):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    for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record </a:t>
            </a:r>
            <a:r>
              <a:rPr sz="11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in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records: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        if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record[0] </a:t>
            </a:r>
            <a:r>
              <a:rPr sz="11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==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target: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            return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record[1]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    return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-1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clubs = [[</a:t>
            </a:r>
            <a:r>
              <a:rPr sz="11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"art"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12], [</a:t>
            </a:r>
            <a:r>
              <a:rPr sz="11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"chess"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18], [</a:t>
            </a:r>
            <a:r>
              <a:rPr sz="11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"code"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15]]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for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record </a:t>
            </a:r>
            <a:r>
              <a:rPr sz="11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in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clubs: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    print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(record[0])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name = </a:t>
            </a: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1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"Club to find: "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members = find_members(clubs, name)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1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"Search result:"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members)</a:t>
            </a:r>
          </a:p>
        </p:txBody>
      </p:sp>
    </p:spTree>
    <p:extLst>
      <p:ext uri="{BB962C8B-B14F-4D97-AF65-F5344CB8AC3E}">
        <p14:creationId xmlns:p14="http://schemas.microsoft.com/office/powerpoint/2010/main" val="2523084536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6F32E09-610F-3EC3-B786-50BDF0372E6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2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9C6027A-1FB5-B72A-C3EC-60CC3C954B38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Change the example so it adds up the members instead of searching. Write </a:t>
            </a:r>
            <a:r>
              <a:rPr sz="205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total_members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(records), which uses a </a:t>
            </a:r>
            <a:r>
              <a:rPr sz="2050" b="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for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loop to add each row's count to </a:t>
            </a:r>
            <a:r>
              <a:rPr sz="2050" b="0">
                <a:solidFill>
                  <a:srgbClr val="6A1B9A"/>
                </a:solidFill>
                <a:highlight>
                  <a:srgbClr val="ECEAF4"/>
                </a:highlight>
                <a:latin typeface="JetBrains Mono"/>
                <a:ea typeface="JetBrains Mono"/>
                <a:cs typeface="JetBrains Mono"/>
              </a:rPr>
              <a:t> total 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, then </a:t>
            </a:r>
            <a:r>
              <a:rPr sz="2050" b="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return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</a:t>
            </a:r>
            <a:r>
              <a:rPr sz="2050" b="0">
                <a:solidFill>
                  <a:srgbClr val="6A1B9A"/>
                </a:solidFill>
                <a:highlight>
                  <a:srgbClr val="ECEAF4"/>
                </a:highlight>
                <a:latin typeface="JetBrains Mono"/>
                <a:ea typeface="JetBrains Mono"/>
                <a:cs typeface="JetBrains Mono"/>
              </a:rPr>
              <a:t> total 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 Display the club names, then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"Total members: 45"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70D6E3A5-7CB1-FEBE-DD06-6569C8628B9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3D7D1C8-AE23-AA48-DF65-C742588DBE47}" type="slidenum">
              <a:t>7</a:t>
            </a:fld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A196B955-0246-808C-A71A-D2BB9AF54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5EBE2FD6-88DA-C59D-A3CB-7D8ADC682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1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def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find_members(records, target):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    for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record </a:t>
            </a:r>
            <a:r>
              <a:rPr sz="11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in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records: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        if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record[0] </a:t>
            </a:r>
            <a:r>
              <a:rPr sz="11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==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target: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            return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record[1]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    return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-1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clubs = [[</a:t>
            </a:r>
            <a:r>
              <a:rPr sz="11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"art"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12], [</a:t>
            </a:r>
            <a:r>
              <a:rPr sz="11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"chess"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18], [</a:t>
            </a:r>
            <a:r>
              <a:rPr sz="11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"code"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15]]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for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record </a:t>
            </a:r>
            <a:r>
              <a:rPr sz="11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in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clubs: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    print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(record[0])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name = </a:t>
            </a: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1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"Club to find: "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members = find_members(clubs, name)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1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"Search result:"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members)</a:t>
            </a:r>
          </a:p>
        </p:txBody>
      </p:sp>
    </p:spTree>
    <p:extLst>
      <p:ext uri="{BB962C8B-B14F-4D97-AF65-F5344CB8AC3E}">
        <p14:creationId xmlns:p14="http://schemas.microsoft.com/office/powerpoint/2010/main" val="1307315574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4A55FF9-C519-C841-BC1B-5A0F8233806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3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0A78088-1A9E-9140-1446-FCCFF01522D1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97536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Create a 2D </a:t>
            </a:r>
            <a:r>
              <a:rPr sz="205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list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called </a:t>
            </a:r>
            <a:r>
              <a:rPr sz="2050" b="0">
                <a:solidFill>
                  <a:srgbClr val="6A1B9A"/>
                </a:solidFill>
                <a:highlight>
                  <a:srgbClr val="ECEAF4"/>
                </a:highlight>
                <a:latin typeface="JetBrains Mono"/>
                <a:ea typeface="JetBrains Mono"/>
                <a:cs typeface="JetBrains Mono"/>
              </a:rPr>
              <a:t> results 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with rows [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"ari"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, 7], [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"bao"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, 9] and [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"cleo"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, 8]. Write </a:t>
            </a:r>
            <a:r>
              <a:rPr sz="205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show_records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(records) to display each name and score, and </a:t>
            </a:r>
            <a:r>
              <a:rPr sz="205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find_score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(records, target) to </a:t>
            </a:r>
            <a:r>
              <a:rPr sz="2050" b="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return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a matching score, or </a:t>
            </a:r>
            <a:r>
              <a:rPr sz="2050" b="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return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-1. Call </a:t>
            </a:r>
            <a:r>
              <a:rPr sz="205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show_records()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, ask for a name, then display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"Score:"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with the result, or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"Name not found."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for -1.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F6969061-E293-66B3-2505-D44FC70B8ED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BA58DA2A-B818-18A9-29C1-B697728D5BCE}" type="slidenum">
              <a:t>8</a:t>
            </a:fld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98315360-7E37-4E61-CFB3-15B4BF185B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6" name="Rectangle 1">
            <a:extLst xmlns:a="http://schemas.openxmlformats.org/drawingml/2006/main">
              <a:ext uri="{FF2B5EF4-FFF2-40B4-BE49-F238E27FC236}">
                <a16:creationId xmlns:a16="http://schemas.microsoft.com/office/drawing/2014/main" id="{0CFC9096-19D0-8DB5-A52D-780B3819F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1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def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find_members(records, target):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    for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record </a:t>
            </a:r>
            <a:r>
              <a:rPr sz="11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in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records: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        if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record[0] </a:t>
            </a:r>
            <a:r>
              <a:rPr sz="11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==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target: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            return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record[1]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    return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-1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clubs = [[</a:t>
            </a:r>
            <a:r>
              <a:rPr sz="11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"art"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12], [</a:t>
            </a:r>
            <a:r>
              <a:rPr sz="11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"chess"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18], [</a:t>
            </a:r>
            <a:r>
              <a:rPr sz="11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"code"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15]]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for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record </a:t>
            </a:r>
            <a:r>
              <a:rPr sz="11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in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clubs: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    print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(record[0])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name = </a:t>
            </a: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1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"Club to find: "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members = find_members(clubs, name)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1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"Search result:"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members)</a:t>
            </a:r>
          </a:p>
        </p:txBody>
      </p:sp>
    </p:spTree>
    <p:extLst>
      <p:ext uri="{BB962C8B-B14F-4D97-AF65-F5344CB8AC3E}">
        <p14:creationId xmlns:p14="http://schemas.microsoft.com/office/powerpoint/2010/main" val="3373945130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D4DFBD71-FEF6-6EBF-BF05-0ED86228F78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Fix the code!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DC8E91D-B482-1BE2-7466-89F6C23BCF11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54933" lnSpcReduction="2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800" b="1">
                <a:solidFill>
                  <a:srgbClr val="FF0000"/>
                </a:solidFill>
              </a:rPr>
              <a:t>This code has errors!</a:t>
            </a:r>
            <a:r>
              <a:rPr sz="2800" b="1">
                <a:solidFill>
                  <a:srgbClr val="080808"/>
                </a:solidFill>
              </a:rPr>
              <a:t> Look closely at the code to find the problems: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latin typeface="JetBrains Mono"/>
                <a:ea typeface="JetBrains Mono"/>
                <a:cs typeface="JetBrains Mono"/>
              </a:rPr>
              <a:t> 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def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find_members(records, target):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    for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record </a:t>
            </a:r>
            <a:r>
              <a:rPr sz="18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in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records: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        if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record </a:t>
            </a:r>
            <a:r>
              <a:rPr sz="18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==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target: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            return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record[1]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        return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-1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clubs = [[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"art"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12], [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"chess"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18]]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(find_members(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"chess"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))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C4F0ADF4-CBA1-F217-15B9-2DF889C0761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388657AE-30A1-5A7A-6A7F-315D84436430}" type="slidenum">
              <a:t>9</a:t>
            </a:fld>
          </a:p>
        </p:txBody>
      </p:sp>
    </p:spTree>
    <p:extLst>
      <p:ext uri="{BB962C8B-B14F-4D97-AF65-F5344CB8AC3E}">
        <p14:creationId xmlns:p14="http://schemas.microsoft.com/office/powerpoint/2010/main" val="336215718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2026-09-29T02:09:43.0070000Z</dcterms:created>
  <dcterms:modified xsi:type="dcterms:W3CDTF">2026-09-29T02:09:43.0070000Z</dcterms:modified>
</coreProperties>
</file>