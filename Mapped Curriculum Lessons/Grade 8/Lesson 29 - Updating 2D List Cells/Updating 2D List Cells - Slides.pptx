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0f81e887ce42c4" /><Relationship Type="http://schemas.openxmlformats.org/officeDocument/2006/relationships/extended-properties" Target="/docProps/app.xml" Id="R33f9f3f088714d73" /><Relationship Type="http://schemas.openxmlformats.org/officeDocument/2006/relationships/officeDocument" Target="/ppt/presentation.xml" Id="R1646977c859945e5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acc634a710c64638"/>
  </p:sldMasterIdLst>
  <p:notesMasterIdLst>
    <p:notesMasterId xmlns:r="http://schemas.openxmlformats.org/officeDocument/2006/relationships" r:id="Rd6fe3287da1448ec"/>
  </p:notesMasterIdLst>
  <p:sldIdLst>
    <p:sldId xmlns:r="http://schemas.openxmlformats.org/officeDocument/2006/relationships" id="256" r:id="Rf0bacd62c98f4a60"/>
    <p:sldId xmlns:r="http://schemas.openxmlformats.org/officeDocument/2006/relationships" id="257" r:id="R82bdbad0c8474b4d"/>
    <p:sldId xmlns:r="http://schemas.openxmlformats.org/officeDocument/2006/relationships" id="258" r:id="R862ca4d34e8347e2"/>
    <p:sldId xmlns:r="http://schemas.openxmlformats.org/officeDocument/2006/relationships" id="259" r:id="R4715b078038d4a89"/>
    <p:sldId xmlns:r="http://schemas.openxmlformats.org/officeDocument/2006/relationships" id="260" r:id="R796812465b7148ce"/>
    <p:sldId xmlns:r="http://schemas.openxmlformats.org/officeDocument/2006/relationships" id="261" r:id="Ra7bcb4ee6c33442d"/>
    <p:sldId xmlns:r="http://schemas.openxmlformats.org/officeDocument/2006/relationships" id="262" r:id="Rcb8b9e7ea96c4d63"/>
    <p:sldId xmlns:r="http://schemas.openxmlformats.org/officeDocument/2006/relationships" id="263" r:id="Rbe44ab11598f46e2"/>
    <p:sldId xmlns:r="http://schemas.openxmlformats.org/officeDocument/2006/relationships" id="264" r:id="R93616333aa6941f1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403f8ceef2834aa7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b98f6e0ff74893" /><Relationship Type="http://schemas.openxmlformats.org/officeDocument/2006/relationships/slideMaster" Target="/ppt/slideMasters/slideMaster1.xml" Id="Racc634a710c64638" /><Relationship Type="http://schemas.openxmlformats.org/officeDocument/2006/relationships/notesMaster" Target="/ppt/notesMasters/notesMaster1.xml" Id="Rd6fe3287da1448ec" /><Relationship Type="http://schemas.openxmlformats.org/officeDocument/2006/relationships/presProps" Target="/ppt/presProps.xml" Id="Rf20fc4e590c441f4" /><Relationship Type="http://schemas.openxmlformats.org/officeDocument/2006/relationships/viewProps" Target="/ppt/viewProps.xml" Id="R54439c467fa44bb2" /><Relationship Type="http://schemas.openxmlformats.org/officeDocument/2006/relationships/tableStyles" Target="/ppt/tableStyles.xml" Id="Ra098737b0f1445d8" /><Relationship Type="http://schemas.openxmlformats.org/officeDocument/2006/relationships/font" Target="/ppt/fonts/font.dat" Id="R403f8ceef2834aa7" /><Relationship Type="http://schemas.openxmlformats.org/officeDocument/2006/relationships/slide" Target="/ppt/slides/slide1.xml" Id="Rf0bacd62c98f4a60" /><Relationship Type="http://schemas.openxmlformats.org/officeDocument/2006/relationships/slide" Target="/ppt/slides/slide2.xml" Id="R82bdbad0c8474b4d" /><Relationship Type="http://schemas.openxmlformats.org/officeDocument/2006/relationships/slide" Target="/ppt/slides/slide3.xml" Id="R862ca4d34e8347e2" /><Relationship Type="http://schemas.openxmlformats.org/officeDocument/2006/relationships/slide" Target="/ppt/slides/slide4.xml" Id="R4715b078038d4a89" /><Relationship Type="http://schemas.openxmlformats.org/officeDocument/2006/relationships/slide" Target="/ppt/slides/slide5.xml" Id="R796812465b7148ce" /><Relationship Type="http://schemas.openxmlformats.org/officeDocument/2006/relationships/slide" Target="/ppt/slides/slide6.xml" Id="Ra7bcb4ee6c33442d" /><Relationship Type="http://schemas.openxmlformats.org/officeDocument/2006/relationships/slide" Target="/ppt/slides/slide7.xml" Id="Rcb8b9e7ea96c4d63" /><Relationship Type="http://schemas.openxmlformats.org/officeDocument/2006/relationships/slide" Target="/ppt/slides/slide8.xml" Id="Rbe44ab11598f46e2" /><Relationship Type="http://schemas.openxmlformats.org/officeDocument/2006/relationships/slide" Target="/ppt/slides/slide9.xml" Id="R93616333aa6941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013daacbf043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77b5e3d0c14b6f" /><Relationship Type="http://schemas.openxmlformats.org/officeDocument/2006/relationships/notesMaster" Target="/ppt/notesMasters/notesMaster1.xml" Id="R159ddd75f24e46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64d973fcbc40b4" /><Relationship Type="http://schemas.openxmlformats.org/officeDocument/2006/relationships/notesMaster" Target="/ppt/notesMasters/notesMaster1.xml" Id="Re6392d0805224f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bc363bcd124df5" /><Relationship Type="http://schemas.openxmlformats.org/officeDocument/2006/relationships/notesMaster" Target="/ppt/notesMasters/notesMaster1.xml" Id="Rfe8075856c494a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d72ccedd2d4ed1" /><Relationship Type="http://schemas.openxmlformats.org/officeDocument/2006/relationships/notesMaster" Target="/ppt/notesMasters/notesMaster1.xml" Id="R761a22bc7e4a46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2844a8d17f46c9" /><Relationship Type="http://schemas.openxmlformats.org/officeDocument/2006/relationships/notesMaster" Target="/ppt/notesMasters/notesMaster1.xml" Id="R97c21b8ba3b24f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0dd601946d44d8" /><Relationship Type="http://schemas.openxmlformats.org/officeDocument/2006/relationships/notesMaster" Target="/ppt/notesMasters/notesMaster1.xml" Id="Rdef153aa56ba42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2f5b78374c4131" /><Relationship Type="http://schemas.openxmlformats.org/officeDocument/2006/relationships/notesMaster" Target="/ppt/notesMasters/notesMaster1.xml" Id="R288a08907f2c46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edd81ad3754a9e" /><Relationship Type="http://schemas.openxmlformats.org/officeDocument/2006/relationships/notesMaster" Target="/ppt/notesMasters/notesMaster1.xml" Id="R8d29c664645c4e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51f2f3628d4403" /><Relationship Type="http://schemas.openxmlformats.org/officeDocument/2006/relationships/notesMaster" Target="/ppt/notesMasters/notesMaster1.xml" Id="R00fda8cbfcee46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c47f63d85346d2" /><Relationship Type="http://schemas.openxmlformats.org/officeDocument/2006/relationships/image" Target="/ppt/media/image.png" Id="R66beb9d5b64a410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45594d6aa24968" /><Relationship Type="http://schemas.openxmlformats.org/officeDocument/2006/relationships/image" Target="/ppt/media/image.png" Id="R3e0a3e0b2fc64e2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d80a97dc484ae0" /><Relationship Type="http://schemas.openxmlformats.org/officeDocument/2006/relationships/image" Target="/ppt/media/image.png" Id="Rf870a9bf68b0454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b72fc264034ea5" /><Relationship Type="http://schemas.openxmlformats.org/officeDocument/2006/relationships/image" Target="/ppt/media/image.png" Id="R5c8fc38d5c8742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311050d11849b9" /><Relationship Type="http://schemas.openxmlformats.org/officeDocument/2006/relationships/image" Target="/ppt/media/image.png" Id="R418a99ae2df9447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2ff0ebc25d4270" /><Relationship Type="http://schemas.openxmlformats.org/officeDocument/2006/relationships/image" Target="/ppt/media/image.png" Id="R65d3d50001a9483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6f76ac5d6443ec" /><Relationship Type="http://schemas.openxmlformats.org/officeDocument/2006/relationships/image" Target="/ppt/media/image.png" Id="Rcd700c2aee0e49f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bb9e03ee284a90" /><Relationship Type="http://schemas.openxmlformats.org/officeDocument/2006/relationships/image" Target="/ppt/media/image.png" Id="R7da68d6bb9b1465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791603d7084914" /><Relationship Type="http://schemas.openxmlformats.org/officeDocument/2006/relationships/image" Target="/ppt/media/image.png" Id="Rdda48ccf9788452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cb69af39db4eef" /><Relationship Type="http://schemas.openxmlformats.org/officeDocument/2006/relationships/image" Target="/ppt/media/image.png" Id="R99d3250b893544c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7bb04b6639497d" /><Relationship Type="http://schemas.openxmlformats.org/officeDocument/2006/relationships/image" Target="/ppt/media/image.png" Id="R81eb32aa9e9d4c9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6beb9d5b64a4104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e0a3e0b2fc64e23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870a9bf68b04549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c8fc38d5c87423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18a99ae2df94475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5d3d50001a94839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d700c2aee0e49f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da68d6bb9b1465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da48ccf9788452d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9d3250b893544cf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1eb32aa9e9d4c9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48993ab23345c9" /><Relationship Type="http://schemas.openxmlformats.org/officeDocument/2006/relationships/slideLayout" Target="/ppt/slideLayouts/slideLayout1.xml" Id="R28952d677e974df6" /><Relationship Type="http://schemas.openxmlformats.org/officeDocument/2006/relationships/slideLayout" Target="/ppt/slideLayouts/slideLayout2.xml" Id="R1a1f38bd3e4d409a" /><Relationship Type="http://schemas.openxmlformats.org/officeDocument/2006/relationships/slideLayout" Target="/ppt/slideLayouts/slideLayout3.xml" Id="Rb1dbc290719b408c" /><Relationship Type="http://schemas.openxmlformats.org/officeDocument/2006/relationships/slideLayout" Target="/ppt/slideLayouts/slideLayout4.xml" Id="R09e7cbeda9d04249" /><Relationship Type="http://schemas.openxmlformats.org/officeDocument/2006/relationships/slideLayout" Target="/ppt/slideLayouts/slideLayout5.xml" Id="Re4030aea7c9f4362" /><Relationship Type="http://schemas.openxmlformats.org/officeDocument/2006/relationships/slideLayout" Target="/ppt/slideLayouts/slideLayout6.xml" Id="Rd9c927f4133b452b" /><Relationship Type="http://schemas.openxmlformats.org/officeDocument/2006/relationships/slideLayout" Target="/ppt/slideLayouts/slideLayout7.xml" Id="R00b97e8214814e9f" /><Relationship Type="http://schemas.openxmlformats.org/officeDocument/2006/relationships/slideLayout" Target="/ppt/slideLayouts/slideLayout8.xml" Id="R778663b07b624f41" /><Relationship Type="http://schemas.openxmlformats.org/officeDocument/2006/relationships/slideLayout" Target="/ppt/slideLayouts/slideLayout9.xml" Id="R4ceb0f46742d4275" /><Relationship Type="http://schemas.openxmlformats.org/officeDocument/2006/relationships/slideLayout" Target="/ppt/slideLayouts/slideLayout10.xml" Id="Ra02fba55f9714f30" /><Relationship Type="http://schemas.openxmlformats.org/officeDocument/2006/relationships/slideLayout" Target="/ppt/slideLayouts/slideLayout11.xml" Id="R249b5c3b460b4e6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952d677e974df6"/>
    <p:sldLayoutId xmlns:r="http://schemas.openxmlformats.org/officeDocument/2006/relationships" id="2147483650" r:id="R1a1f38bd3e4d409a"/>
    <p:sldLayoutId xmlns:r="http://schemas.openxmlformats.org/officeDocument/2006/relationships" id="2147483651" r:id="Rb1dbc290719b408c"/>
    <p:sldLayoutId xmlns:r="http://schemas.openxmlformats.org/officeDocument/2006/relationships" id="2147483652" r:id="R09e7cbeda9d04249"/>
    <p:sldLayoutId xmlns:r="http://schemas.openxmlformats.org/officeDocument/2006/relationships" id="2147483653" r:id="Re4030aea7c9f4362"/>
    <p:sldLayoutId xmlns:r="http://schemas.openxmlformats.org/officeDocument/2006/relationships" id="2147483654" r:id="Rd9c927f4133b452b"/>
    <p:sldLayoutId xmlns:r="http://schemas.openxmlformats.org/officeDocument/2006/relationships" id="2147483655" r:id="R00b97e8214814e9f"/>
    <p:sldLayoutId xmlns:r="http://schemas.openxmlformats.org/officeDocument/2006/relationships" id="2147483656" r:id="R778663b07b624f41"/>
    <p:sldLayoutId xmlns:r="http://schemas.openxmlformats.org/officeDocument/2006/relationships" id="2147483657" r:id="R4ceb0f46742d4275"/>
    <p:sldLayoutId xmlns:r="http://schemas.openxmlformats.org/officeDocument/2006/relationships" id="2147483658" r:id="Ra02fba55f9714f30"/>
    <p:sldLayoutId xmlns:r="http://schemas.openxmlformats.org/officeDocument/2006/relationships" id="2147483659" r:id="R249b5c3b460b4e62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9c869ce104020" /><Relationship Type="http://schemas.openxmlformats.org/officeDocument/2006/relationships/notesSlide" Target="/ppt/notesSlides/notesSlide1.xml" Id="R37a4f5f19c1e46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fca4808469246a3" /><Relationship Type="http://schemas.openxmlformats.org/officeDocument/2006/relationships/notesSlide" Target="/ppt/notesSlides/notesSlide2.xml" Id="Rd36a5462b41e4e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3a72ef4fdf4636" /><Relationship Type="http://schemas.openxmlformats.org/officeDocument/2006/relationships/notesSlide" Target="/ppt/notesSlides/notesSlide3.xml" Id="Rce782031fdf44d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d97a8126714687" /><Relationship Type="http://schemas.openxmlformats.org/officeDocument/2006/relationships/notesSlide" Target="/ppt/notesSlides/notesSlide4.xml" Id="R9dce6e8d050143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21992c48a14c57" /><Relationship Type="http://schemas.openxmlformats.org/officeDocument/2006/relationships/notesSlide" Target="/ppt/notesSlides/notesSlide5.xml" Id="Rc83e8897003b45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c558c3209c4b93" /><Relationship Type="http://schemas.openxmlformats.org/officeDocument/2006/relationships/notesSlide" Target="/ppt/notesSlides/notesSlide6.xml" Id="R400f5f37dc6242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830b00cfc54b7b" /><Relationship Type="http://schemas.openxmlformats.org/officeDocument/2006/relationships/notesSlide" Target="/ppt/notesSlides/notesSlide7.xml" Id="Rf641e5668aec4e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11e9e704ed472a" /><Relationship Type="http://schemas.openxmlformats.org/officeDocument/2006/relationships/notesSlide" Target="/ppt/notesSlides/notesSlide8.xml" Id="Re1a73e4bac1040e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1f7ec3acb5482c" /><Relationship Type="http://schemas.openxmlformats.org/officeDocument/2006/relationships/notesSlide" Target="/ppt/notesSlides/notesSlide9.xml" Id="R683367bcd739452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Updating 2D List Cells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29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row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row 0 to 2: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new_members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"New member count: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clubs[row][1] = new_members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"Updated record:"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"All records:"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9420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row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row 0 to 2: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new_members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"New member count: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clubs[row][1] = new_members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"Updated record:"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"All records:"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9420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row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row 0 to 2: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new_members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"New member count: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clubs[row][1] = new_members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"Updated record:"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"All records:"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Which of the two indexes selects the row, and which selects the field to update?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Why does clubs[row][1] = new_members leave the club name unchanged?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What happens if new_members is not converted to int() before it is stored?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How could choosing the wrong column silently replace a name with a number?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280160"/>
            <a:ext cx="6474775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row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row 0 to 2: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new_members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"New member count: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clubs[row][1] = new_members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"Updated record:"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"All records:"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the second input so the user adds members instead of replacing the total. Test row 2 and add 2;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should have 17 members and the other records should stay unchanged.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row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row 0 to 2: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new_members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"New member count: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clubs[row][1] = new_members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"Updated record:"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"All records:"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Let the user choose a valid row and update both its club name and member count. Display the selected row before and after the two assignments.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row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row 0 to 2: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new_members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"New member count: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clubs[row][1] = new_members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"Updated record:"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"All records:"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Create a three-row stock table containing item name and quantity. Ask for a valid row and a delivery amount, add that amount to the existing quantity, then display the updated record and every item quantity.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row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row 0 to 2: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new_members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"New member count: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clubs[row][1] = new_members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"Updated record:"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"All records:"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72131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row = 1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new_members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"New member count: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clubs[row, 1]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new_members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(clubs)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2026-08-26T04:06:37.5460000Z</dcterms:created>
  <dcterms:modified xsi:type="dcterms:W3CDTF">2026-08-26T04:06:37.5460000Z</dcterms:modified>
</coreProperties>
</file>