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82257de9d947b9" /><Relationship Type="http://schemas.openxmlformats.org/officeDocument/2006/relationships/extended-properties" Target="/docProps/app.xml" Id="Re397638d13604e8d" /><Relationship Type="http://schemas.openxmlformats.org/officeDocument/2006/relationships/officeDocument" Target="/ppt/presentation.xml" Id="R0d01c07365e2498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75abe811b92494b"/>
  </p:sldMasterIdLst>
  <p:notesMasterIdLst>
    <p:notesMasterId xmlns:r="http://schemas.openxmlformats.org/officeDocument/2006/relationships" r:id="R6e61d180e3c74c1b"/>
  </p:notesMasterIdLst>
  <p:sldIdLst>
    <p:sldId xmlns:r="http://schemas.openxmlformats.org/officeDocument/2006/relationships" id="256" r:id="R4b6523b1b7de4c67"/>
    <p:sldId xmlns:r="http://schemas.openxmlformats.org/officeDocument/2006/relationships" id="257" r:id="R6f411b4fc4fc4524"/>
    <p:sldId xmlns:r="http://schemas.openxmlformats.org/officeDocument/2006/relationships" id="258" r:id="R9814cb525aa64b6c"/>
    <p:sldId xmlns:r="http://schemas.openxmlformats.org/officeDocument/2006/relationships" id="259" r:id="Rcbb1a4e5dbd24f81"/>
    <p:sldId xmlns:r="http://schemas.openxmlformats.org/officeDocument/2006/relationships" id="260" r:id="R4dab5153ffbc4fa0"/>
    <p:sldId xmlns:r="http://schemas.openxmlformats.org/officeDocument/2006/relationships" id="261" r:id="Rbe3a68f21ca04342"/>
    <p:sldId xmlns:r="http://schemas.openxmlformats.org/officeDocument/2006/relationships" id="262" r:id="Rc2c5adbba8c94e06"/>
    <p:sldId xmlns:r="http://schemas.openxmlformats.org/officeDocument/2006/relationships" id="263" r:id="R4088488b506f47d8"/>
    <p:sldId xmlns:r="http://schemas.openxmlformats.org/officeDocument/2006/relationships" id="264" r:id="Re9ca8f8baa7241b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058b2daaefc475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7d5644bc624cee" /><Relationship Type="http://schemas.openxmlformats.org/officeDocument/2006/relationships/slideMaster" Target="/ppt/slideMasters/slideMaster1.xml" Id="R675abe811b92494b" /><Relationship Type="http://schemas.openxmlformats.org/officeDocument/2006/relationships/notesMaster" Target="/ppt/notesMasters/notesMaster1.xml" Id="R6e61d180e3c74c1b" /><Relationship Type="http://schemas.openxmlformats.org/officeDocument/2006/relationships/presProps" Target="/ppt/presProps.xml" Id="R33197dfd27e9423a" /><Relationship Type="http://schemas.openxmlformats.org/officeDocument/2006/relationships/viewProps" Target="/ppt/viewProps.xml" Id="R5314f6a1dd04463c" /><Relationship Type="http://schemas.openxmlformats.org/officeDocument/2006/relationships/tableStyles" Target="/ppt/tableStyles.xml" Id="R8ab522700bd8404a" /><Relationship Type="http://schemas.openxmlformats.org/officeDocument/2006/relationships/font" Target="/ppt/fonts/font.dat" Id="R1058b2daaefc475f" /><Relationship Type="http://schemas.openxmlformats.org/officeDocument/2006/relationships/slide" Target="/ppt/slides/slide1.xml" Id="R4b6523b1b7de4c67" /><Relationship Type="http://schemas.openxmlformats.org/officeDocument/2006/relationships/slide" Target="/ppt/slides/slide2.xml" Id="R6f411b4fc4fc4524" /><Relationship Type="http://schemas.openxmlformats.org/officeDocument/2006/relationships/slide" Target="/ppt/slides/slide3.xml" Id="R9814cb525aa64b6c" /><Relationship Type="http://schemas.openxmlformats.org/officeDocument/2006/relationships/slide" Target="/ppt/slides/slide4.xml" Id="Rcbb1a4e5dbd24f81" /><Relationship Type="http://schemas.openxmlformats.org/officeDocument/2006/relationships/slide" Target="/ppt/slides/slide5.xml" Id="R4dab5153ffbc4fa0" /><Relationship Type="http://schemas.openxmlformats.org/officeDocument/2006/relationships/slide" Target="/ppt/slides/slide6.xml" Id="Rbe3a68f21ca04342" /><Relationship Type="http://schemas.openxmlformats.org/officeDocument/2006/relationships/slide" Target="/ppt/slides/slide7.xml" Id="Rc2c5adbba8c94e06" /><Relationship Type="http://schemas.openxmlformats.org/officeDocument/2006/relationships/slide" Target="/ppt/slides/slide8.xml" Id="R4088488b506f47d8" /><Relationship Type="http://schemas.openxmlformats.org/officeDocument/2006/relationships/slide" Target="/ppt/slides/slide9.xml" Id="Re9ca8f8baa7241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94ad5d2f444a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96a289caa34202" /><Relationship Type="http://schemas.openxmlformats.org/officeDocument/2006/relationships/notesMaster" Target="/ppt/notesMasters/notesMaster1.xml" Id="R30903adcbe6c4b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093c68c16b43ac" /><Relationship Type="http://schemas.openxmlformats.org/officeDocument/2006/relationships/notesMaster" Target="/ppt/notesMasters/notesMaster1.xml" Id="R46d0a25f41ff47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ffcd50007f4e79" /><Relationship Type="http://schemas.openxmlformats.org/officeDocument/2006/relationships/notesMaster" Target="/ppt/notesMasters/notesMaster1.xml" Id="R871391d314d947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8d1e0f92b8423b" /><Relationship Type="http://schemas.openxmlformats.org/officeDocument/2006/relationships/notesMaster" Target="/ppt/notesMasters/notesMaster1.xml" Id="Rd274c9e942134c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e391bdab7c48aa" /><Relationship Type="http://schemas.openxmlformats.org/officeDocument/2006/relationships/notesMaster" Target="/ppt/notesMasters/notesMaster1.xml" Id="Rd7a2203b099d40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f815f9571b4f0e" /><Relationship Type="http://schemas.openxmlformats.org/officeDocument/2006/relationships/notesMaster" Target="/ppt/notesMasters/notesMaster1.xml" Id="Recf925d6a1e74a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b1b513b487426d" /><Relationship Type="http://schemas.openxmlformats.org/officeDocument/2006/relationships/notesMaster" Target="/ppt/notesMasters/notesMaster1.xml" Id="R06772742719c49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42a09104f0414d" /><Relationship Type="http://schemas.openxmlformats.org/officeDocument/2006/relationships/notesMaster" Target="/ppt/notesMasters/notesMaster1.xml" Id="R126af5e351a545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7975e36e654dac" /><Relationship Type="http://schemas.openxmlformats.org/officeDocument/2006/relationships/notesMaster" Target="/ppt/notesMasters/notesMaster1.xml" Id="R84970d31eaf449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cc6c57bd6f49c8" /><Relationship Type="http://schemas.openxmlformats.org/officeDocument/2006/relationships/image" Target="/ppt/media/image.png" Id="R5b1f9ec127fd41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eb447b6ac4189" /><Relationship Type="http://schemas.openxmlformats.org/officeDocument/2006/relationships/image" Target="/ppt/media/image.png" Id="R0dbdb6373fa248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400e8462804f5c" /><Relationship Type="http://schemas.openxmlformats.org/officeDocument/2006/relationships/image" Target="/ppt/media/image.png" Id="Ra4f98b4fb22441b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b3bc1acfb44214" /><Relationship Type="http://schemas.openxmlformats.org/officeDocument/2006/relationships/image" Target="/ppt/media/image.png" Id="R84e44365b67744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73ef08fc6459c" /><Relationship Type="http://schemas.openxmlformats.org/officeDocument/2006/relationships/image" Target="/ppt/media/image.png" Id="Rd41d4d860b8a4b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301239d464a04" /><Relationship Type="http://schemas.openxmlformats.org/officeDocument/2006/relationships/image" Target="/ppt/media/image.png" Id="R5214372e26b84fe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0078781494bf3" /><Relationship Type="http://schemas.openxmlformats.org/officeDocument/2006/relationships/image" Target="/ppt/media/image.png" Id="R8119fa5b39f345d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3ed684b284a38" /><Relationship Type="http://schemas.openxmlformats.org/officeDocument/2006/relationships/image" Target="/ppt/media/image.png" Id="Redc5d7538cbd4d8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3226c310d4f78" /><Relationship Type="http://schemas.openxmlformats.org/officeDocument/2006/relationships/image" Target="/ppt/media/image.png" Id="R697b546393964cf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4e4922b5764ffc" /><Relationship Type="http://schemas.openxmlformats.org/officeDocument/2006/relationships/image" Target="/ppt/media/image.png" Id="R4df4a4d75970443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f1efd46d6b4d01" /><Relationship Type="http://schemas.openxmlformats.org/officeDocument/2006/relationships/image" Target="/ppt/media/image.png" Id="Rfe0140ebdc064bd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1f9ec127fd414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bdb6373fa248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f98b4fb22441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e44365b67744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1d4d860b8a4b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14372e26b84fe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19fa5b39f345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c5d7538cbd4d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7b546393964c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f4a4d7597044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0140ebdc064bd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f08d192d7c4481" /><Relationship Type="http://schemas.openxmlformats.org/officeDocument/2006/relationships/slideLayout" Target="/ppt/slideLayouts/slideLayout1.xml" Id="R24519340b7d34db9" /><Relationship Type="http://schemas.openxmlformats.org/officeDocument/2006/relationships/slideLayout" Target="/ppt/slideLayouts/slideLayout2.xml" Id="R40f55e3a472247ea" /><Relationship Type="http://schemas.openxmlformats.org/officeDocument/2006/relationships/slideLayout" Target="/ppt/slideLayouts/slideLayout3.xml" Id="R47b800a5925f4667" /><Relationship Type="http://schemas.openxmlformats.org/officeDocument/2006/relationships/slideLayout" Target="/ppt/slideLayouts/slideLayout4.xml" Id="R4cc5525b00a54eba" /><Relationship Type="http://schemas.openxmlformats.org/officeDocument/2006/relationships/slideLayout" Target="/ppt/slideLayouts/slideLayout5.xml" Id="Raf2c6f8fd8394e5b" /><Relationship Type="http://schemas.openxmlformats.org/officeDocument/2006/relationships/slideLayout" Target="/ppt/slideLayouts/slideLayout6.xml" Id="R71a0454439f24187" /><Relationship Type="http://schemas.openxmlformats.org/officeDocument/2006/relationships/slideLayout" Target="/ppt/slideLayouts/slideLayout7.xml" Id="R177b568f61b844ef" /><Relationship Type="http://schemas.openxmlformats.org/officeDocument/2006/relationships/slideLayout" Target="/ppt/slideLayouts/slideLayout8.xml" Id="R5b9b1575199f4fb8" /><Relationship Type="http://schemas.openxmlformats.org/officeDocument/2006/relationships/slideLayout" Target="/ppt/slideLayouts/slideLayout9.xml" Id="R3d79e7908af6447e" /><Relationship Type="http://schemas.openxmlformats.org/officeDocument/2006/relationships/slideLayout" Target="/ppt/slideLayouts/slideLayout10.xml" Id="R9807fe33916a4702" /><Relationship Type="http://schemas.openxmlformats.org/officeDocument/2006/relationships/slideLayout" Target="/ppt/slideLayouts/slideLayout11.xml" Id="R986b427b805c4c4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519340b7d34db9"/>
    <p:sldLayoutId xmlns:r="http://schemas.openxmlformats.org/officeDocument/2006/relationships" id="2147483650" r:id="R40f55e3a472247ea"/>
    <p:sldLayoutId xmlns:r="http://schemas.openxmlformats.org/officeDocument/2006/relationships" id="2147483651" r:id="R47b800a5925f4667"/>
    <p:sldLayoutId xmlns:r="http://schemas.openxmlformats.org/officeDocument/2006/relationships" id="2147483652" r:id="R4cc5525b00a54eba"/>
    <p:sldLayoutId xmlns:r="http://schemas.openxmlformats.org/officeDocument/2006/relationships" id="2147483653" r:id="Raf2c6f8fd8394e5b"/>
    <p:sldLayoutId xmlns:r="http://schemas.openxmlformats.org/officeDocument/2006/relationships" id="2147483654" r:id="R71a0454439f24187"/>
    <p:sldLayoutId xmlns:r="http://schemas.openxmlformats.org/officeDocument/2006/relationships" id="2147483655" r:id="R177b568f61b844ef"/>
    <p:sldLayoutId xmlns:r="http://schemas.openxmlformats.org/officeDocument/2006/relationships" id="2147483656" r:id="R5b9b1575199f4fb8"/>
    <p:sldLayoutId xmlns:r="http://schemas.openxmlformats.org/officeDocument/2006/relationships" id="2147483657" r:id="R3d79e7908af6447e"/>
    <p:sldLayoutId xmlns:r="http://schemas.openxmlformats.org/officeDocument/2006/relationships" id="2147483658" r:id="R9807fe33916a4702"/>
    <p:sldLayoutId xmlns:r="http://schemas.openxmlformats.org/officeDocument/2006/relationships" id="2147483659" r:id="R986b427b805c4c4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c9e43b98d462a" /><Relationship Type="http://schemas.openxmlformats.org/officeDocument/2006/relationships/notesSlide" Target="/ppt/notesSlides/notesSlide1.xml" Id="Rf27edb478b854f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ac4d4fd1484a1e" /><Relationship Type="http://schemas.openxmlformats.org/officeDocument/2006/relationships/notesSlide" Target="/ppt/notesSlides/notesSlide2.xml" Id="R6e0f0d22f88148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57bf0fd01645cb" /><Relationship Type="http://schemas.openxmlformats.org/officeDocument/2006/relationships/notesSlide" Target="/ppt/notesSlides/notesSlide3.xml" Id="R00e11ef0972247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429ffa5625403c" /><Relationship Type="http://schemas.openxmlformats.org/officeDocument/2006/relationships/notesSlide" Target="/ppt/notesSlides/notesSlide4.xml" Id="Rbaab7882f1b74e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3dddcbe1b84629" /><Relationship Type="http://schemas.openxmlformats.org/officeDocument/2006/relationships/notesSlide" Target="/ppt/notesSlides/notesSlide5.xml" Id="Re5f05dc085604b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8ed7403c934821" /><Relationship Type="http://schemas.openxmlformats.org/officeDocument/2006/relationships/notesSlide" Target="/ppt/notesSlides/notesSlide6.xml" Id="R2d432e289f8e48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cbe9ba48b4111" /><Relationship Type="http://schemas.openxmlformats.org/officeDocument/2006/relationships/notesSlide" Target="/ppt/notesSlides/notesSlide7.xml" Id="R3d08904aefd046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5f077b3944102" /><Relationship Type="http://schemas.openxmlformats.org/officeDocument/2006/relationships/notesSlide" Target="/ppt/notesSlides/notesSlide8.xml" Id="R38dc3d5b9e7e41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a47b713eb54a8b" /><Relationship Type="http://schemas.openxmlformats.org/officeDocument/2006/relationships/notesSlide" Target="/ppt/notesSlides/notesSlide9.xml" Id="R0ffe99a6e0ed465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second input so it asks how many members to add, stored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members_to_add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it to the selected row's member count instead of replacing it. For example, row 2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 ['Code', 17]"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replaces a whole record. Display the chosen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both values, then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row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"Robotics"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 ['Robotics', 22]"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stock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10],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6]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4]. Ask for a row, a delivery amount and a number sold. Add the delivery and subtract the sales from that row's quantity. Display the updated row, then every item and quantity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2026-09-29T02:08:25.9440000Z</dcterms:created>
  <dcterms:modified xsi:type="dcterms:W3CDTF">2026-09-29T02:08:25.9440000Z</dcterms:modified>
</coreProperties>
</file>