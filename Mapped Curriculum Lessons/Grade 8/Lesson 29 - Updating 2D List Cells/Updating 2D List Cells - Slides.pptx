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d1f736262d47b4" /><Relationship Type="http://schemas.openxmlformats.org/officeDocument/2006/relationships/extended-properties" Target="/docProps/app.xml" Id="R5cd48c8706614d4f" /><Relationship Type="http://schemas.openxmlformats.org/officeDocument/2006/relationships/officeDocument" Target="/ppt/presentation.xml" Id="R15f6996f55c14c04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49c771542054e0e"/>
  </p:sldMasterIdLst>
  <p:notesMasterIdLst>
    <p:notesMasterId xmlns:r="http://schemas.openxmlformats.org/officeDocument/2006/relationships" r:id="Rc5f100719c904f12"/>
  </p:notesMasterIdLst>
  <p:sldIdLst>
    <p:sldId xmlns:r="http://schemas.openxmlformats.org/officeDocument/2006/relationships" id="256" r:id="Rda2b749c3b8347c2"/>
    <p:sldId xmlns:r="http://schemas.openxmlformats.org/officeDocument/2006/relationships" id="257" r:id="R52c6d753e0af4745"/>
    <p:sldId xmlns:r="http://schemas.openxmlformats.org/officeDocument/2006/relationships" id="258" r:id="R7015807dd9094c21"/>
    <p:sldId xmlns:r="http://schemas.openxmlformats.org/officeDocument/2006/relationships" id="259" r:id="Rd3af26115b524b89"/>
    <p:sldId xmlns:r="http://schemas.openxmlformats.org/officeDocument/2006/relationships" id="260" r:id="R67b6c2ceb0a2438f"/>
    <p:sldId xmlns:r="http://schemas.openxmlformats.org/officeDocument/2006/relationships" id="261" r:id="Re99ede8a468741ac"/>
    <p:sldId xmlns:r="http://schemas.openxmlformats.org/officeDocument/2006/relationships" id="262" r:id="R8ad727c7f3234ea2"/>
    <p:sldId xmlns:r="http://schemas.openxmlformats.org/officeDocument/2006/relationships" id="263" r:id="R6af1b18c1dc24d11"/>
    <p:sldId xmlns:r="http://schemas.openxmlformats.org/officeDocument/2006/relationships" id="264" r:id="Rbbc3139c87b04ad9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b1f494eab7314c4c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f68246a9544124" /><Relationship Type="http://schemas.openxmlformats.org/officeDocument/2006/relationships/slideMaster" Target="/ppt/slideMasters/slideMaster1.xml" Id="R049c771542054e0e" /><Relationship Type="http://schemas.openxmlformats.org/officeDocument/2006/relationships/notesMaster" Target="/ppt/notesMasters/notesMaster1.xml" Id="Rc5f100719c904f12" /><Relationship Type="http://schemas.openxmlformats.org/officeDocument/2006/relationships/presProps" Target="/ppt/presProps.xml" Id="R5bc0b7fd81a743c8" /><Relationship Type="http://schemas.openxmlformats.org/officeDocument/2006/relationships/viewProps" Target="/ppt/viewProps.xml" Id="Rbe972dcabb804532" /><Relationship Type="http://schemas.openxmlformats.org/officeDocument/2006/relationships/tableStyles" Target="/ppt/tableStyles.xml" Id="Rbc989321ee1b44c6" /><Relationship Type="http://schemas.openxmlformats.org/officeDocument/2006/relationships/font" Target="/ppt/fonts/font.dat" Id="Rb1f494eab7314c4c" /><Relationship Type="http://schemas.openxmlformats.org/officeDocument/2006/relationships/slide" Target="/ppt/slides/slide1.xml" Id="Rda2b749c3b8347c2" /><Relationship Type="http://schemas.openxmlformats.org/officeDocument/2006/relationships/slide" Target="/ppt/slides/slide2.xml" Id="R52c6d753e0af4745" /><Relationship Type="http://schemas.openxmlformats.org/officeDocument/2006/relationships/slide" Target="/ppt/slides/slide3.xml" Id="R7015807dd9094c21" /><Relationship Type="http://schemas.openxmlformats.org/officeDocument/2006/relationships/slide" Target="/ppt/slides/slide4.xml" Id="Rd3af26115b524b89" /><Relationship Type="http://schemas.openxmlformats.org/officeDocument/2006/relationships/slide" Target="/ppt/slides/slide5.xml" Id="R67b6c2ceb0a2438f" /><Relationship Type="http://schemas.openxmlformats.org/officeDocument/2006/relationships/slide" Target="/ppt/slides/slide6.xml" Id="Re99ede8a468741ac" /><Relationship Type="http://schemas.openxmlformats.org/officeDocument/2006/relationships/slide" Target="/ppt/slides/slide7.xml" Id="R8ad727c7f3234ea2" /><Relationship Type="http://schemas.openxmlformats.org/officeDocument/2006/relationships/slide" Target="/ppt/slides/slide8.xml" Id="R6af1b18c1dc24d11" /><Relationship Type="http://schemas.openxmlformats.org/officeDocument/2006/relationships/slide" Target="/ppt/slides/slide9.xml" Id="Rbbc3139c87b04a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03f7f636d943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f2e1d14871433c" /><Relationship Type="http://schemas.openxmlformats.org/officeDocument/2006/relationships/notesMaster" Target="/ppt/notesMasters/notesMaster1.xml" Id="R57f50af6a3a049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d33c217c12435e" /><Relationship Type="http://schemas.openxmlformats.org/officeDocument/2006/relationships/notesMaster" Target="/ppt/notesMasters/notesMaster1.xml" Id="Rcf234cdebd4343a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d2d0e73f5464fe6" /><Relationship Type="http://schemas.openxmlformats.org/officeDocument/2006/relationships/notesMaster" Target="/ppt/notesMasters/notesMaster1.xml" Id="R6b9e6e548c334b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10d7e3542c4ce8" /><Relationship Type="http://schemas.openxmlformats.org/officeDocument/2006/relationships/notesMaster" Target="/ppt/notesMasters/notesMaster1.xml" Id="R5cffbfa9410c43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b584c832a54fdf" /><Relationship Type="http://schemas.openxmlformats.org/officeDocument/2006/relationships/notesMaster" Target="/ppt/notesMasters/notesMaster1.xml" Id="Rb50947e6cf394f2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7e641fe52f4d6b" /><Relationship Type="http://schemas.openxmlformats.org/officeDocument/2006/relationships/notesMaster" Target="/ppt/notesMasters/notesMaster1.xml" Id="R34e05239e0524c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709d9ed909b4a22" /><Relationship Type="http://schemas.openxmlformats.org/officeDocument/2006/relationships/notesMaster" Target="/ppt/notesMasters/notesMaster1.xml" Id="R4d84608978604a4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aeeabbae9f493b" /><Relationship Type="http://schemas.openxmlformats.org/officeDocument/2006/relationships/notesMaster" Target="/ppt/notesMasters/notesMaster1.xml" Id="Re31a5ef893ea45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67c42e90714565" /><Relationship Type="http://schemas.openxmlformats.org/officeDocument/2006/relationships/notesMaster" Target="/ppt/notesMasters/notesMaster1.xml" Id="R09f001796b6f48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6f7d9e2c1e4697" /><Relationship Type="http://schemas.openxmlformats.org/officeDocument/2006/relationships/image" Target="/ppt/media/image.png" Id="Rf637f5d17caf488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4a39da7b314de5" /><Relationship Type="http://schemas.openxmlformats.org/officeDocument/2006/relationships/image" Target="/ppt/media/image.png" Id="R6e77c7e0a0e8452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3182837c8f468b" /><Relationship Type="http://schemas.openxmlformats.org/officeDocument/2006/relationships/image" Target="/ppt/media/image.png" Id="R1dc57fd1a4f040f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02dd315eca4fb6" /><Relationship Type="http://schemas.openxmlformats.org/officeDocument/2006/relationships/image" Target="/ppt/media/image.png" Id="R0f5c21dc11d444f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f871c1ff8746e4" /><Relationship Type="http://schemas.openxmlformats.org/officeDocument/2006/relationships/image" Target="/ppt/media/image.png" Id="R09b6f34c34b543d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4826d509344fab" /><Relationship Type="http://schemas.openxmlformats.org/officeDocument/2006/relationships/image" Target="/ppt/media/image.png" Id="R8d05ef42cc6344b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e925b07e664e45" /><Relationship Type="http://schemas.openxmlformats.org/officeDocument/2006/relationships/image" Target="/ppt/media/image.png" Id="R9411a7d18f1c4c7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8aa79bcd9a4962" /><Relationship Type="http://schemas.openxmlformats.org/officeDocument/2006/relationships/image" Target="/ppt/media/image.png" Id="R68afb17275654a2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bda11295d24324" /><Relationship Type="http://schemas.openxmlformats.org/officeDocument/2006/relationships/image" Target="/ppt/media/image.png" Id="R36cdc280e6cf4cf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92cd03dd454c7f" /><Relationship Type="http://schemas.openxmlformats.org/officeDocument/2006/relationships/image" Target="/ppt/media/image.png" Id="R90c6eecd648a450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14f12e636c4099" /><Relationship Type="http://schemas.openxmlformats.org/officeDocument/2006/relationships/image" Target="/ppt/media/image.png" Id="Re6c303ed3256472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37f5d17caf4885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77c7e0a0e8452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c57fd1a4f040f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5c21dc11d444f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b6f34c34b543d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d05ef42cc6344b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411a7d18f1c4c7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8afb17275654a2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6cdc280e6cf4cf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c6eecd648a450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c303ed3256472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17579262fc4793" /><Relationship Type="http://schemas.openxmlformats.org/officeDocument/2006/relationships/slideLayout" Target="/ppt/slideLayouts/slideLayout1.xml" Id="R695e1a8aa9b04567" /><Relationship Type="http://schemas.openxmlformats.org/officeDocument/2006/relationships/slideLayout" Target="/ppt/slideLayouts/slideLayout2.xml" Id="Rd78b30f5378d4414" /><Relationship Type="http://schemas.openxmlformats.org/officeDocument/2006/relationships/slideLayout" Target="/ppt/slideLayouts/slideLayout3.xml" Id="Rfa9e0166f46a4ef7" /><Relationship Type="http://schemas.openxmlformats.org/officeDocument/2006/relationships/slideLayout" Target="/ppt/slideLayouts/slideLayout4.xml" Id="R706725b20e494931" /><Relationship Type="http://schemas.openxmlformats.org/officeDocument/2006/relationships/slideLayout" Target="/ppt/slideLayouts/slideLayout5.xml" Id="Rbb4b9b3618794e15" /><Relationship Type="http://schemas.openxmlformats.org/officeDocument/2006/relationships/slideLayout" Target="/ppt/slideLayouts/slideLayout6.xml" Id="R983979dfb3e046e4" /><Relationship Type="http://schemas.openxmlformats.org/officeDocument/2006/relationships/slideLayout" Target="/ppt/slideLayouts/slideLayout7.xml" Id="R94baccf9b9c44f3f" /><Relationship Type="http://schemas.openxmlformats.org/officeDocument/2006/relationships/slideLayout" Target="/ppt/slideLayouts/slideLayout8.xml" Id="R9b057e3d5e4a464d" /><Relationship Type="http://schemas.openxmlformats.org/officeDocument/2006/relationships/slideLayout" Target="/ppt/slideLayouts/slideLayout9.xml" Id="R94872e0799dd4d31" /><Relationship Type="http://schemas.openxmlformats.org/officeDocument/2006/relationships/slideLayout" Target="/ppt/slideLayouts/slideLayout10.xml" Id="Rb38af5138cb641af" /><Relationship Type="http://schemas.openxmlformats.org/officeDocument/2006/relationships/slideLayout" Target="/ppt/slideLayouts/slideLayout11.xml" Id="Rbd79111a7851459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5e1a8aa9b04567"/>
    <p:sldLayoutId xmlns:r="http://schemas.openxmlformats.org/officeDocument/2006/relationships" id="2147483650" r:id="Rd78b30f5378d4414"/>
    <p:sldLayoutId xmlns:r="http://schemas.openxmlformats.org/officeDocument/2006/relationships" id="2147483651" r:id="Rfa9e0166f46a4ef7"/>
    <p:sldLayoutId xmlns:r="http://schemas.openxmlformats.org/officeDocument/2006/relationships" id="2147483652" r:id="R706725b20e494931"/>
    <p:sldLayoutId xmlns:r="http://schemas.openxmlformats.org/officeDocument/2006/relationships" id="2147483653" r:id="Rbb4b9b3618794e15"/>
    <p:sldLayoutId xmlns:r="http://schemas.openxmlformats.org/officeDocument/2006/relationships" id="2147483654" r:id="R983979dfb3e046e4"/>
    <p:sldLayoutId xmlns:r="http://schemas.openxmlformats.org/officeDocument/2006/relationships" id="2147483655" r:id="R94baccf9b9c44f3f"/>
    <p:sldLayoutId xmlns:r="http://schemas.openxmlformats.org/officeDocument/2006/relationships" id="2147483656" r:id="R9b057e3d5e4a464d"/>
    <p:sldLayoutId xmlns:r="http://schemas.openxmlformats.org/officeDocument/2006/relationships" id="2147483657" r:id="R94872e0799dd4d31"/>
    <p:sldLayoutId xmlns:r="http://schemas.openxmlformats.org/officeDocument/2006/relationships" id="2147483658" r:id="Rb38af5138cb641af"/>
    <p:sldLayoutId xmlns:r="http://schemas.openxmlformats.org/officeDocument/2006/relationships" id="2147483659" r:id="Rbd79111a7851459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c49aca07db40a6" /><Relationship Type="http://schemas.openxmlformats.org/officeDocument/2006/relationships/notesSlide" Target="/ppt/notesSlides/notesSlide1.xml" Id="Rb01c02888857441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f45d4bddcb41f4" /><Relationship Type="http://schemas.openxmlformats.org/officeDocument/2006/relationships/notesSlide" Target="/ppt/notesSlides/notesSlide2.xml" Id="Rdae970ae365442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594ee4e52344f9" /><Relationship Type="http://schemas.openxmlformats.org/officeDocument/2006/relationships/notesSlide" Target="/ppt/notesSlides/notesSlide3.xml" Id="R918f79b970b8497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245d8b4b7b45b7" /><Relationship Type="http://schemas.openxmlformats.org/officeDocument/2006/relationships/notesSlide" Target="/ppt/notesSlides/notesSlide4.xml" Id="R788ee49ab78640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08eeb537724f45" /><Relationship Type="http://schemas.openxmlformats.org/officeDocument/2006/relationships/notesSlide" Target="/ppt/notesSlides/notesSlide5.xml" Id="R2564ec8d1c254b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f7641d4ee84dac" /><Relationship Type="http://schemas.openxmlformats.org/officeDocument/2006/relationships/notesSlide" Target="/ppt/notesSlides/notesSlide6.xml" Id="Rc6062e793fc9463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338a0400454935" /><Relationship Type="http://schemas.openxmlformats.org/officeDocument/2006/relationships/notesSlide" Target="/ppt/notesSlides/notesSlide7.xml" Id="R1619e6328dcb4c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721011bf4f4cf8" /><Relationship Type="http://schemas.openxmlformats.org/officeDocument/2006/relationships/notesSlide" Target="/ppt/notesSlides/notesSlide8.xml" Id="R7aea5c64da934bc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6460ce52cb4a97" /><Relationship Type="http://schemas.openxmlformats.org/officeDocument/2006/relationships/notesSlide" Target="/ppt/notesSlides/notesSlide9.xml" Id="R9f1b5393bb114e3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Updating 2D List Cells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of the two indexes selects the row, and which selects the field to update?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clubs[row][1] = new_members leave the club name unchanged?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new_members is not converted to int() before it is stored?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could choosing the wrong column silently replace a name with a number?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example's second input so it asks how many members to add, stored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members_to_add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it to the selected row's member count instead of replacing it. For example, row 2 and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 ['Code', 17]"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replaces a whole record. Display the chosen row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"Before:"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new_members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update both values, then display the row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"After:"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row 1,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"Robotics"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"After: ['Robotics', 22]"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stock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10],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6]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4]. Ask for a row, a delivery amount and a number sold. Add the delivery and subtract the sales from that row's quantity. Display the updated row, then every item and quantity on separate lines.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clubs[row, 1]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2026-09-28T06:20:55.4710000Z</dcterms:created>
  <dcterms:modified xsi:type="dcterms:W3CDTF">2026-09-28T06:20:55.4720000Z</dcterms:modified>
</coreProperties>
</file>