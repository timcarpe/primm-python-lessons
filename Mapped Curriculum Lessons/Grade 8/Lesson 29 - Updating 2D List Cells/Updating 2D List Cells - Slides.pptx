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2d46ba200b14c88" /><Relationship Type="http://schemas.openxmlformats.org/officeDocument/2006/relationships/extended-properties" Target="/docProps/app.xml" Id="R55cd202865044754" /><Relationship Type="http://schemas.openxmlformats.org/officeDocument/2006/relationships/officeDocument" Target="/ppt/presentation.xml" Id="R4a0e234c620848e3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22efc46a4d714207"/>
  </p:sldMasterIdLst>
  <p:notesMasterIdLst>
    <p:notesMasterId xmlns:r="http://schemas.openxmlformats.org/officeDocument/2006/relationships" r:id="Rd2a7cfc599b74d6d"/>
  </p:notesMasterIdLst>
  <p:sldIdLst>
    <p:sldId xmlns:r="http://schemas.openxmlformats.org/officeDocument/2006/relationships" id="256" r:id="Rc6039f668e704fa4"/>
    <p:sldId xmlns:r="http://schemas.openxmlformats.org/officeDocument/2006/relationships" id="257" r:id="Rc1ca232b5cb14606"/>
    <p:sldId xmlns:r="http://schemas.openxmlformats.org/officeDocument/2006/relationships" id="258" r:id="R79c66e89e0204295"/>
    <p:sldId xmlns:r="http://schemas.openxmlformats.org/officeDocument/2006/relationships" id="259" r:id="R0bc480471dac4141"/>
    <p:sldId xmlns:r="http://schemas.openxmlformats.org/officeDocument/2006/relationships" id="260" r:id="Rbbbbd8f7adb3487e"/>
    <p:sldId xmlns:r="http://schemas.openxmlformats.org/officeDocument/2006/relationships" id="261" r:id="R12216a7a070a4442"/>
    <p:sldId xmlns:r="http://schemas.openxmlformats.org/officeDocument/2006/relationships" id="262" r:id="R1e57e4088f9743ec"/>
    <p:sldId xmlns:r="http://schemas.openxmlformats.org/officeDocument/2006/relationships" id="263" r:id="Rf6c1a94019124d9f"/>
    <p:sldId xmlns:r="http://schemas.openxmlformats.org/officeDocument/2006/relationships" id="264" r:id="R9db4c1464890417e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6f18dfa0757b4c7b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6cd3173aa3e46af" /><Relationship Type="http://schemas.openxmlformats.org/officeDocument/2006/relationships/slideMaster" Target="/ppt/slideMasters/slideMaster1.xml" Id="R22efc46a4d714207" /><Relationship Type="http://schemas.openxmlformats.org/officeDocument/2006/relationships/notesMaster" Target="/ppt/notesMasters/notesMaster1.xml" Id="Rd2a7cfc599b74d6d" /><Relationship Type="http://schemas.openxmlformats.org/officeDocument/2006/relationships/presProps" Target="/ppt/presProps.xml" Id="R31828bf58b7e4c12" /><Relationship Type="http://schemas.openxmlformats.org/officeDocument/2006/relationships/viewProps" Target="/ppt/viewProps.xml" Id="Re99f0dc065ab4bc2" /><Relationship Type="http://schemas.openxmlformats.org/officeDocument/2006/relationships/tableStyles" Target="/ppt/tableStyles.xml" Id="R9836ba8693b04a9c" /><Relationship Type="http://schemas.openxmlformats.org/officeDocument/2006/relationships/font" Target="/ppt/fonts/font.dat" Id="R6f18dfa0757b4c7b" /><Relationship Type="http://schemas.openxmlformats.org/officeDocument/2006/relationships/slide" Target="/ppt/slides/slide1.xml" Id="Rc6039f668e704fa4" /><Relationship Type="http://schemas.openxmlformats.org/officeDocument/2006/relationships/slide" Target="/ppt/slides/slide2.xml" Id="Rc1ca232b5cb14606" /><Relationship Type="http://schemas.openxmlformats.org/officeDocument/2006/relationships/slide" Target="/ppt/slides/slide3.xml" Id="R79c66e89e0204295" /><Relationship Type="http://schemas.openxmlformats.org/officeDocument/2006/relationships/slide" Target="/ppt/slides/slide4.xml" Id="R0bc480471dac4141" /><Relationship Type="http://schemas.openxmlformats.org/officeDocument/2006/relationships/slide" Target="/ppt/slides/slide5.xml" Id="Rbbbbd8f7adb3487e" /><Relationship Type="http://schemas.openxmlformats.org/officeDocument/2006/relationships/slide" Target="/ppt/slides/slide6.xml" Id="R12216a7a070a4442" /><Relationship Type="http://schemas.openxmlformats.org/officeDocument/2006/relationships/slide" Target="/ppt/slides/slide7.xml" Id="R1e57e4088f9743ec" /><Relationship Type="http://schemas.openxmlformats.org/officeDocument/2006/relationships/slide" Target="/ppt/slides/slide8.xml" Id="Rf6c1a94019124d9f" /><Relationship Type="http://schemas.openxmlformats.org/officeDocument/2006/relationships/slide" Target="/ppt/slides/slide9.xml" Id="R9db4c1464890417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80499ee9585452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96bc491f9d44d34" /><Relationship Type="http://schemas.openxmlformats.org/officeDocument/2006/relationships/notesMaster" Target="/ppt/notesMasters/notesMaster1.xml" Id="Rc8a9660dc29e406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7549813604e47fb" /><Relationship Type="http://schemas.openxmlformats.org/officeDocument/2006/relationships/notesMaster" Target="/ppt/notesMasters/notesMaster1.xml" Id="R41c2fa3215634eb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901a8ef24154c37" /><Relationship Type="http://schemas.openxmlformats.org/officeDocument/2006/relationships/notesMaster" Target="/ppt/notesMasters/notesMaster1.xml" Id="Rcdee5e9cbc94414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bd7cced848544a0" /><Relationship Type="http://schemas.openxmlformats.org/officeDocument/2006/relationships/notesMaster" Target="/ppt/notesMasters/notesMaster1.xml" Id="Rfd85fda5d81c482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7d5d0bb8f014aa4" /><Relationship Type="http://schemas.openxmlformats.org/officeDocument/2006/relationships/notesMaster" Target="/ppt/notesMasters/notesMaster1.xml" Id="Rae9dd856e52a45c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a967beac7ad47e0" /><Relationship Type="http://schemas.openxmlformats.org/officeDocument/2006/relationships/notesMaster" Target="/ppt/notesMasters/notesMaster1.xml" Id="Racebcf7c6ae349a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dc698e783bb461f" /><Relationship Type="http://schemas.openxmlformats.org/officeDocument/2006/relationships/notesMaster" Target="/ppt/notesMasters/notesMaster1.xml" Id="Rae85418448454db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748cc33f26d4c33" /><Relationship Type="http://schemas.openxmlformats.org/officeDocument/2006/relationships/notesMaster" Target="/ppt/notesMasters/notesMaster1.xml" Id="Rbc3a09512fc148f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214d21b240642a0" /><Relationship Type="http://schemas.openxmlformats.org/officeDocument/2006/relationships/notesMaster" Target="/ppt/notesMasters/notesMaster1.xml" Id="R4cbebc8fbc10424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f2d7020d7b4929" /><Relationship Type="http://schemas.openxmlformats.org/officeDocument/2006/relationships/image" Target="/ppt/media/image.png" Id="Rb42da4e4c10a4ab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2b4958ed954460" /><Relationship Type="http://schemas.openxmlformats.org/officeDocument/2006/relationships/image" Target="/ppt/media/image.png" Id="R9a16e40908e544c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b26ccb08a44fcf" /><Relationship Type="http://schemas.openxmlformats.org/officeDocument/2006/relationships/image" Target="/ppt/media/image.png" Id="R7047a7b90d1c491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e36ca1fa0a4b87" /><Relationship Type="http://schemas.openxmlformats.org/officeDocument/2006/relationships/image" Target="/ppt/media/image.png" Id="R64c1e9d6ee5f40c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c1f4b562fb4ac5" /><Relationship Type="http://schemas.openxmlformats.org/officeDocument/2006/relationships/image" Target="/ppt/media/image.png" Id="R1e814563db924d4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a72ade11374d22" /><Relationship Type="http://schemas.openxmlformats.org/officeDocument/2006/relationships/image" Target="/ppt/media/image.png" Id="R6b79488d45cc4ce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89b0162c464ba5" /><Relationship Type="http://schemas.openxmlformats.org/officeDocument/2006/relationships/image" Target="/ppt/media/image.png" Id="Re4475203fefb4e8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9de64b60b64854" /><Relationship Type="http://schemas.openxmlformats.org/officeDocument/2006/relationships/image" Target="/ppt/media/image.png" Id="Rf13d0bc20db047e0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a7fcf0d8474281" /><Relationship Type="http://schemas.openxmlformats.org/officeDocument/2006/relationships/image" Target="/ppt/media/image.png" Id="Rb018c969d03a49a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fc8491d9054e8b" /><Relationship Type="http://schemas.openxmlformats.org/officeDocument/2006/relationships/image" Target="/ppt/media/image.png" Id="R7032edde825c476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3752be4235412f" /><Relationship Type="http://schemas.openxmlformats.org/officeDocument/2006/relationships/image" Target="/ppt/media/image.png" Id="R4997285737e5404d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42da4e4c10a4aba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a16e40908e544c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047a7b90d1c491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4c1e9d6ee5f40c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e814563db924d4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b79488d45cc4ce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4475203fefb4e8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13d0bc20db047e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018c969d03a49a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032edde825c476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997285737e5404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f394417eee94e4a" /><Relationship Type="http://schemas.openxmlformats.org/officeDocument/2006/relationships/slideLayout" Target="/ppt/slideLayouts/slideLayout1.xml" Id="R9529dbdb0371400a" /><Relationship Type="http://schemas.openxmlformats.org/officeDocument/2006/relationships/slideLayout" Target="/ppt/slideLayouts/slideLayout2.xml" Id="R00be41f87300482d" /><Relationship Type="http://schemas.openxmlformats.org/officeDocument/2006/relationships/slideLayout" Target="/ppt/slideLayouts/slideLayout3.xml" Id="R9c42396af41e42c0" /><Relationship Type="http://schemas.openxmlformats.org/officeDocument/2006/relationships/slideLayout" Target="/ppt/slideLayouts/slideLayout4.xml" Id="Re343bf0b9bac4e6b" /><Relationship Type="http://schemas.openxmlformats.org/officeDocument/2006/relationships/slideLayout" Target="/ppt/slideLayouts/slideLayout5.xml" Id="R653f9dd1635e4c45" /><Relationship Type="http://schemas.openxmlformats.org/officeDocument/2006/relationships/slideLayout" Target="/ppt/slideLayouts/slideLayout6.xml" Id="R180e29dee83b4f0a" /><Relationship Type="http://schemas.openxmlformats.org/officeDocument/2006/relationships/slideLayout" Target="/ppt/slideLayouts/slideLayout7.xml" Id="Rc85d5b7ad9e849bd" /><Relationship Type="http://schemas.openxmlformats.org/officeDocument/2006/relationships/slideLayout" Target="/ppt/slideLayouts/slideLayout8.xml" Id="R71258d1fc1774308" /><Relationship Type="http://schemas.openxmlformats.org/officeDocument/2006/relationships/slideLayout" Target="/ppt/slideLayouts/slideLayout9.xml" Id="Rfa4fe2fde0794b30" /><Relationship Type="http://schemas.openxmlformats.org/officeDocument/2006/relationships/slideLayout" Target="/ppt/slideLayouts/slideLayout10.xml" Id="Red7eb39a671148fd" /><Relationship Type="http://schemas.openxmlformats.org/officeDocument/2006/relationships/slideLayout" Target="/ppt/slideLayouts/slideLayout11.xml" Id="Ra83de4989578469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29dbdb0371400a"/>
    <p:sldLayoutId xmlns:r="http://schemas.openxmlformats.org/officeDocument/2006/relationships" id="2147483650" r:id="R00be41f87300482d"/>
    <p:sldLayoutId xmlns:r="http://schemas.openxmlformats.org/officeDocument/2006/relationships" id="2147483651" r:id="R9c42396af41e42c0"/>
    <p:sldLayoutId xmlns:r="http://schemas.openxmlformats.org/officeDocument/2006/relationships" id="2147483652" r:id="Re343bf0b9bac4e6b"/>
    <p:sldLayoutId xmlns:r="http://schemas.openxmlformats.org/officeDocument/2006/relationships" id="2147483653" r:id="R653f9dd1635e4c45"/>
    <p:sldLayoutId xmlns:r="http://schemas.openxmlformats.org/officeDocument/2006/relationships" id="2147483654" r:id="R180e29dee83b4f0a"/>
    <p:sldLayoutId xmlns:r="http://schemas.openxmlformats.org/officeDocument/2006/relationships" id="2147483655" r:id="Rc85d5b7ad9e849bd"/>
    <p:sldLayoutId xmlns:r="http://schemas.openxmlformats.org/officeDocument/2006/relationships" id="2147483656" r:id="R71258d1fc1774308"/>
    <p:sldLayoutId xmlns:r="http://schemas.openxmlformats.org/officeDocument/2006/relationships" id="2147483657" r:id="Rfa4fe2fde0794b30"/>
    <p:sldLayoutId xmlns:r="http://schemas.openxmlformats.org/officeDocument/2006/relationships" id="2147483658" r:id="Red7eb39a671148fd"/>
    <p:sldLayoutId xmlns:r="http://schemas.openxmlformats.org/officeDocument/2006/relationships" id="2147483659" r:id="Ra83de4989578469c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2326baeb6740e7" /><Relationship Type="http://schemas.openxmlformats.org/officeDocument/2006/relationships/notesSlide" Target="/ppt/notesSlides/notesSlide1.xml" Id="R3746ee1143cd455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5d6e6399066445e" /><Relationship Type="http://schemas.openxmlformats.org/officeDocument/2006/relationships/notesSlide" Target="/ppt/notesSlides/notesSlide2.xml" Id="R477b6f0858de4c7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7a59b93f814afa" /><Relationship Type="http://schemas.openxmlformats.org/officeDocument/2006/relationships/notesSlide" Target="/ppt/notesSlides/notesSlide3.xml" Id="Rb7bc4862deca4b0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573e24211714671" /><Relationship Type="http://schemas.openxmlformats.org/officeDocument/2006/relationships/notesSlide" Target="/ppt/notesSlides/notesSlide4.xml" Id="Rf393ac6c80da4e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d0fb419e884342" /><Relationship Type="http://schemas.openxmlformats.org/officeDocument/2006/relationships/notesSlide" Target="/ppt/notesSlides/notesSlide5.xml" Id="R94006c6b5fb54f1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021b34ef974bf9" /><Relationship Type="http://schemas.openxmlformats.org/officeDocument/2006/relationships/notesSlide" Target="/ppt/notesSlides/notesSlide6.xml" Id="Ra406adc8fd46445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3abfd694c64cd0" /><Relationship Type="http://schemas.openxmlformats.org/officeDocument/2006/relationships/notesSlide" Target="/ppt/notesSlides/notesSlide7.xml" Id="R7b0783a753354d1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56e54c99a2e4bae" /><Relationship Type="http://schemas.openxmlformats.org/officeDocument/2006/relationships/notesSlide" Target="/ppt/notesSlides/notesSlide8.xml" Id="R3396f1ca8ad640d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41483485204496" /><Relationship Type="http://schemas.openxmlformats.org/officeDocument/2006/relationships/notesSlide" Target="/ppt/notesSlides/notesSlide9.xml" Id="Reb26474527754ef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Updating 2D List Cells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29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Which of the two indexes selects the row, and which selects the field to update?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clubs[row][1] = new_members leave the club name unchanged?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if new_members is not converted to int() before it is stored?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How could choosing the wrong column silently replace a name with a number?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example's second input so it asks how many members to add, stored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members_to_add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Add it to the selected row's member count instead of replacing it. For example, row 2 and 2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 ['Code', 17]"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replaces a whole record. Display the chosen row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"Before:"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for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new_name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new_members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update both values, then display the row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"After:"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row 1,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"Robotics"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22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"After: ['Robotics', 22]"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2D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stock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rows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10],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6] and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4]. Ask for a row, a delivery amount and a number sold. Add the delivery and subtract the sales from that row's quantity. Display the updated row, then every item and quantity on separate lines.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72131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clubs[row, 1]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new_members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(clubs)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2026-09-28T09:10:31.8350000Z</dcterms:created>
  <dcterms:modified xsi:type="dcterms:W3CDTF">2026-09-28T09:10:31.8350000Z</dcterms:modified>
</coreProperties>
</file>