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2233240274412f" /><Relationship Type="http://schemas.openxmlformats.org/officeDocument/2006/relationships/extended-properties" Target="/docProps/app.xml" Id="Rfbd43677cff94521" /><Relationship Type="http://schemas.openxmlformats.org/officeDocument/2006/relationships/officeDocument" Target="/ppt/presentation.xml" Id="Rc77802d503cb4a8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bb1bd27d0004e10"/>
  </p:sldMasterIdLst>
  <p:notesMasterIdLst>
    <p:notesMasterId xmlns:r="http://schemas.openxmlformats.org/officeDocument/2006/relationships" r:id="Rf857603feb874316"/>
  </p:notesMasterIdLst>
  <p:sldIdLst>
    <p:sldId xmlns:r="http://schemas.openxmlformats.org/officeDocument/2006/relationships" id="256" r:id="Rb0d22f82068445e8"/>
    <p:sldId xmlns:r="http://schemas.openxmlformats.org/officeDocument/2006/relationships" id="257" r:id="R41d6963ade9b43d0"/>
    <p:sldId xmlns:r="http://schemas.openxmlformats.org/officeDocument/2006/relationships" id="258" r:id="Raa0115ce558943b6"/>
    <p:sldId xmlns:r="http://schemas.openxmlformats.org/officeDocument/2006/relationships" id="259" r:id="Rfcf9c3677b6b429f"/>
    <p:sldId xmlns:r="http://schemas.openxmlformats.org/officeDocument/2006/relationships" id="260" r:id="Rce0d5c1716284307"/>
    <p:sldId xmlns:r="http://schemas.openxmlformats.org/officeDocument/2006/relationships" id="261" r:id="R1dd882ff32bc4771"/>
    <p:sldId xmlns:r="http://schemas.openxmlformats.org/officeDocument/2006/relationships" id="262" r:id="R2eb213f6fa3b48a0"/>
    <p:sldId xmlns:r="http://schemas.openxmlformats.org/officeDocument/2006/relationships" id="263" r:id="R231b3088cf6b4627"/>
    <p:sldId xmlns:r="http://schemas.openxmlformats.org/officeDocument/2006/relationships" id="264" r:id="Rea9db57752a943c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77b49845c3c4db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db852f85364f74" /><Relationship Type="http://schemas.openxmlformats.org/officeDocument/2006/relationships/slideMaster" Target="/ppt/slideMasters/slideMaster1.xml" Id="Rbbb1bd27d0004e10" /><Relationship Type="http://schemas.openxmlformats.org/officeDocument/2006/relationships/notesMaster" Target="/ppt/notesMasters/notesMaster1.xml" Id="Rf857603feb874316" /><Relationship Type="http://schemas.openxmlformats.org/officeDocument/2006/relationships/presProps" Target="/ppt/presProps.xml" Id="R3d83d575b40546e7" /><Relationship Type="http://schemas.openxmlformats.org/officeDocument/2006/relationships/viewProps" Target="/ppt/viewProps.xml" Id="R3e37b24d912d49a7" /><Relationship Type="http://schemas.openxmlformats.org/officeDocument/2006/relationships/tableStyles" Target="/ppt/tableStyles.xml" Id="R2ff1cabdbeb34dc7" /><Relationship Type="http://schemas.openxmlformats.org/officeDocument/2006/relationships/font" Target="/ppt/fonts/font.dat" Id="Rd77b49845c3c4db1" /><Relationship Type="http://schemas.openxmlformats.org/officeDocument/2006/relationships/slide" Target="/ppt/slides/slide1.xml" Id="Rb0d22f82068445e8" /><Relationship Type="http://schemas.openxmlformats.org/officeDocument/2006/relationships/slide" Target="/ppt/slides/slide2.xml" Id="R41d6963ade9b43d0" /><Relationship Type="http://schemas.openxmlformats.org/officeDocument/2006/relationships/slide" Target="/ppt/slides/slide3.xml" Id="Raa0115ce558943b6" /><Relationship Type="http://schemas.openxmlformats.org/officeDocument/2006/relationships/slide" Target="/ppt/slides/slide4.xml" Id="Rfcf9c3677b6b429f" /><Relationship Type="http://schemas.openxmlformats.org/officeDocument/2006/relationships/slide" Target="/ppt/slides/slide5.xml" Id="Rce0d5c1716284307" /><Relationship Type="http://schemas.openxmlformats.org/officeDocument/2006/relationships/slide" Target="/ppt/slides/slide6.xml" Id="R1dd882ff32bc4771" /><Relationship Type="http://schemas.openxmlformats.org/officeDocument/2006/relationships/slide" Target="/ppt/slides/slide7.xml" Id="R2eb213f6fa3b48a0" /><Relationship Type="http://schemas.openxmlformats.org/officeDocument/2006/relationships/slide" Target="/ppt/slides/slide8.xml" Id="R231b3088cf6b4627" /><Relationship Type="http://schemas.openxmlformats.org/officeDocument/2006/relationships/slide" Target="/ppt/slides/slide9.xml" Id="Rea9db57752a943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57a57227c246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8478f5d2824fed" /><Relationship Type="http://schemas.openxmlformats.org/officeDocument/2006/relationships/notesMaster" Target="/ppt/notesMasters/notesMaster1.xml" Id="R79396280243f48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0bbb885b3f48e3" /><Relationship Type="http://schemas.openxmlformats.org/officeDocument/2006/relationships/notesMaster" Target="/ppt/notesMasters/notesMaster1.xml" Id="R9b0f14bc598843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bcdc7af35d4020" /><Relationship Type="http://schemas.openxmlformats.org/officeDocument/2006/relationships/notesMaster" Target="/ppt/notesMasters/notesMaster1.xml" Id="Rc1632e29d7f14d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ae5b49aab244b0" /><Relationship Type="http://schemas.openxmlformats.org/officeDocument/2006/relationships/notesMaster" Target="/ppt/notesMasters/notesMaster1.xml" Id="R852b94323fa343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244d8c0b864e16" /><Relationship Type="http://schemas.openxmlformats.org/officeDocument/2006/relationships/notesMaster" Target="/ppt/notesMasters/notesMaster1.xml" Id="Rd1f7761f031a45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0acf209c1f413f" /><Relationship Type="http://schemas.openxmlformats.org/officeDocument/2006/relationships/notesMaster" Target="/ppt/notesMasters/notesMaster1.xml" Id="R719eceb27c9149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ef8aadb1a54f04" /><Relationship Type="http://schemas.openxmlformats.org/officeDocument/2006/relationships/notesMaster" Target="/ppt/notesMasters/notesMaster1.xml" Id="Rc07f87dd7761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8e9a2704cb45a5" /><Relationship Type="http://schemas.openxmlformats.org/officeDocument/2006/relationships/notesMaster" Target="/ppt/notesMasters/notesMaster1.xml" Id="R1dcd2cc89e994e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946d4598ad412d" /><Relationship Type="http://schemas.openxmlformats.org/officeDocument/2006/relationships/notesMaster" Target="/ppt/notesMasters/notesMaster1.xml" Id="R18d9db8775bb4c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b9dae80c048d1" /><Relationship Type="http://schemas.openxmlformats.org/officeDocument/2006/relationships/image" Target="/ppt/media/image.png" Id="R77f46d3b87ce4c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36aaf579214d19" /><Relationship Type="http://schemas.openxmlformats.org/officeDocument/2006/relationships/image" Target="/ppt/media/image.png" Id="Rc313fefb00c240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23ba3536974e07" /><Relationship Type="http://schemas.openxmlformats.org/officeDocument/2006/relationships/image" Target="/ppt/media/image.png" Id="R21b9ebdb7c16469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9b7a70c9f41b1" /><Relationship Type="http://schemas.openxmlformats.org/officeDocument/2006/relationships/image" Target="/ppt/media/image.png" Id="Ra2064519bf30491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d90c89e794704" /><Relationship Type="http://schemas.openxmlformats.org/officeDocument/2006/relationships/image" Target="/ppt/media/image.png" Id="Rcd21cab865874ff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cd2d3ab80848d1" /><Relationship Type="http://schemas.openxmlformats.org/officeDocument/2006/relationships/image" Target="/ppt/media/image.png" Id="R6e16e7486fda41a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c1f42f422342e5" /><Relationship Type="http://schemas.openxmlformats.org/officeDocument/2006/relationships/image" Target="/ppt/media/image.png" Id="R336caaa8591d4a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fc2a0b565f4181" /><Relationship Type="http://schemas.openxmlformats.org/officeDocument/2006/relationships/image" Target="/ppt/media/image.png" Id="R2b127b10f0bc403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2274ee789c40ae" /><Relationship Type="http://schemas.openxmlformats.org/officeDocument/2006/relationships/image" Target="/ppt/media/image.png" Id="Rac11b5c4ea7540f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74ca8c15b942b1" /><Relationship Type="http://schemas.openxmlformats.org/officeDocument/2006/relationships/image" Target="/ppt/media/image.png" Id="Rd489fd657357432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9ef68d80e4f4b" /><Relationship Type="http://schemas.openxmlformats.org/officeDocument/2006/relationships/image" Target="/ppt/media/image.png" Id="Rda86dd77861b4cc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f46d3b87ce4c1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13fefb00c240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b9ebdb7c1646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064519bf3049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21cab865874f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16e7486fda41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6caaa8591d4a3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127b10f0bc40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11b5c4ea7540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89fd65735743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86dd77861b4c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d45291734f4348" /><Relationship Type="http://schemas.openxmlformats.org/officeDocument/2006/relationships/slideLayout" Target="/ppt/slideLayouts/slideLayout1.xml" Id="Rcf68e2e12ff045ee" /><Relationship Type="http://schemas.openxmlformats.org/officeDocument/2006/relationships/slideLayout" Target="/ppt/slideLayouts/slideLayout2.xml" Id="Rd1c4070d93e7427f" /><Relationship Type="http://schemas.openxmlformats.org/officeDocument/2006/relationships/slideLayout" Target="/ppt/slideLayouts/slideLayout3.xml" Id="Ra5421b36456b48fe" /><Relationship Type="http://schemas.openxmlformats.org/officeDocument/2006/relationships/slideLayout" Target="/ppt/slideLayouts/slideLayout4.xml" Id="R3674e7191e474e24" /><Relationship Type="http://schemas.openxmlformats.org/officeDocument/2006/relationships/slideLayout" Target="/ppt/slideLayouts/slideLayout5.xml" Id="Rda7e6cae35dc41fc" /><Relationship Type="http://schemas.openxmlformats.org/officeDocument/2006/relationships/slideLayout" Target="/ppt/slideLayouts/slideLayout6.xml" Id="Rc27f717ef98c41e2" /><Relationship Type="http://schemas.openxmlformats.org/officeDocument/2006/relationships/slideLayout" Target="/ppt/slideLayouts/slideLayout7.xml" Id="R65fdd3d8d5904e7d" /><Relationship Type="http://schemas.openxmlformats.org/officeDocument/2006/relationships/slideLayout" Target="/ppt/slideLayouts/slideLayout8.xml" Id="R39909034cbd34d96" /><Relationship Type="http://schemas.openxmlformats.org/officeDocument/2006/relationships/slideLayout" Target="/ppt/slideLayouts/slideLayout9.xml" Id="R3b75ff03994147dd" /><Relationship Type="http://schemas.openxmlformats.org/officeDocument/2006/relationships/slideLayout" Target="/ppt/slideLayouts/slideLayout10.xml" Id="Rbdf08cf2072c4cd5" /><Relationship Type="http://schemas.openxmlformats.org/officeDocument/2006/relationships/slideLayout" Target="/ppt/slideLayouts/slideLayout11.xml" Id="R9254b38263fe414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68e2e12ff045ee"/>
    <p:sldLayoutId xmlns:r="http://schemas.openxmlformats.org/officeDocument/2006/relationships" id="2147483650" r:id="Rd1c4070d93e7427f"/>
    <p:sldLayoutId xmlns:r="http://schemas.openxmlformats.org/officeDocument/2006/relationships" id="2147483651" r:id="Ra5421b36456b48fe"/>
    <p:sldLayoutId xmlns:r="http://schemas.openxmlformats.org/officeDocument/2006/relationships" id="2147483652" r:id="R3674e7191e474e24"/>
    <p:sldLayoutId xmlns:r="http://schemas.openxmlformats.org/officeDocument/2006/relationships" id="2147483653" r:id="Rda7e6cae35dc41fc"/>
    <p:sldLayoutId xmlns:r="http://schemas.openxmlformats.org/officeDocument/2006/relationships" id="2147483654" r:id="Rc27f717ef98c41e2"/>
    <p:sldLayoutId xmlns:r="http://schemas.openxmlformats.org/officeDocument/2006/relationships" id="2147483655" r:id="R65fdd3d8d5904e7d"/>
    <p:sldLayoutId xmlns:r="http://schemas.openxmlformats.org/officeDocument/2006/relationships" id="2147483656" r:id="R39909034cbd34d96"/>
    <p:sldLayoutId xmlns:r="http://schemas.openxmlformats.org/officeDocument/2006/relationships" id="2147483657" r:id="R3b75ff03994147dd"/>
    <p:sldLayoutId xmlns:r="http://schemas.openxmlformats.org/officeDocument/2006/relationships" id="2147483658" r:id="Rbdf08cf2072c4cd5"/>
    <p:sldLayoutId xmlns:r="http://schemas.openxmlformats.org/officeDocument/2006/relationships" id="2147483659" r:id="R9254b38263fe41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2ffb66bca4aa9" /><Relationship Type="http://schemas.openxmlformats.org/officeDocument/2006/relationships/notesSlide" Target="/ppt/notesSlides/notesSlide1.xml" Id="R7bd7d83e07914f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deb420842948ed" /><Relationship Type="http://schemas.openxmlformats.org/officeDocument/2006/relationships/notesSlide" Target="/ppt/notesSlides/notesSlide2.xml" Id="R15627e7b14184d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5e05fbdc8b48cb" /><Relationship Type="http://schemas.openxmlformats.org/officeDocument/2006/relationships/notesSlide" Target="/ppt/notesSlides/notesSlide3.xml" Id="R9594ba80f2b94d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f8a5694405427b" /><Relationship Type="http://schemas.openxmlformats.org/officeDocument/2006/relationships/notesSlide" Target="/ppt/notesSlides/notesSlide4.xml" Id="R751119fbe9a447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5718522cdf46a3" /><Relationship Type="http://schemas.openxmlformats.org/officeDocument/2006/relationships/notesSlide" Target="/ppt/notesSlides/notesSlide5.xml" Id="R74396fc3877343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522fa3ead041f4" /><Relationship Type="http://schemas.openxmlformats.org/officeDocument/2006/relationships/notesSlide" Target="/ppt/notesSlides/notesSlide6.xml" Id="Rb47bdce675ac4d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9836d1f4ce498f" /><Relationship Type="http://schemas.openxmlformats.org/officeDocument/2006/relationships/notesSlide" Target="/ppt/notesSlides/notesSlide7.xml" Id="R7de48d13e96841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4f592ed1b54746" /><Relationship Type="http://schemas.openxmlformats.org/officeDocument/2006/relationships/notesSlide" Target="/ppt/notesSlides/notesSlide8.xml" Id="R47b8ac2560d148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2568cc96424fef" /><Relationship Type="http://schemas.openxmlformats.org/officeDocument/2006/relationships/notesSlide" Target="/ppt/notesSlides/notesSlide9.xml" Id="Rb1907b08f4914c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second input so it asks how many members to add, stored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members_to_add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it to the selected row's member count instead of replacing it. For example, row 2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 ['Code', 17]"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replaces a whole record. Display the chosen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both values, then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row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"Robotics"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 ['Robotics', 22]"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stock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10],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6]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4]. Ask for a row, a delivery amount and a number sold. Add the delivery and subtract the sales from that row's quantity. Display the updated row, then every item and quantity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2026-09-28T08:29:58.8330000Z</dcterms:created>
  <dcterms:modified xsi:type="dcterms:W3CDTF">2026-09-28T08:29:58.8330000Z</dcterms:modified>
</coreProperties>
</file>