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e164e62bad468e" /><Relationship Type="http://schemas.openxmlformats.org/officeDocument/2006/relationships/extended-properties" Target="/docProps/app.xml" Id="Rd64007944334486d" /><Relationship Type="http://schemas.openxmlformats.org/officeDocument/2006/relationships/officeDocument" Target="/ppt/presentation.xml" Id="R220da813f6204e5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1469dcd686949d2"/>
  </p:sldMasterIdLst>
  <p:notesMasterIdLst>
    <p:notesMasterId xmlns:r="http://schemas.openxmlformats.org/officeDocument/2006/relationships" r:id="R5b8a11f8fbc94303"/>
  </p:notesMasterIdLst>
  <p:sldIdLst>
    <p:sldId xmlns:r="http://schemas.openxmlformats.org/officeDocument/2006/relationships" id="256" r:id="R0fb0d5c59f414d2e"/>
    <p:sldId xmlns:r="http://schemas.openxmlformats.org/officeDocument/2006/relationships" id="257" r:id="R447f50d63ca94bc4"/>
    <p:sldId xmlns:r="http://schemas.openxmlformats.org/officeDocument/2006/relationships" id="258" r:id="R981b8cfdb2514ded"/>
    <p:sldId xmlns:r="http://schemas.openxmlformats.org/officeDocument/2006/relationships" id="259" r:id="Ree9ac6be67164661"/>
    <p:sldId xmlns:r="http://schemas.openxmlformats.org/officeDocument/2006/relationships" id="260" r:id="R4eb7f4881aec49f4"/>
    <p:sldId xmlns:r="http://schemas.openxmlformats.org/officeDocument/2006/relationships" id="261" r:id="R5ed04a9330324b8b"/>
    <p:sldId xmlns:r="http://schemas.openxmlformats.org/officeDocument/2006/relationships" id="262" r:id="R4f974a3f3fe5423b"/>
    <p:sldId xmlns:r="http://schemas.openxmlformats.org/officeDocument/2006/relationships" id="263" r:id="R2add5e1e18524793"/>
    <p:sldId xmlns:r="http://schemas.openxmlformats.org/officeDocument/2006/relationships" id="264" r:id="R7460b8497522411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a605142e4c5453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06707228aa481e" /><Relationship Type="http://schemas.openxmlformats.org/officeDocument/2006/relationships/slideMaster" Target="/ppt/slideMasters/slideMaster1.xml" Id="R01469dcd686949d2" /><Relationship Type="http://schemas.openxmlformats.org/officeDocument/2006/relationships/notesMaster" Target="/ppt/notesMasters/notesMaster1.xml" Id="R5b8a11f8fbc94303" /><Relationship Type="http://schemas.openxmlformats.org/officeDocument/2006/relationships/presProps" Target="/ppt/presProps.xml" Id="Rc5f63d43d7904b0e" /><Relationship Type="http://schemas.openxmlformats.org/officeDocument/2006/relationships/viewProps" Target="/ppt/viewProps.xml" Id="R031f6edb77df4596" /><Relationship Type="http://schemas.openxmlformats.org/officeDocument/2006/relationships/tableStyles" Target="/ppt/tableStyles.xml" Id="R01127a167c904d1e" /><Relationship Type="http://schemas.openxmlformats.org/officeDocument/2006/relationships/font" Target="/ppt/fonts/font.dat" Id="Raa605142e4c54537" /><Relationship Type="http://schemas.openxmlformats.org/officeDocument/2006/relationships/slide" Target="/ppt/slides/slide1.xml" Id="R0fb0d5c59f414d2e" /><Relationship Type="http://schemas.openxmlformats.org/officeDocument/2006/relationships/slide" Target="/ppt/slides/slide2.xml" Id="R447f50d63ca94bc4" /><Relationship Type="http://schemas.openxmlformats.org/officeDocument/2006/relationships/slide" Target="/ppt/slides/slide3.xml" Id="R981b8cfdb2514ded" /><Relationship Type="http://schemas.openxmlformats.org/officeDocument/2006/relationships/slide" Target="/ppt/slides/slide4.xml" Id="Ree9ac6be67164661" /><Relationship Type="http://schemas.openxmlformats.org/officeDocument/2006/relationships/slide" Target="/ppt/slides/slide5.xml" Id="R4eb7f4881aec49f4" /><Relationship Type="http://schemas.openxmlformats.org/officeDocument/2006/relationships/slide" Target="/ppt/slides/slide6.xml" Id="R5ed04a9330324b8b" /><Relationship Type="http://schemas.openxmlformats.org/officeDocument/2006/relationships/slide" Target="/ppt/slides/slide7.xml" Id="R4f974a3f3fe5423b" /><Relationship Type="http://schemas.openxmlformats.org/officeDocument/2006/relationships/slide" Target="/ppt/slides/slide8.xml" Id="R2add5e1e18524793" /><Relationship Type="http://schemas.openxmlformats.org/officeDocument/2006/relationships/slide" Target="/ppt/slides/slide9.xml" Id="R7460b849752241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45d9e2a43242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99515a5f8f423d" /><Relationship Type="http://schemas.openxmlformats.org/officeDocument/2006/relationships/notesMaster" Target="/ppt/notesMasters/notesMaster1.xml" Id="R35a25578dbd74e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da9fce4bf24fd8" /><Relationship Type="http://schemas.openxmlformats.org/officeDocument/2006/relationships/notesMaster" Target="/ppt/notesMasters/notesMaster1.xml" Id="R5ed663d819494b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e6992a6b5d4461" /><Relationship Type="http://schemas.openxmlformats.org/officeDocument/2006/relationships/notesMaster" Target="/ppt/notesMasters/notesMaster1.xml" Id="Ra2fb7ff2af5d4e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697308caa74059" /><Relationship Type="http://schemas.openxmlformats.org/officeDocument/2006/relationships/notesMaster" Target="/ppt/notesMasters/notesMaster1.xml" Id="R8fbd296d059a43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0be841bd394c97" /><Relationship Type="http://schemas.openxmlformats.org/officeDocument/2006/relationships/notesMaster" Target="/ppt/notesMasters/notesMaster1.xml" Id="Rf6def194a0474e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d99d4b3b27464f" /><Relationship Type="http://schemas.openxmlformats.org/officeDocument/2006/relationships/notesMaster" Target="/ppt/notesMasters/notesMaster1.xml" Id="R4af9012bf27849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ad3aa7aa184c7d" /><Relationship Type="http://schemas.openxmlformats.org/officeDocument/2006/relationships/notesMaster" Target="/ppt/notesMasters/notesMaster1.xml" Id="R0267358ee07e49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24e8c66bc04ac8" /><Relationship Type="http://schemas.openxmlformats.org/officeDocument/2006/relationships/notesMaster" Target="/ppt/notesMasters/notesMaster1.xml" Id="R4d2c523f3acd45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1ade5b4d4ef421f" /><Relationship Type="http://schemas.openxmlformats.org/officeDocument/2006/relationships/notesMaster" Target="/ppt/notesMasters/notesMaster1.xml" Id="Rbb43db9f4cb94f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c8fb79b9aa4e9a" /><Relationship Type="http://schemas.openxmlformats.org/officeDocument/2006/relationships/image" Target="/ppt/media/image.png" Id="R665f66ed976a4ba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f058fb9bd947bb" /><Relationship Type="http://schemas.openxmlformats.org/officeDocument/2006/relationships/image" Target="/ppt/media/image.png" Id="R5545eb9030bb4d9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d9b8d4bce641fd" /><Relationship Type="http://schemas.openxmlformats.org/officeDocument/2006/relationships/image" Target="/ppt/media/image.png" Id="R22f16ab145f74a1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da5412858646aa" /><Relationship Type="http://schemas.openxmlformats.org/officeDocument/2006/relationships/image" Target="/ppt/media/image.png" Id="Rde14d742eada46f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e3aaae4c143d5" /><Relationship Type="http://schemas.openxmlformats.org/officeDocument/2006/relationships/image" Target="/ppt/media/image.png" Id="R455472a57e03445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8fb55f638b450c" /><Relationship Type="http://schemas.openxmlformats.org/officeDocument/2006/relationships/image" Target="/ppt/media/image.png" Id="R24fc5abe078a468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2d277a690e4a69" /><Relationship Type="http://schemas.openxmlformats.org/officeDocument/2006/relationships/image" Target="/ppt/media/image.png" Id="Rf8f14943a93c46d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ac32a59a524a28" /><Relationship Type="http://schemas.openxmlformats.org/officeDocument/2006/relationships/image" Target="/ppt/media/image.png" Id="Rbbc80a5db437434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5017396c094287" /><Relationship Type="http://schemas.openxmlformats.org/officeDocument/2006/relationships/image" Target="/ppt/media/image.png" Id="R608400ae280b442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a83d26a384768" /><Relationship Type="http://schemas.openxmlformats.org/officeDocument/2006/relationships/image" Target="/ppt/media/image.png" Id="R68c4ad1bed47424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dd7a0e4bd44f4f" /><Relationship Type="http://schemas.openxmlformats.org/officeDocument/2006/relationships/image" Target="/ppt/media/image.png" Id="R3dc35d5e832c467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5f66ed976a4ba7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545eb9030bb4d9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f16ab145f74a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14d742eada46f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5472a57e0344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fc5abe078a46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f14943a93c46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c80a5db437434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8400ae280b44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c4ad1bed47424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c35d5e832c467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7b7f94ac414732" /><Relationship Type="http://schemas.openxmlformats.org/officeDocument/2006/relationships/slideLayout" Target="/ppt/slideLayouts/slideLayout1.xml" Id="Rf7b0676a46424894" /><Relationship Type="http://schemas.openxmlformats.org/officeDocument/2006/relationships/slideLayout" Target="/ppt/slideLayouts/slideLayout2.xml" Id="Ra2ea94bcdc244518" /><Relationship Type="http://schemas.openxmlformats.org/officeDocument/2006/relationships/slideLayout" Target="/ppt/slideLayouts/slideLayout3.xml" Id="Rc48585fba9464793" /><Relationship Type="http://schemas.openxmlformats.org/officeDocument/2006/relationships/slideLayout" Target="/ppt/slideLayouts/slideLayout4.xml" Id="R385c3827de2c4b15" /><Relationship Type="http://schemas.openxmlformats.org/officeDocument/2006/relationships/slideLayout" Target="/ppt/slideLayouts/slideLayout5.xml" Id="R670d2a7b29d64698" /><Relationship Type="http://schemas.openxmlformats.org/officeDocument/2006/relationships/slideLayout" Target="/ppt/slideLayouts/slideLayout6.xml" Id="Rd2b6b23e06cd4336" /><Relationship Type="http://schemas.openxmlformats.org/officeDocument/2006/relationships/slideLayout" Target="/ppt/slideLayouts/slideLayout7.xml" Id="R88bfef294cd54756" /><Relationship Type="http://schemas.openxmlformats.org/officeDocument/2006/relationships/slideLayout" Target="/ppt/slideLayouts/slideLayout8.xml" Id="R761a4a75af3a4d9f" /><Relationship Type="http://schemas.openxmlformats.org/officeDocument/2006/relationships/slideLayout" Target="/ppt/slideLayouts/slideLayout9.xml" Id="R7f625ddba40547c2" /><Relationship Type="http://schemas.openxmlformats.org/officeDocument/2006/relationships/slideLayout" Target="/ppt/slideLayouts/slideLayout10.xml" Id="R935f7dfc4e654472" /><Relationship Type="http://schemas.openxmlformats.org/officeDocument/2006/relationships/slideLayout" Target="/ppt/slideLayouts/slideLayout11.xml" Id="R24fc77b98d9f461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b0676a46424894"/>
    <p:sldLayoutId xmlns:r="http://schemas.openxmlformats.org/officeDocument/2006/relationships" id="2147483650" r:id="Ra2ea94bcdc244518"/>
    <p:sldLayoutId xmlns:r="http://schemas.openxmlformats.org/officeDocument/2006/relationships" id="2147483651" r:id="Rc48585fba9464793"/>
    <p:sldLayoutId xmlns:r="http://schemas.openxmlformats.org/officeDocument/2006/relationships" id="2147483652" r:id="R385c3827de2c4b15"/>
    <p:sldLayoutId xmlns:r="http://schemas.openxmlformats.org/officeDocument/2006/relationships" id="2147483653" r:id="R670d2a7b29d64698"/>
    <p:sldLayoutId xmlns:r="http://schemas.openxmlformats.org/officeDocument/2006/relationships" id="2147483654" r:id="Rd2b6b23e06cd4336"/>
    <p:sldLayoutId xmlns:r="http://schemas.openxmlformats.org/officeDocument/2006/relationships" id="2147483655" r:id="R88bfef294cd54756"/>
    <p:sldLayoutId xmlns:r="http://schemas.openxmlformats.org/officeDocument/2006/relationships" id="2147483656" r:id="R761a4a75af3a4d9f"/>
    <p:sldLayoutId xmlns:r="http://schemas.openxmlformats.org/officeDocument/2006/relationships" id="2147483657" r:id="R7f625ddba40547c2"/>
    <p:sldLayoutId xmlns:r="http://schemas.openxmlformats.org/officeDocument/2006/relationships" id="2147483658" r:id="R935f7dfc4e654472"/>
    <p:sldLayoutId xmlns:r="http://schemas.openxmlformats.org/officeDocument/2006/relationships" id="2147483659" r:id="R24fc77b98d9f461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369bffddb405d" /><Relationship Type="http://schemas.openxmlformats.org/officeDocument/2006/relationships/notesSlide" Target="/ppt/notesSlides/notesSlide1.xml" Id="Rfd8b4df995c64d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6cfac232f14d0f" /><Relationship Type="http://schemas.openxmlformats.org/officeDocument/2006/relationships/notesSlide" Target="/ppt/notesSlides/notesSlide2.xml" Id="Re00e52995c2540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569faa21c343df" /><Relationship Type="http://schemas.openxmlformats.org/officeDocument/2006/relationships/notesSlide" Target="/ppt/notesSlides/notesSlide3.xml" Id="R02c9824470d14d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d1d1fb73e4455a" /><Relationship Type="http://schemas.openxmlformats.org/officeDocument/2006/relationships/notesSlide" Target="/ppt/notesSlides/notesSlide4.xml" Id="R47db3149ad5e4a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490b889d4f4327" /><Relationship Type="http://schemas.openxmlformats.org/officeDocument/2006/relationships/notesSlide" Target="/ppt/notesSlides/notesSlide5.xml" Id="R8307ad719fb444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3f09c403364158" /><Relationship Type="http://schemas.openxmlformats.org/officeDocument/2006/relationships/notesSlide" Target="/ppt/notesSlides/notesSlide6.xml" Id="R3e38ebfad53a40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88eaa157894ff4" /><Relationship Type="http://schemas.openxmlformats.org/officeDocument/2006/relationships/notesSlide" Target="/ppt/notesSlides/notesSlide7.xml" Id="R1427809a68e54e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4ddc84623349ca" /><Relationship Type="http://schemas.openxmlformats.org/officeDocument/2006/relationships/notesSlide" Target="/ppt/notesSlides/notesSlide8.xml" Id="Reec03990bfdc402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f3b7725ee2497a" /><Relationship Type="http://schemas.openxmlformats.org/officeDocument/2006/relationships/notesSlide" Target="/ppt/notesSlides/notesSlide9.xml" Id="Rd400f1487814484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Updating 2D List Cells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of the two indexes selects the row, and which selects the field to update?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clubs[row][1] = new_members leave the club name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new_members is not converted to int() before it is stored?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could choosing the wrong column silently replace a name with a number?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second input so the user adds members instead of replacing the total. Test row 2 and add 2;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should have 17 members and the other records should stay unchanged.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783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row from 0 to 2 and store it in [row].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"Before:"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[clubs][row]. Ask for a new club name and member count and store them in [new_name] and [new_members]. Update both cells in the selected row, then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updated row. Test row 1,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"Robotics"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22;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"Before: ['Chess', 18]"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 ['Robotics', 22]"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844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the rows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'Pens'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10],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'Books'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6] and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'Tape'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 in [stock]. Ask for a row from 0 to 2 and store it in [row]. Ask for a delivery amount and store it in [delivery], then add [delivery] to the quantity at [stock][row][1]. Display the updated row followed by every item name and quantity. Test row 2 and delivery 3; the updated row must be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'Tape'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7].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clubs[row, 1]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2026-08-28T09:25:40.0990000Z</dcterms:created>
  <dcterms:modified xsi:type="dcterms:W3CDTF">2026-08-28T09:25:40.0990000Z</dcterms:modified>
</coreProperties>
</file>