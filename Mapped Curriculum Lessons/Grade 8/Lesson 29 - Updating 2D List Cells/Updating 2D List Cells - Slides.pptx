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045e971bb44f59" /><Relationship Type="http://schemas.openxmlformats.org/officeDocument/2006/relationships/extended-properties" Target="/docProps/app.xml" Id="R53ec18e14f244c7f" /><Relationship Type="http://schemas.openxmlformats.org/officeDocument/2006/relationships/officeDocument" Target="/ppt/presentation.xml" Id="R411dcd693270418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690f5536e974fea"/>
  </p:sldMasterIdLst>
  <p:notesMasterIdLst>
    <p:notesMasterId xmlns:r="http://schemas.openxmlformats.org/officeDocument/2006/relationships" r:id="Rcf09e73d47aa447a"/>
  </p:notesMasterIdLst>
  <p:sldIdLst>
    <p:sldId xmlns:r="http://schemas.openxmlformats.org/officeDocument/2006/relationships" id="256" r:id="R884eb4c900c04693"/>
    <p:sldId xmlns:r="http://schemas.openxmlformats.org/officeDocument/2006/relationships" id="257" r:id="Rc028fe4bf3324e97"/>
    <p:sldId xmlns:r="http://schemas.openxmlformats.org/officeDocument/2006/relationships" id="258" r:id="R8eedf2cf6bc34db6"/>
    <p:sldId xmlns:r="http://schemas.openxmlformats.org/officeDocument/2006/relationships" id="259" r:id="Rd3d66edb0aae4f05"/>
    <p:sldId xmlns:r="http://schemas.openxmlformats.org/officeDocument/2006/relationships" id="260" r:id="Rc32519944c8c423d"/>
    <p:sldId xmlns:r="http://schemas.openxmlformats.org/officeDocument/2006/relationships" id="261" r:id="Rcc45ef2649df4e85"/>
    <p:sldId xmlns:r="http://schemas.openxmlformats.org/officeDocument/2006/relationships" id="262" r:id="R0915a221e68348dd"/>
    <p:sldId xmlns:r="http://schemas.openxmlformats.org/officeDocument/2006/relationships" id="263" r:id="R514dbe333d2f4f58"/>
    <p:sldId xmlns:r="http://schemas.openxmlformats.org/officeDocument/2006/relationships" id="264" r:id="R2b8e1a9faa20460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b8ed505d6f941a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bf63647d764b77" /><Relationship Type="http://schemas.openxmlformats.org/officeDocument/2006/relationships/slideMaster" Target="/ppt/slideMasters/slideMaster1.xml" Id="R4690f5536e974fea" /><Relationship Type="http://schemas.openxmlformats.org/officeDocument/2006/relationships/notesMaster" Target="/ppt/notesMasters/notesMaster1.xml" Id="Rcf09e73d47aa447a" /><Relationship Type="http://schemas.openxmlformats.org/officeDocument/2006/relationships/presProps" Target="/ppt/presProps.xml" Id="R00bc4126f7c24358" /><Relationship Type="http://schemas.openxmlformats.org/officeDocument/2006/relationships/viewProps" Target="/ppt/viewProps.xml" Id="R07cd6273b2ee4848" /><Relationship Type="http://schemas.openxmlformats.org/officeDocument/2006/relationships/tableStyles" Target="/ppt/tableStyles.xml" Id="Ra9a0d6ac77e64ed6" /><Relationship Type="http://schemas.openxmlformats.org/officeDocument/2006/relationships/font" Target="/ppt/fonts/font.dat" Id="Reb8ed505d6f941a0" /><Relationship Type="http://schemas.openxmlformats.org/officeDocument/2006/relationships/slide" Target="/ppt/slides/slide1.xml" Id="R884eb4c900c04693" /><Relationship Type="http://schemas.openxmlformats.org/officeDocument/2006/relationships/slide" Target="/ppt/slides/slide2.xml" Id="Rc028fe4bf3324e97" /><Relationship Type="http://schemas.openxmlformats.org/officeDocument/2006/relationships/slide" Target="/ppt/slides/slide3.xml" Id="R8eedf2cf6bc34db6" /><Relationship Type="http://schemas.openxmlformats.org/officeDocument/2006/relationships/slide" Target="/ppt/slides/slide4.xml" Id="Rd3d66edb0aae4f05" /><Relationship Type="http://schemas.openxmlformats.org/officeDocument/2006/relationships/slide" Target="/ppt/slides/slide5.xml" Id="Rc32519944c8c423d" /><Relationship Type="http://schemas.openxmlformats.org/officeDocument/2006/relationships/slide" Target="/ppt/slides/slide6.xml" Id="Rcc45ef2649df4e85" /><Relationship Type="http://schemas.openxmlformats.org/officeDocument/2006/relationships/slide" Target="/ppt/slides/slide7.xml" Id="R0915a221e68348dd" /><Relationship Type="http://schemas.openxmlformats.org/officeDocument/2006/relationships/slide" Target="/ppt/slides/slide8.xml" Id="R514dbe333d2f4f58" /><Relationship Type="http://schemas.openxmlformats.org/officeDocument/2006/relationships/slide" Target="/ppt/slides/slide9.xml" Id="R2b8e1a9faa2046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f855321f1e4d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cd9ee2822040b9" /><Relationship Type="http://schemas.openxmlformats.org/officeDocument/2006/relationships/notesMaster" Target="/ppt/notesMasters/notesMaster1.xml" Id="R57757e876bd44a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fda55061514b90" /><Relationship Type="http://schemas.openxmlformats.org/officeDocument/2006/relationships/notesMaster" Target="/ppt/notesMasters/notesMaster1.xml" Id="R2ee0bf3894db41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d3637f6b654da2" /><Relationship Type="http://schemas.openxmlformats.org/officeDocument/2006/relationships/notesMaster" Target="/ppt/notesMasters/notesMaster1.xml" Id="R3304b94139194a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b1a8c2c24248df" /><Relationship Type="http://schemas.openxmlformats.org/officeDocument/2006/relationships/notesMaster" Target="/ppt/notesMasters/notesMaster1.xml" Id="R9552151b8a5d42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844704ac394395" /><Relationship Type="http://schemas.openxmlformats.org/officeDocument/2006/relationships/notesMaster" Target="/ppt/notesMasters/notesMaster1.xml" Id="Rb6041d6b684445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b350b8cbe94cab" /><Relationship Type="http://schemas.openxmlformats.org/officeDocument/2006/relationships/notesMaster" Target="/ppt/notesMasters/notesMaster1.xml" Id="R6c957467032643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9a397d4b8a423a" /><Relationship Type="http://schemas.openxmlformats.org/officeDocument/2006/relationships/notesMaster" Target="/ppt/notesMasters/notesMaster1.xml" Id="Redec00b8884146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684efbd9ec4155" /><Relationship Type="http://schemas.openxmlformats.org/officeDocument/2006/relationships/notesMaster" Target="/ppt/notesMasters/notesMaster1.xml" Id="R19e9b018139e41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0b292458664f6c" /><Relationship Type="http://schemas.openxmlformats.org/officeDocument/2006/relationships/notesMaster" Target="/ppt/notesMasters/notesMaster1.xml" Id="Rfa1539d0556445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28d17b5e1b456b" /><Relationship Type="http://schemas.openxmlformats.org/officeDocument/2006/relationships/image" Target="/ppt/media/image.png" Id="Rdb198ff1477e4f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9b4a91fead412b" /><Relationship Type="http://schemas.openxmlformats.org/officeDocument/2006/relationships/image" Target="/ppt/media/image.png" Id="Rb58f0d59e3f348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ff028ac6e04db9" /><Relationship Type="http://schemas.openxmlformats.org/officeDocument/2006/relationships/image" Target="/ppt/media/image.png" Id="Re98e62be16e94b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7c55bf65ef4ba9" /><Relationship Type="http://schemas.openxmlformats.org/officeDocument/2006/relationships/image" Target="/ppt/media/image.png" Id="R8a99667c40ce4b7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fac63948b74bbe" /><Relationship Type="http://schemas.openxmlformats.org/officeDocument/2006/relationships/image" Target="/ppt/media/image.png" Id="R724b6dcddff147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db846c2d024103" /><Relationship Type="http://schemas.openxmlformats.org/officeDocument/2006/relationships/image" Target="/ppt/media/image.png" Id="R8a3e8822e1f149a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bcc43a911d470f" /><Relationship Type="http://schemas.openxmlformats.org/officeDocument/2006/relationships/image" Target="/ppt/media/image.png" Id="Rd96a0bb7dd714ba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3c08b7cdd04877" /><Relationship Type="http://schemas.openxmlformats.org/officeDocument/2006/relationships/image" Target="/ppt/media/image.png" Id="R86c1de64a7254d1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b512221f214286" /><Relationship Type="http://schemas.openxmlformats.org/officeDocument/2006/relationships/image" Target="/ppt/media/image.png" Id="Re231f6c434384cc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73cf40e47645cb" /><Relationship Type="http://schemas.openxmlformats.org/officeDocument/2006/relationships/image" Target="/ppt/media/image.png" Id="Ra9c12690fe0845b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765f0c6bdd4056" /><Relationship Type="http://schemas.openxmlformats.org/officeDocument/2006/relationships/image" Target="/ppt/media/image.png" Id="R79345e88f0fe4b5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198ff1477e4f0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8f0d59e3f348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8e62be16e94b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99667c40ce4b7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4b6dcddff147a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3e8822e1f149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6a0bb7dd714ba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c1de64a7254d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31f6c434384cc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c12690fe0845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345e88f0fe4b5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c57d94efeb40bf" /><Relationship Type="http://schemas.openxmlformats.org/officeDocument/2006/relationships/slideLayout" Target="/ppt/slideLayouts/slideLayout1.xml" Id="R5025a33609ac4018" /><Relationship Type="http://schemas.openxmlformats.org/officeDocument/2006/relationships/slideLayout" Target="/ppt/slideLayouts/slideLayout2.xml" Id="R9e6a332da9904409" /><Relationship Type="http://schemas.openxmlformats.org/officeDocument/2006/relationships/slideLayout" Target="/ppt/slideLayouts/slideLayout3.xml" Id="Rdbfb502e3d3c402d" /><Relationship Type="http://schemas.openxmlformats.org/officeDocument/2006/relationships/slideLayout" Target="/ppt/slideLayouts/slideLayout4.xml" Id="Racb118d1013f416e" /><Relationship Type="http://schemas.openxmlformats.org/officeDocument/2006/relationships/slideLayout" Target="/ppt/slideLayouts/slideLayout5.xml" Id="R46b3b51c0c434fdc" /><Relationship Type="http://schemas.openxmlformats.org/officeDocument/2006/relationships/slideLayout" Target="/ppt/slideLayouts/slideLayout6.xml" Id="R05f170bbb10e4024" /><Relationship Type="http://schemas.openxmlformats.org/officeDocument/2006/relationships/slideLayout" Target="/ppt/slideLayouts/slideLayout7.xml" Id="R747d571c9a2943ba" /><Relationship Type="http://schemas.openxmlformats.org/officeDocument/2006/relationships/slideLayout" Target="/ppt/slideLayouts/slideLayout8.xml" Id="Rd359443b719943ea" /><Relationship Type="http://schemas.openxmlformats.org/officeDocument/2006/relationships/slideLayout" Target="/ppt/slideLayouts/slideLayout9.xml" Id="R2f6d307ab1f24e67" /><Relationship Type="http://schemas.openxmlformats.org/officeDocument/2006/relationships/slideLayout" Target="/ppt/slideLayouts/slideLayout10.xml" Id="Rf90acc18cfbd45c4" /><Relationship Type="http://schemas.openxmlformats.org/officeDocument/2006/relationships/slideLayout" Target="/ppt/slideLayouts/slideLayout11.xml" Id="Re19a4d455d874fb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25a33609ac4018"/>
    <p:sldLayoutId xmlns:r="http://schemas.openxmlformats.org/officeDocument/2006/relationships" id="2147483650" r:id="R9e6a332da9904409"/>
    <p:sldLayoutId xmlns:r="http://schemas.openxmlformats.org/officeDocument/2006/relationships" id="2147483651" r:id="Rdbfb502e3d3c402d"/>
    <p:sldLayoutId xmlns:r="http://schemas.openxmlformats.org/officeDocument/2006/relationships" id="2147483652" r:id="Racb118d1013f416e"/>
    <p:sldLayoutId xmlns:r="http://schemas.openxmlformats.org/officeDocument/2006/relationships" id="2147483653" r:id="R46b3b51c0c434fdc"/>
    <p:sldLayoutId xmlns:r="http://schemas.openxmlformats.org/officeDocument/2006/relationships" id="2147483654" r:id="R05f170bbb10e4024"/>
    <p:sldLayoutId xmlns:r="http://schemas.openxmlformats.org/officeDocument/2006/relationships" id="2147483655" r:id="R747d571c9a2943ba"/>
    <p:sldLayoutId xmlns:r="http://schemas.openxmlformats.org/officeDocument/2006/relationships" id="2147483656" r:id="Rd359443b719943ea"/>
    <p:sldLayoutId xmlns:r="http://schemas.openxmlformats.org/officeDocument/2006/relationships" id="2147483657" r:id="R2f6d307ab1f24e67"/>
    <p:sldLayoutId xmlns:r="http://schemas.openxmlformats.org/officeDocument/2006/relationships" id="2147483658" r:id="Rf90acc18cfbd45c4"/>
    <p:sldLayoutId xmlns:r="http://schemas.openxmlformats.org/officeDocument/2006/relationships" id="2147483659" r:id="Re19a4d455d874fb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f97d9552643f9" /><Relationship Type="http://schemas.openxmlformats.org/officeDocument/2006/relationships/notesSlide" Target="/ppt/notesSlides/notesSlide1.xml" Id="Rb6678e9832934f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76559ba8274fa7" /><Relationship Type="http://schemas.openxmlformats.org/officeDocument/2006/relationships/notesSlide" Target="/ppt/notesSlides/notesSlide2.xml" Id="R3371b06613164e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37c06a504d4d45" /><Relationship Type="http://schemas.openxmlformats.org/officeDocument/2006/relationships/notesSlide" Target="/ppt/notesSlides/notesSlide3.xml" Id="Rd602883785af45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0939012f2d4e44" /><Relationship Type="http://schemas.openxmlformats.org/officeDocument/2006/relationships/notesSlide" Target="/ppt/notesSlides/notesSlide4.xml" Id="Rd5b150419d1d41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38472b09244866" /><Relationship Type="http://schemas.openxmlformats.org/officeDocument/2006/relationships/notesSlide" Target="/ppt/notesSlides/notesSlide5.xml" Id="Racebcec76a644a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6a2f034c514c2f" /><Relationship Type="http://schemas.openxmlformats.org/officeDocument/2006/relationships/notesSlide" Target="/ppt/notesSlides/notesSlide6.xml" Id="Rd9f13f01e4404e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2fb84cabc7405c" /><Relationship Type="http://schemas.openxmlformats.org/officeDocument/2006/relationships/notesSlide" Target="/ppt/notesSlides/notesSlide7.xml" Id="R48faabb8352f4e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256b283ba44cd4" /><Relationship Type="http://schemas.openxmlformats.org/officeDocument/2006/relationships/notesSlide" Target="/ppt/notesSlides/notesSlide8.xml" Id="R1bc4c7403c5343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33dbeca6074a6e" /><Relationship Type="http://schemas.openxmlformats.org/officeDocument/2006/relationships/notesSlide" Target="/ppt/notesSlides/notesSlide9.xml" Id="Rb6fea478f53d455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Updating 2D List Cells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of the two indexes selects the row, and which selects the field to update?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clubs[row][1] = new_members leave the club name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new_members is not converted to int() before it is stored?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could choosing the wrong column silently replace a name with a number?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second input so the user adds members instead of replacing the total. Test row 2 and add 2;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should have 17 members and the other records should stay unchanged.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user choose a valid row and update both its club name and member count. Display the selected row before and after the two assignments.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three-row stock table containing item name and quantity. Ask for a valid row and a delivery amount, add that amount to the existing quantity, then display the updated record and every item quantity.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row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clubs[row][1] = new_members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record:"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clubs[row])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"All records:"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row =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new_members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member count: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clubs[row, 1]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new_members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(clubs)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2026-08-27T03:55:17.3690000Z</dcterms:created>
  <dcterms:modified xsi:type="dcterms:W3CDTF">2026-08-27T03:55:17.3690000Z</dcterms:modified>
</coreProperties>
</file>