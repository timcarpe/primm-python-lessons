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fb8a69e18e14b24" /><Relationship Type="http://schemas.openxmlformats.org/officeDocument/2006/relationships/extended-properties" Target="/docProps/app.xml" Id="R342b2ce88c174d7f" /><Relationship Type="http://schemas.openxmlformats.org/officeDocument/2006/relationships/officeDocument" Target="/ppt/presentation.xml" Id="Rc74d6b860f294ced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338faf933ae546b4"/>
  </p:sldMasterIdLst>
  <p:notesMasterIdLst>
    <p:notesMasterId xmlns:r="http://schemas.openxmlformats.org/officeDocument/2006/relationships" r:id="R0cd9905323bb4c8f"/>
  </p:notesMasterIdLst>
  <p:sldIdLst>
    <p:sldId xmlns:r="http://schemas.openxmlformats.org/officeDocument/2006/relationships" id="256" r:id="R2bccbad2db374717"/>
    <p:sldId xmlns:r="http://schemas.openxmlformats.org/officeDocument/2006/relationships" id="257" r:id="R99afc898dd3246c9"/>
    <p:sldId xmlns:r="http://schemas.openxmlformats.org/officeDocument/2006/relationships" id="258" r:id="R5e6bffee6caa40dc"/>
    <p:sldId xmlns:r="http://schemas.openxmlformats.org/officeDocument/2006/relationships" id="259" r:id="R464d836a51fa4f6c"/>
    <p:sldId xmlns:r="http://schemas.openxmlformats.org/officeDocument/2006/relationships" id="260" r:id="Rb65640e0042d49a1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d52d2302d0d14c49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0482b70f20a4610" /><Relationship Type="http://schemas.openxmlformats.org/officeDocument/2006/relationships/slideMaster" Target="/ppt/slideMasters/slideMaster1.xml" Id="R338faf933ae546b4" /><Relationship Type="http://schemas.openxmlformats.org/officeDocument/2006/relationships/notesMaster" Target="/ppt/notesMasters/notesMaster1.xml" Id="R0cd9905323bb4c8f" /><Relationship Type="http://schemas.openxmlformats.org/officeDocument/2006/relationships/presProps" Target="/ppt/presProps.xml" Id="R0d64054995084d1a" /><Relationship Type="http://schemas.openxmlformats.org/officeDocument/2006/relationships/viewProps" Target="/ppt/viewProps.xml" Id="Ra18383c03abc4a0e" /><Relationship Type="http://schemas.openxmlformats.org/officeDocument/2006/relationships/tableStyles" Target="/ppt/tableStyles.xml" Id="R0949c8c62fe5497b" /><Relationship Type="http://schemas.openxmlformats.org/officeDocument/2006/relationships/font" Target="/ppt/fonts/font.dat" Id="Rd52d2302d0d14c49" /><Relationship Type="http://schemas.openxmlformats.org/officeDocument/2006/relationships/slide" Target="/ppt/slides/slide1.xml" Id="R2bccbad2db374717" /><Relationship Type="http://schemas.openxmlformats.org/officeDocument/2006/relationships/slide" Target="/ppt/slides/slide2.xml" Id="R99afc898dd3246c9" /><Relationship Type="http://schemas.openxmlformats.org/officeDocument/2006/relationships/slide" Target="/ppt/slides/slide3.xml" Id="R5e6bffee6caa40dc" /><Relationship Type="http://schemas.openxmlformats.org/officeDocument/2006/relationships/slide" Target="/ppt/slides/slide4.xml" Id="R464d836a51fa4f6c" /><Relationship Type="http://schemas.openxmlformats.org/officeDocument/2006/relationships/slide" Target="/ppt/slides/slide5.xml" Id="Rb65640e0042d49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29ead00b7f414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de34edbd61a4554" /><Relationship Type="http://schemas.openxmlformats.org/officeDocument/2006/relationships/notesMaster" Target="/ppt/notesMasters/notesMaster1.xml" Id="Rb70da22fb3824a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19c9ca5d2b547ba" /><Relationship Type="http://schemas.openxmlformats.org/officeDocument/2006/relationships/notesMaster" Target="/ppt/notesMasters/notesMaster1.xml" Id="Rbc6b48a860a04f0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b70c28a225c45ee" /><Relationship Type="http://schemas.openxmlformats.org/officeDocument/2006/relationships/notesMaster" Target="/ppt/notesMasters/notesMaster1.xml" Id="Rbd53e1189e2b446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7aee8d384f349e7" /><Relationship Type="http://schemas.openxmlformats.org/officeDocument/2006/relationships/notesMaster" Target="/ppt/notesMasters/notesMaster1.xml" Id="Rfebda13b3d254ef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7289f31753943db" /><Relationship Type="http://schemas.openxmlformats.org/officeDocument/2006/relationships/notesMaster" Target="/ppt/notesMasters/notesMaster1.xml" Id="R463871ae367c453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Arcade Tournament - Slides.pptx</a:t>
            </a:r>
          </a:p>
          <a:p xmlns:a="http://schemas.openxmlformats.org/drawingml/2006/main">
            <a:r>
              <a:t>- Assigned local asset: lesson_compiler/assets/lesson15/camera-canonical.png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Arcade Tournament - Slides.pptx</a:t>
            </a:r>
          </a:p>
          <a:p xmlns:a="http://schemas.openxmlformats.org/drawingml/2006/main">
            <a:r>
              <a:t>- Assigned local asset: lesson_compiler/assets/lesson15/camera-canonical.png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Arcade Tournament - Slides.pptx</a:t>
            </a:r>
          </a:p>
          <a:p xmlns:a="http://schemas.openxmlformats.org/drawingml/2006/main">
            <a:r>
              <a:t>- Assigned local asset: lesson_compiler/assets/lesson15/camera-canonical.png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Arcade Tournament - Slides.pptx</a:t>
            </a:r>
          </a:p>
          <a:p xmlns:a="http://schemas.openxmlformats.org/drawingml/2006/main">
            <a:r>
              <a:t>- Assigned local asset: lesson_compiler/assets/lesson15/camera-canonical.png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Arcade Tournament - Slides.pptx</a:t>
            </a:r>
          </a:p>
          <a:p xmlns:a="http://schemas.openxmlformats.org/drawingml/2006/main">
            <a:r>
              <a:t>- Assigned local asset: lesson_compiler/assets/lesson15/camera-canonical.png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6bfb2fe8614db5" /><Relationship Type="http://schemas.openxmlformats.org/officeDocument/2006/relationships/image" Target="/ppt/media/image.png" Id="R30729d4b1b054c0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617cab1ae34b90" /><Relationship Type="http://schemas.openxmlformats.org/officeDocument/2006/relationships/image" Target="/ppt/media/image.png" Id="R15cbba1c17684e3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a69b0e361947b0" /><Relationship Type="http://schemas.openxmlformats.org/officeDocument/2006/relationships/image" Target="/ppt/media/image.png" Id="Rbdf5af70f24142a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34f866acd94a57" /><Relationship Type="http://schemas.openxmlformats.org/officeDocument/2006/relationships/image" Target="/ppt/media/image.png" Id="R40ff1448d8d3430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6330996ab34cba" /><Relationship Type="http://schemas.openxmlformats.org/officeDocument/2006/relationships/image" Target="/ppt/media/image.png" Id="R8ce8eafbd60646d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5ef61de10e4188" /><Relationship Type="http://schemas.openxmlformats.org/officeDocument/2006/relationships/image" Target="/ppt/media/image.png" Id="R9cfcbb7e8f4e4b1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939eba2d204dc2" /><Relationship Type="http://schemas.openxmlformats.org/officeDocument/2006/relationships/image" Target="/ppt/media/image.png" Id="R42cae37597b9477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c7387c12964386" /><Relationship Type="http://schemas.openxmlformats.org/officeDocument/2006/relationships/image" Target="/ppt/media/image.png" Id="Ra7da2724a623457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450df93d9d4c8b" /><Relationship Type="http://schemas.openxmlformats.org/officeDocument/2006/relationships/image" Target="/ppt/media/image.png" Id="Rf9bf9d41d0a64cc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77a3cec6674538" /><Relationship Type="http://schemas.openxmlformats.org/officeDocument/2006/relationships/image" Target="/ppt/media/image.png" Id="R2e8c594f2abe4da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5a6545d52c43ea" /><Relationship Type="http://schemas.openxmlformats.org/officeDocument/2006/relationships/image" Target="/ppt/media/image.png" Id="R2563644f353c422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0729d4b1b054c0f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5cbba1c17684e3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df5af70f24142a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0ff1448d8d3430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ce8eafbd60646d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cfcbb7e8f4e4b1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2cae37597b9477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7da2724a623457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9bf9d41d0a64cc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e8c594f2abe4da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563644f353c422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badf50afb3a47df" /><Relationship Type="http://schemas.openxmlformats.org/officeDocument/2006/relationships/slideLayout" Target="/ppt/slideLayouts/slideLayout1.xml" Id="Rad4e9ea36d044374" /><Relationship Type="http://schemas.openxmlformats.org/officeDocument/2006/relationships/slideLayout" Target="/ppt/slideLayouts/slideLayout2.xml" Id="R5620f50fbc064bdb" /><Relationship Type="http://schemas.openxmlformats.org/officeDocument/2006/relationships/slideLayout" Target="/ppt/slideLayouts/slideLayout3.xml" Id="Raac98a2ac9cc4d07" /><Relationship Type="http://schemas.openxmlformats.org/officeDocument/2006/relationships/slideLayout" Target="/ppt/slideLayouts/slideLayout4.xml" Id="R86577b2808ac48f7" /><Relationship Type="http://schemas.openxmlformats.org/officeDocument/2006/relationships/slideLayout" Target="/ppt/slideLayouts/slideLayout5.xml" Id="R7e1d3be40f604270" /><Relationship Type="http://schemas.openxmlformats.org/officeDocument/2006/relationships/slideLayout" Target="/ppt/slideLayouts/slideLayout6.xml" Id="Ra7e42cfc92334eb6" /><Relationship Type="http://schemas.openxmlformats.org/officeDocument/2006/relationships/slideLayout" Target="/ppt/slideLayouts/slideLayout7.xml" Id="R5512a0dcccb4482c" /><Relationship Type="http://schemas.openxmlformats.org/officeDocument/2006/relationships/slideLayout" Target="/ppt/slideLayouts/slideLayout8.xml" Id="Ra2174584661b40d0" /><Relationship Type="http://schemas.openxmlformats.org/officeDocument/2006/relationships/slideLayout" Target="/ppt/slideLayouts/slideLayout9.xml" Id="R2b7f779c3278467d" /><Relationship Type="http://schemas.openxmlformats.org/officeDocument/2006/relationships/slideLayout" Target="/ppt/slideLayouts/slideLayout10.xml" Id="Raa93746544dd49a7" /><Relationship Type="http://schemas.openxmlformats.org/officeDocument/2006/relationships/slideLayout" Target="/ppt/slideLayouts/slideLayout11.xml" Id="R846f5bc6c001444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d4e9ea36d044374"/>
    <p:sldLayoutId xmlns:r="http://schemas.openxmlformats.org/officeDocument/2006/relationships" id="2147483650" r:id="R5620f50fbc064bdb"/>
    <p:sldLayoutId xmlns:r="http://schemas.openxmlformats.org/officeDocument/2006/relationships" id="2147483651" r:id="Raac98a2ac9cc4d07"/>
    <p:sldLayoutId xmlns:r="http://schemas.openxmlformats.org/officeDocument/2006/relationships" id="2147483652" r:id="R86577b2808ac48f7"/>
    <p:sldLayoutId xmlns:r="http://schemas.openxmlformats.org/officeDocument/2006/relationships" id="2147483653" r:id="R7e1d3be40f604270"/>
    <p:sldLayoutId xmlns:r="http://schemas.openxmlformats.org/officeDocument/2006/relationships" id="2147483654" r:id="Ra7e42cfc92334eb6"/>
    <p:sldLayoutId xmlns:r="http://schemas.openxmlformats.org/officeDocument/2006/relationships" id="2147483655" r:id="R5512a0dcccb4482c"/>
    <p:sldLayoutId xmlns:r="http://schemas.openxmlformats.org/officeDocument/2006/relationships" id="2147483656" r:id="Ra2174584661b40d0"/>
    <p:sldLayoutId xmlns:r="http://schemas.openxmlformats.org/officeDocument/2006/relationships" id="2147483657" r:id="R2b7f779c3278467d"/>
    <p:sldLayoutId xmlns:r="http://schemas.openxmlformats.org/officeDocument/2006/relationships" id="2147483658" r:id="Raa93746544dd49a7"/>
    <p:sldLayoutId xmlns:r="http://schemas.openxmlformats.org/officeDocument/2006/relationships" id="2147483659" r:id="R846f5bc6c001444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553e54470b4f66" /><Relationship Type="http://schemas.openxmlformats.org/officeDocument/2006/relationships/notesSlide" Target="/ppt/notesSlides/notesSlide1.xml" Id="R51a7727eaaf7415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f8245d55fe4c0d" /><Relationship Type="http://schemas.openxmlformats.org/officeDocument/2006/relationships/notesSlide" Target="/ppt/notesSlides/notesSlide2.xml" Id="R46d3caae271a481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020c03c2df4017" /><Relationship Type="http://schemas.openxmlformats.org/officeDocument/2006/relationships/notesSlide" Target="/ppt/notesSlides/notesSlide3.xml" Id="R19953d2cac92475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de7eae87284e04" /><Relationship Type="http://schemas.openxmlformats.org/officeDocument/2006/relationships/notesSlide" Target="/ppt/notesSlides/notesSlide4.xml" Id="R4de8794a54b04f4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db110a33744a81" /><Relationship Type="http://schemas.openxmlformats.org/officeDocument/2006/relationships/notesSlide" Target="/ppt/notesSlides/notesSlide5.xml" Id="R535fd5a185d44b3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143000" y="1524000"/>
            <a:ext cx="9906000" cy="1190625"/>
          </a:xfrm>
        </p:spPr>
        <p:txBody>
          <a:bodyPr xmlns:a="http://schemas.openxmlformats.org/drawingml/2006/main" wrap="none" anchor="b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000" b="1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pPr>
            <a:r>
              <a:rPr sz="6000" b="1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School Club Manager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Capstone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400" b="1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pPr>
            <a:r>
              <a:rPr sz="4400" b="1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How the finished program works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095500"/>
            <a:ext cx="9525000" cy="38196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0" tIns="0" rIns="0" bIns="0" anchor="t">
            <a:normAutofit fontScale="9705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The program stores club records in a 2D list: name, members and room.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Functions show, search, add and update the records.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 menu calls the functions and repeats until exit.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On exit, it displays the final number of records.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Complete, test and save each challenge before moving on.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400" b="1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pPr>
            <a:r>
              <a:rPr sz="4400" b="1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Store club records and search them with functions.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Create a 2D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clubs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rows [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12,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"R1"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], [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18,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"R2"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] and [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15,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"R3"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].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Write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show_records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(records) to display each club's name, members and room on one line.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Write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find_members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(records, target) so it will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the matching club's member count, or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-1 after the loop when nothing matches.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4. In the main program, call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show_records()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a club name,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lower()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it and call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find_members()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result, or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-1.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challenge1.py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400" b="1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pPr>
            <a:r>
              <a:rPr sz="4400" b="1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a new club and change a member count.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Write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add_record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(records) to ask for a club name, a whole-number member count and a room.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lower()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the name, then append the new row to records.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Write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update_members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(records, target, new_members) to change the matching club's member count and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or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the loop when nothing matches.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In the main program, call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add_record()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ask which club to update and its new count.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updated."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from the returned value, then call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show_records()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challenge2.py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400" b="1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pPr>
            <a:r>
              <a:rPr sz="4400" b="1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Put all the functions behind a repeating menu.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Store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running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a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show, 2: search, 3: add, 4: update, 5: exit"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ask for a choice.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For choices 1 to 4, ask for any extra input and call the matching function.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For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"5"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store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running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anything else,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a valid option."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4. After the loop,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"Final record count:"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number of rows.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challenge3.py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2026-09-28T09:12:27.1390000Z</dcterms:created>
  <dcterms:modified xsi:type="dcterms:W3CDTF">2026-09-28T09:12:27.1390000Z</dcterms:modified>
</coreProperties>
</file>