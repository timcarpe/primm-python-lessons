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d59fd3197e48c4" /><Relationship Type="http://schemas.openxmlformats.org/officeDocument/2006/relationships/extended-properties" Target="/docProps/app.xml" Id="R576b1bea2a274c22" /><Relationship Type="http://schemas.openxmlformats.org/officeDocument/2006/relationships/officeDocument" Target="/ppt/presentation.xml" Id="Rb4b0113b62cf4a4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7062b29f5084a2e"/>
  </p:sldMasterIdLst>
  <p:notesMasterIdLst>
    <p:notesMasterId xmlns:r="http://schemas.openxmlformats.org/officeDocument/2006/relationships" r:id="R8e6f2df5576a4f11"/>
  </p:notesMasterIdLst>
  <p:sldIdLst>
    <p:sldId xmlns:r="http://schemas.openxmlformats.org/officeDocument/2006/relationships" id="256" r:id="R67f3863baf564ecd"/>
    <p:sldId xmlns:r="http://schemas.openxmlformats.org/officeDocument/2006/relationships" id="257" r:id="R85dbe5dd6b644936"/>
    <p:sldId xmlns:r="http://schemas.openxmlformats.org/officeDocument/2006/relationships" id="258" r:id="Rc1e2447372074dc2"/>
    <p:sldId xmlns:r="http://schemas.openxmlformats.org/officeDocument/2006/relationships" id="259" r:id="R10fd333979574b9d"/>
    <p:sldId xmlns:r="http://schemas.openxmlformats.org/officeDocument/2006/relationships" id="260" r:id="R5b25244c10ab413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9cc587634014ed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c7d24eb674481a" /><Relationship Type="http://schemas.openxmlformats.org/officeDocument/2006/relationships/slideMaster" Target="/ppt/slideMasters/slideMaster1.xml" Id="R57062b29f5084a2e" /><Relationship Type="http://schemas.openxmlformats.org/officeDocument/2006/relationships/notesMaster" Target="/ppt/notesMasters/notesMaster1.xml" Id="R8e6f2df5576a4f11" /><Relationship Type="http://schemas.openxmlformats.org/officeDocument/2006/relationships/presProps" Target="/ppt/presProps.xml" Id="Reab13b6060ad4a95" /><Relationship Type="http://schemas.openxmlformats.org/officeDocument/2006/relationships/viewProps" Target="/ppt/viewProps.xml" Id="Rae2df43921e44991" /><Relationship Type="http://schemas.openxmlformats.org/officeDocument/2006/relationships/tableStyles" Target="/ppt/tableStyles.xml" Id="R62d316d60aaa48c5" /><Relationship Type="http://schemas.openxmlformats.org/officeDocument/2006/relationships/font" Target="/ppt/fonts/font.dat" Id="R29cc587634014ed9" /><Relationship Type="http://schemas.openxmlformats.org/officeDocument/2006/relationships/slide" Target="/ppt/slides/slide1.xml" Id="R67f3863baf564ecd" /><Relationship Type="http://schemas.openxmlformats.org/officeDocument/2006/relationships/slide" Target="/ppt/slides/slide2.xml" Id="R85dbe5dd6b644936" /><Relationship Type="http://schemas.openxmlformats.org/officeDocument/2006/relationships/slide" Target="/ppt/slides/slide3.xml" Id="Rc1e2447372074dc2" /><Relationship Type="http://schemas.openxmlformats.org/officeDocument/2006/relationships/slide" Target="/ppt/slides/slide4.xml" Id="R10fd333979574b9d" /><Relationship Type="http://schemas.openxmlformats.org/officeDocument/2006/relationships/slide" Target="/ppt/slides/slide5.xml" Id="R5b25244c10ab41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d32b280eb049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1f9be8b0114648" /><Relationship Type="http://schemas.openxmlformats.org/officeDocument/2006/relationships/notesMaster" Target="/ppt/notesMasters/notesMaster1.xml" Id="R77e09c86843747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00e9ac8ca6472c" /><Relationship Type="http://schemas.openxmlformats.org/officeDocument/2006/relationships/notesMaster" Target="/ppt/notesMasters/notesMaster1.xml" Id="R57e46d8ef5f842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5c9073d11d4d7f" /><Relationship Type="http://schemas.openxmlformats.org/officeDocument/2006/relationships/notesMaster" Target="/ppt/notesMasters/notesMaster1.xml" Id="R0082f1af371644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e3ffadec88465f" /><Relationship Type="http://schemas.openxmlformats.org/officeDocument/2006/relationships/notesMaster" Target="/ppt/notesMasters/notesMaster1.xml" Id="R2cf3103ed3984a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665d057cd148f3" /><Relationship Type="http://schemas.openxmlformats.org/officeDocument/2006/relationships/notesMaster" Target="/ppt/notesMasters/notesMaster1.xml" Id="R926ac8ece1c342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a903f31764cfc" /><Relationship Type="http://schemas.openxmlformats.org/officeDocument/2006/relationships/image" Target="/ppt/media/image.png" Id="Rdff205b0cb4248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2a7c34cd54e4b" /><Relationship Type="http://schemas.openxmlformats.org/officeDocument/2006/relationships/image" Target="/ppt/media/image.png" Id="Ra2d9c0b0c69444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a6d1cb0a44c3a" /><Relationship Type="http://schemas.openxmlformats.org/officeDocument/2006/relationships/image" Target="/ppt/media/image.png" Id="Rb77ec125f04d4f5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6f6d49d854268" /><Relationship Type="http://schemas.openxmlformats.org/officeDocument/2006/relationships/image" Target="/ppt/media/image.png" Id="R2a54d11491ba4b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318aa79cc041a4" /><Relationship Type="http://schemas.openxmlformats.org/officeDocument/2006/relationships/image" Target="/ppt/media/image.png" Id="R62713f0faca847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0df36fb5a4b17" /><Relationship Type="http://schemas.openxmlformats.org/officeDocument/2006/relationships/image" Target="/ppt/media/image.png" Id="R310780fbaa7749a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02dc8db304e41" /><Relationship Type="http://schemas.openxmlformats.org/officeDocument/2006/relationships/image" Target="/ppt/media/image.png" Id="Ra6579fcd431947f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1c8eebc5ab484a" /><Relationship Type="http://schemas.openxmlformats.org/officeDocument/2006/relationships/image" Target="/ppt/media/image.png" Id="R866c8b1495e84e0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05cf0bcab4a76" /><Relationship Type="http://schemas.openxmlformats.org/officeDocument/2006/relationships/image" Target="/ppt/media/image.png" Id="R090e2723eb14426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5d905ba474d88" /><Relationship Type="http://schemas.openxmlformats.org/officeDocument/2006/relationships/image" Target="/ppt/media/image.png" Id="R0bff12678e8447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1724496e6b4292" /><Relationship Type="http://schemas.openxmlformats.org/officeDocument/2006/relationships/image" Target="/ppt/media/image.png" Id="R1665c1d45d984e0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f205b0cb4248e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d9c0b0c69444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7ec125f04d4f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54d11491ba4b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713f0faca8477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0780fbaa7749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579fcd431947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6c8b1495e84e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0e2723eb1442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ff12678e8447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65c1d45d984e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aab0b167974853" /><Relationship Type="http://schemas.openxmlformats.org/officeDocument/2006/relationships/slideLayout" Target="/ppt/slideLayouts/slideLayout1.xml" Id="R5bfb70030ccd481d" /><Relationship Type="http://schemas.openxmlformats.org/officeDocument/2006/relationships/slideLayout" Target="/ppt/slideLayouts/slideLayout2.xml" Id="R0faad22bb36649b0" /><Relationship Type="http://schemas.openxmlformats.org/officeDocument/2006/relationships/slideLayout" Target="/ppt/slideLayouts/slideLayout3.xml" Id="R27c454108a644ce8" /><Relationship Type="http://schemas.openxmlformats.org/officeDocument/2006/relationships/slideLayout" Target="/ppt/slideLayouts/slideLayout4.xml" Id="R3ae5d18d9a3748d7" /><Relationship Type="http://schemas.openxmlformats.org/officeDocument/2006/relationships/slideLayout" Target="/ppt/slideLayouts/slideLayout5.xml" Id="Rdba6fcfee1e34bb1" /><Relationship Type="http://schemas.openxmlformats.org/officeDocument/2006/relationships/slideLayout" Target="/ppt/slideLayouts/slideLayout6.xml" Id="R4eba57d94fbc44e9" /><Relationship Type="http://schemas.openxmlformats.org/officeDocument/2006/relationships/slideLayout" Target="/ppt/slideLayouts/slideLayout7.xml" Id="R1331a4549ccc4ea9" /><Relationship Type="http://schemas.openxmlformats.org/officeDocument/2006/relationships/slideLayout" Target="/ppt/slideLayouts/slideLayout8.xml" Id="R7801c905220d445a" /><Relationship Type="http://schemas.openxmlformats.org/officeDocument/2006/relationships/slideLayout" Target="/ppt/slideLayouts/slideLayout9.xml" Id="R15b52824d11a4c7e" /><Relationship Type="http://schemas.openxmlformats.org/officeDocument/2006/relationships/slideLayout" Target="/ppt/slideLayouts/slideLayout10.xml" Id="R2cfc43794787457c" /><Relationship Type="http://schemas.openxmlformats.org/officeDocument/2006/relationships/slideLayout" Target="/ppt/slideLayouts/slideLayout11.xml" Id="Re7a4997abf294a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fb70030ccd481d"/>
    <p:sldLayoutId xmlns:r="http://schemas.openxmlformats.org/officeDocument/2006/relationships" id="2147483650" r:id="R0faad22bb36649b0"/>
    <p:sldLayoutId xmlns:r="http://schemas.openxmlformats.org/officeDocument/2006/relationships" id="2147483651" r:id="R27c454108a644ce8"/>
    <p:sldLayoutId xmlns:r="http://schemas.openxmlformats.org/officeDocument/2006/relationships" id="2147483652" r:id="R3ae5d18d9a3748d7"/>
    <p:sldLayoutId xmlns:r="http://schemas.openxmlformats.org/officeDocument/2006/relationships" id="2147483653" r:id="Rdba6fcfee1e34bb1"/>
    <p:sldLayoutId xmlns:r="http://schemas.openxmlformats.org/officeDocument/2006/relationships" id="2147483654" r:id="R4eba57d94fbc44e9"/>
    <p:sldLayoutId xmlns:r="http://schemas.openxmlformats.org/officeDocument/2006/relationships" id="2147483655" r:id="R1331a4549ccc4ea9"/>
    <p:sldLayoutId xmlns:r="http://schemas.openxmlformats.org/officeDocument/2006/relationships" id="2147483656" r:id="R7801c905220d445a"/>
    <p:sldLayoutId xmlns:r="http://schemas.openxmlformats.org/officeDocument/2006/relationships" id="2147483657" r:id="R15b52824d11a4c7e"/>
    <p:sldLayoutId xmlns:r="http://schemas.openxmlformats.org/officeDocument/2006/relationships" id="2147483658" r:id="R2cfc43794787457c"/>
    <p:sldLayoutId xmlns:r="http://schemas.openxmlformats.org/officeDocument/2006/relationships" id="2147483659" r:id="Re7a4997abf294a9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e42def34d4b16" /><Relationship Type="http://schemas.openxmlformats.org/officeDocument/2006/relationships/notesSlide" Target="/ppt/notesSlides/notesSlide1.xml" Id="Rd106b092234745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f05b5096fa481c" /><Relationship Type="http://schemas.openxmlformats.org/officeDocument/2006/relationships/notesSlide" Target="/ppt/notesSlides/notesSlide2.xml" Id="R0d7d04b78c6343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1b2e61c08745a6" /><Relationship Type="http://schemas.openxmlformats.org/officeDocument/2006/relationships/notesSlide" Target="/ppt/notesSlides/notesSlide3.xml" Id="Rc46e2b70ae4148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b79306789c42d7" /><Relationship Type="http://schemas.openxmlformats.org/officeDocument/2006/relationships/notesSlide" Target="/ppt/notesSlides/notesSlide4.xml" Id="R0fad0182897d4e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265d6d9b424b52" /><Relationship Type="http://schemas.openxmlformats.org/officeDocument/2006/relationships/notesSlide" Target="/ppt/notesSlides/notesSlide5.xml" Id="Re2a4f89e53c345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 wrap="none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0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60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School Club Manager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normAutofit fontScale="9705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stores club records in a 2D list: name, members and room.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Functions show, search, add and update the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calls the functions and repeats until exit.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On exit, it displays the final number of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club records and search them with functions.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2D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],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18,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 and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club's name, members and room on one line.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so it will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matching club's member count, or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club name,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 and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result,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new club and change a member count.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ask for a club name, a whole-number member count and a room.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name, then append the new row to records.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update_members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target, new_members) to change the matching club's member count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or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which club to update and its new count.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updated."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returned value, then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Put all the functions behind a repeating menu.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show, 2: search, 3: add, 4: update, 5: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For choices 1 to 4, ask for any extra input and call the matching function.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"5"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record count:"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of rows.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2026-09-28T06:22:50.8350000Z</dcterms:created>
  <dcterms:modified xsi:type="dcterms:W3CDTF">2026-09-28T06:22:50.8350000Z</dcterms:modified>
</coreProperties>
</file>