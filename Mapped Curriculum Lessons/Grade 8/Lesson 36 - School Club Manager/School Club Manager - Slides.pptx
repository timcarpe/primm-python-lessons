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a986c9f6948e7" /><Relationship Type="http://schemas.openxmlformats.org/officeDocument/2006/relationships/extended-properties" Target="/docProps/app.xml" Id="R6dcf3402aaa64079" /><Relationship Type="http://schemas.openxmlformats.org/officeDocument/2006/relationships/officeDocument" Target="/ppt/presentation.xml" Id="R89e2c2506f564dc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459c2e1b9334a1a"/>
  </p:sldMasterIdLst>
  <p:notesMasterIdLst>
    <p:notesMasterId xmlns:r="http://schemas.openxmlformats.org/officeDocument/2006/relationships" r:id="Rb0d9b4165c194dc9"/>
  </p:notesMasterIdLst>
  <p:sldIdLst>
    <p:sldId xmlns:r="http://schemas.openxmlformats.org/officeDocument/2006/relationships" id="256" r:id="Rb529bbb116754cc9"/>
    <p:sldId xmlns:r="http://schemas.openxmlformats.org/officeDocument/2006/relationships" id="257" r:id="R6f33a0f21bde48b0"/>
    <p:sldId xmlns:r="http://schemas.openxmlformats.org/officeDocument/2006/relationships" id="258" r:id="R74cabcdf042c4181"/>
    <p:sldId xmlns:r="http://schemas.openxmlformats.org/officeDocument/2006/relationships" id="259" r:id="R953cbdc698074cdd"/>
    <p:sldId xmlns:r="http://schemas.openxmlformats.org/officeDocument/2006/relationships" id="260" r:id="Rbba13353639f49e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e2f423519e0f48f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05026a346469f" /><Relationship Type="http://schemas.openxmlformats.org/officeDocument/2006/relationships/slideMaster" Target="/ppt/slideMasters/slideMaster1.xml" Id="Rb459c2e1b9334a1a" /><Relationship Type="http://schemas.openxmlformats.org/officeDocument/2006/relationships/notesMaster" Target="/ppt/notesMasters/notesMaster1.xml" Id="Rb0d9b4165c194dc9" /><Relationship Type="http://schemas.openxmlformats.org/officeDocument/2006/relationships/presProps" Target="/ppt/presProps.xml" Id="Red31d090265c473a" /><Relationship Type="http://schemas.openxmlformats.org/officeDocument/2006/relationships/viewProps" Target="/ppt/viewProps.xml" Id="R33694e8cc5d44f19" /><Relationship Type="http://schemas.openxmlformats.org/officeDocument/2006/relationships/tableStyles" Target="/ppt/tableStyles.xml" Id="R66d680c6242f411c" /><Relationship Type="http://schemas.openxmlformats.org/officeDocument/2006/relationships/font" Target="/ppt/fonts/font.dat" Id="Re2f423519e0f48f3" /><Relationship Type="http://schemas.openxmlformats.org/officeDocument/2006/relationships/slide" Target="/ppt/slides/slide1.xml" Id="Rb529bbb116754cc9" /><Relationship Type="http://schemas.openxmlformats.org/officeDocument/2006/relationships/slide" Target="/ppt/slides/slide2.xml" Id="R6f33a0f21bde48b0" /><Relationship Type="http://schemas.openxmlformats.org/officeDocument/2006/relationships/slide" Target="/ppt/slides/slide3.xml" Id="R74cabcdf042c4181" /><Relationship Type="http://schemas.openxmlformats.org/officeDocument/2006/relationships/slide" Target="/ppt/slides/slide4.xml" Id="R953cbdc698074cdd" /><Relationship Type="http://schemas.openxmlformats.org/officeDocument/2006/relationships/slide" Target="/ppt/slides/slide5.xml" Id="Rbba13353639f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ec2c611376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1967b1b7334184" /><Relationship Type="http://schemas.openxmlformats.org/officeDocument/2006/relationships/notesMaster" Target="/ppt/notesMasters/notesMaster1.xml" Id="Rcfbb69763d1846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5aaa7a4e074ba1" /><Relationship Type="http://schemas.openxmlformats.org/officeDocument/2006/relationships/notesMaster" Target="/ppt/notesMasters/notesMaster1.xml" Id="R3b080e58069c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c0a75fafe84a48" /><Relationship Type="http://schemas.openxmlformats.org/officeDocument/2006/relationships/notesMaster" Target="/ppt/notesMasters/notesMaster1.xml" Id="R1dfc086ad558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427ed08fc84154" /><Relationship Type="http://schemas.openxmlformats.org/officeDocument/2006/relationships/notesMaster" Target="/ppt/notesMasters/notesMaster1.xml" Id="R8f4f41e08775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6aaf7299864f6b" /><Relationship Type="http://schemas.openxmlformats.org/officeDocument/2006/relationships/notesMaster" Target="/ppt/notesMasters/notesMaster1.xml" Id="Rbcccf572323b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19e062d9a49d1" /><Relationship Type="http://schemas.openxmlformats.org/officeDocument/2006/relationships/image" Target="/ppt/media/image.png" Id="Rb125acb91a1045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9b2bceef74e5b" /><Relationship Type="http://schemas.openxmlformats.org/officeDocument/2006/relationships/image" Target="/ppt/media/image.png" Id="Rb29fde28488c4f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603128ab64963" /><Relationship Type="http://schemas.openxmlformats.org/officeDocument/2006/relationships/image" Target="/ppt/media/image.png" Id="R904a7b18efcd4c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ef158d69649c2" /><Relationship Type="http://schemas.openxmlformats.org/officeDocument/2006/relationships/image" Target="/ppt/media/image.png" Id="R0f1b8f80b2ee4b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fec3b92704144" /><Relationship Type="http://schemas.openxmlformats.org/officeDocument/2006/relationships/image" Target="/ppt/media/image.png" Id="R3a102b59b59c40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ff3808b7146b1" /><Relationship Type="http://schemas.openxmlformats.org/officeDocument/2006/relationships/image" Target="/ppt/media/image.png" Id="Rdada6758f5fe49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6d3a0506143f8" /><Relationship Type="http://schemas.openxmlformats.org/officeDocument/2006/relationships/image" Target="/ppt/media/image.png" Id="Rf2f4d04f00d644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1081a9a4a4ca3" /><Relationship Type="http://schemas.openxmlformats.org/officeDocument/2006/relationships/image" Target="/ppt/media/image.png" Id="Rc030e6cede3b4e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64d1bddb74913" /><Relationship Type="http://schemas.openxmlformats.org/officeDocument/2006/relationships/image" Target="/ppt/media/image.png" Id="R343c1460aff347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9e234d88b47e9" /><Relationship Type="http://schemas.openxmlformats.org/officeDocument/2006/relationships/image" Target="/ppt/media/image.png" Id="R91fceb869c1a47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3e6151b8447f3" /><Relationship Type="http://schemas.openxmlformats.org/officeDocument/2006/relationships/image" Target="/ppt/media/image.png" Id="R797c95ad23784df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25acb91a1045ca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9fde28488c4f5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4a7b18efcd4c7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1b8f80b2ee4b3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102b59b59c40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da6758f5fe49c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f4d04f00d6440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30e6cede3b4ec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3c1460aff3477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fceb869c1a476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7c95ad23784df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bdb85b7a844f7" /><Relationship Type="http://schemas.openxmlformats.org/officeDocument/2006/relationships/slideLayout" Target="/ppt/slideLayouts/slideLayout1.xml" Id="R159dcfc0367546d8" /><Relationship Type="http://schemas.openxmlformats.org/officeDocument/2006/relationships/slideLayout" Target="/ppt/slideLayouts/slideLayout2.xml" Id="Re7bdff822e7f44a7" /><Relationship Type="http://schemas.openxmlformats.org/officeDocument/2006/relationships/slideLayout" Target="/ppt/slideLayouts/slideLayout3.xml" Id="Re77e1026753548ab" /><Relationship Type="http://schemas.openxmlformats.org/officeDocument/2006/relationships/slideLayout" Target="/ppt/slideLayouts/slideLayout4.xml" Id="R4e85054019c643fb" /><Relationship Type="http://schemas.openxmlformats.org/officeDocument/2006/relationships/slideLayout" Target="/ppt/slideLayouts/slideLayout5.xml" Id="R51b99c0b8cb243d2" /><Relationship Type="http://schemas.openxmlformats.org/officeDocument/2006/relationships/slideLayout" Target="/ppt/slideLayouts/slideLayout6.xml" Id="Rcda524cd58df44d8" /><Relationship Type="http://schemas.openxmlformats.org/officeDocument/2006/relationships/slideLayout" Target="/ppt/slideLayouts/slideLayout7.xml" Id="Rd41fd61877964ef6" /><Relationship Type="http://schemas.openxmlformats.org/officeDocument/2006/relationships/slideLayout" Target="/ppt/slideLayouts/slideLayout8.xml" Id="R07fac4acd7814e78" /><Relationship Type="http://schemas.openxmlformats.org/officeDocument/2006/relationships/slideLayout" Target="/ppt/slideLayouts/slideLayout9.xml" Id="R3e5c104057a94452" /><Relationship Type="http://schemas.openxmlformats.org/officeDocument/2006/relationships/slideLayout" Target="/ppt/slideLayouts/slideLayout10.xml" Id="R01faa08554104799" /><Relationship Type="http://schemas.openxmlformats.org/officeDocument/2006/relationships/slideLayout" Target="/ppt/slideLayouts/slideLayout11.xml" Id="Rf5ca2a520e9d40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dcfc0367546d8"/>
    <p:sldLayoutId xmlns:r="http://schemas.openxmlformats.org/officeDocument/2006/relationships" id="2147483650" r:id="Re7bdff822e7f44a7"/>
    <p:sldLayoutId xmlns:r="http://schemas.openxmlformats.org/officeDocument/2006/relationships" id="2147483651" r:id="Re77e1026753548ab"/>
    <p:sldLayoutId xmlns:r="http://schemas.openxmlformats.org/officeDocument/2006/relationships" id="2147483652" r:id="R4e85054019c643fb"/>
    <p:sldLayoutId xmlns:r="http://schemas.openxmlformats.org/officeDocument/2006/relationships" id="2147483653" r:id="R51b99c0b8cb243d2"/>
    <p:sldLayoutId xmlns:r="http://schemas.openxmlformats.org/officeDocument/2006/relationships" id="2147483654" r:id="Rcda524cd58df44d8"/>
    <p:sldLayoutId xmlns:r="http://schemas.openxmlformats.org/officeDocument/2006/relationships" id="2147483655" r:id="Rd41fd61877964ef6"/>
    <p:sldLayoutId xmlns:r="http://schemas.openxmlformats.org/officeDocument/2006/relationships" id="2147483656" r:id="R07fac4acd7814e78"/>
    <p:sldLayoutId xmlns:r="http://schemas.openxmlformats.org/officeDocument/2006/relationships" id="2147483657" r:id="R3e5c104057a94452"/>
    <p:sldLayoutId xmlns:r="http://schemas.openxmlformats.org/officeDocument/2006/relationships" id="2147483658" r:id="R01faa08554104799"/>
    <p:sldLayoutId xmlns:r="http://schemas.openxmlformats.org/officeDocument/2006/relationships" id="2147483659" r:id="Rf5ca2a520e9d40c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7d4c672f4bd8" /><Relationship Type="http://schemas.openxmlformats.org/officeDocument/2006/relationships/notesSlide" Target="/ppt/notesSlides/notesSlide1.xml" Id="R67adba65827e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4bf5bacf64fc9" /><Relationship Type="http://schemas.openxmlformats.org/officeDocument/2006/relationships/notesSlide" Target="/ppt/notesSlides/notesSlide2.xml" Id="R184764760cd84c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3aff5087574566" /><Relationship Type="http://schemas.openxmlformats.org/officeDocument/2006/relationships/notesSlide" Target="/ppt/notesSlides/notesSlide3.xml" Id="R2f0466a573b4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7e06b9f9a64a6b" /><Relationship Type="http://schemas.openxmlformats.org/officeDocument/2006/relationships/notesSlide" Target="/ppt/notesSlides/notesSlide4.xml" Id="R3a3b7fcbeea3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905e6acd204c4e" /><Relationship Type="http://schemas.openxmlformats.org/officeDocument/2006/relationships/notesSlide" Target="/ppt/notesSlides/notesSlide5.xml" Id="Rebe8687f402a45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524000"/>
            <a:ext cx="9906000" cy="1190625"/>
          </a:xfrm>
        </p:spPr>
        <p:txBody>
          <a:bodyPr xmlns:a="http://schemas.openxmlformats.org/drawingml/2006/main" wrap="none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6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School Club Manager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the finished program works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525000" cy="3819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>
            <a:normAutofit fontScale="9705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program stores club records in a 2D list: name, members and room.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Functions show, search, add and update the records.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menu calls the functions and repeats until exit.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On exit, it displays the final number of records.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Complete, test and save each challenge before moving on.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Store club records and search them with functions.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Create a 2D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clubs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rows [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12,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"R1"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], [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18,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"R2"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] and [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15,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"R3"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].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Write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show_records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(records) to display each club's name, members and room on one line.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Write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(records, target) so it will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the matching club's member count, or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-1 after the loop when nothing matches.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4. In the main program, call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show_records()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club name,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lower()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 it and call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result, 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-1.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challenge1.py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new club and change a member count.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Write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add_record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(records) to ask for a club name, a whole-number member count and a room.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lower()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 the name, then append the new row to records.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Write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update_members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(records, target, new_members) to change the matching club's member count and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or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the loop when nothing matches.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In the main program, call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add_record()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ask which club to update and its new count.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updated."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from the returned value, then call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show_records()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challenge2.py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Put all the functions behind a repeating menu.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Store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running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show, 2: search, 3: add, 4: update, 5: exit"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ask for a choice.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For choices 1 to 4, ask for any extra input and call the matching function.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For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"5"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store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running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anything else,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a valid option."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4. After the loop,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"Final record count:"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number of rows.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challenge3.py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2026-09-29T02:10:23.0720000Z</dcterms:created>
  <dcterms:modified xsi:type="dcterms:W3CDTF">2026-09-29T02:10:23.0720000Z</dcterms:modified>
</coreProperties>
</file>