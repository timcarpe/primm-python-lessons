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28330408494267" /><Relationship Type="http://schemas.openxmlformats.org/officeDocument/2006/relationships/extended-properties" Target="/docProps/app.xml" Id="R5ee0537b82fa4e22" /><Relationship Type="http://schemas.openxmlformats.org/officeDocument/2006/relationships/officeDocument" Target="/ppt/presentation.xml" Id="R810549170e44424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316024e4c774835"/>
  </p:sldMasterIdLst>
  <p:notesMasterIdLst>
    <p:notesMasterId xmlns:r="http://schemas.openxmlformats.org/officeDocument/2006/relationships" r:id="R646ad5452d384e9b"/>
  </p:notesMasterIdLst>
  <p:sldIdLst>
    <p:sldId xmlns:r="http://schemas.openxmlformats.org/officeDocument/2006/relationships" id="256" r:id="R8830766229134729"/>
    <p:sldId xmlns:r="http://schemas.openxmlformats.org/officeDocument/2006/relationships" id="257" r:id="R699f35efcec74205"/>
    <p:sldId xmlns:r="http://schemas.openxmlformats.org/officeDocument/2006/relationships" id="258" r:id="R01f573cf41fe4acc"/>
    <p:sldId xmlns:r="http://schemas.openxmlformats.org/officeDocument/2006/relationships" id="259" r:id="R22f1fb60bd374635"/>
    <p:sldId xmlns:r="http://schemas.openxmlformats.org/officeDocument/2006/relationships" id="260" r:id="R4885a8fe407b48b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15b236da237455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2f908dc7034662" /><Relationship Type="http://schemas.openxmlformats.org/officeDocument/2006/relationships/slideMaster" Target="/ppt/slideMasters/slideMaster1.xml" Id="Rf316024e4c774835" /><Relationship Type="http://schemas.openxmlformats.org/officeDocument/2006/relationships/notesMaster" Target="/ppt/notesMasters/notesMaster1.xml" Id="R646ad5452d384e9b" /><Relationship Type="http://schemas.openxmlformats.org/officeDocument/2006/relationships/presProps" Target="/ppt/presProps.xml" Id="R1e05081ceaf74f39" /><Relationship Type="http://schemas.openxmlformats.org/officeDocument/2006/relationships/viewProps" Target="/ppt/viewProps.xml" Id="Rab2856e138394dd1" /><Relationship Type="http://schemas.openxmlformats.org/officeDocument/2006/relationships/tableStyles" Target="/ppt/tableStyles.xml" Id="Rcad5bf43359844d5" /><Relationship Type="http://schemas.openxmlformats.org/officeDocument/2006/relationships/font" Target="/ppt/fonts/font.dat" Id="R615b236da2374553" /><Relationship Type="http://schemas.openxmlformats.org/officeDocument/2006/relationships/slide" Target="/ppt/slides/slide1.xml" Id="R8830766229134729" /><Relationship Type="http://schemas.openxmlformats.org/officeDocument/2006/relationships/slide" Target="/ppt/slides/slide2.xml" Id="R699f35efcec74205" /><Relationship Type="http://schemas.openxmlformats.org/officeDocument/2006/relationships/slide" Target="/ppt/slides/slide3.xml" Id="R01f573cf41fe4acc" /><Relationship Type="http://schemas.openxmlformats.org/officeDocument/2006/relationships/slide" Target="/ppt/slides/slide4.xml" Id="R22f1fb60bd374635" /><Relationship Type="http://schemas.openxmlformats.org/officeDocument/2006/relationships/slide" Target="/ppt/slides/slide5.xml" Id="R4885a8fe407b48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2ebeacd5624d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decec141994b12" /><Relationship Type="http://schemas.openxmlformats.org/officeDocument/2006/relationships/notesMaster" Target="/ppt/notesMasters/notesMaster1.xml" Id="R6784339e1f6742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8f438814d344c3" /><Relationship Type="http://schemas.openxmlformats.org/officeDocument/2006/relationships/notesMaster" Target="/ppt/notesMasters/notesMaster1.xml" Id="R00423d513b644e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435eab702445b8" /><Relationship Type="http://schemas.openxmlformats.org/officeDocument/2006/relationships/notesMaster" Target="/ppt/notesMasters/notesMaster1.xml" Id="R5b2d1798f2544e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c427fa35eb417c" /><Relationship Type="http://schemas.openxmlformats.org/officeDocument/2006/relationships/notesMaster" Target="/ppt/notesMasters/notesMaster1.xml" Id="R5bc13f38f8234d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76fd34a75449d8" /><Relationship Type="http://schemas.openxmlformats.org/officeDocument/2006/relationships/notesMaster" Target="/ppt/notesMasters/notesMaster1.xml" Id="R11ac3ce9e76a4d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Arcade Tournament - Slides.pptx</a:t>
            </a:r>
          </a:p>
          <a:p xmlns:a="http://schemas.openxmlformats.org/drawingml/2006/main">
            <a:r>
              <a:t>- Assigned local asset: lesson_compiler/assets/lesson15/camera-canonical.png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8f648435984689" /><Relationship Type="http://schemas.openxmlformats.org/officeDocument/2006/relationships/image" Target="/ppt/media/image.png" Id="R6cff7ff816064e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3f317baa643ce" /><Relationship Type="http://schemas.openxmlformats.org/officeDocument/2006/relationships/image" Target="/ppt/media/image.png" Id="Re6c753b9d6e54d3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508a8cedfd4fbd" /><Relationship Type="http://schemas.openxmlformats.org/officeDocument/2006/relationships/image" Target="/ppt/media/image.png" Id="R53ad0b9a22b14e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f583e91dd54ccd" /><Relationship Type="http://schemas.openxmlformats.org/officeDocument/2006/relationships/image" Target="/ppt/media/image.png" Id="R5dc64f82dbce4e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4908a4bb4d4c45" /><Relationship Type="http://schemas.openxmlformats.org/officeDocument/2006/relationships/image" Target="/ppt/media/image.png" Id="R1344e1ce8abd454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68d2a2fe245fe" /><Relationship Type="http://schemas.openxmlformats.org/officeDocument/2006/relationships/image" Target="/ppt/media/image.png" Id="Re154be8560ea439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a134ee99ab4eb5" /><Relationship Type="http://schemas.openxmlformats.org/officeDocument/2006/relationships/image" Target="/ppt/media/image.png" Id="Rac009d54a0fe4b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128952eeae4c53" /><Relationship Type="http://schemas.openxmlformats.org/officeDocument/2006/relationships/image" Target="/ppt/media/image.png" Id="R26d84e668988442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52a28641494e95" /><Relationship Type="http://schemas.openxmlformats.org/officeDocument/2006/relationships/image" Target="/ppt/media/image.png" Id="R1186e2351f86442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ac604360084ae8" /><Relationship Type="http://schemas.openxmlformats.org/officeDocument/2006/relationships/image" Target="/ppt/media/image.png" Id="R24875b22103f457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64b36d5ea34d02" /><Relationship Type="http://schemas.openxmlformats.org/officeDocument/2006/relationships/image" Target="/ppt/media/image.png" Id="R330e5ac1e93c472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cff7ff816064e4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c753b9d6e54d3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ad0b9a22b14e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c64f82dbce4e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44e1ce8abd45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54be8560ea439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009d54a0fe4b3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d84e66898844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86e2351f8644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875b22103f45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0e5ac1e93c47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8b07c63cc54e65" /><Relationship Type="http://schemas.openxmlformats.org/officeDocument/2006/relationships/slideLayout" Target="/ppt/slideLayouts/slideLayout1.xml" Id="R7ef10cfc814241f7" /><Relationship Type="http://schemas.openxmlformats.org/officeDocument/2006/relationships/slideLayout" Target="/ppt/slideLayouts/slideLayout2.xml" Id="R6ff25ccad3b4467a" /><Relationship Type="http://schemas.openxmlformats.org/officeDocument/2006/relationships/slideLayout" Target="/ppt/slideLayouts/slideLayout3.xml" Id="R1a6ca81969894185" /><Relationship Type="http://schemas.openxmlformats.org/officeDocument/2006/relationships/slideLayout" Target="/ppt/slideLayouts/slideLayout4.xml" Id="R074cb520c19f4327" /><Relationship Type="http://schemas.openxmlformats.org/officeDocument/2006/relationships/slideLayout" Target="/ppt/slideLayouts/slideLayout5.xml" Id="Ra21a9eea44de46eb" /><Relationship Type="http://schemas.openxmlformats.org/officeDocument/2006/relationships/slideLayout" Target="/ppt/slideLayouts/slideLayout6.xml" Id="R5cb93a8541ce4711" /><Relationship Type="http://schemas.openxmlformats.org/officeDocument/2006/relationships/slideLayout" Target="/ppt/slideLayouts/slideLayout7.xml" Id="R723872d3794b4b9c" /><Relationship Type="http://schemas.openxmlformats.org/officeDocument/2006/relationships/slideLayout" Target="/ppt/slideLayouts/slideLayout8.xml" Id="R8150d5a36aad4c6b" /><Relationship Type="http://schemas.openxmlformats.org/officeDocument/2006/relationships/slideLayout" Target="/ppt/slideLayouts/slideLayout9.xml" Id="Rd1f7a8288cfa4dff" /><Relationship Type="http://schemas.openxmlformats.org/officeDocument/2006/relationships/slideLayout" Target="/ppt/slideLayouts/slideLayout10.xml" Id="R1d2a0c9cb02b4f1c" /><Relationship Type="http://schemas.openxmlformats.org/officeDocument/2006/relationships/slideLayout" Target="/ppt/slideLayouts/slideLayout11.xml" Id="R95cd3508c75b4c0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f10cfc814241f7"/>
    <p:sldLayoutId xmlns:r="http://schemas.openxmlformats.org/officeDocument/2006/relationships" id="2147483650" r:id="R6ff25ccad3b4467a"/>
    <p:sldLayoutId xmlns:r="http://schemas.openxmlformats.org/officeDocument/2006/relationships" id="2147483651" r:id="R1a6ca81969894185"/>
    <p:sldLayoutId xmlns:r="http://schemas.openxmlformats.org/officeDocument/2006/relationships" id="2147483652" r:id="R074cb520c19f4327"/>
    <p:sldLayoutId xmlns:r="http://schemas.openxmlformats.org/officeDocument/2006/relationships" id="2147483653" r:id="Ra21a9eea44de46eb"/>
    <p:sldLayoutId xmlns:r="http://schemas.openxmlformats.org/officeDocument/2006/relationships" id="2147483654" r:id="R5cb93a8541ce4711"/>
    <p:sldLayoutId xmlns:r="http://schemas.openxmlformats.org/officeDocument/2006/relationships" id="2147483655" r:id="R723872d3794b4b9c"/>
    <p:sldLayoutId xmlns:r="http://schemas.openxmlformats.org/officeDocument/2006/relationships" id="2147483656" r:id="R8150d5a36aad4c6b"/>
    <p:sldLayoutId xmlns:r="http://schemas.openxmlformats.org/officeDocument/2006/relationships" id="2147483657" r:id="Rd1f7a8288cfa4dff"/>
    <p:sldLayoutId xmlns:r="http://schemas.openxmlformats.org/officeDocument/2006/relationships" id="2147483658" r:id="R1d2a0c9cb02b4f1c"/>
    <p:sldLayoutId xmlns:r="http://schemas.openxmlformats.org/officeDocument/2006/relationships" id="2147483659" r:id="R95cd3508c75b4c0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7ab64bdd14adb" /><Relationship Type="http://schemas.openxmlformats.org/officeDocument/2006/relationships/notesSlide" Target="/ppt/notesSlides/notesSlide1.xml" Id="R9a9733bed8944c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4504b332d24544" /><Relationship Type="http://schemas.openxmlformats.org/officeDocument/2006/relationships/notesSlide" Target="/ppt/notesSlides/notesSlide2.xml" Id="R60fcefd45c9e47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7dd8cb172f4e0f" /><Relationship Type="http://schemas.openxmlformats.org/officeDocument/2006/relationships/notesSlide" Target="/ppt/notesSlides/notesSlide3.xml" Id="Ra299f1f092f04b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32c3e1a7414551" /><Relationship Type="http://schemas.openxmlformats.org/officeDocument/2006/relationships/notesSlide" Target="/ppt/notesSlides/notesSlide4.xml" Id="R685826e003644d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da1226b46e4177" /><Relationship Type="http://schemas.openxmlformats.org/officeDocument/2006/relationships/notesSlide" Target="/ppt/notesSlides/notesSlide5.xml" Id="R90a01b0b6892425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 wrap="none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0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60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School Club Manager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381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normAutofit fontScale="9705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stores club records in a 2D list: name, members and room.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Functions show, search, add and update the records.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menu calls the functions and repeats until exit.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On exit, it displays the final number of records.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club records and search them with functions.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 2D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12,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"R1"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],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18,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"R2"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 and [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15,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"R3"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display each club's name, members and room on one line.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target) so it will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matching club's member count, or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-1 after the loop when nothing matches.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In the main program,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club name,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it and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result, 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-1.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new club and change a member count.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add_record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ask for a club name, a whole-number member count and a room.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name, then append the new row to records.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Write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update_members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target, new_members) to change the matching club's member count and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or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loop when nothing matches.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In the main program,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add_record()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which club to update and its new count.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updated."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the returned value, then call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400" b="1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pPr>
            <a:r>
              <a:rPr sz="44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Put all the functions behind a repeating menu.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show, 2: search, 3: add, 4: update, 5: exit"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ask for a choice.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For choices 1 to 4, ask for any extra input and call the matching function.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"5"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anything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 valid option."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After the loop,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"Final record count:"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 of rows.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2026-09-28T08:31:54.7790000Z</dcterms:created>
  <dcterms:modified xsi:type="dcterms:W3CDTF">2026-09-28T08:31:54.7790000Z</dcterms:modified>
</coreProperties>
</file>