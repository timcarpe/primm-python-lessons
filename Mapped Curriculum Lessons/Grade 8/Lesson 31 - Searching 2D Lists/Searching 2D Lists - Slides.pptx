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028d33cae7d48c9" /><Relationship Type="http://schemas.openxmlformats.org/officeDocument/2006/relationships/extended-properties" Target="/docProps/app.xml" Id="R93bd874c5801448a" /><Relationship Type="http://schemas.openxmlformats.org/officeDocument/2006/relationships/officeDocument" Target="/ppt/presentation.xml" Id="Rdbe1face61e34aea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6097dea67da24bff"/>
  </p:sldMasterIdLst>
  <p:notesMasterIdLst>
    <p:notesMasterId xmlns:r="http://schemas.openxmlformats.org/officeDocument/2006/relationships" r:id="R65515b2d262b4a16"/>
  </p:notesMasterIdLst>
  <p:sldIdLst>
    <p:sldId xmlns:r="http://schemas.openxmlformats.org/officeDocument/2006/relationships" id="256" r:id="R7e38c25469724375"/>
    <p:sldId xmlns:r="http://schemas.openxmlformats.org/officeDocument/2006/relationships" id="257" r:id="R2bd7c76ca4d34fd2"/>
    <p:sldId xmlns:r="http://schemas.openxmlformats.org/officeDocument/2006/relationships" id="258" r:id="R0e3ac0662f2e47e5"/>
    <p:sldId xmlns:r="http://schemas.openxmlformats.org/officeDocument/2006/relationships" id="259" r:id="R3f76e786bdd8462d"/>
    <p:sldId xmlns:r="http://schemas.openxmlformats.org/officeDocument/2006/relationships" id="260" r:id="Rdd4026a2b33e4a57"/>
    <p:sldId xmlns:r="http://schemas.openxmlformats.org/officeDocument/2006/relationships" id="261" r:id="R39fce1b2dc1f4591"/>
    <p:sldId xmlns:r="http://schemas.openxmlformats.org/officeDocument/2006/relationships" id="262" r:id="Rb88458a081ec44b6"/>
    <p:sldId xmlns:r="http://schemas.openxmlformats.org/officeDocument/2006/relationships" id="263" r:id="R9176fd07e6e1468c"/>
    <p:sldId xmlns:r="http://schemas.openxmlformats.org/officeDocument/2006/relationships" id="264" r:id="R1b6aa762076740aa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d82229c84b4c4916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c2bba4e1290490b" /><Relationship Type="http://schemas.openxmlformats.org/officeDocument/2006/relationships/slideMaster" Target="/ppt/slideMasters/slideMaster1.xml" Id="R6097dea67da24bff" /><Relationship Type="http://schemas.openxmlformats.org/officeDocument/2006/relationships/notesMaster" Target="/ppt/notesMasters/notesMaster1.xml" Id="R65515b2d262b4a16" /><Relationship Type="http://schemas.openxmlformats.org/officeDocument/2006/relationships/presProps" Target="/ppt/presProps.xml" Id="Rd5d79d596f3644f9" /><Relationship Type="http://schemas.openxmlformats.org/officeDocument/2006/relationships/viewProps" Target="/ppt/viewProps.xml" Id="R72a8e69aa0914e0d" /><Relationship Type="http://schemas.openxmlformats.org/officeDocument/2006/relationships/tableStyles" Target="/ppt/tableStyles.xml" Id="Rcd952c68fd7f4072" /><Relationship Type="http://schemas.openxmlformats.org/officeDocument/2006/relationships/font" Target="/ppt/fonts/font.dat" Id="Rd82229c84b4c4916" /><Relationship Type="http://schemas.openxmlformats.org/officeDocument/2006/relationships/slide" Target="/ppt/slides/slide1.xml" Id="R7e38c25469724375" /><Relationship Type="http://schemas.openxmlformats.org/officeDocument/2006/relationships/slide" Target="/ppt/slides/slide2.xml" Id="R2bd7c76ca4d34fd2" /><Relationship Type="http://schemas.openxmlformats.org/officeDocument/2006/relationships/slide" Target="/ppt/slides/slide3.xml" Id="R0e3ac0662f2e47e5" /><Relationship Type="http://schemas.openxmlformats.org/officeDocument/2006/relationships/slide" Target="/ppt/slides/slide4.xml" Id="R3f76e786bdd8462d" /><Relationship Type="http://schemas.openxmlformats.org/officeDocument/2006/relationships/slide" Target="/ppt/slides/slide5.xml" Id="Rdd4026a2b33e4a57" /><Relationship Type="http://schemas.openxmlformats.org/officeDocument/2006/relationships/slide" Target="/ppt/slides/slide6.xml" Id="R39fce1b2dc1f4591" /><Relationship Type="http://schemas.openxmlformats.org/officeDocument/2006/relationships/slide" Target="/ppt/slides/slide7.xml" Id="Rb88458a081ec44b6" /><Relationship Type="http://schemas.openxmlformats.org/officeDocument/2006/relationships/slide" Target="/ppt/slides/slide8.xml" Id="R9176fd07e6e1468c" /><Relationship Type="http://schemas.openxmlformats.org/officeDocument/2006/relationships/slide" Target="/ppt/slides/slide9.xml" Id="R1b6aa762076740a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dd57df3c4064e7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9da0bc96e424d78" /><Relationship Type="http://schemas.openxmlformats.org/officeDocument/2006/relationships/notesMaster" Target="/ppt/notesMasters/notesMaster1.xml" Id="R130e5ea015ec4e7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9c1b784af424d2b" /><Relationship Type="http://schemas.openxmlformats.org/officeDocument/2006/relationships/notesMaster" Target="/ppt/notesMasters/notesMaster1.xml" Id="R1e74572cbc89466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67343884fe04842" /><Relationship Type="http://schemas.openxmlformats.org/officeDocument/2006/relationships/notesMaster" Target="/ppt/notesMasters/notesMaster1.xml" Id="R5d2039f10338466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5d2fcbb57044b76" /><Relationship Type="http://schemas.openxmlformats.org/officeDocument/2006/relationships/notesMaster" Target="/ppt/notesMasters/notesMaster1.xml" Id="Rb6ba876bbc6e4b9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0ee84fa0f0a498d" /><Relationship Type="http://schemas.openxmlformats.org/officeDocument/2006/relationships/notesMaster" Target="/ppt/notesMasters/notesMaster1.xml" Id="Raa7f86b6e9114b4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7b0c48463644922" /><Relationship Type="http://schemas.openxmlformats.org/officeDocument/2006/relationships/notesMaster" Target="/ppt/notesMasters/notesMaster1.xml" Id="Re5a5f43f9b354ba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be7536410444f81" /><Relationship Type="http://schemas.openxmlformats.org/officeDocument/2006/relationships/notesMaster" Target="/ppt/notesMasters/notesMaster1.xml" Id="R2b3bdbb8bb9d4bc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c7d0b0d8d2e4f43" /><Relationship Type="http://schemas.openxmlformats.org/officeDocument/2006/relationships/notesMaster" Target="/ppt/notesMasters/notesMaster1.xml" Id="R9ab109063bec482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b05fc018cbb49d5" /><Relationship Type="http://schemas.openxmlformats.org/officeDocument/2006/relationships/notesMaster" Target="/ppt/notesMasters/notesMaster1.xml" Id="Rab8c2657a04345c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85561ee12d464e" /><Relationship Type="http://schemas.openxmlformats.org/officeDocument/2006/relationships/image" Target="/ppt/media/image.png" Id="Rb479a672f74841c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2fa97c29164193" /><Relationship Type="http://schemas.openxmlformats.org/officeDocument/2006/relationships/image" Target="/ppt/media/image.png" Id="R96ad2140cd434ed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d6a51581704ec2" /><Relationship Type="http://schemas.openxmlformats.org/officeDocument/2006/relationships/image" Target="/ppt/media/image.png" Id="Rc8bd050c688b403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3b3f15e6864d3a" /><Relationship Type="http://schemas.openxmlformats.org/officeDocument/2006/relationships/image" Target="/ppt/media/image.png" Id="R36423a2630f7434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07e9704b324897" /><Relationship Type="http://schemas.openxmlformats.org/officeDocument/2006/relationships/image" Target="/ppt/media/image.png" Id="R1d9ff3f09a8b454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7efa661bcc4d2b" /><Relationship Type="http://schemas.openxmlformats.org/officeDocument/2006/relationships/image" Target="/ppt/media/image.png" Id="R83ccc1e454a44708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45a61ab392497c" /><Relationship Type="http://schemas.openxmlformats.org/officeDocument/2006/relationships/image" Target="/ppt/media/image.png" Id="R4af90b1f89b4460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77da05f68347bd" /><Relationship Type="http://schemas.openxmlformats.org/officeDocument/2006/relationships/image" Target="/ppt/media/image.png" Id="R254cd248131a4b3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4c4d8fae1e45c9" /><Relationship Type="http://schemas.openxmlformats.org/officeDocument/2006/relationships/image" Target="/ppt/media/image.png" Id="Rebf212062ac145e1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a3b84d496b4829" /><Relationship Type="http://schemas.openxmlformats.org/officeDocument/2006/relationships/image" Target="/ppt/media/image.png" Id="R17d4d4bacf824a8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e8d105bf8e47d0" /><Relationship Type="http://schemas.openxmlformats.org/officeDocument/2006/relationships/image" Target="/ppt/media/image.png" Id="R54329926c4504d88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479a672f74841cc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6ad2140cd434ed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8bd050c688b403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6423a2630f7434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d9ff3f09a8b454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3ccc1e454a4470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af90b1f89b4460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54cd248131a4b3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bf212062ac145e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7d4d4bacf824a8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4329926c4504d8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94c0d4150fd4b39" /><Relationship Type="http://schemas.openxmlformats.org/officeDocument/2006/relationships/slideLayout" Target="/ppt/slideLayouts/slideLayout1.xml" Id="Rf3315277801a4629" /><Relationship Type="http://schemas.openxmlformats.org/officeDocument/2006/relationships/slideLayout" Target="/ppt/slideLayouts/slideLayout2.xml" Id="Re76af7a9bd4041a7" /><Relationship Type="http://schemas.openxmlformats.org/officeDocument/2006/relationships/slideLayout" Target="/ppt/slideLayouts/slideLayout3.xml" Id="Rbffa681064674003" /><Relationship Type="http://schemas.openxmlformats.org/officeDocument/2006/relationships/slideLayout" Target="/ppt/slideLayouts/slideLayout4.xml" Id="R5587f4027f284738" /><Relationship Type="http://schemas.openxmlformats.org/officeDocument/2006/relationships/slideLayout" Target="/ppt/slideLayouts/slideLayout5.xml" Id="Re9c32cb84f1a44aa" /><Relationship Type="http://schemas.openxmlformats.org/officeDocument/2006/relationships/slideLayout" Target="/ppt/slideLayouts/slideLayout6.xml" Id="Rae84c79eb9524de0" /><Relationship Type="http://schemas.openxmlformats.org/officeDocument/2006/relationships/slideLayout" Target="/ppt/slideLayouts/slideLayout7.xml" Id="R2a08b4f458b847db" /><Relationship Type="http://schemas.openxmlformats.org/officeDocument/2006/relationships/slideLayout" Target="/ppt/slideLayouts/slideLayout8.xml" Id="R4e13dba1802f43a2" /><Relationship Type="http://schemas.openxmlformats.org/officeDocument/2006/relationships/slideLayout" Target="/ppt/slideLayouts/slideLayout9.xml" Id="R2204640e5af242ed" /><Relationship Type="http://schemas.openxmlformats.org/officeDocument/2006/relationships/slideLayout" Target="/ppt/slideLayouts/slideLayout10.xml" Id="R12342e2e48da4ab4" /><Relationship Type="http://schemas.openxmlformats.org/officeDocument/2006/relationships/slideLayout" Target="/ppt/slideLayouts/slideLayout11.xml" Id="R0ac9a34a2a64424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3315277801a4629"/>
    <p:sldLayoutId xmlns:r="http://schemas.openxmlformats.org/officeDocument/2006/relationships" id="2147483650" r:id="Re76af7a9bd4041a7"/>
    <p:sldLayoutId xmlns:r="http://schemas.openxmlformats.org/officeDocument/2006/relationships" id="2147483651" r:id="Rbffa681064674003"/>
    <p:sldLayoutId xmlns:r="http://schemas.openxmlformats.org/officeDocument/2006/relationships" id="2147483652" r:id="R5587f4027f284738"/>
    <p:sldLayoutId xmlns:r="http://schemas.openxmlformats.org/officeDocument/2006/relationships" id="2147483653" r:id="Re9c32cb84f1a44aa"/>
    <p:sldLayoutId xmlns:r="http://schemas.openxmlformats.org/officeDocument/2006/relationships" id="2147483654" r:id="Rae84c79eb9524de0"/>
    <p:sldLayoutId xmlns:r="http://schemas.openxmlformats.org/officeDocument/2006/relationships" id="2147483655" r:id="R2a08b4f458b847db"/>
    <p:sldLayoutId xmlns:r="http://schemas.openxmlformats.org/officeDocument/2006/relationships" id="2147483656" r:id="R4e13dba1802f43a2"/>
    <p:sldLayoutId xmlns:r="http://schemas.openxmlformats.org/officeDocument/2006/relationships" id="2147483657" r:id="R2204640e5af242ed"/>
    <p:sldLayoutId xmlns:r="http://schemas.openxmlformats.org/officeDocument/2006/relationships" id="2147483658" r:id="R12342e2e48da4ab4"/>
    <p:sldLayoutId xmlns:r="http://schemas.openxmlformats.org/officeDocument/2006/relationships" id="2147483659" r:id="R0ac9a34a2a644247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67c94c59544540" /><Relationship Type="http://schemas.openxmlformats.org/officeDocument/2006/relationships/notesSlide" Target="/ppt/notesSlides/notesSlide1.xml" Id="Rcced72e5bbf14d5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b1946a4839d494b" /><Relationship Type="http://schemas.openxmlformats.org/officeDocument/2006/relationships/notesSlide" Target="/ppt/notesSlides/notesSlide2.xml" Id="R0026a746ad8d459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8214491dea34de8" /><Relationship Type="http://schemas.openxmlformats.org/officeDocument/2006/relationships/notesSlide" Target="/ppt/notesSlides/notesSlide3.xml" Id="R26e1550e1c604c4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3e6698e795645f3" /><Relationship Type="http://schemas.openxmlformats.org/officeDocument/2006/relationships/notesSlide" Target="/ppt/notesSlides/notesSlide4.xml" Id="R3930dbde64114d6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db9956ee5db4736" /><Relationship Type="http://schemas.openxmlformats.org/officeDocument/2006/relationships/notesSlide" Target="/ppt/notesSlides/notesSlide5.xml" Id="R5e49f3c1fc1841d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678fb36e78348e6" /><Relationship Type="http://schemas.openxmlformats.org/officeDocument/2006/relationships/notesSlide" Target="/ppt/notesSlides/notesSlide6.xml" Id="R86033fa0280a4e7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b192a09f23947d8" /><Relationship Type="http://schemas.openxmlformats.org/officeDocument/2006/relationships/notesSlide" Target="/ppt/notesSlides/notesSlide7.xml" Id="R73b07a8ae97b492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41637534e70447d" /><Relationship Type="http://schemas.openxmlformats.org/officeDocument/2006/relationships/notesSlide" Target="/ppt/notesSlides/notesSlide8.xml" Id="Rd990d64774ae44f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209507d9b442a5" /><Relationship Type="http://schemas.openxmlformats.org/officeDocument/2006/relationships/notesSlide" Target="/ppt/notesSlides/notesSlide9.xml" Id="R198276778c4245c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Searching 2D Lists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31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is the target normalised before it is compared with stored record names?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must found start as False before the search loop?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goes wrong if the not-found message is placed inside the loop?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you enter code, what message appears, and does Club not found. appear?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searches by member count. Ask for a whole number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target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remove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lower()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line. Compare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target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each row's count and display a match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15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"Club: code"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99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updates the club it finds. When a name matches, ask for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new_members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replace that row's count and display the row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20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"Updated: ['chess', 20]"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"Music"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97739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cafe order program with a 2D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menu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: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2],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"cake"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3] and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"soup"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5]. Ask for an item,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lower()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on it, then ask for a whole-number quantity. Use a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find the item and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"Cost:"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with its price times the quantity. If nothing matches,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"Item not found."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the loop.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18], [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15]]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to find: 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target.lower()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club[0]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"Members:"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club[1])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=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12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2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2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2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12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4346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clubs = [[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12],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18]]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"chess"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found =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club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found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found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"Club not found."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2026-09-28T08:30:24.1210000Z</dcterms:created>
  <dcterms:modified xsi:type="dcterms:W3CDTF">2026-09-28T08:30:24.1210000Z</dcterms:modified>
</coreProperties>
</file>