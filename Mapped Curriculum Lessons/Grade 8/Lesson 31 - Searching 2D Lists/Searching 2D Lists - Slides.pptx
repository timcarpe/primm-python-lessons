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eb9421149b46e4" /><Relationship Type="http://schemas.openxmlformats.org/officeDocument/2006/relationships/extended-properties" Target="/docProps/app.xml" Id="R96a738fe4279448f" /><Relationship Type="http://schemas.openxmlformats.org/officeDocument/2006/relationships/officeDocument" Target="/ppt/presentation.xml" Id="R02bfac708c9c4d2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185fe29c7854278"/>
  </p:sldMasterIdLst>
  <p:notesMasterIdLst>
    <p:notesMasterId xmlns:r="http://schemas.openxmlformats.org/officeDocument/2006/relationships" r:id="R7c53b0c7ac54440e"/>
  </p:notesMasterIdLst>
  <p:sldIdLst>
    <p:sldId xmlns:r="http://schemas.openxmlformats.org/officeDocument/2006/relationships" id="256" r:id="R0e1dd393e87543c6"/>
    <p:sldId xmlns:r="http://schemas.openxmlformats.org/officeDocument/2006/relationships" id="257" r:id="R0ce78a3b73814c9c"/>
    <p:sldId xmlns:r="http://schemas.openxmlformats.org/officeDocument/2006/relationships" id="258" r:id="R05c9e40c08f04ec3"/>
    <p:sldId xmlns:r="http://schemas.openxmlformats.org/officeDocument/2006/relationships" id="259" r:id="R87d1b60d62e949bc"/>
    <p:sldId xmlns:r="http://schemas.openxmlformats.org/officeDocument/2006/relationships" id="260" r:id="R7602bad85c234530"/>
    <p:sldId xmlns:r="http://schemas.openxmlformats.org/officeDocument/2006/relationships" id="261" r:id="R6e0b875ff1394ac6"/>
    <p:sldId xmlns:r="http://schemas.openxmlformats.org/officeDocument/2006/relationships" id="262" r:id="R922f08970ddd4244"/>
    <p:sldId xmlns:r="http://schemas.openxmlformats.org/officeDocument/2006/relationships" id="263" r:id="R9f37c3c657db4d99"/>
    <p:sldId xmlns:r="http://schemas.openxmlformats.org/officeDocument/2006/relationships" id="264" r:id="Rbf5ca7a546554f7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ee20dd2953146f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ad7f29a6df4643" /><Relationship Type="http://schemas.openxmlformats.org/officeDocument/2006/relationships/slideMaster" Target="/ppt/slideMasters/slideMaster1.xml" Id="Rc185fe29c7854278" /><Relationship Type="http://schemas.openxmlformats.org/officeDocument/2006/relationships/notesMaster" Target="/ppt/notesMasters/notesMaster1.xml" Id="R7c53b0c7ac54440e" /><Relationship Type="http://schemas.openxmlformats.org/officeDocument/2006/relationships/presProps" Target="/ppt/presProps.xml" Id="R4f1620e54ee34e9f" /><Relationship Type="http://schemas.openxmlformats.org/officeDocument/2006/relationships/viewProps" Target="/ppt/viewProps.xml" Id="R70327847b99b4826" /><Relationship Type="http://schemas.openxmlformats.org/officeDocument/2006/relationships/tableStyles" Target="/ppt/tableStyles.xml" Id="R9530d4e98b244f21" /><Relationship Type="http://schemas.openxmlformats.org/officeDocument/2006/relationships/font" Target="/ppt/fonts/font.dat" Id="R6ee20dd2953146f3" /><Relationship Type="http://schemas.openxmlformats.org/officeDocument/2006/relationships/slide" Target="/ppt/slides/slide1.xml" Id="R0e1dd393e87543c6" /><Relationship Type="http://schemas.openxmlformats.org/officeDocument/2006/relationships/slide" Target="/ppt/slides/slide2.xml" Id="R0ce78a3b73814c9c" /><Relationship Type="http://schemas.openxmlformats.org/officeDocument/2006/relationships/slide" Target="/ppt/slides/slide3.xml" Id="R05c9e40c08f04ec3" /><Relationship Type="http://schemas.openxmlformats.org/officeDocument/2006/relationships/slide" Target="/ppt/slides/slide4.xml" Id="R87d1b60d62e949bc" /><Relationship Type="http://schemas.openxmlformats.org/officeDocument/2006/relationships/slide" Target="/ppt/slides/slide5.xml" Id="R7602bad85c234530" /><Relationship Type="http://schemas.openxmlformats.org/officeDocument/2006/relationships/slide" Target="/ppt/slides/slide6.xml" Id="R6e0b875ff1394ac6" /><Relationship Type="http://schemas.openxmlformats.org/officeDocument/2006/relationships/slide" Target="/ppt/slides/slide7.xml" Id="R922f08970ddd4244" /><Relationship Type="http://schemas.openxmlformats.org/officeDocument/2006/relationships/slide" Target="/ppt/slides/slide8.xml" Id="R9f37c3c657db4d99" /><Relationship Type="http://schemas.openxmlformats.org/officeDocument/2006/relationships/slide" Target="/ppt/slides/slide9.xml" Id="Rbf5ca7a546554f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d81bf34da7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cc6892be1b46e2" /><Relationship Type="http://schemas.openxmlformats.org/officeDocument/2006/relationships/notesMaster" Target="/ppt/notesMasters/notesMaster1.xml" Id="R42d4b9701c8a45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ed652a37bd4abc" /><Relationship Type="http://schemas.openxmlformats.org/officeDocument/2006/relationships/notesMaster" Target="/ppt/notesMasters/notesMaster1.xml" Id="R11ebc793842b4e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f17e81feb74b32" /><Relationship Type="http://schemas.openxmlformats.org/officeDocument/2006/relationships/notesMaster" Target="/ppt/notesMasters/notesMaster1.xml" Id="R1e2e542f7b4d46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9c97fce5264aea" /><Relationship Type="http://schemas.openxmlformats.org/officeDocument/2006/relationships/notesMaster" Target="/ppt/notesMasters/notesMaster1.xml" Id="R7c65838b1b2c4d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82ec6bae384faa" /><Relationship Type="http://schemas.openxmlformats.org/officeDocument/2006/relationships/notesMaster" Target="/ppt/notesMasters/notesMaster1.xml" Id="R23491be328f143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f28f33f6194d89" /><Relationship Type="http://schemas.openxmlformats.org/officeDocument/2006/relationships/notesMaster" Target="/ppt/notesMasters/notesMaster1.xml" Id="R4886ced82f5c40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f77d56d7a042a6" /><Relationship Type="http://schemas.openxmlformats.org/officeDocument/2006/relationships/notesMaster" Target="/ppt/notesMasters/notesMaster1.xml" Id="Rd7f0a4ca4bc248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cd1bf6170c4225" /><Relationship Type="http://schemas.openxmlformats.org/officeDocument/2006/relationships/notesMaster" Target="/ppt/notesMasters/notesMaster1.xml" Id="Re21eeb09db7843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354b671abe4f95" /><Relationship Type="http://schemas.openxmlformats.org/officeDocument/2006/relationships/notesMaster" Target="/ppt/notesMasters/notesMaster1.xml" Id="Re6ace903522747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17a69300074cd0" /><Relationship Type="http://schemas.openxmlformats.org/officeDocument/2006/relationships/image" Target="/ppt/media/image.png" Id="Rc122d08757594bd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189dbcca0340d0" /><Relationship Type="http://schemas.openxmlformats.org/officeDocument/2006/relationships/image" Target="/ppt/media/image.png" Id="R0d18cd9db42146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8ae73ff51140e1" /><Relationship Type="http://schemas.openxmlformats.org/officeDocument/2006/relationships/image" Target="/ppt/media/image.png" Id="Rf51efec5a3cf44c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26c8244b8b4f9d" /><Relationship Type="http://schemas.openxmlformats.org/officeDocument/2006/relationships/image" Target="/ppt/media/image.png" Id="R7788a2d56023463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ad403eeb834e2f" /><Relationship Type="http://schemas.openxmlformats.org/officeDocument/2006/relationships/image" Target="/ppt/media/image.png" Id="R644e4964af88439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99575f66ab40c2" /><Relationship Type="http://schemas.openxmlformats.org/officeDocument/2006/relationships/image" Target="/ppt/media/image.png" Id="Rccc6e26a0e6d451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ac7c857d034820" /><Relationship Type="http://schemas.openxmlformats.org/officeDocument/2006/relationships/image" Target="/ppt/media/image.png" Id="Ra60895a104bf41e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a85d73a60f4d9c" /><Relationship Type="http://schemas.openxmlformats.org/officeDocument/2006/relationships/image" Target="/ppt/media/image.png" Id="Re39c9c5c9dce431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eddfca535a409b" /><Relationship Type="http://schemas.openxmlformats.org/officeDocument/2006/relationships/image" Target="/ppt/media/image.png" Id="Reb3a0a016497406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e94e800cd243bb" /><Relationship Type="http://schemas.openxmlformats.org/officeDocument/2006/relationships/image" Target="/ppt/media/image.png" Id="R64801eeec66042f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ad45e40b034424" /><Relationship Type="http://schemas.openxmlformats.org/officeDocument/2006/relationships/image" Target="/ppt/media/image.png" Id="R4d6b97026997477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22d08757594bd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18cd9db421468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1efec5a3cf44c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88a2d5602346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4e4964af88439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c6e26a0e6d45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0895a104bf41e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9c9c5c9dce43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3a0a016497406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801eeec66042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6b9702699747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3e3ab414df420e" /><Relationship Type="http://schemas.openxmlformats.org/officeDocument/2006/relationships/slideLayout" Target="/ppt/slideLayouts/slideLayout1.xml" Id="R2057e6278e85445b" /><Relationship Type="http://schemas.openxmlformats.org/officeDocument/2006/relationships/slideLayout" Target="/ppt/slideLayouts/slideLayout2.xml" Id="R4ad7e5eeb0f04ca4" /><Relationship Type="http://schemas.openxmlformats.org/officeDocument/2006/relationships/slideLayout" Target="/ppt/slideLayouts/slideLayout3.xml" Id="Rdd5ea19f33054ec4" /><Relationship Type="http://schemas.openxmlformats.org/officeDocument/2006/relationships/slideLayout" Target="/ppt/slideLayouts/slideLayout4.xml" Id="Re794a39302aa4e1c" /><Relationship Type="http://schemas.openxmlformats.org/officeDocument/2006/relationships/slideLayout" Target="/ppt/slideLayouts/slideLayout5.xml" Id="R3d16505e4bb14dbb" /><Relationship Type="http://schemas.openxmlformats.org/officeDocument/2006/relationships/slideLayout" Target="/ppt/slideLayouts/slideLayout6.xml" Id="R0f948ba6c0164070" /><Relationship Type="http://schemas.openxmlformats.org/officeDocument/2006/relationships/slideLayout" Target="/ppt/slideLayouts/slideLayout7.xml" Id="Rf6d4c21c88c64adf" /><Relationship Type="http://schemas.openxmlformats.org/officeDocument/2006/relationships/slideLayout" Target="/ppt/slideLayouts/slideLayout8.xml" Id="Ree93b1b7ad784010" /><Relationship Type="http://schemas.openxmlformats.org/officeDocument/2006/relationships/slideLayout" Target="/ppt/slideLayouts/slideLayout9.xml" Id="Rf364adc21b8b42c6" /><Relationship Type="http://schemas.openxmlformats.org/officeDocument/2006/relationships/slideLayout" Target="/ppt/slideLayouts/slideLayout10.xml" Id="R266642cfab89410c" /><Relationship Type="http://schemas.openxmlformats.org/officeDocument/2006/relationships/slideLayout" Target="/ppt/slideLayouts/slideLayout11.xml" Id="Rd4f914c02b82414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57e6278e85445b"/>
    <p:sldLayoutId xmlns:r="http://schemas.openxmlformats.org/officeDocument/2006/relationships" id="2147483650" r:id="R4ad7e5eeb0f04ca4"/>
    <p:sldLayoutId xmlns:r="http://schemas.openxmlformats.org/officeDocument/2006/relationships" id="2147483651" r:id="Rdd5ea19f33054ec4"/>
    <p:sldLayoutId xmlns:r="http://schemas.openxmlformats.org/officeDocument/2006/relationships" id="2147483652" r:id="Re794a39302aa4e1c"/>
    <p:sldLayoutId xmlns:r="http://schemas.openxmlformats.org/officeDocument/2006/relationships" id="2147483653" r:id="R3d16505e4bb14dbb"/>
    <p:sldLayoutId xmlns:r="http://schemas.openxmlformats.org/officeDocument/2006/relationships" id="2147483654" r:id="R0f948ba6c0164070"/>
    <p:sldLayoutId xmlns:r="http://schemas.openxmlformats.org/officeDocument/2006/relationships" id="2147483655" r:id="Rf6d4c21c88c64adf"/>
    <p:sldLayoutId xmlns:r="http://schemas.openxmlformats.org/officeDocument/2006/relationships" id="2147483656" r:id="Ree93b1b7ad784010"/>
    <p:sldLayoutId xmlns:r="http://schemas.openxmlformats.org/officeDocument/2006/relationships" id="2147483657" r:id="Rf364adc21b8b42c6"/>
    <p:sldLayoutId xmlns:r="http://schemas.openxmlformats.org/officeDocument/2006/relationships" id="2147483658" r:id="R266642cfab89410c"/>
    <p:sldLayoutId xmlns:r="http://schemas.openxmlformats.org/officeDocument/2006/relationships" id="2147483659" r:id="Rd4f914c02b82414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42b3bd1f74fbe" /><Relationship Type="http://schemas.openxmlformats.org/officeDocument/2006/relationships/notesSlide" Target="/ppt/notesSlides/notesSlide1.xml" Id="R9ccb837db1d042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d697551a464f2e" /><Relationship Type="http://schemas.openxmlformats.org/officeDocument/2006/relationships/notesSlide" Target="/ppt/notesSlides/notesSlide2.xml" Id="R9c1b43d40dc446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970be73c2e433e" /><Relationship Type="http://schemas.openxmlformats.org/officeDocument/2006/relationships/notesSlide" Target="/ppt/notesSlides/notesSlide3.xml" Id="R8a5597f2488b44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2786ec6d494cf7" /><Relationship Type="http://schemas.openxmlformats.org/officeDocument/2006/relationships/notesSlide" Target="/ppt/notesSlides/notesSlide4.xml" Id="Rb4fb6e83644f4a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fafb677a3748b7" /><Relationship Type="http://schemas.openxmlformats.org/officeDocument/2006/relationships/notesSlide" Target="/ppt/notesSlides/notesSlide5.xml" Id="Re6a84f7610d94c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d5bfa625ea4e34" /><Relationship Type="http://schemas.openxmlformats.org/officeDocument/2006/relationships/notesSlide" Target="/ppt/notesSlides/notesSlide6.xml" Id="Rd9b1558102444e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47f6b8d1b44a8d" /><Relationship Type="http://schemas.openxmlformats.org/officeDocument/2006/relationships/notesSlide" Target="/ppt/notesSlides/notesSlide7.xml" Id="R192b8227f0b241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3f87c65c294a13" /><Relationship Type="http://schemas.openxmlformats.org/officeDocument/2006/relationships/notesSlide" Target="/ppt/notesSlides/notesSlide8.xml" Id="Re2702eb668584f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000e16d1ac4862" /><Relationship Type="http://schemas.openxmlformats.org/officeDocument/2006/relationships/notesSlide" Target="/ppt/notesSlides/notesSlide9.xml" Id="Re428f77ee6a54b9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Searching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target normalised before it is compared with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found start as False before the search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goes wrong if the not-found message is placed inside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code, what message appears, and does Club not found.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searches by member count. Ask for a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remove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line. Compare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row's count and display a match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15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99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updates the club it finds. When a name matches,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replace that row's count and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 ['chess', 20]"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7739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cafe order program with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menu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: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"soup"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5]. Ask for an item,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it, then ask for a whole-number quantity.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find the item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its price times the quantity. If nothing matches,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"Item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2026-09-28T09:10:57.5650000Z</dcterms:created>
  <dcterms:modified xsi:type="dcterms:W3CDTF">2026-09-28T09:10:57.5650000Z</dcterms:modified>
</coreProperties>
</file>