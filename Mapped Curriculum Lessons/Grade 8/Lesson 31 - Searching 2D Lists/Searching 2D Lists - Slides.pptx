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7ae50c08044390" /><Relationship Type="http://schemas.openxmlformats.org/officeDocument/2006/relationships/extended-properties" Target="/docProps/app.xml" Id="R24a0ac4bb3c6453a" /><Relationship Type="http://schemas.openxmlformats.org/officeDocument/2006/relationships/officeDocument" Target="/ppt/presentation.xml" Id="Re471bf7fb8ab48f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a3877beb74e4c7d"/>
  </p:sldMasterIdLst>
  <p:notesMasterIdLst>
    <p:notesMasterId xmlns:r="http://schemas.openxmlformats.org/officeDocument/2006/relationships" r:id="R91b25b49fbfe42a7"/>
  </p:notesMasterIdLst>
  <p:sldIdLst>
    <p:sldId xmlns:r="http://schemas.openxmlformats.org/officeDocument/2006/relationships" id="256" r:id="R1f0f7f989fc64c51"/>
    <p:sldId xmlns:r="http://schemas.openxmlformats.org/officeDocument/2006/relationships" id="257" r:id="R423068eef02c47e8"/>
    <p:sldId xmlns:r="http://schemas.openxmlformats.org/officeDocument/2006/relationships" id="258" r:id="R3da1fe65da1c4921"/>
    <p:sldId xmlns:r="http://schemas.openxmlformats.org/officeDocument/2006/relationships" id="259" r:id="R5705db9604524ccd"/>
    <p:sldId xmlns:r="http://schemas.openxmlformats.org/officeDocument/2006/relationships" id="260" r:id="R2303bc34e9bf4ca8"/>
    <p:sldId xmlns:r="http://schemas.openxmlformats.org/officeDocument/2006/relationships" id="261" r:id="Rdd3e50690d0d4397"/>
    <p:sldId xmlns:r="http://schemas.openxmlformats.org/officeDocument/2006/relationships" id="262" r:id="Rb550fd10cb544e55"/>
    <p:sldId xmlns:r="http://schemas.openxmlformats.org/officeDocument/2006/relationships" id="263" r:id="R7a937edd1dff4330"/>
    <p:sldId xmlns:r="http://schemas.openxmlformats.org/officeDocument/2006/relationships" id="264" r:id="R9ce1fb5e55304b86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9b1a537861d42ca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be16541e2b4833" /><Relationship Type="http://schemas.openxmlformats.org/officeDocument/2006/relationships/slideMaster" Target="/ppt/slideMasters/slideMaster1.xml" Id="R8a3877beb74e4c7d" /><Relationship Type="http://schemas.openxmlformats.org/officeDocument/2006/relationships/notesMaster" Target="/ppt/notesMasters/notesMaster1.xml" Id="R91b25b49fbfe42a7" /><Relationship Type="http://schemas.openxmlformats.org/officeDocument/2006/relationships/presProps" Target="/ppt/presProps.xml" Id="R69be661225384a9c" /><Relationship Type="http://schemas.openxmlformats.org/officeDocument/2006/relationships/viewProps" Target="/ppt/viewProps.xml" Id="R3bdb57a1d9ef4f5b" /><Relationship Type="http://schemas.openxmlformats.org/officeDocument/2006/relationships/tableStyles" Target="/ppt/tableStyles.xml" Id="R7d08778839e143a9" /><Relationship Type="http://schemas.openxmlformats.org/officeDocument/2006/relationships/font" Target="/ppt/fonts/font.dat" Id="Rd9b1a537861d42ca" /><Relationship Type="http://schemas.openxmlformats.org/officeDocument/2006/relationships/slide" Target="/ppt/slides/slide1.xml" Id="R1f0f7f989fc64c51" /><Relationship Type="http://schemas.openxmlformats.org/officeDocument/2006/relationships/slide" Target="/ppt/slides/slide2.xml" Id="R423068eef02c47e8" /><Relationship Type="http://schemas.openxmlformats.org/officeDocument/2006/relationships/slide" Target="/ppt/slides/slide3.xml" Id="R3da1fe65da1c4921" /><Relationship Type="http://schemas.openxmlformats.org/officeDocument/2006/relationships/slide" Target="/ppt/slides/slide4.xml" Id="R5705db9604524ccd" /><Relationship Type="http://schemas.openxmlformats.org/officeDocument/2006/relationships/slide" Target="/ppt/slides/slide5.xml" Id="R2303bc34e9bf4ca8" /><Relationship Type="http://schemas.openxmlformats.org/officeDocument/2006/relationships/slide" Target="/ppt/slides/slide6.xml" Id="Rdd3e50690d0d4397" /><Relationship Type="http://schemas.openxmlformats.org/officeDocument/2006/relationships/slide" Target="/ppt/slides/slide7.xml" Id="Rb550fd10cb544e55" /><Relationship Type="http://schemas.openxmlformats.org/officeDocument/2006/relationships/slide" Target="/ppt/slides/slide8.xml" Id="R7a937edd1dff4330" /><Relationship Type="http://schemas.openxmlformats.org/officeDocument/2006/relationships/slide" Target="/ppt/slides/slide9.xml" Id="R9ce1fb5e55304b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f4b260916de44b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4e3aef3a0e48be" /><Relationship Type="http://schemas.openxmlformats.org/officeDocument/2006/relationships/notesMaster" Target="/ppt/notesMasters/notesMaster1.xml" Id="Rb0ac56afa79f4a3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39daaed4474e85" /><Relationship Type="http://schemas.openxmlformats.org/officeDocument/2006/relationships/notesMaster" Target="/ppt/notesMasters/notesMaster1.xml" Id="Rb2eeaa08cb0a48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9cce52c749246a8" /><Relationship Type="http://schemas.openxmlformats.org/officeDocument/2006/relationships/notesMaster" Target="/ppt/notesMasters/notesMaster1.xml" Id="R0589a7b04bdd4fa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613fc04250c4fa6" /><Relationship Type="http://schemas.openxmlformats.org/officeDocument/2006/relationships/notesMaster" Target="/ppt/notesMasters/notesMaster1.xml" Id="R0ab9ed93fc4e486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4b341d5bd74efa" /><Relationship Type="http://schemas.openxmlformats.org/officeDocument/2006/relationships/notesMaster" Target="/ppt/notesMasters/notesMaster1.xml" Id="Rac52a3c0c17047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1f5a84181a44c0" /><Relationship Type="http://schemas.openxmlformats.org/officeDocument/2006/relationships/notesMaster" Target="/ppt/notesMasters/notesMaster1.xml" Id="R675e06c876c846f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6bf486359e4912" /><Relationship Type="http://schemas.openxmlformats.org/officeDocument/2006/relationships/notesMaster" Target="/ppt/notesMasters/notesMaster1.xml" Id="Rafca644d05d54d3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b52b77f7aeb495d" /><Relationship Type="http://schemas.openxmlformats.org/officeDocument/2006/relationships/notesMaster" Target="/ppt/notesMasters/notesMaster1.xml" Id="Rf8ee86bf2c4b478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7ea688f23a245cd" /><Relationship Type="http://schemas.openxmlformats.org/officeDocument/2006/relationships/notesMaster" Target="/ppt/notesMasters/notesMaster1.xml" Id="Rd9ab0696edb34e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d2cf8fcce942e1" /><Relationship Type="http://schemas.openxmlformats.org/officeDocument/2006/relationships/image" Target="/ppt/media/image.png" Id="Reb33a95a2fa0467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4991b0dc304fe9" /><Relationship Type="http://schemas.openxmlformats.org/officeDocument/2006/relationships/image" Target="/ppt/media/image.png" Id="Rf24ad82bfccb4f3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442de55dc64961" /><Relationship Type="http://schemas.openxmlformats.org/officeDocument/2006/relationships/image" Target="/ppt/media/image.png" Id="Rd33581e415b7482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3283242536473d" /><Relationship Type="http://schemas.openxmlformats.org/officeDocument/2006/relationships/image" Target="/ppt/media/image.png" Id="R4ac5d4de7437414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ba79b220004de3" /><Relationship Type="http://schemas.openxmlformats.org/officeDocument/2006/relationships/image" Target="/ppt/media/image.png" Id="R14dfc3242fda403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23269e29e24662" /><Relationship Type="http://schemas.openxmlformats.org/officeDocument/2006/relationships/image" Target="/ppt/media/image.png" Id="Rf9da04604fe64c0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6a4b9b32764b40" /><Relationship Type="http://schemas.openxmlformats.org/officeDocument/2006/relationships/image" Target="/ppt/media/image.png" Id="R623528a1e94f4fb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9d56e2f9e348b1" /><Relationship Type="http://schemas.openxmlformats.org/officeDocument/2006/relationships/image" Target="/ppt/media/image.png" Id="R8ab01d62b78b4a5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a65dad2d2544c2" /><Relationship Type="http://schemas.openxmlformats.org/officeDocument/2006/relationships/image" Target="/ppt/media/image.png" Id="R9c1910cfcd68429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faf19d1e4d4c22" /><Relationship Type="http://schemas.openxmlformats.org/officeDocument/2006/relationships/image" Target="/ppt/media/image.png" Id="R8504d039cc58403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3485f3a5f44d75" /><Relationship Type="http://schemas.openxmlformats.org/officeDocument/2006/relationships/image" Target="/ppt/media/image.png" Id="Rb03ff7fb522e4f4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b33a95a2fa04677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4ad82bfccb4f3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33581e415b7482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ac5d4de7437414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4dfc3242fda403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9da04604fe64c0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23528a1e94f4fb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ab01d62b78b4a5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1910cfcd68429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504d039cc58403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3ff7fb522e4f4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52093341704224" /><Relationship Type="http://schemas.openxmlformats.org/officeDocument/2006/relationships/slideLayout" Target="/ppt/slideLayouts/slideLayout1.xml" Id="Rb89ffde91e3e4143" /><Relationship Type="http://schemas.openxmlformats.org/officeDocument/2006/relationships/slideLayout" Target="/ppt/slideLayouts/slideLayout2.xml" Id="R9580430b82634efb" /><Relationship Type="http://schemas.openxmlformats.org/officeDocument/2006/relationships/slideLayout" Target="/ppt/slideLayouts/slideLayout3.xml" Id="Ra17b0cd247234ff1" /><Relationship Type="http://schemas.openxmlformats.org/officeDocument/2006/relationships/slideLayout" Target="/ppt/slideLayouts/slideLayout4.xml" Id="R67b663d258d142cf" /><Relationship Type="http://schemas.openxmlformats.org/officeDocument/2006/relationships/slideLayout" Target="/ppt/slideLayouts/slideLayout5.xml" Id="R0117fe81a4fd42b0" /><Relationship Type="http://schemas.openxmlformats.org/officeDocument/2006/relationships/slideLayout" Target="/ppt/slideLayouts/slideLayout6.xml" Id="Ra0cf839382534744" /><Relationship Type="http://schemas.openxmlformats.org/officeDocument/2006/relationships/slideLayout" Target="/ppt/slideLayouts/slideLayout7.xml" Id="Ra8a698328e7f444e" /><Relationship Type="http://schemas.openxmlformats.org/officeDocument/2006/relationships/slideLayout" Target="/ppt/slideLayouts/slideLayout8.xml" Id="R2e4497602a654b20" /><Relationship Type="http://schemas.openxmlformats.org/officeDocument/2006/relationships/slideLayout" Target="/ppt/slideLayouts/slideLayout9.xml" Id="R336943b6e55244c2" /><Relationship Type="http://schemas.openxmlformats.org/officeDocument/2006/relationships/slideLayout" Target="/ppt/slideLayouts/slideLayout10.xml" Id="R6fd21d5d759646db" /><Relationship Type="http://schemas.openxmlformats.org/officeDocument/2006/relationships/slideLayout" Target="/ppt/slideLayouts/slideLayout11.xml" Id="R5c0de80576ef4d2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9ffde91e3e4143"/>
    <p:sldLayoutId xmlns:r="http://schemas.openxmlformats.org/officeDocument/2006/relationships" id="2147483650" r:id="R9580430b82634efb"/>
    <p:sldLayoutId xmlns:r="http://schemas.openxmlformats.org/officeDocument/2006/relationships" id="2147483651" r:id="Ra17b0cd247234ff1"/>
    <p:sldLayoutId xmlns:r="http://schemas.openxmlformats.org/officeDocument/2006/relationships" id="2147483652" r:id="R67b663d258d142cf"/>
    <p:sldLayoutId xmlns:r="http://schemas.openxmlformats.org/officeDocument/2006/relationships" id="2147483653" r:id="R0117fe81a4fd42b0"/>
    <p:sldLayoutId xmlns:r="http://schemas.openxmlformats.org/officeDocument/2006/relationships" id="2147483654" r:id="Ra0cf839382534744"/>
    <p:sldLayoutId xmlns:r="http://schemas.openxmlformats.org/officeDocument/2006/relationships" id="2147483655" r:id="Ra8a698328e7f444e"/>
    <p:sldLayoutId xmlns:r="http://schemas.openxmlformats.org/officeDocument/2006/relationships" id="2147483656" r:id="R2e4497602a654b20"/>
    <p:sldLayoutId xmlns:r="http://schemas.openxmlformats.org/officeDocument/2006/relationships" id="2147483657" r:id="R336943b6e55244c2"/>
    <p:sldLayoutId xmlns:r="http://schemas.openxmlformats.org/officeDocument/2006/relationships" id="2147483658" r:id="R6fd21d5d759646db"/>
    <p:sldLayoutId xmlns:r="http://schemas.openxmlformats.org/officeDocument/2006/relationships" id="2147483659" r:id="R5c0de80576ef4d24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6f7a1c6d454d4d" /><Relationship Type="http://schemas.openxmlformats.org/officeDocument/2006/relationships/notesSlide" Target="/ppt/notesSlides/notesSlide1.xml" Id="Rd2fcaf7da01d4f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7c68eb943344925" /><Relationship Type="http://schemas.openxmlformats.org/officeDocument/2006/relationships/notesSlide" Target="/ppt/notesSlides/notesSlide2.xml" Id="Rd8c03a05c66e42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cdd34edc0a4a4b" /><Relationship Type="http://schemas.openxmlformats.org/officeDocument/2006/relationships/notesSlide" Target="/ppt/notesSlides/notesSlide3.xml" Id="R9a8959b4e86d49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138c6a01fc4c5a" /><Relationship Type="http://schemas.openxmlformats.org/officeDocument/2006/relationships/notesSlide" Target="/ppt/notesSlides/notesSlide4.xml" Id="R3cbabad1c141448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1d41e39b2d44a3" /><Relationship Type="http://schemas.openxmlformats.org/officeDocument/2006/relationships/notesSlide" Target="/ppt/notesSlides/notesSlide5.xml" Id="Rc1c3d4150c0b45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5e7705ef5a4175" /><Relationship Type="http://schemas.openxmlformats.org/officeDocument/2006/relationships/notesSlide" Target="/ppt/notesSlides/notesSlide6.xml" Id="Ra22c24d8b79143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857245e1d547e4" /><Relationship Type="http://schemas.openxmlformats.org/officeDocument/2006/relationships/notesSlide" Target="/ppt/notesSlides/notesSlide7.xml" Id="R6de0c98772ba425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53324db57c4853" /><Relationship Type="http://schemas.openxmlformats.org/officeDocument/2006/relationships/notesSlide" Target="/ppt/notesSlides/notesSlide8.xml" Id="Rc9eab66b694e4b4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0c8c87394240d5" /><Relationship Type="http://schemas.openxmlformats.org/officeDocument/2006/relationships/notesSlide" Target="/ppt/notesSlides/notesSlide9.xml" Id="Rad9d9a57d9584f5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Searching 2D 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31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target normalised before it is compared with stored record names?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must found start as False before the search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goes wrong if the not-found message is placed inside the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you enter code, what message appears, and does Club not found. appear?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search so the user enters a member count instead of a club name. Display the matching club. Test 15; the program should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 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matching route to ask for a new member count and update the matched row. Display the updated record. Test two runs: update Chess to 20, then search for Music.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three-record book search with [title, pages] rows. Search case-insensitively by title, display the page count for a match, and display one not-found message only after every row has been checked.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4346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2026-08-27T03:55:44.0870000Z</dcterms:created>
  <dcterms:modified xsi:type="dcterms:W3CDTF">2026-08-27T03:55:44.0870000Z</dcterms:modified>
</coreProperties>
</file>