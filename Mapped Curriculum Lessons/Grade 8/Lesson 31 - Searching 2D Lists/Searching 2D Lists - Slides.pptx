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84375dbd3e4def" /><Relationship Type="http://schemas.openxmlformats.org/officeDocument/2006/relationships/extended-properties" Target="/docProps/app.xml" Id="Re4ac1beb511b42d4" /><Relationship Type="http://schemas.openxmlformats.org/officeDocument/2006/relationships/officeDocument" Target="/ppt/presentation.xml" Id="R0290f0da0662455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c75e0afadc24c5f"/>
  </p:sldMasterIdLst>
  <p:notesMasterIdLst>
    <p:notesMasterId xmlns:r="http://schemas.openxmlformats.org/officeDocument/2006/relationships" r:id="R2337b3d140384bf8"/>
  </p:notesMasterIdLst>
  <p:sldIdLst>
    <p:sldId xmlns:r="http://schemas.openxmlformats.org/officeDocument/2006/relationships" id="256" r:id="Rc9e8fb36e86d4bbd"/>
    <p:sldId xmlns:r="http://schemas.openxmlformats.org/officeDocument/2006/relationships" id="257" r:id="Rad44121a99a94a03"/>
    <p:sldId xmlns:r="http://schemas.openxmlformats.org/officeDocument/2006/relationships" id="258" r:id="Refc023a127754370"/>
    <p:sldId xmlns:r="http://schemas.openxmlformats.org/officeDocument/2006/relationships" id="259" r:id="R614646f5678040aa"/>
    <p:sldId xmlns:r="http://schemas.openxmlformats.org/officeDocument/2006/relationships" id="260" r:id="R7b252bd4b3ce4901"/>
    <p:sldId xmlns:r="http://schemas.openxmlformats.org/officeDocument/2006/relationships" id="261" r:id="Rd4d5720373c34add"/>
    <p:sldId xmlns:r="http://schemas.openxmlformats.org/officeDocument/2006/relationships" id="262" r:id="R715a2c276c21472d"/>
    <p:sldId xmlns:r="http://schemas.openxmlformats.org/officeDocument/2006/relationships" id="263" r:id="Ra82199f39bb74ca9"/>
    <p:sldId xmlns:r="http://schemas.openxmlformats.org/officeDocument/2006/relationships" id="264" r:id="R70a05a8d3dfb4cee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58a2a1dc3a7d445e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495e817cac42a6" /><Relationship Type="http://schemas.openxmlformats.org/officeDocument/2006/relationships/slideMaster" Target="/ppt/slideMasters/slideMaster1.xml" Id="R3c75e0afadc24c5f" /><Relationship Type="http://schemas.openxmlformats.org/officeDocument/2006/relationships/notesMaster" Target="/ppt/notesMasters/notesMaster1.xml" Id="R2337b3d140384bf8" /><Relationship Type="http://schemas.openxmlformats.org/officeDocument/2006/relationships/presProps" Target="/ppt/presProps.xml" Id="Rc43d3723ef2d4638" /><Relationship Type="http://schemas.openxmlformats.org/officeDocument/2006/relationships/viewProps" Target="/ppt/viewProps.xml" Id="R3de18243866347ed" /><Relationship Type="http://schemas.openxmlformats.org/officeDocument/2006/relationships/tableStyles" Target="/ppt/tableStyles.xml" Id="R4c47e759e8b34b80" /><Relationship Type="http://schemas.openxmlformats.org/officeDocument/2006/relationships/font" Target="/ppt/fonts/font.dat" Id="R58a2a1dc3a7d445e" /><Relationship Type="http://schemas.openxmlformats.org/officeDocument/2006/relationships/slide" Target="/ppt/slides/slide1.xml" Id="Rc9e8fb36e86d4bbd" /><Relationship Type="http://schemas.openxmlformats.org/officeDocument/2006/relationships/slide" Target="/ppt/slides/slide2.xml" Id="Rad44121a99a94a03" /><Relationship Type="http://schemas.openxmlformats.org/officeDocument/2006/relationships/slide" Target="/ppt/slides/slide3.xml" Id="Refc023a127754370" /><Relationship Type="http://schemas.openxmlformats.org/officeDocument/2006/relationships/slide" Target="/ppt/slides/slide4.xml" Id="R614646f5678040aa" /><Relationship Type="http://schemas.openxmlformats.org/officeDocument/2006/relationships/slide" Target="/ppt/slides/slide5.xml" Id="R7b252bd4b3ce4901" /><Relationship Type="http://schemas.openxmlformats.org/officeDocument/2006/relationships/slide" Target="/ppt/slides/slide6.xml" Id="Rd4d5720373c34add" /><Relationship Type="http://schemas.openxmlformats.org/officeDocument/2006/relationships/slide" Target="/ppt/slides/slide7.xml" Id="R715a2c276c21472d" /><Relationship Type="http://schemas.openxmlformats.org/officeDocument/2006/relationships/slide" Target="/ppt/slides/slide8.xml" Id="Ra82199f39bb74ca9" /><Relationship Type="http://schemas.openxmlformats.org/officeDocument/2006/relationships/slide" Target="/ppt/slides/slide9.xml" Id="R70a05a8d3dfb4c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322778857e48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5f752bc36e4399" /><Relationship Type="http://schemas.openxmlformats.org/officeDocument/2006/relationships/notesMaster" Target="/ppt/notesMasters/notesMaster1.xml" Id="R5fdcd4b75ca148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01eff2498e4871" /><Relationship Type="http://schemas.openxmlformats.org/officeDocument/2006/relationships/notesMaster" Target="/ppt/notesMasters/notesMaster1.xml" Id="R36435e41318e4b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f8de28e75b4e2b" /><Relationship Type="http://schemas.openxmlformats.org/officeDocument/2006/relationships/notesMaster" Target="/ppt/notesMasters/notesMaster1.xml" Id="Rd872b7c94a674a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8a3a8f6f2c45c9" /><Relationship Type="http://schemas.openxmlformats.org/officeDocument/2006/relationships/notesMaster" Target="/ppt/notesMasters/notesMaster1.xml" Id="Rfcd5a1b6e13a43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40d914cbd1484b" /><Relationship Type="http://schemas.openxmlformats.org/officeDocument/2006/relationships/notesMaster" Target="/ppt/notesMasters/notesMaster1.xml" Id="R7bb7750b6af549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e82e27f989440a" /><Relationship Type="http://schemas.openxmlformats.org/officeDocument/2006/relationships/notesMaster" Target="/ppt/notesMasters/notesMaster1.xml" Id="R9099beefe59a41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18b98bbe28487e" /><Relationship Type="http://schemas.openxmlformats.org/officeDocument/2006/relationships/notesMaster" Target="/ppt/notesMasters/notesMaster1.xml" Id="Rbe60ddeef5d441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fe58edaa504a01" /><Relationship Type="http://schemas.openxmlformats.org/officeDocument/2006/relationships/notesMaster" Target="/ppt/notesMasters/notesMaster1.xml" Id="R009cfa3246b749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6addca49844416" /><Relationship Type="http://schemas.openxmlformats.org/officeDocument/2006/relationships/notesMaster" Target="/ppt/notesMasters/notesMaster1.xml" Id="Ra22cee6c35ef44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7c3911c7f64bec" /><Relationship Type="http://schemas.openxmlformats.org/officeDocument/2006/relationships/image" Target="/ppt/media/image.png" Id="R15a38cc4b8414f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f176935d734ba9" /><Relationship Type="http://schemas.openxmlformats.org/officeDocument/2006/relationships/image" Target="/ppt/media/image.png" Id="Rda00bd1c6ab54a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ed11f0dbfd4a7b" /><Relationship Type="http://schemas.openxmlformats.org/officeDocument/2006/relationships/image" Target="/ppt/media/image.png" Id="R5c56fba94ea14c4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4b6c2494c4d2a" /><Relationship Type="http://schemas.openxmlformats.org/officeDocument/2006/relationships/image" Target="/ppt/media/image.png" Id="R6710d18c8ef144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3f67e158e4495d" /><Relationship Type="http://schemas.openxmlformats.org/officeDocument/2006/relationships/image" Target="/ppt/media/image.png" Id="R333e8486f8054b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92f00f8ae545a3" /><Relationship Type="http://schemas.openxmlformats.org/officeDocument/2006/relationships/image" Target="/ppt/media/image.png" Id="R33aa5547b521455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afb78166b9495b" /><Relationship Type="http://schemas.openxmlformats.org/officeDocument/2006/relationships/image" Target="/ppt/media/image.png" Id="Rb468c9f93c0049e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842ffbfaab4bf6" /><Relationship Type="http://schemas.openxmlformats.org/officeDocument/2006/relationships/image" Target="/ppt/media/image.png" Id="R2606df5953524a0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206231a55d4c72" /><Relationship Type="http://schemas.openxmlformats.org/officeDocument/2006/relationships/image" Target="/ppt/media/image.png" Id="Rdaf956c39d62478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f121bdadc47f7" /><Relationship Type="http://schemas.openxmlformats.org/officeDocument/2006/relationships/image" Target="/ppt/media/image.png" Id="R9e1d71894afd444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d824456fc4934" /><Relationship Type="http://schemas.openxmlformats.org/officeDocument/2006/relationships/image" Target="/ppt/media/image.png" Id="R84b0ea3d9e4a4e8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5a38cc4b8414f19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a00bd1c6ab54a9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56fba94ea14c4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10d18c8ef1442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33e8486f8054b4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3aa5547b521455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468c9f93c0049e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06df5953524a0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af956c39d62478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e1d71894afd444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4b0ea3d9e4a4e8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3e7d9993014b5a" /><Relationship Type="http://schemas.openxmlformats.org/officeDocument/2006/relationships/slideLayout" Target="/ppt/slideLayouts/slideLayout1.xml" Id="R99d736842e374569" /><Relationship Type="http://schemas.openxmlformats.org/officeDocument/2006/relationships/slideLayout" Target="/ppt/slideLayouts/slideLayout2.xml" Id="R24e5255419f64299" /><Relationship Type="http://schemas.openxmlformats.org/officeDocument/2006/relationships/slideLayout" Target="/ppt/slideLayouts/slideLayout3.xml" Id="R62b7150918f2457d" /><Relationship Type="http://schemas.openxmlformats.org/officeDocument/2006/relationships/slideLayout" Target="/ppt/slideLayouts/slideLayout4.xml" Id="R2a167c569dc84b57" /><Relationship Type="http://schemas.openxmlformats.org/officeDocument/2006/relationships/slideLayout" Target="/ppt/slideLayouts/slideLayout5.xml" Id="R537ee68cb36b4938" /><Relationship Type="http://schemas.openxmlformats.org/officeDocument/2006/relationships/slideLayout" Target="/ppt/slideLayouts/slideLayout6.xml" Id="Rd5c9574bb75d4359" /><Relationship Type="http://schemas.openxmlformats.org/officeDocument/2006/relationships/slideLayout" Target="/ppt/slideLayouts/slideLayout7.xml" Id="Racffae47f4f5496b" /><Relationship Type="http://schemas.openxmlformats.org/officeDocument/2006/relationships/slideLayout" Target="/ppt/slideLayouts/slideLayout8.xml" Id="Rad5273cfed4d48a1" /><Relationship Type="http://schemas.openxmlformats.org/officeDocument/2006/relationships/slideLayout" Target="/ppt/slideLayouts/slideLayout9.xml" Id="R1b3a965f26a54022" /><Relationship Type="http://schemas.openxmlformats.org/officeDocument/2006/relationships/slideLayout" Target="/ppt/slideLayouts/slideLayout10.xml" Id="R70955987e8d944d2" /><Relationship Type="http://schemas.openxmlformats.org/officeDocument/2006/relationships/slideLayout" Target="/ppt/slideLayouts/slideLayout11.xml" Id="R9fa2222fd97f4d3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d736842e374569"/>
    <p:sldLayoutId xmlns:r="http://schemas.openxmlformats.org/officeDocument/2006/relationships" id="2147483650" r:id="R24e5255419f64299"/>
    <p:sldLayoutId xmlns:r="http://schemas.openxmlformats.org/officeDocument/2006/relationships" id="2147483651" r:id="R62b7150918f2457d"/>
    <p:sldLayoutId xmlns:r="http://schemas.openxmlformats.org/officeDocument/2006/relationships" id="2147483652" r:id="R2a167c569dc84b57"/>
    <p:sldLayoutId xmlns:r="http://schemas.openxmlformats.org/officeDocument/2006/relationships" id="2147483653" r:id="R537ee68cb36b4938"/>
    <p:sldLayoutId xmlns:r="http://schemas.openxmlformats.org/officeDocument/2006/relationships" id="2147483654" r:id="Rd5c9574bb75d4359"/>
    <p:sldLayoutId xmlns:r="http://schemas.openxmlformats.org/officeDocument/2006/relationships" id="2147483655" r:id="Racffae47f4f5496b"/>
    <p:sldLayoutId xmlns:r="http://schemas.openxmlformats.org/officeDocument/2006/relationships" id="2147483656" r:id="Rad5273cfed4d48a1"/>
    <p:sldLayoutId xmlns:r="http://schemas.openxmlformats.org/officeDocument/2006/relationships" id="2147483657" r:id="R1b3a965f26a54022"/>
    <p:sldLayoutId xmlns:r="http://schemas.openxmlformats.org/officeDocument/2006/relationships" id="2147483658" r:id="R70955987e8d944d2"/>
    <p:sldLayoutId xmlns:r="http://schemas.openxmlformats.org/officeDocument/2006/relationships" id="2147483659" r:id="R9fa2222fd97f4d37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781eb91d140f9" /><Relationship Type="http://schemas.openxmlformats.org/officeDocument/2006/relationships/notesSlide" Target="/ppt/notesSlides/notesSlide1.xml" Id="R4e93caaae00e49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ae960dc7af4f1a" /><Relationship Type="http://schemas.openxmlformats.org/officeDocument/2006/relationships/notesSlide" Target="/ppt/notesSlides/notesSlide2.xml" Id="R10856fe86b5844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79868ec014422c" /><Relationship Type="http://schemas.openxmlformats.org/officeDocument/2006/relationships/notesSlide" Target="/ppt/notesSlides/notesSlide3.xml" Id="R75d80b62150e41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6e55241a0f4ad0" /><Relationship Type="http://schemas.openxmlformats.org/officeDocument/2006/relationships/notesSlide" Target="/ppt/notesSlides/notesSlide4.xml" Id="R69cfb5e30abb41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8c12c6db194672" /><Relationship Type="http://schemas.openxmlformats.org/officeDocument/2006/relationships/notesSlide" Target="/ppt/notesSlides/notesSlide5.xml" Id="R16d58c3b973c4b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77c4dfb9964bd7" /><Relationship Type="http://schemas.openxmlformats.org/officeDocument/2006/relationships/notesSlide" Target="/ppt/notesSlides/notesSlide6.xml" Id="Rd5f75d35aeae44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3cb1c57a67454d" /><Relationship Type="http://schemas.openxmlformats.org/officeDocument/2006/relationships/notesSlide" Target="/ppt/notesSlides/notesSlide7.xml" Id="R15553c08a9d943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42e406b21347a0" /><Relationship Type="http://schemas.openxmlformats.org/officeDocument/2006/relationships/notesSlide" Target="/ppt/notesSlides/notesSlide8.xml" Id="R9f19045c679846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8426fe6f324169" /><Relationship Type="http://schemas.openxmlformats.org/officeDocument/2006/relationships/notesSlide" Target="/ppt/notesSlides/notesSlide9.xml" Id="Rb74fe4cb2c184d8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Searching 2D Lists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31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target.lower()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found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club[0]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club[1])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found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found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not found."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9420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target.lower()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found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club[0]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club[1])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found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found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not found."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9420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target.lower()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found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club[0]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club[1])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found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found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not found."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is the target normalised before it is compared with stored record names?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Why must found start as False before the search loop?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What goes wrong if the not-found message is placed inside the loop?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If you enter code, what message appears, and does Club not found. appear?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target.lower()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found =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club[0] </a:t>
            </a:r>
            <a:r>
              <a:rPr sz="12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club[1])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found =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found </a:t>
            </a:r>
            <a:r>
              <a:rPr sz="12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not found."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search so the user enters a member count instead of a club name. Display the matching club. Test 15; the program should display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"Club: code"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target.lower()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found =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club[0] </a:t>
            </a:r>
            <a:r>
              <a:rPr sz="12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club[1])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found =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found </a:t>
            </a:r>
            <a:r>
              <a:rPr sz="12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not found."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When [club][0] matches [target], ask for a new member count and store it in [new_members]. Update [club][1], then display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followed by the changed row. Test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20; display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"Updated: ['chess', 20]"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Test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"Music"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; display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not found."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target.lower()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found =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club[0] </a:t>
            </a:r>
            <a:r>
              <a:rPr sz="12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club[1])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found =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found </a:t>
            </a:r>
            <a:r>
              <a:rPr sz="12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not found."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82905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Store [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"orbit"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120], [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"harbour"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96] and [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"forest"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144] in [books]. Ask for a title and store its lower-case value in [target]. Use a </a:t>
            </a:r>
            <a:r>
              <a:rPr sz="240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 to compare [target] with each title. Display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"Pages:"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followed by the page count when a title matches. Display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"Book not found."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only after every row has been checked and no match was found. Test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"Harbour"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; display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"Pages: 96"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Test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"Music"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; display </a:t>
            </a:r>
            <a:r>
              <a:rPr sz="240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"Book not found."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target.lower()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found =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club[0] </a:t>
            </a:r>
            <a:r>
              <a:rPr sz="12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"Members:"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club[1])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found =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found </a:t>
            </a:r>
            <a:r>
              <a:rPr sz="12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2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2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not found."</a:t>
            </a:r>
            <a:r>
              <a:rPr sz="12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43463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found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found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True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found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False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not found."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2026-08-28T09:26:07.7960000Z</dcterms:created>
  <dcterms:modified xsi:type="dcterms:W3CDTF">2026-08-28T09:26:07.7970000Z</dcterms:modified>
</coreProperties>
</file>