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5a57db187124aa4" /><Relationship Type="http://schemas.openxmlformats.org/officeDocument/2006/relationships/extended-properties" Target="/docProps/app.xml" Id="Rc930003c51774d0a" /><Relationship Type="http://schemas.openxmlformats.org/officeDocument/2006/relationships/officeDocument" Target="/ppt/presentation.xml" Id="R0930f1ca7a4b4711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c1acb9af2fb64b5d"/>
  </p:sldMasterIdLst>
  <p:notesMasterIdLst>
    <p:notesMasterId xmlns:r="http://schemas.openxmlformats.org/officeDocument/2006/relationships" r:id="R317aeee6f7314c1c"/>
  </p:notesMasterIdLst>
  <p:sldIdLst>
    <p:sldId xmlns:r="http://schemas.openxmlformats.org/officeDocument/2006/relationships" id="256" r:id="Rff2b7a898ae34e4a"/>
    <p:sldId xmlns:r="http://schemas.openxmlformats.org/officeDocument/2006/relationships" id="257" r:id="R964e140cde4b4d44"/>
    <p:sldId xmlns:r="http://schemas.openxmlformats.org/officeDocument/2006/relationships" id="258" r:id="R19c93ddeece64dcd"/>
    <p:sldId xmlns:r="http://schemas.openxmlformats.org/officeDocument/2006/relationships" id="259" r:id="Rdfa2fbb9743447a0"/>
    <p:sldId xmlns:r="http://schemas.openxmlformats.org/officeDocument/2006/relationships" id="260" r:id="Rafe12a0c6abf442d"/>
    <p:sldId xmlns:r="http://schemas.openxmlformats.org/officeDocument/2006/relationships" id="261" r:id="R6b413c0713024322"/>
    <p:sldId xmlns:r="http://schemas.openxmlformats.org/officeDocument/2006/relationships" id="262" r:id="Rcd8c92b462ca47a5"/>
    <p:sldId xmlns:r="http://schemas.openxmlformats.org/officeDocument/2006/relationships" id="263" r:id="R7ba2034414af4548"/>
    <p:sldId xmlns:r="http://schemas.openxmlformats.org/officeDocument/2006/relationships" id="264" r:id="Rb2660f34632d4efe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3d8f04325cdd425b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7c3e86c8bfb48f8" /><Relationship Type="http://schemas.openxmlformats.org/officeDocument/2006/relationships/slideMaster" Target="/ppt/slideMasters/slideMaster1.xml" Id="Rc1acb9af2fb64b5d" /><Relationship Type="http://schemas.openxmlformats.org/officeDocument/2006/relationships/notesMaster" Target="/ppt/notesMasters/notesMaster1.xml" Id="R317aeee6f7314c1c" /><Relationship Type="http://schemas.openxmlformats.org/officeDocument/2006/relationships/presProps" Target="/ppt/presProps.xml" Id="Rd3f0ba4bd7c247b7" /><Relationship Type="http://schemas.openxmlformats.org/officeDocument/2006/relationships/viewProps" Target="/ppt/viewProps.xml" Id="R01e1f80137fa4411" /><Relationship Type="http://schemas.openxmlformats.org/officeDocument/2006/relationships/tableStyles" Target="/ppt/tableStyles.xml" Id="R51f0c92e9ce445ce" /><Relationship Type="http://schemas.openxmlformats.org/officeDocument/2006/relationships/font" Target="/ppt/fonts/font.dat" Id="R3d8f04325cdd425b" /><Relationship Type="http://schemas.openxmlformats.org/officeDocument/2006/relationships/slide" Target="/ppt/slides/slide1.xml" Id="Rff2b7a898ae34e4a" /><Relationship Type="http://schemas.openxmlformats.org/officeDocument/2006/relationships/slide" Target="/ppt/slides/slide2.xml" Id="R964e140cde4b4d44" /><Relationship Type="http://schemas.openxmlformats.org/officeDocument/2006/relationships/slide" Target="/ppt/slides/slide3.xml" Id="R19c93ddeece64dcd" /><Relationship Type="http://schemas.openxmlformats.org/officeDocument/2006/relationships/slide" Target="/ppt/slides/slide4.xml" Id="Rdfa2fbb9743447a0" /><Relationship Type="http://schemas.openxmlformats.org/officeDocument/2006/relationships/slide" Target="/ppt/slides/slide5.xml" Id="Rafe12a0c6abf442d" /><Relationship Type="http://schemas.openxmlformats.org/officeDocument/2006/relationships/slide" Target="/ppt/slides/slide6.xml" Id="R6b413c0713024322" /><Relationship Type="http://schemas.openxmlformats.org/officeDocument/2006/relationships/slide" Target="/ppt/slides/slide7.xml" Id="Rcd8c92b462ca47a5" /><Relationship Type="http://schemas.openxmlformats.org/officeDocument/2006/relationships/slide" Target="/ppt/slides/slide8.xml" Id="R7ba2034414af4548" /><Relationship Type="http://schemas.openxmlformats.org/officeDocument/2006/relationships/slide" Target="/ppt/slides/slide9.xml" Id="Rb2660f34632d4ef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e3ae565f1024cb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f585763e43c47cd" /><Relationship Type="http://schemas.openxmlformats.org/officeDocument/2006/relationships/notesMaster" Target="/ppt/notesMasters/notesMaster1.xml" Id="R5f93ae91682b473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cf137117a7240bc" /><Relationship Type="http://schemas.openxmlformats.org/officeDocument/2006/relationships/notesMaster" Target="/ppt/notesMasters/notesMaster1.xml" Id="R3c37d86b1f3c489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b17c75fec104cec" /><Relationship Type="http://schemas.openxmlformats.org/officeDocument/2006/relationships/notesMaster" Target="/ppt/notesMasters/notesMaster1.xml" Id="Rfbd4e2d72ab94ff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b9b3aac1e7e4a84" /><Relationship Type="http://schemas.openxmlformats.org/officeDocument/2006/relationships/notesMaster" Target="/ppt/notesMasters/notesMaster1.xml" Id="Rd1fbedf9086945e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a40c76189e940fd" /><Relationship Type="http://schemas.openxmlformats.org/officeDocument/2006/relationships/notesMaster" Target="/ppt/notesMasters/notesMaster1.xml" Id="R86e85fa4bdb7407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fe6e3b5abd44bc7" /><Relationship Type="http://schemas.openxmlformats.org/officeDocument/2006/relationships/notesMaster" Target="/ppt/notesMasters/notesMaster1.xml" Id="R418557ecbc38442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ba77885f94f4a69" /><Relationship Type="http://schemas.openxmlformats.org/officeDocument/2006/relationships/notesMaster" Target="/ppt/notesMasters/notesMaster1.xml" Id="Rf4229e377b0643e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36f9532bcd5431d" /><Relationship Type="http://schemas.openxmlformats.org/officeDocument/2006/relationships/notesMaster" Target="/ppt/notesMasters/notesMaster1.xml" Id="Rd5ebea56d2c74ad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6fea67688554203" /><Relationship Type="http://schemas.openxmlformats.org/officeDocument/2006/relationships/notesMaster" Target="/ppt/notesMasters/notesMaster1.xml" Id="R0b8ad45767b246c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2133ea366247af" /><Relationship Type="http://schemas.openxmlformats.org/officeDocument/2006/relationships/image" Target="/ppt/media/image.png" Id="R538e3676c3504a8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e9a436d3e246ad" /><Relationship Type="http://schemas.openxmlformats.org/officeDocument/2006/relationships/image" Target="/ppt/media/image.png" Id="R90ffa057ed1c445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cf9f5dc7054c2b" /><Relationship Type="http://schemas.openxmlformats.org/officeDocument/2006/relationships/image" Target="/ppt/media/image.png" Id="R112ad768287944f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3c94dab8364122" /><Relationship Type="http://schemas.openxmlformats.org/officeDocument/2006/relationships/image" Target="/ppt/media/image.png" Id="R626e5bd816934aa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9070001f3e4f5a" /><Relationship Type="http://schemas.openxmlformats.org/officeDocument/2006/relationships/image" Target="/ppt/media/image.png" Id="Rb7e01268a15c421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95de9b56274617" /><Relationship Type="http://schemas.openxmlformats.org/officeDocument/2006/relationships/image" Target="/ppt/media/image.png" Id="R9e467da6819a497d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78bb2d709f4cd1" /><Relationship Type="http://schemas.openxmlformats.org/officeDocument/2006/relationships/image" Target="/ppt/media/image.png" Id="R6666f1381e4d4ef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40ccbb59e34bf4" /><Relationship Type="http://schemas.openxmlformats.org/officeDocument/2006/relationships/image" Target="/ppt/media/image.png" Id="Rfdc49e13d1454221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3dc1de7156413e" /><Relationship Type="http://schemas.openxmlformats.org/officeDocument/2006/relationships/image" Target="/ppt/media/image.png" Id="Rba767dd6899841f4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afcec24e894cc5" /><Relationship Type="http://schemas.openxmlformats.org/officeDocument/2006/relationships/image" Target="/ppt/media/image.png" Id="R2377d3fbee384600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7a512c53ae4be4" /><Relationship Type="http://schemas.openxmlformats.org/officeDocument/2006/relationships/image" Target="/ppt/media/image.png" Id="R4df36561d3f943c9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38e3676c3504a82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0ffa057ed1c445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12ad768287944f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26e5bd816934aa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7e01268a15c421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e467da6819a497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666f1381e4d4ef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dc49e13d145422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a767dd6899841f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377d3fbee38460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df36561d3f943c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c35721380d04f31" /><Relationship Type="http://schemas.openxmlformats.org/officeDocument/2006/relationships/slideLayout" Target="/ppt/slideLayouts/slideLayout1.xml" Id="R3ad6e06b478f4382" /><Relationship Type="http://schemas.openxmlformats.org/officeDocument/2006/relationships/slideLayout" Target="/ppt/slideLayouts/slideLayout2.xml" Id="Rdacba525a6874299" /><Relationship Type="http://schemas.openxmlformats.org/officeDocument/2006/relationships/slideLayout" Target="/ppt/slideLayouts/slideLayout3.xml" Id="R1fed2e0081794820" /><Relationship Type="http://schemas.openxmlformats.org/officeDocument/2006/relationships/slideLayout" Target="/ppt/slideLayouts/slideLayout4.xml" Id="Rcd9c562ed8d34fae" /><Relationship Type="http://schemas.openxmlformats.org/officeDocument/2006/relationships/slideLayout" Target="/ppt/slideLayouts/slideLayout5.xml" Id="Rc7d182fe34f648da" /><Relationship Type="http://schemas.openxmlformats.org/officeDocument/2006/relationships/slideLayout" Target="/ppt/slideLayouts/slideLayout6.xml" Id="R2dbb610417e14bef" /><Relationship Type="http://schemas.openxmlformats.org/officeDocument/2006/relationships/slideLayout" Target="/ppt/slideLayouts/slideLayout7.xml" Id="R8a1bc5177fe64d10" /><Relationship Type="http://schemas.openxmlformats.org/officeDocument/2006/relationships/slideLayout" Target="/ppt/slideLayouts/slideLayout8.xml" Id="Rdf4fd8b5da9c4830" /><Relationship Type="http://schemas.openxmlformats.org/officeDocument/2006/relationships/slideLayout" Target="/ppt/slideLayouts/slideLayout9.xml" Id="Rec3e81bba130487f" /><Relationship Type="http://schemas.openxmlformats.org/officeDocument/2006/relationships/slideLayout" Target="/ppt/slideLayouts/slideLayout10.xml" Id="R751b636665ce45c0" /><Relationship Type="http://schemas.openxmlformats.org/officeDocument/2006/relationships/slideLayout" Target="/ppt/slideLayouts/slideLayout11.xml" Id="R3d404b15a25e452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ad6e06b478f4382"/>
    <p:sldLayoutId xmlns:r="http://schemas.openxmlformats.org/officeDocument/2006/relationships" id="2147483650" r:id="Rdacba525a6874299"/>
    <p:sldLayoutId xmlns:r="http://schemas.openxmlformats.org/officeDocument/2006/relationships" id="2147483651" r:id="R1fed2e0081794820"/>
    <p:sldLayoutId xmlns:r="http://schemas.openxmlformats.org/officeDocument/2006/relationships" id="2147483652" r:id="Rcd9c562ed8d34fae"/>
    <p:sldLayoutId xmlns:r="http://schemas.openxmlformats.org/officeDocument/2006/relationships" id="2147483653" r:id="Rc7d182fe34f648da"/>
    <p:sldLayoutId xmlns:r="http://schemas.openxmlformats.org/officeDocument/2006/relationships" id="2147483654" r:id="R2dbb610417e14bef"/>
    <p:sldLayoutId xmlns:r="http://schemas.openxmlformats.org/officeDocument/2006/relationships" id="2147483655" r:id="R8a1bc5177fe64d10"/>
    <p:sldLayoutId xmlns:r="http://schemas.openxmlformats.org/officeDocument/2006/relationships" id="2147483656" r:id="Rdf4fd8b5da9c4830"/>
    <p:sldLayoutId xmlns:r="http://schemas.openxmlformats.org/officeDocument/2006/relationships" id="2147483657" r:id="Rec3e81bba130487f"/>
    <p:sldLayoutId xmlns:r="http://schemas.openxmlformats.org/officeDocument/2006/relationships" id="2147483658" r:id="R751b636665ce45c0"/>
    <p:sldLayoutId xmlns:r="http://schemas.openxmlformats.org/officeDocument/2006/relationships" id="2147483659" r:id="R3d404b15a25e4527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788b36fb994a45" /><Relationship Type="http://schemas.openxmlformats.org/officeDocument/2006/relationships/notesSlide" Target="/ppt/notesSlides/notesSlide1.xml" Id="R431d8cf66be0423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50e5d45ea1b4d62" /><Relationship Type="http://schemas.openxmlformats.org/officeDocument/2006/relationships/notesSlide" Target="/ppt/notesSlides/notesSlide2.xml" Id="Ra84378bda87e440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dbb633f1ee64a0a" /><Relationship Type="http://schemas.openxmlformats.org/officeDocument/2006/relationships/notesSlide" Target="/ppt/notesSlides/notesSlide3.xml" Id="R736b4d12803f46d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ac8565380764625" /><Relationship Type="http://schemas.openxmlformats.org/officeDocument/2006/relationships/notesSlide" Target="/ppt/notesSlides/notesSlide4.xml" Id="Raab6cfa61e43478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e926e59d218434e" /><Relationship Type="http://schemas.openxmlformats.org/officeDocument/2006/relationships/notesSlide" Target="/ppt/notesSlides/notesSlide5.xml" Id="Ra7394c6cbe5d41b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24c034b7c474403" /><Relationship Type="http://schemas.openxmlformats.org/officeDocument/2006/relationships/notesSlide" Target="/ppt/notesSlides/notesSlide6.xml" Id="Rf81b0b1d78be4c9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01d5fc969ca4d35" /><Relationship Type="http://schemas.openxmlformats.org/officeDocument/2006/relationships/notesSlide" Target="/ppt/notesSlides/notesSlide7.xml" Id="Rc724f2124d3f434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14b78a80a5843bb" /><Relationship Type="http://schemas.openxmlformats.org/officeDocument/2006/relationships/notesSlide" Target="/ppt/notesSlides/notesSlide8.xml" Id="R9bcfe157a63e48e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c450269a98b404e" /><Relationship Type="http://schemas.openxmlformats.org/officeDocument/2006/relationships/notesSlide" Target="/ppt/notesSlides/notesSlide9.xml" Id="R8bf3c00d0910452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Searching 2D Lists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31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target.lower()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found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club[0]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club[1])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found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found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target.lower()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found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club[0]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club[1])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found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found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target.lower()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found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club[0]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club[1])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found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found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is the target normalised before it is compared with stored record names?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must found start as False before the search loop?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What goes wrong if the not-found message is placed inside the loop?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If you enter code, what message appears, and does Club not found. appear?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target.lower()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found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club[0]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club[1])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found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found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search so the user enters a member count instead of a club name. Display the matching club. Test 15; the program should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 code"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target.lower()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found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club[0]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club[1])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found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found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matching route to ask for a new member count and update the matched row. Display the updated record. Test two runs: update Chess to 20, then search for Music.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target.lower()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found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club[0]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club[1])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found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found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three-record book search with [title, pages] rows. Search case-insensitively by title, display the page count for a match, and display one not-found message only after every row has been checked.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target.lower()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found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club[0]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club[1])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found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found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4346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found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found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found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2026-08-26T04:07:05.6670000Z</dcterms:created>
  <dcterms:modified xsi:type="dcterms:W3CDTF">2026-08-26T04:07:05.6670000Z</dcterms:modified>
</coreProperties>
</file>