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ddfdf0042884d3b" /><Relationship Type="http://schemas.openxmlformats.org/officeDocument/2006/relationships/extended-properties" Target="/docProps/app.xml" Id="R1a52cf73a1734d27" /><Relationship Type="http://schemas.openxmlformats.org/officeDocument/2006/relationships/officeDocument" Target="/ppt/presentation.xml" Id="R706136c38f0b4b69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c40a2c63eb446ec"/>
  </p:sldMasterIdLst>
  <p:notesMasterIdLst>
    <p:notesMasterId xmlns:r="http://schemas.openxmlformats.org/officeDocument/2006/relationships" r:id="R28a51832f29b4ba9"/>
  </p:notesMasterIdLst>
  <p:sldIdLst>
    <p:sldId xmlns:r="http://schemas.openxmlformats.org/officeDocument/2006/relationships" id="256" r:id="R0fb91b26520d4c01"/>
    <p:sldId xmlns:r="http://schemas.openxmlformats.org/officeDocument/2006/relationships" id="257" r:id="R4b80958c1ad84f8a"/>
    <p:sldId xmlns:r="http://schemas.openxmlformats.org/officeDocument/2006/relationships" id="258" r:id="Raf5f23a769e143a1"/>
    <p:sldId xmlns:r="http://schemas.openxmlformats.org/officeDocument/2006/relationships" id="259" r:id="R763efddf8a21454d"/>
    <p:sldId xmlns:r="http://schemas.openxmlformats.org/officeDocument/2006/relationships" id="260" r:id="R261af403f53d4f53"/>
    <p:sldId xmlns:r="http://schemas.openxmlformats.org/officeDocument/2006/relationships" id="261" r:id="R9af36347ea3d4114"/>
    <p:sldId xmlns:r="http://schemas.openxmlformats.org/officeDocument/2006/relationships" id="262" r:id="R1cbbbca3ce6a47ef"/>
    <p:sldId xmlns:r="http://schemas.openxmlformats.org/officeDocument/2006/relationships" id="263" r:id="Ra6d3d70a29a346a0"/>
    <p:sldId xmlns:r="http://schemas.openxmlformats.org/officeDocument/2006/relationships" id="264" r:id="R88c84397496449d7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f313c024249748ff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0eaac992ae4693" /><Relationship Type="http://schemas.openxmlformats.org/officeDocument/2006/relationships/slideMaster" Target="/ppt/slideMasters/slideMaster1.xml" Id="R2c40a2c63eb446ec" /><Relationship Type="http://schemas.openxmlformats.org/officeDocument/2006/relationships/notesMaster" Target="/ppt/notesMasters/notesMaster1.xml" Id="R28a51832f29b4ba9" /><Relationship Type="http://schemas.openxmlformats.org/officeDocument/2006/relationships/presProps" Target="/ppt/presProps.xml" Id="R8fa436547b864a0a" /><Relationship Type="http://schemas.openxmlformats.org/officeDocument/2006/relationships/viewProps" Target="/ppt/viewProps.xml" Id="R9900390458c24b5b" /><Relationship Type="http://schemas.openxmlformats.org/officeDocument/2006/relationships/tableStyles" Target="/ppt/tableStyles.xml" Id="R3d389f2befb64efd" /><Relationship Type="http://schemas.openxmlformats.org/officeDocument/2006/relationships/font" Target="/ppt/fonts/font.dat" Id="Rf313c024249748ff" /><Relationship Type="http://schemas.openxmlformats.org/officeDocument/2006/relationships/slide" Target="/ppt/slides/slide1.xml" Id="R0fb91b26520d4c01" /><Relationship Type="http://schemas.openxmlformats.org/officeDocument/2006/relationships/slide" Target="/ppt/slides/slide2.xml" Id="R4b80958c1ad84f8a" /><Relationship Type="http://schemas.openxmlformats.org/officeDocument/2006/relationships/slide" Target="/ppt/slides/slide3.xml" Id="Raf5f23a769e143a1" /><Relationship Type="http://schemas.openxmlformats.org/officeDocument/2006/relationships/slide" Target="/ppt/slides/slide4.xml" Id="R763efddf8a21454d" /><Relationship Type="http://schemas.openxmlformats.org/officeDocument/2006/relationships/slide" Target="/ppt/slides/slide5.xml" Id="R261af403f53d4f53" /><Relationship Type="http://schemas.openxmlformats.org/officeDocument/2006/relationships/slide" Target="/ppt/slides/slide6.xml" Id="R9af36347ea3d4114" /><Relationship Type="http://schemas.openxmlformats.org/officeDocument/2006/relationships/slide" Target="/ppt/slides/slide7.xml" Id="R1cbbbca3ce6a47ef" /><Relationship Type="http://schemas.openxmlformats.org/officeDocument/2006/relationships/slide" Target="/ppt/slides/slide8.xml" Id="Ra6d3d70a29a346a0" /><Relationship Type="http://schemas.openxmlformats.org/officeDocument/2006/relationships/slide" Target="/ppt/slides/slide9.xml" Id="R88c84397496449d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308e4145f542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6b9c673fb946db" /><Relationship Type="http://schemas.openxmlformats.org/officeDocument/2006/relationships/notesMaster" Target="/ppt/notesMasters/notesMaster1.xml" Id="Re7584096493b48e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b516ac5d084116" /><Relationship Type="http://schemas.openxmlformats.org/officeDocument/2006/relationships/notesMaster" Target="/ppt/notesMasters/notesMaster1.xml" Id="R51d9d4bb3f8645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3c4ea0098ae47d8" /><Relationship Type="http://schemas.openxmlformats.org/officeDocument/2006/relationships/notesMaster" Target="/ppt/notesMasters/notesMaster1.xml" Id="R4a515f405e5e48b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e8b989982f4834" /><Relationship Type="http://schemas.openxmlformats.org/officeDocument/2006/relationships/notesMaster" Target="/ppt/notesMasters/notesMaster1.xml" Id="Rf4ffb00b506c4f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359d6c8ed764d43" /><Relationship Type="http://schemas.openxmlformats.org/officeDocument/2006/relationships/notesMaster" Target="/ppt/notesMasters/notesMaster1.xml" Id="R3f27c2e458e547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5dae8851e344e3" /><Relationship Type="http://schemas.openxmlformats.org/officeDocument/2006/relationships/notesMaster" Target="/ppt/notesMasters/notesMaster1.xml" Id="R6a1f6c46382b4e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7fd30a9f464b70" /><Relationship Type="http://schemas.openxmlformats.org/officeDocument/2006/relationships/notesMaster" Target="/ppt/notesMasters/notesMaster1.xml" Id="R53b4e5012b1045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d833233d41d41e1" /><Relationship Type="http://schemas.openxmlformats.org/officeDocument/2006/relationships/notesMaster" Target="/ppt/notesMasters/notesMaster1.xml" Id="Rb7c108f3863043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f4afb5bae9d445b" /><Relationship Type="http://schemas.openxmlformats.org/officeDocument/2006/relationships/notesMaster" Target="/ppt/notesMasters/notesMaster1.xml" Id="R531de17905a34a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513ad52f60431b" /><Relationship Type="http://schemas.openxmlformats.org/officeDocument/2006/relationships/image" Target="/ppt/media/image.png" Id="R6ffa54428d10401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772d73977c44c0" /><Relationship Type="http://schemas.openxmlformats.org/officeDocument/2006/relationships/image" Target="/ppt/media/image.png" Id="Rce2bcc2972ca40d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1877cd100f4389" /><Relationship Type="http://schemas.openxmlformats.org/officeDocument/2006/relationships/image" Target="/ppt/media/image.png" Id="R8bc63916a45c455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ce69dd0748495e" /><Relationship Type="http://schemas.openxmlformats.org/officeDocument/2006/relationships/image" Target="/ppt/media/image.png" Id="R572cafc14268471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13caff726846ec" /><Relationship Type="http://schemas.openxmlformats.org/officeDocument/2006/relationships/image" Target="/ppt/media/image.png" Id="Rca7422b0b0bc41b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e9bc8b13e3474a" /><Relationship Type="http://schemas.openxmlformats.org/officeDocument/2006/relationships/image" Target="/ppt/media/image.png" Id="Rb52e1b2dd351464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c22cb5d4c04153" /><Relationship Type="http://schemas.openxmlformats.org/officeDocument/2006/relationships/image" Target="/ppt/media/image.png" Id="R71e404f2f1f74ce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730416402248a5" /><Relationship Type="http://schemas.openxmlformats.org/officeDocument/2006/relationships/image" Target="/ppt/media/image.png" Id="R702d46296df94e7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c0dc1f5e314997" /><Relationship Type="http://schemas.openxmlformats.org/officeDocument/2006/relationships/image" Target="/ppt/media/image.png" Id="Rdd481a5307954f4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40f398ca33436c" /><Relationship Type="http://schemas.openxmlformats.org/officeDocument/2006/relationships/image" Target="/ppt/media/image.png" Id="R2fd3ed3f90e7490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1cd22deacf42c5" /><Relationship Type="http://schemas.openxmlformats.org/officeDocument/2006/relationships/image" Target="/ppt/media/image.png" Id="Rb981567d4f034e8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ffa54428d104016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e2bcc2972ca40d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bc63916a45c455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2cafc14268471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7422b0b0bc41b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2e1b2dd351464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e404f2f1f74ce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02d46296df94e7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481a5307954f4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d3ed3f90e7490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81567d4f034e8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2d98ee88b34d0e" /><Relationship Type="http://schemas.openxmlformats.org/officeDocument/2006/relationships/slideLayout" Target="/ppt/slideLayouts/slideLayout1.xml" Id="R8420ee3508eb43f7" /><Relationship Type="http://schemas.openxmlformats.org/officeDocument/2006/relationships/slideLayout" Target="/ppt/slideLayouts/slideLayout2.xml" Id="Racc2ecc2d178443e" /><Relationship Type="http://schemas.openxmlformats.org/officeDocument/2006/relationships/slideLayout" Target="/ppt/slideLayouts/slideLayout3.xml" Id="R019614eeb49848af" /><Relationship Type="http://schemas.openxmlformats.org/officeDocument/2006/relationships/slideLayout" Target="/ppt/slideLayouts/slideLayout4.xml" Id="Rccdd992f831348b7" /><Relationship Type="http://schemas.openxmlformats.org/officeDocument/2006/relationships/slideLayout" Target="/ppt/slideLayouts/slideLayout5.xml" Id="R8970e979667e448a" /><Relationship Type="http://schemas.openxmlformats.org/officeDocument/2006/relationships/slideLayout" Target="/ppt/slideLayouts/slideLayout6.xml" Id="R309b342da5cf44c3" /><Relationship Type="http://schemas.openxmlformats.org/officeDocument/2006/relationships/slideLayout" Target="/ppt/slideLayouts/slideLayout7.xml" Id="R5bb801b0ca9743ff" /><Relationship Type="http://schemas.openxmlformats.org/officeDocument/2006/relationships/slideLayout" Target="/ppt/slideLayouts/slideLayout8.xml" Id="Rb9a5848c85b5417f" /><Relationship Type="http://schemas.openxmlformats.org/officeDocument/2006/relationships/slideLayout" Target="/ppt/slideLayouts/slideLayout9.xml" Id="R9644459e4d0b4041" /><Relationship Type="http://schemas.openxmlformats.org/officeDocument/2006/relationships/slideLayout" Target="/ppt/slideLayouts/slideLayout10.xml" Id="Rc755d97fa900451a" /><Relationship Type="http://schemas.openxmlformats.org/officeDocument/2006/relationships/slideLayout" Target="/ppt/slideLayouts/slideLayout11.xml" Id="Rae630eef6b0d4d7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20ee3508eb43f7"/>
    <p:sldLayoutId xmlns:r="http://schemas.openxmlformats.org/officeDocument/2006/relationships" id="2147483650" r:id="Racc2ecc2d178443e"/>
    <p:sldLayoutId xmlns:r="http://schemas.openxmlformats.org/officeDocument/2006/relationships" id="2147483651" r:id="R019614eeb49848af"/>
    <p:sldLayoutId xmlns:r="http://schemas.openxmlformats.org/officeDocument/2006/relationships" id="2147483652" r:id="Rccdd992f831348b7"/>
    <p:sldLayoutId xmlns:r="http://schemas.openxmlformats.org/officeDocument/2006/relationships" id="2147483653" r:id="R8970e979667e448a"/>
    <p:sldLayoutId xmlns:r="http://schemas.openxmlformats.org/officeDocument/2006/relationships" id="2147483654" r:id="R309b342da5cf44c3"/>
    <p:sldLayoutId xmlns:r="http://schemas.openxmlformats.org/officeDocument/2006/relationships" id="2147483655" r:id="R5bb801b0ca9743ff"/>
    <p:sldLayoutId xmlns:r="http://schemas.openxmlformats.org/officeDocument/2006/relationships" id="2147483656" r:id="Rb9a5848c85b5417f"/>
    <p:sldLayoutId xmlns:r="http://schemas.openxmlformats.org/officeDocument/2006/relationships" id="2147483657" r:id="R9644459e4d0b4041"/>
    <p:sldLayoutId xmlns:r="http://schemas.openxmlformats.org/officeDocument/2006/relationships" id="2147483658" r:id="Rc755d97fa900451a"/>
    <p:sldLayoutId xmlns:r="http://schemas.openxmlformats.org/officeDocument/2006/relationships" id="2147483659" r:id="Rae630eef6b0d4d78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f1e3d3dbb34870" /><Relationship Type="http://schemas.openxmlformats.org/officeDocument/2006/relationships/notesSlide" Target="/ppt/notesSlides/notesSlide1.xml" Id="R6887b6ed1a62402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a5fb74b9594afc" /><Relationship Type="http://schemas.openxmlformats.org/officeDocument/2006/relationships/notesSlide" Target="/ppt/notesSlides/notesSlide2.xml" Id="R39c83db61b1e4a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0500a77a624f1a" /><Relationship Type="http://schemas.openxmlformats.org/officeDocument/2006/relationships/notesSlide" Target="/ppt/notesSlides/notesSlide3.xml" Id="R3d9f661691fd42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d623468c224293" /><Relationship Type="http://schemas.openxmlformats.org/officeDocument/2006/relationships/notesSlide" Target="/ppt/notesSlides/notesSlide4.xml" Id="Rd088bd2bf83a44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8ae62466a0436c" /><Relationship Type="http://schemas.openxmlformats.org/officeDocument/2006/relationships/notesSlide" Target="/ppt/notesSlides/notesSlide5.xml" Id="R6843ebd11c154e9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5ed486e82e4e7b" /><Relationship Type="http://schemas.openxmlformats.org/officeDocument/2006/relationships/notesSlide" Target="/ppt/notesSlides/notesSlide6.xml" Id="R2d070a63bb3d4e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7525a84ac74c57" /><Relationship Type="http://schemas.openxmlformats.org/officeDocument/2006/relationships/notesSlide" Target="/ppt/notesSlides/notesSlide7.xml" Id="Ra60d9bd4e57a469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cb9241320c43e8" /><Relationship Type="http://schemas.openxmlformats.org/officeDocument/2006/relationships/notesSlide" Target="/ppt/notesSlides/notesSlide8.xml" Id="R5855b2d1b9204bf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9ec6e8b7204737" /><Relationship Type="http://schemas.openxmlformats.org/officeDocument/2006/relationships/notesSlide" Target="/ppt/notesSlides/notesSlide9.xml" Id="R9c7c58d5a047414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Searching 2D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target normalised before it is compared with stored record names?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must found start as False before the search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goes wrong if the not-found message is placed inside the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code, what message appears, and does Club not found. appear?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searches by member count. Ask for a whole number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remove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line. Compare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each row's count and display a match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15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 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99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updates the club it finds. When a name matches,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new_members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replace that row's count and display the row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20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"Updated: ['chess', 20]"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7739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cafe order program with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menu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: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2],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"cake"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3]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"soup"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5]. Ask for an item,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it, then ask for a whole-number quantity.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find the item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"Cost:"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its price times the quantity. If nothing matches,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"Item not found."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the loop.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4346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   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 False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        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2026-09-29T02:08:51.5150000Z</dcterms:created>
  <dcterms:modified xsi:type="dcterms:W3CDTF">2026-09-29T02:08:51.5150000Z</dcterms:modified>
</coreProperties>
</file>