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e1eacbc4b94a3c" /><Relationship Type="http://schemas.openxmlformats.org/officeDocument/2006/relationships/extended-properties" Target="/docProps/app.xml" Id="R10245c9a3fa74044" /><Relationship Type="http://schemas.openxmlformats.org/officeDocument/2006/relationships/officeDocument" Target="/ppt/presentation.xml" Id="Rf31524b917ec4cb4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b84794669654649"/>
  </p:sldMasterIdLst>
  <p:notesMasterIdLst>
    <p:notesMasterId xmlns:r="http://schemas.openxmlformats.org/officeDocument/2006/relationships" r:id="R1c58faf733ec4f4f"/>
  </p:notesMasterIdLst>
  <p:sldIdLst>
    <p:sldId xmlns:r="http://schemas.openxmlformats.org/officeDocument/2006/relationships" id="256" r:id="R96dc3911fefc413b"/>
    <p:sldId xmlns:r="http://schemas.openxmlformats.org/officeDocument/2006/relationships" id="257" r:id="Rdc9f1d1a38554c72"/>
    <p:sldId xmlns:r="http://schemas.openxmlformats.org/officeDocument/2006/relationships" id="258" r:id="Rbafdb69c9f094e01"/>
    <p:sldId xmlns:r="http://schemas.openxmlformats.org/officeDocument/2006/relationships" id="259" r:id="R12040a62a31e4a16"/>
    <p:sldId xmlns:r="http://schemas.openxmlformats.org/officeDocument/2006/relationships" id="260" r:id="Rab4ffe9920e4428f"/>
    <p:sldId xmlns:r="http://schemas.openxmlformats.org/officeDocument/2006/relationships" id="261" r:id="R3d26ac197cb74b46"/>
    <p:sldId xmlns:r="http://schemas.openxmlformats.org/officeDocument/2006/relationships" id="262" r:id="R8beb60125c94498a"/>
    <p:sldId xmlns:r="http://schemas.openxmlformats.org/officeDocument/2006/relationships" id="263" r:id="R677943fba60d435a"/>
    <p:sldId xmlns:r="http://schemas.openxmlformats.org/officeDocument/2006/relationships" id="264" r:id="Re2f0ab5e86d54b11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83041ef2436548aa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20fb0d46224e47" /><Relationship Type="http://schemas.openxmlformats.org/officeDocument/2006/relationships/slideMaster" Target="/ppt/slideMasters/slideMaster1.xml" Id="R5b84794669654649" /><Relationship Type="http://schemas.openxmlformats.org/officeDocument/2006/relationships/notesMaster" Target="/ppt/notesMasters/notesMaster1.xml" Id="R1c58faf733ec4f4f" /><Relationship Type="http://schemas.openxmlformats.org/officeDocument/2006/relationships/presProps" Target="/ppt/presProps.xml" Id="R57d77dec58964cb9" /><Relationship Type="http://schemas.openxmlformats.org/officeDocument/2006/relationships/viewProps" Target="/ppt/viewProps.xml" Id="Rd22ec924ed7a43ba" /><Relationship Type="http://schemas.openxmlformats.org/officeDocument/2006/relationships/tableStyles" Target="/ppt/tableStyles.xml" Id="R0e2ce5551e8e48a8" /><Relationship Type="http://schemas.openxmlformats.org/officeDocument/2006/relationships/font" Target="/ppt/fonts/font.dat" Id="R83041ef2436548aa" /><Relationship Type="http://schemas.openxmlformats.org/officeDocument/2006/relationships/slide" Target="/ppt/slides/slide1.xml" Id="R96dc3911fefc413b" /><Relationship Type="http://schemas.openxmlformats.org/officeDocument/2006/relationships/slide" Target="/ppt/slides/slide2.xml" Id="Rdc9f1d1a38554c72" /><Relationship Type="http://schemas.openxmlformats.org/officeDocument/2006/relationships/slide" Target="/ppt/slides/slide3.xml" Id="Rbafdb69c9f094e01" /><Relationship Type="http://schemas.openxmlformats.org/officeDocument/2006/relationships/slide" Target="/ppt/slides/slide4.xml" Id="R12040a62a31e4a16" /><Relationship Type="http://schemas.openxmlformats.org/officeDocument/2006/relationships/slide" Target="/ppt/slides/slide5.xml" Id="Rab4ffe9920e4428f" /><Relationship Type="http://schemas.openxmlformats.org/officeDocument/2006/relationships/slide" Target="/ppt/slides/slide6.xml" Id="R3d26ac197cb74b46" /><Relationship Type="http://schemas.openxmlformats.org/officeDocument/2006/relationships/slide" Target="/ppt/slides/slide7.xml" Id="R8beb60125c94498a" /><Relationship Type="http://schemas.openxmlformats.org/officeDocument/2006/relationships/slide" Target="/ppt/slides/slide8.xml" Id="R677943fba60d435a" /><Relationship Type="http://schemas.openxmlformats.org/officeDocument/2006/relationships/slide" Target="/ppt/slides/slide9.xml" Id="Re2f0ab5e86d54b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8a09426b5a24d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63d421c56414484" /><Relationship Type="http://schemas.openxmlformats.org/officeDocument/2006/relationships/notesMaster" Target="/ppt/notesMasters/notesMaster1.xml" Id="R8d82ae986b064d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d6ac94156d4fb0" /><Relationship Type="http://schemas.openxmlformats.org/officeDocument/2006/relationships/notesMaster" Target="/ppt/notesMasters/notesMaster1.xml" Id="R41ed15c80c28420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6aabe66f2c4392" /><Relationship Type="http://schemas.openxmlformats.org/officeDocument/2006/relationships/notesMaster" Target="/ppt/notesMasters/notesMaster1.xml" Id="Ra1f9d35bbce844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a7560063819435e" /><Relationship Type="http://schemas.openxmlformats.org/officeDocument/2006/relationships/notesMaster" Target="/ppt/notesMasters/notesMaster1.xml" Id="R156eb7a90d2349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16aab3e2424042" /><Relationship Type="http://schemas.openxmlformats.org/officeDocument/2006/relationships/notesMaster" Target="/ppt/notesMasters/notesMaster1.xml" Id="R41758dbfacab42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c801be36d241b4" /><Relationship Type="http://schemas.openxmlformats.org/officeDocument/2006/relationships/notesMaster" Target="/ppt/notesMasters/notesMaster1.xml" Id="R6a49ab2e085649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e5e96b0c284c8b" /><Relationship Type="http://schemas.openxmlformats.org/officeDocument/2006/relationships/notesMaster" Target="/ppt/notesMasters/notesMaster1.xml" Id="Rd9d3718b2cf440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374558474640b8" /><Relationship Type="http://schemas.openxmlformats.org/officeDocument/2006/relationships/notesMaster" Target="/ppt/notesMasters/notesMaster1.xml" Id="Rcb9a0e4dc040445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efac63bd0c4d10" /><Relationship Type="http://schemas.openxmlformats.org/officeDocument/2006/relationships/notesMaster" Target="/ppt/notesMasters/notesMaster1.xml" Id="R693bd578e7da4d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b4428cd13c4f7f" /><Relationship Type="http://schemas.openxmlformats.org/officeDocument/2006/relationships/image" Target="/ppt/media/image.png" Id="R1fc22c177145478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45183c3c3443a6" /><Relationship Type="http://schemas.openxmlformats.org/officeDocument/2006/relationships/image" Target="/ppt/media/image.png" Id="Rc07a9c1857084b0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67c4fc7fa04932" /><Relationship Type="http://schemas.openxmlformats.org/officeDocument/2006/relationships/image" Target="/ppt/media/image.png" Id="R0f8f8287d4eb4c2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9434e075a64e39" /><Relationship Type="http://schemas.openxmlformats.org/officeDocument/2006/relationships/image" Target="/ppt/media/image.png" Id="R35582136acf64fc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1f297a3cca4a6b" /><Relationship Type="http://schemas.openxmlformats.org/officeDocument/2006/relationships/image" Target="/ppt/media/image.png" Id="R83a155804c5f48d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9180391ef84687" /><Relationship Type="http://schemas.openxmlformats.org/officeDocument/2006/relationships/image" Target="/ppt/media/image.png" Id="Rae93f1ff98db486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38855ef8d54379" /><Relationship Type="http://schemas.openxmlformats.org/officeDocument/2006/relationships/image" Target="/ppt/media/image.png" Id="R1b5920d207454b0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fea49299a64ad5" /><Relationship Type="http://schemas.openxmlformats.org/officeDocument/2006/relationships/image" Target="/ppt/media/image.png" Id="Rc6fdb6d42b1d4b0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9e0a37824e4378" /><Relationship Type="http://schemas.openxmlformats.org/officeDocument/2006/relationships/image" Target="/ppt/media/image.png" Id="R3494c99c7c54460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53cfdba1c04c24" /><Relationship Type="http://schemas.openxmlformats.org/officeDocument/2006/relationships/image" Target="/ppt/media/image.png" Id="R4f0d4f776ec5429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73d45d26484408" /><Relationship Type="http://schemas.openxmlformats.org/officeDocument/2006/relationships/image" Target="/ppt/media/image.png" Id="R421bef7b6537492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fc22c1771454781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07a9c1857084b0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f8f8287d4eb4c2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5582136acf64fc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3a155804c5f48d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93f1ff98db486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b5920d207454b0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fdb6d42b1d4b0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94c99c7c54460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f0d4f776ec5429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1bef7b6537492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896ddbc6d44cd5" /><Relationship Type="http://schemas.openxmlformats.org/officeDocument/2006/relationships/slideLayout" Target="/ppt/slideLayouts/slideLayout1.xml" Id="R9f58fd4af9714b16" /><Relationship Type="http://schemas.openxmlformats.org/officeDocument/2006/relationships/slideLayout" Target="/ppt/slideLayouts/slideLayout2.xml" Id="Rc9ab29f0345a494d" /><Relationship Type="http://schemas.openxmlformats.org/officeDocument/2006/relationships/slideLayout" Target="/ppt/slideLayouts/slideLayout3.xml" Id="Rabe2c7e9ffdd48dd" /><Relationship Type="http://schemas.openxmlformats.org/officeDocument/2006/relationships/slideLayout" Target="/ppt/slideLayouts/slideLayout4.xml" Id="Rbb20063a89d54487" /><Relationship Type="http://schemas.openxmlformats.org/officeDocument/2006/relationships/slideLayout" Target="/ppt/slideLayouts/slideLayout5.xml" Id="Rc08889347ef04c3e" /><Relationship Type="http://schemas.openxmlformats.org/officeDocument/2006/relationships/slideLayout" Target="/ppt/slideLayouts/slideLayout6.xml" Id="Rd0c384eda5c2421e" /><Relationship Type="http://schemas.openxmlformats.org/officeDocument/2006/relationships/slideLayout" Target="/ppt/slideLayouts/slideLayout7.xml" Id="R6588da0055364e00" /><Relationship Type="http://schemas.openxmlformats.org/officeDocument/2006/relationships/slideLayout" Target="/ppt/slideLayouts/slideLayout8.xml" Id="R189296406a504701" /><Relationship Type="http://schemas.openxmlformats.org/officeDocument/2006/relationships/slideLayout" Target="/ppt/slideLayouts/slideLayout9.xml" Id="R676ecc56059243bb" /><Relationship Type="http://schemas.openxmlformats.org/officeDocument/2006/relationships/slideLayout" Target="/ppt/slideLayouts/slideLayout10.xml" Id="R02f528f0e5994599" /><Relationship Type="http://schemas.openxmlformats.org/officeDocument/2006/relationships/slideLayout" Target="/ppt/slideLayouts/slideLayout11.xml" Id="Rd5a9334583634ae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58fd4af9714b16"/>
    <p:sldLayoutId xmlns:r="http://schemas.openxmlformats.org/officeDocument/2006/relationships" id="2147483650" r:id="Rc9ab29f0345a494d"/>
    <p:sldLayoutId xmlns:r="http://schemas.openxmlformats.org/officeDocument/2006/relationships" id="2147483651" r:id="Rabe2c7e9ffdd48dd"/>
    <p:sldLayoutId xmlns:r="http://schemas.openxmlformats.org/officeDocument/2006/relationships" id="2147483652" r:id="Rbb20063a89d54487"/>
    <p:sldLayoutId xmlns:r="http://schemas.openxmlformats.org/officeDocument/2006/relationships" id="2147483653" r:id="Rc08889347ef04c3e"/>
    <p:sldLayoutId xmlns:r="http://schemas.openxmlformats.org/officeDocument/2006/relationships" id="2147483654" r:id="Rd0c384eda5c2421e"/>
    <p:sldLayoutId xmlns:r="http://schemas.openxmlformats.org/officeDocument/2006/relationships" id="2147483655" r:id="R6588da0055364e00"/>
    <p:sldLayoutId xmlns:r="http://schemas.openxmlformats.org/officeDocument/2006/relationships" id="2147483656" r:id="R189296406a504701"/>
    <p:sldLayoutId xmlns:r="http://schemas.openxmlformats.org/officeDocument/2006/relationships" id="2147483657" r:id="R676ecc56059243bb"/>
    <p:sldLayoutId xmlns:r="http://schemas.openxmlformats.org/officeDocument/2006/relationships" id="2147483658" r:id="R02f528f0e5994599"/>
    <p:sldLayoutId xmlns:r="http://schemas.openxmlformats.org/officeDocument/2006/relationships" id="2147483659" r:id="Rd5a9334583634ae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dc493abe64408f" /><Relationship Type="http://schemas.openxmlformats.org/officeDocument/2006/relationships/notesSlide" Target="/ppt/notesSlides/notesSlide1.xml" Id="R7cb8aae0156344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3184cc312345c6" /><Relationship Type="http://schemas.openxmlformats.org/officeDocument/2006/relationships/notesSlide" Target="/ppt/notesSlides/notesSlide2.xml" Id="R3ee5434a7b6a4f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12f2daf7bb4f38" /><Relationship Type="http://schemas.openxmlformats.org/officeDocument/2006/relationships/notesSlide" Target="/ppt/notesSlides/notesSlide3.xml" Id="R24a8788bd59240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55d13eb1f7458f" /><Relationship Type="http://schemas.openxmlformats.org/officeDocument/2006/relationships/notesSlide" Target="/ppt/notesSlides/notesSlide4.xml" Id="R7c1cfa0dfdf74b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89747d847247d9" /><Relationship Type="http://schemas.openxmlformats.org/officeDocument/2006/relationships/notesSlide" Target="/ppt/notesSlides/notesSlide5.xml" Id="R79324675844f45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d1922764294105" /><Relationship Type="http://schemas.openxmlformats.org/officeDocument/2006/relationships/notesSlide" Target="/ppt/notesSlides/notesSlide6.xml" Id="R2e63813cf74949d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6cd37654e74642" /><Relationship Type="http://schemas.openxmlformats.org/officeDocument/2006/relationships/notesSlide" Target="/ppt/notesSlides/notesSlide7.xml" Id="Rbb05bf31b4d74b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de54ba0814417b" /><Relationship Type="http://schemas.openxmlformats.org/officeDocument/2006/relationships/notesSlide" Target="/ppt/notesSlides/notesSlide8.xml" Id="Rc8b38d9463ae476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844aadd4b74143" /><Relationship Type="http://schemas.openxmlformats.org/officeDocument/2006/relationships/notesSlide" Target="/ppt/notesSlides/notesSlide9.xml" Id="Ra3a7093a25b3490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Searching 2D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target normalised before it is compared with stored record names?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must found start as False before the search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goes wrong if the not-found message is placed inside the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code, what message appears, and does Club not found. appear?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searches by member count. Ask for a whole number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remove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line. Compare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each row's count and display a match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15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 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99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updates the club it finds. When a name matches,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new_members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replace that row's count and display the row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20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"Updated: ['chess', 20]"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7739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cafe order program with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menu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: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2],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"cake"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3]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"soup"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5]. Ask for an item,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it, then ask for a whole-number quantity. Use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find the item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"Cost:"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its price times the quantity. If nothing matches,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"Item not found."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the loop.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4346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2026-09-28T06:21:20.5680000Z</dcterms:created>
  <dcterms:modified xsi:type="dcterms:W3CDTF">2026-09-28T06:21:20.5680000Z</dcterms:modified>
</coreProperties>
</file>