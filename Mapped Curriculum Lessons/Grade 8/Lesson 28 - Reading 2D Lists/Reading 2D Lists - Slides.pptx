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d1e1d2c1db4773" /><Relationship Type="http://schemas.openxmlformats.org/officeDocument/2006/relationships/extended-properties" Target="/docProps/app.xml" Id="R2b1ef5b379d54b67" /><Relationship Type="http://schemas.openxmlformats.org/officeDocument/2006/relationships/officeDocument" Target="/ppt/presentation.xml" Id="Rcb1a20fa98e1476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d6209eac9eb4c49"/>
  </p:sldMasterIdLst>
  <p:notesMasterIdLst>
    <p:notesMasterId xmlns:r="http://schemas.openxmlformats.org/officeDocument/2006/relationships" r:id="R843f4e81b6934786"/>
  </p:notesMasterIdLst>
  <p:sldIdLst>
    <p:sldId xmlns:r="http://schemas.openxmlformats.org/officeDocument/2006/relationships" id="256" r:id="Rddf73938ff8f4ff7"/>
    <p:sldId xmlns:r="http://schemas.openxmlformats.org/officeDocument/2006/relationships" id="257" r:id="Rf277733576004678"/>
    <p:sldId xmlns:r="http://schemas.openxmlformats.org/officeDocument/2006/relationships" id="258" r:id="R5e803b627f4246d3"/>
    <p:sldId xmlns:r="http://schemas.openxmlformats.org/officeDocument/2006/relationships" id="259" r:id="R98cccc3281f04cd9"/>
    <p:sldId xmlns:r="http://schemas.openxmlformats.org/officeDocument/2006/relationships" id="260" r:id="R725d814b6b1f47d6"/>
    <p:sldId xmlns:r="http://schemas.openxmlformats.org/officeDocument/2006/relationships" id="261" r:id="R92fdd37651c74b97"/>
    <p:sldId xmlns:r="http://schemas.openxmlformats.org/officeDocument/2006/relationships" id="262" r:id="R56071f7cf30140a9"/>
    <p:sldId xmlns:r="http://schemas.openxmlformats.org/officeDocument/2006/relationships" id="263" r:id="R05f3a7d2672b4a53"/>
    <p:sldId xmlns:r="http://schemas.openxmlformats.org/officeDocument/2006/relationships" id="264" r:id="Re98d936544ee45cb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59b68f7499c44771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b26947526ac48a3" /><Relationship Type="http://schemas.openxmlformats.org/officeDocument/2006/relationships/slideMaster" Target="/ppt/slideMasters/slideMaster1.xml" Id="Rbd6209eac9eb4c49" /><Relationship Type="http://schemas.openxmlformats.org/officeDocument/2006/relationships/notesMaster" Target="/ppt/notesMasters/notesMaster1.xml" Id="R843f4e81b6934786" /><Relationship Type="http://schemas.openxmlformats.org/officeDocument/2006/relationships/presProps" Target="/ppt/presProps.xml" Id="R1f6e01ba13154e27" /><Relationship Type="http://schemas.openxmlformats.org/officeDocument/2006/relationships/viewProps" Target="/ppt/viewProps.xml" Id="Rfb85757689de44ce" /><Relationship Type="http://schemas.openxmlformats.org/officeDocument/2006/relationships/tableStyles" Target="/ppt/tableStyles.xml" Id="R089cc04c275a4e55" /><Relationship Type="http://schemas.openxmlformats.org/officeDocument/2006/relationships/font" Target="/ppt/fonts/font.dat" Id="R59b68f7499c44771" /><Relationship Type="http://schemas.openxmlformats.org/officeDocument/2006/relationships/slide" Target="/ppt/slides/slide1.xml" Id="Rddf73938ff8f4ff7" /><Relationship Type="http://schemas.openxmlformats.org/officeDocument/2006/relationships/slide" Target="/ppt/slides/slide2.xml" Id="Rf277733576004678" /><Relationship Type="http://schemas.openxmlformats.org/officeDocument/2006/relationships/slide" Target="/ppt/slides/slide3.xml" Id="R5e803b627f4246d3" /><Relationship Type="http://schemas.openxmlformats.org/officeDocument/2006/relationships/slide" Target="/ppt/slides/slide4.xml" Id="R98cccc3281f04cd9" /><Relationship Type="http://schemas.openxmlformats.org/officeDocument/2006/relationships/slide" Target="/ppt/slides/slide5.xml" Id="R725d814b6b1f47d6" /><Relationship Type="http://schemas.openxmlformats.org/officeDocument/2006/relationships/slide" Target="/ppt/slides/slide6.xml" Id="R92fdd37651c74b97" /><Relationship Type="http://schemas.openxmlformats.org/officeDocument/2006/relationships/slide" Target="/ppt/slides/slide7.xml" Id="R56071f7cf30140a9" /><Relationship Type="http://schemas.openxmlformats.org/officeDocument/2006/relationships/slide" Target="/ppt/slides/slide8.xml" Id="R05f3a7d2672b4a53" /><Relationship Type="http://schemas.openxmlformats.org/officeDocument/2006/relationships/slide" Target="/ppt/slides/slide9.xml" Id="Re98d936544ee45c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47a86f9c0848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167ea30ae3485e" /><Relationship Type="http://schemas.openxmlformats.org/officeDocument/2006/relationships/notesMaster" Target="/ppt/notesMasters/notesMaster1.xml" Id="Rdd0bd5ee314249c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66916b3640940be" /><Relationship Type="http://schemas.openxmlformats.org/officeDocument/2006/relationships/notesMaster" Target="/ppt/notesMasters/notesMaster1.xml" Id="Rad0af78782634a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b8392779eb4c97" /><Relationship Type="http://schemas.openxmlformats.org/officeDocument/2006/relationships/notesMaster" Target="/ppt/notesMasters/notesMaster1.xml" Id="R670d0e857473424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a6e242894a4d84" /><Relationship Type="http://schemas.openxmlformats.org/officeDocument/2006/relationships/notesMaster" Target="/ppt/notesMasters/notesMaster1.xml" Id="Re6f6d74c9a1b4d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8c56eb84d3c4e95" /><Relationship Type="http://schemas.openxmlformats.org/officeDocument/2006/relationships/notesMaster" Target="/ppt/notesMasters/notesMaster1.xml" Id="R55e0f0f1b08041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fcd5692de24a5a" /><Relationship Type="http://schemas.openxmlformats.org/officeDocument/2006/relationships/notesMaster" Target="/ppt/notesMasters/notesMaster1.xml" Id="R82f9bd0045de453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67bc907af145d3" /><Relationship Type="http://schemas.openxmlformats.org/officeDocument/2006/relationships/notesMaster" Target="/ppt/notesMasters/notesMaster1.xml" Id="R40881f42cafe4b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b39e5a0bc1a4f2c" /><Relationship Type="http://schemas.openxmlformats.org/officeDocument/2006/relationships/notesMaster" Target="/ppt/notesMasters/notesMaster1.xml" Id="R4422d37330a0469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8a80ba5325c4611" /><Relationship Type="http://schemas.openxmlformats.org/officeDocument/2006/relationships/notesMaster" Target="/ppt/notesMasters/notesMaster1.xml" Id="R3181cb782c154a0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f011cc0c8248d8" /><Relationship Type="http://schemas.openxmlformats.org/officeDocument/2006/relationships/image" Target="/ppt/media/image.png" Id="R5dfd30151eae4e0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26c0c8ead141f8" /><Relationship Type="http://schemas.openxmlformats.org/officeDocument/2006/relationships/image" Target="/ppt/media/image.png" Id="R9e0d1565ca71458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0fd6be376e47ad" /><Relationship Type="http://schemas.openxmlformats.org/officeDocument/2006/relationships/image" Target="/ppt/media/image.png" Id="R01e8be34663149f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e62ab4b4314218" /><Relationship Type="http://schemas.openxmlformats.org/officeDocument/2006/relationships/image" Target="/ppt/media/image.png" Id="R7b8dc22468884fc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e7e4647ce34266" /><Relationship Type="http://schemas.openxmlformats.org/officeDocument/2006/relationships/image" Target="/ppt/media/image.png" Id="R87aec1c8746e484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11725a3b6e4a29" /><Relationship Type="http://schemas.openxmlformats.org/officeDocument/2006/relationships/image" Target="/ppt/media/image.png" Id="R767c909684ff4e9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4ac582beb24ef2" /><Relationship Type="http://schemas.openxmlformats.org/officeDocument/2006/relationships/image" Target="/ppt/media/image.png" Id="Rc53dc57a09fa496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2ffad401764b09" /><Relationship Type="http://schemas.openxmlformats.org/officeDocument/2006/relationships/image" Target="/ppt/media/image.png" Id="Rdba01ed2509f490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161d1f45514ab3" /><Relationship Type="http://schemas.openxmlformats.org/officeDocument/2006/relationships/image" Target="/ppt/media/image.png" Id="Rc362e7973a494d2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8852d43e624563" /><Relationship Type="http://schemas.openxmlformats.org/officeDocument/2006/relationships/image" Target="/ppt/media/image.png" Id="Rf72ccba762b64e0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48a0426d1049cc" /><Relationship Type="http://schemas.openxmlformats.org/officeDocument/2006/relationships/image" Target="/ppt/media/image.png" Id="R3618e4426432421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dfd30151eae4e0e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0d1565ca71458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e8be34663149f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b8dc22468884fc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7aec1c8746e484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67c909684ff4e9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3dc57a09fa496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a01ed2509f490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62e7973a494d2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72ccba762b64e0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618e4426432421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60a6361605437c" /><Relationship Type="http://schemas.openxmlformats.org/officeDocument/2006/relationships/slideLayout" Target="/ppt/slideLayouts/slideLayout1.xml" Id="R43124568302f4d68" /><Relationship Type="http://schemas.openxmlformats.org/officeDocument/2006/relationships/slideLayout" Target="/ppt/slideLayouts/slideLayout2.xml" Id="R578a1c6bcd304f96" /><Relationship Type="http://schemas.openxmlformats.org/officeDocument/2006/relationships/slideLayout" Target="/ppt/slideLayouts/slideLayout3.xml" Id="R18aaf151c945497c" /><Relationship Type="http://schemas.openxmlformats.org/officeDocument/2006/relationships/slideLayout" Target="/ppt/slideLayouts/slideLayout4.xml" Id="R9ee4de106eef4dd8" /><Relationship Type="http://schemas.openxmlformats.org/officeDocument/2006/relationships/slideLayout" Target="/ppt/slideLayouts/slideLayout5.xml" Id="R9911b232af284c25" /><Relationship Type="http://schemas.openxmlformats.org/officeDocument/2006/relationships/slideLayout" Target="/ppt/slideLayouts/slideLayout6.xml" Id="Rbbffb60e960c4734" /><Relationship Type="http://schemas.openxmlformats.org/officeDocument/2006/relationships/slideLayout" Target="/ppt/slideLayouts/slideLayout7.xml" Id="R0a0688483f164d20" /><Relationship Type="http://schemas.openxmlformats.org/officeDocument/2006/relationships/slideLayout" Target="/ppt/slideLayouts/slideLayout8.xml" Id="R4ab52376423147e0" /><Relationship Type="http://schemas.openxmlformats.org/officeDocument/2006/relationships/slideLayout" Target="/ppt/slideLayouts/slideLayout9.xml" Id="R8ee8c0b4d5434b10" /><Relationship Type="http://schemas.openxmlformats.org/officeDocument/2006/relationships/slideLayout" Target="/ppt/slideLayouts/slideLayout10.xml" Id="R7b42385e0fb14990" /><Relationship Type="http://schemas.openxmlformats.org/officeDocument/2006/relationships/slideLayout" Target="/ppt/slideLayouts/slideLayout11.xml" Id="Rabfda944d1154aa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124568302f4d68"/>
    <p:sldLayoutId xmlns:r="http://schemas.openxmlformats.org/officeDocument/2006/relationships" id="2147483650" r:id="R578a1c6bcd304f96"/>
    <p:sldLayoutId xmlns:r="http://schemas.openxmlformats.org/officeDocument/2006/relationships" id="2147483651" r:id="R18aaf151c945497c"/>
    <p:sldLayoutId xmlns:r="http://schemas.openxmlformats.org/officeDocument/2006/relationships" id="2147483652" r:id="R9ee4de106eef4dd8"/>
    <p:sldLayoutId xmlns:r="http://schemas.openxmlformats.org/officeDocument/2006/relationships" id="2147483653" r:id="R9911b232af284c25"/>
    <p:sldLayoutId xmlns:r="http://schemas.openxmlformats.org/officeDocument/2006/relationships" id="2147483654" r:id="Rbbffb60e960c4734"/>
    <p:sldLayoutId xmlns:r="http://schemas.openxmlformats.org/officeDocument/2006/relationships" id="2147483655" r:id="R0a0688483f164d20"/>
    <p:sldLayoutId xmlns:r="http://schemas.openxmlformats.org/officeDocument/2006/relationships" id="2147483656" r:id="R4ab52376423147e0"/>
    <p:sldLayoutId xmlns:r="http://schemas.openxmlformats.org/officeDocument/2006/relationships" id="2147483657" r:id="R8ee8c0b4d5434b10"/>
    <p:sldLayoutId xmlns:r="http://schemas.openxmlformats.org/officeDocument/2006/relationships" id="2147483658" r:id="R7b42385e0fb14990"/>
    <p:sldLayoutId xmlns:r="http://schemas.openxmlformats.org/officeDocument/2006/relationships" id="2147483659" r:id="Rabfda944d1154aa1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fd980fecff4c0a" /><Relationship Type="http://schemas.openxmlformats.org/officeDocument/2006/relationships/notesSlide" Target="/ppt/notesSlides/notesSlide1.xml" Id="R16844620809e4d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d0f1984aa044333" /><Relationship Type="http://schemas.openxmlformats.org/officeDocument/2006/relationships/notesSlide" Target="/ppt/notesSlides/notesSlide2.xml" Id="R513bc0be42cd45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07b1ff043e4139" /><Relationship Type="http://schemas.openxmlformats.org/officeDocument/2006/relationships/notesSlide" Target="/ppt/notesSlides/notesSlide3.xml" Id="R18ec4485734541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2b64de5bf14831" /><Relationship Type="http://schemas.openxmlformats.org/officeDocument/2006/relationships/notesSlide" Target="/ppt/notesSlides/notesSlide4.xml" Id="R87aa47853d09472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8a244fd99a4070" /><Relationship Type="http://schemas.openxmlformats.org/officeDocument/2006/relationships/notesSlide" Target="/ppt/notesSlides/notesSlide5.xml" Id="R5184a82a0ab64e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cafaef583045c3" /><Relationship Type="http://schemas.openxmlformats.org/officeDocument/2006/relationships/notesSlide" Target="/ppt/notesSlides/notesSlide6.xml" Id="R4ef6a66d971d4ac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5407d169df4c8c" /><Relationship Type="http://schemas.openxmlformats.org/officeDocument/2006/relationships/notesSlide" Target="/ppt/notesSlides/notesSlide7.xml" Id="R3dbf6c7363fc48a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67dd551a424dcd" /><Relationship Type="http://schemas.openxmlformats.org/officeDocument/2006/relationships/notesSlide" Target="/ppt/notesSlides/notesSlide8.xml" Id="R795dc688376a47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22c393eebd4d18" /><Relationship Type="http://schemas.openxmlformats.org/officeDocument/2006/relationships/notesSlide" Target="/ppt/notesSlides/notesSlide9.xml" Id="R1d266c50de1945c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Reading 2D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clubs[1][0] select a field but clubs[1] selects a complete row?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selected row position does not exist?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every row keep the same field order for column 1 to mean members?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row 1, what record, club and member count are displayed?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column from 0 to 1 as well as the row. Display the value in [clubs] at [row] and [column]. Test row 2 and column 0; the program should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field: 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Traverse every row and display each club name followed by its member count. Do not print the row brackets.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three-row timetable. Each row stores a subject and room number. Ask for a valid row, then display a sentence containing both selected fields. Also display every subject name using a loop.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clubs[row, 1])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2026-08-26T04:06:23.1160000Z</dcterms:created>
  <dcterms:modified xsi:type="dcterms:W3CDTF">2026-08-26T04:06:23.1160000Z</dcterms:modified>
</coreProperties>
</file>