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571eb305f9441ce" /><Relationship Type="http://schemas.openxmlformats.org/officeDocument/2006/relationships/extended-properties" Target="/docProps/app.xml" Id="R3c10a54af5d741ac" /><Relationship Type="http://schemas.openxmlformats.org/officeDocument/2006/relationships/officeDocument" Target="/ppt/presentation.xml" Id="Rcc04c729b85c487d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0c78d4ada97f431f"/>
  </p:sldMasterIdLst>
  <p:notesMasterIdLst>
    <p:notesMasterId xmlns:r="http://schemas.openxmlformats.org/officeDocument/2006/relationships" r:id="R3335c189b7e14fb0"/>
  </p:notesMasterIdLst>
  <p:sldIdLst>
    <p:sldId xmlns:r="http://schemas.openxmlformats.org/officeDocument/2006/relationships" id="256" r:id="R1c4cc8b9ef4a4762"/>
    <p:sldId xmlns:r="http://schemas.openxmlformats.org/officeDocument/2006/relationships" id="257" r:id="Ra9a360539b52407e"/>
    <p:sldId xmlns:r="http://schemas.openxmlformats.org/officeDocument/2006/relationships" id="258" r:id="Rb4e5c29dbcfb4b66"/>
    <p:sldId xmlns:r="http://schemas.openxmlformats.org/officeDocument/2006/relationships" id="259" r:id="Rfd69a4ef63d64cfd"/>
    <p:sldId xmlns:r="http://schemas.openxmlformats.org/officeDocument/2006/relationships" id="260" r:id="R3897ac29d2dd4fed"/>
    <p:sldId xmlns:r="http://schemas.openxmlformats.org/officeDocument/2006/relationships" id="261" r:id="Rf7241c413bb84128"/>
    <p:sldId xmlns:r="http://schemas.openxmlformats.org/officeDocument/2006/relationships" id="262" r:id="R36d9c3929c8f448b"/>
    <p:sldId xmlns:r="http://schemas.openxmlformats.org/officeDocument/2006/relationships" id="263" r:id="R6b2c368701da4b75"/>
    <p:sldId xmlns:r="http://schemas.openxmlformats.org/officeDocument/2006/relationships" id="264" r:id="R3337c0000962427b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8bcdea47c8574893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cbcd4cd25fe409d" /><Relationship Type="http://schemas.openxmlformats.org/officeDocument/2006/relationships/slideMaster" Target="/ppt/slideMasters/slideMaster1.xml" Id="R0c78d4ada97f431f" /><Relationship Type="http://schemas.openxmlformats.org/officeDocument/2006/relationships/notesMaster" Target="/ppt/notesMasters/notesMaster1.xml" Id="R3335c189b7e14fb0" /><Relationship Type="http://schemas.openxmlformats.org/officeDocument/2006/relationships/presProps" Target="/ppt/presProps.xml" Id="Rb603dfdb7ae841e9" /><Relationship Type="http://schemas.openxmlformats.org/officeDocument/2006/relationships/viewProps" Target="/ppt/viewProps.xml" Id="Rf21f6d92919147b1" /><Relationship Type="http://schemas.openxmlformats.org/officeDocument/2006/relationships/tableStyles" Target="/ppt/tableStyles.xml" Id="R829ab04d2f7e40f2" /><Relationship Type="http://schemas.openxmlformats.org/officeDocument/2006/relationships/font" Target="/ppt/fonts/font.dat" Id="R8bcdea47c8574893" /><Relationship Type="http://schemas.openxmlformats.org/officeDocument/2006/relationships/slide" Target="/ppt/slides/slide1.xml" Id="R1c4cc8b9ef4a4762" /><Relationship Type="http://schemas.openxmlformats.org/officeDocument/2006/relationships/slide" Target="/ppt/slides/slide2.xml" Id="Ra9a360539b52407e" /><Relationship Type="http://schemas.openxmlformats.org/officeDocument/2006/relationships/slide" Target="/ppt/slides/slide3.xml" Id="Rb4e5c29dbcfb4b66" /><Relationship Type="http://schemas.openxmlformats.org/officeDocument/2006/relationships/slide" Target="/ppt/slides/slide4.xml" Id="Rfd69a4ef63d64cfd" /><Relationship Type="http://schemas.openxmlformats.org/officeDocument/2006/relationships/slide" Target="/ppt/slides/slide5.xml" Id="R3897ac29d2dd4fed" /><Relationship Type="http://schemas.openxmlformats.org/officeDocument/2006/relationships/slide" Target="/ppt/slides/slide6.xml" Id="Rf7241c413bb84128" /><Relationship Type="http://schemas.openxmlformats.org/officeDocument/2006/relationships/slide" Target="/ppt/slides/slide7.xml" Id="R36d9c3929c8f448b" /><Relationship Type="http://schemas.openxmlformats.org/officeDocument/2006/relationships/slide" Target="/ppt/slides/slide8.xml" Id="R6b2c368701da4b75" /><Relationship Type="http://schemas.openxmlformats.org/officeDocument/2006/relationships/slide" Target="/ppt/slides/slide9.xml" Id="R3337c0000962427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656977a735a415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c386778481246e4" /><Relationship Type="http://schemas.openxmlformats.org/officeDocument/2006/relationships/notesMaster" Target="/ppt/notesMasters/notesMaster1.xml" Id="Rf81854aa696541d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00d3506ff794634" /><Relationship Type="http://schemas.openxmlformats.org/officeDocument/2006/relationships/notesMaster" Target="/ppt/notesMasters/notesMaster1.xml" Id="Recb18ec0313741b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590d0fd6fbf4d36" /><Relationship Type="http://schemas.openxmlformats.org/officeDocument/2006/relationships/notesMaster" Target="/ppt/notesMasters/notesMaster1.xml" Id="R2cce2ede49ed49b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83ab0f107064597" /><Relationship Type="http://schemas.openxmlformats.org/officeDocument/2006/relationships/notesMaster" Target="/ppt/notesMasters/notesMaster1.xml" Id="Rd4a70e4738ea4be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58735e132874eed" /><Relationship Type="http://schemas.openxmlformats.org/officeDocument/2006/relationships/notesMaster" Target="/ppt/notesMasters/notesMaster1.xml" Id="R797390d9e056490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4256507e5e6466f" /><Relationship Type="http://schemas.openxmlformats.org/officeDocument/2006/relationships/notesMaster" Target="/ppt/notesMasters/notesMaster1.xml" Id="R8553bd9ab2a8400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b88e4e433a143bf" /><Relationship Type="http://schemas.openxmlformats.org/officeDocument/2006/relationships/notesMaster" Target="/ppt/notesMasters/notesMaster1.xml" Id="R003dc76fcb11452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299c91fc0f84fe5" /><Relationship Type="http://schemas.openxmlformats.org/officeDocument/2006/relationships/notesMaster" Target="/ppt/notesMasters/notesMaster1.xml" Id="R89c49556fee54a1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7e5e3707a6445bb" /><Relationship Type="http://schemas.openxmlformats.org/officeDocument/2006/relationships/notesMaster" Target="/ppt/notesMasters/notesMaster1.xml" Id="R6deb8ae0fd4f4ba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e7650c8c2da4d11" /><Relationship Type="http://schemas.openxmlformats.org/officeDocument/2006/relationships/image" Target="/ppt/media/image.png" Id="Rc4f878e83c7d4f1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4583ff77e1e4931" /><Relationship Type="http://schemas.openxmlformats.org/officeDocument/2006/relationships/image" Target="/ppt/media/image.png" Id="R23b60de6f4a54db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9dac596b0274b44" /><Relationship Type="http://schemas.openxmlformats.org/officeDocument/2006/relationships/image" Target="/ppt/media/image.png" Id="Ra28c37e61fde4322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acbb4917b8b4811" /><Relationship Type="http://schemas.openxmlformats.org/officeDocument/2006/relationships/image" Target="/ppt/media/image.png" Id="Rb1f8e76eeea9478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70dccb0e18b4f8f" /><Relationship Type="http://schemas.openxmlformats.org/officeDocument/2006/relationships/image" Target="/ppt/media/image.png" Id="R455d3a49f7944841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26e8627e2e14823" /><Relationship Type="http://schemas.openxmlformats.org/officeDocument/2006/relationships/image" Target="/ppt/media/image.png" Id="R7a9ba73378974da7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8278b3cade44aee" /><Relationship Type="http://schemas.openxmlformats.org/officeDocument/2006/relationships/image" Target="/ppt/media/image.png" Id="R363c878fa55e4259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8d2b1277b6a4f80" /><Relationship Type="http://schemas.openxmlformats.org/officeDocument/2006/relationships/image" Target="/ppt/media/image.png" Id="R7a8e1faaf0184169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e03b422ab7546e5" /><Relationship Type="http://schemas.openxmlformats.org/officeDocument/2006/relationships/image" Target="/ppt/media/image.png" Id="Rf647d16b89514e54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5332add82c6450c" /><Relationship Type="http://schemas.openxmlformats.org/officeDocument/2006/relationships/image" Target="/ppt/media/image.png" Id="Re1458dde7e9546e3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e1fa133174e44c5" /><Relationship Type="http://schemas.openxmlformats.org/officeDocument/2006/relationships/image" Target="/ppt/media/image.png" Id="R9326e99ebd8c46ef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4f878e83c7d4f1a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3b60de6f4a54db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28c37e61fde432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1f8e76eeea9478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55d3a49f794484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a9ba73378974da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63c878fa55e425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a8e1faaf018416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647d16b89514e5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1458dde7e9546e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326e99ebd8c46e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e8d824d6dee48bb" /><Relationship Type="http://schemas.openxmlformats.org/officeDocument/2006/relationships/slideLayout" Target="/ppt/slideLayouts/slideLayout1.xml" Id="Rff23cecb4f6f47f9" /><Relationship Type="http://schemas.openxmlformats.org/officeDocument/2006/relationships/slideLayout" Target="/ppt/slideLayouts/slideLayout2.xml" Id="R8c269ce3f9ff4c5f" /><Relationship Type="http://schemas.openxmlformats.org/officeDocument/2006/relationships/slideLayout" Target="/ppt/slideLayouts/slideLayout3.xml" Id="R736ab34b759c4c93" /><Relationship Type="http://schemas.openxmlformats.org/officeDocument/2006/relationships/slideLayout" Target="/ppt/slideLayouts/slideLayout4.xml" Id="R8e5cdb1a27ce42a0" /><Relationship Type="http://schemas.openxmlformats.org/officeDocument/2006/relationships/slideLayout" Target="/ppt/slideLayouts/slideLayout5.xml" Id="Rfa26000fc9c34b94" /><Relationship Type="http://schemas.openxmlformats.org/officeDocument/2006/relationships/slideLayout" Target="/ppt/slideLayouts/slideLayout6.xml" Id="Red74b50d234f4a03" /><Relationship Type="http://schemas.openxmlformats.org/officeDocument/2006/relationships/slideLayout" Target="/ppt/slideLayouts/slideLayout7.xml" Id="Reb51577a07734845" /><Relationship Type="http://schemas.openxmlformats.org/officeDocument/2006/relationships/slideLayout" Target="/ppt/slideLayouts/slideLayout8.xml" Id="R3fdd61cbe95c4e44" /><Relationship Type="http://schemas.openxmlformats.org/officeDocument/2006/relationships/slideLayout" Target="/ppt/slideLayouts/slideLayout9.xml" Id="Rc39cf04f1d1342b2" /><Relationship Type="http://schemas.openxmlformats.org/officeDocument/2006/relationships/slideLayout" Target="/ppt/slideLayouts/slideLayout10.xml" Id="R902003a4a59d4410" /><Relationship Type="http://schemas.openxmlformats.org/officeDocument/2006/relationships/slideLayout" Target="/ppt/slideLayouts/slideLayout11.xml" Id="R78d942638aea46da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f23cecb4f6f47f9"/>
    <p:sldLayoutId xmlns:r="http://schemas.openxmlformats.org/officeDocument/2006/relationships" id="2147483650" r:id="R8c269ce3f9ff4c5f"/>
    <p:sldLayoutId xmlns:r="http://schemas.openxmlformats.org/officeDocument/2006/relationships" id="2147483651" r:id="R736ab34b759c4c93"/>
    <p:sldLayoutId xmlns:r="http://schemas.openxmlformats.org/officeDocument/2006/relationships" id="2147483652" r:id="R8e5cdb1a27ce42a0"/>
    <p:sldLayoutId xmlns:r="http://schemas.openxmlformats.org/officeDocument/2006/relationships" id="2147483653" r:id="Rfa26000fc9c34b94"/>
    <p:sldLayoutId xmlns:r="http://schemas.openxmlformats.org/officeDocument/2006/relationships" id="2147483654" r:id="Red74b50d234f4a03"/>
    <p:sldLayoutId xmlns:r="http://schemas.openxmlformats.org/officeDocument/2006/relationships" id="2147483655" r:id="Reb51577a07734845"/>
    <p:sldLayoutId xmlns:r="http://schemas.openxmlformats.org/officeDocument/2006/relationships" id="2147483656" r:id="R3fdd61cbe95c4e44"/>
    <p:sldLayoutId xmlns:r="http://schemas.openxmlformats.org/officeDocument/2006/relationships" id="2147483657" r:id="Rc39cf04f1d1342b2"/>
    <p:sldLayoutId xmlns:r="http://schemas.openxmlformats.org/officeDocument/2006/relationships" id="2147483658" r:id="R902003a4a59d4410"/>
    <p:sldLayoutId xmlns:r="http://schemas.openxmlformats.org/officeDocument/2006/relationships" id="2147483659" r:id="R78d942638aea46da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459a73c4a8437e" /><Relationship Type="http://schemas.openxmlformats.org/officeDocument/2006/relationships/notesSlide" Target="/ppt/notesSlides/notesSlide1.xml" Id="Rb3bfdcab124b452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1e14019293e4ffd" /><Relationship Type="http://schemas.openxmlformats.org/officeDocument/2006/relationships/notesSlide" Target="/ppt/notesSlides/notesSlide2.xml" Id="R5bee295cc116425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ed70712eb7641fb" /><Relationship Type="http://schemas.openxmlformats.org/officeDocument/2006/relationships/notesSlide" Target="/ppt/notesSlides/notesSlide3.xml" Id="R05c9d1d116b5440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b2a24e70c784679" /><Relationship Type="http://schemas.openxmlformats.org/officeDocument/2006/relationships/notesSlide" Target="/ppt/notesSlides/notesSlide4.xml" Id="Rab32cb16ec494c5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8eba4d712ac4d69" /><Relationship Type="http://schemas.openxmlformats.org/officeDocument/2006/relationships/notesSlide" Target="/ppt/notesSlides/notesSlide5.xml" Id="Rc40e0398f1c448e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fc0a19d3b02428a" /><Relationship Type="http://schemas.openxmlformats.org/officeDocument/2006/relationships/notesSlide" Target="/ppt/notesSlides/notesSlide6.xml" Id="Rb8b8882729a6482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1ece0a127054277" /><Relationship Type="http://schemas.openxmlformats.org/officeDocument/2006/relationships/notesSlide" Target="/ppt/notesSlides/notesSlide7.xml" Id="Ra490248b7fc54bd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430724f112343cc" /><Relationship Type="http://schemas.openxmlformats.org/officeDocument/2006/relationships/notesSlide" Target="/ppt/notesSlides/notesSlide8.xml" Id="R286518c770564ea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30d1c11e6eb4576" /><Relationship Type="http://schemas.openxmlformats.org/officeDocument/2006/relationships/notesSlide" Target="/ppt/notesSlides/notesSlide9.xml" Id="R4c2508d8db864e0b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Reading 2D Lists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28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row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row 0 to 2: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"Record:"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clubs[row][0])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"Members:"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clubs[row][1])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94208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row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row 0 to 2: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"Record:"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clubs[row][0])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"Members:"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clubs[row][1])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94208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row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row 0 to 2: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"Record:"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clubs[row][0])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"Members:"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clubs[row][1])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does clubs[1][0] select a field but clubs[1] selects a complete row?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What happens if the selected row position does not exist?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Why must every row keep the same field order for column 1 to mean members?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If you enter row 1, what record, club and member count are displayed?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row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row 0 to 2: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"Record:"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clubs[row][0])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"Members:"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clubs[row][1])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it also asks for a column: 0 for the club name or 1 for the member count. Display the value at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row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column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after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"Selected field:"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before the other outputs. For example, row 2 and column 0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"Selected field: Code"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row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row 0 to 2: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"Record:"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clubs[row][0])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"Members:"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clubs[row][1])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it displays every row instead of asking for one. Use a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with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club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with the name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"Members:"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with the count on the next line. The first pair should be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"Club: Art"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"Members: 12"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row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row 0 to 2: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"Record:"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clubs[row][0])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"Members:"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clubs[row][1])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2D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called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timetable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with rows [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"Maths"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12], [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"Music"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4] and [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"Science"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8]. Ask for a row from 0 to 2 and display the subject and room, such as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"Selected: Music in room 4"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Then use a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to display every subject after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"Subjects:"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row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row 0 to 2: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"Record:"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clubs[row][0])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"Members:"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clubs[row][1])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row = 1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"Members:"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clubs[row, 1])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2026-09-28T08:29:46.3360000Z</dcterms:created>
  <dcterms:modified xsi:type="dcterms:W3CDTF">2026-09-28T08:29:46.3360000Z</dcterms:modified>
</coreProperties>
</file>