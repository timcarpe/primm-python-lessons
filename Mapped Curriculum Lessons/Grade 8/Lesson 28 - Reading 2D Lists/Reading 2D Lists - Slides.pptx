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e41b1195f1487a" /><Relationship Type="http://schemas.openxmlformats.org/officeDocument/2006/relationships/extended-properties" Target="/docProps/app.xml" Id="R2e27650e7b094749" /><Relationship Type="http://schemas.openxmlformats.org/officeDocument/2006/relationships/officeDocument" Target="/ppt/presentation.xml" Id="Rb0a40fd18f434d53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3412e305cd1941c4"/>
  </p:sldMasterIdLst>
  <p:notesMasterIdLst>
    <p:notesMasterId xmlns:r="http://schemas.openxmlformats.org/officeDocument/2006/relationships" r:id="R4d32008ef57a439f"/>
  </p:notesMasterIdLst>
  <p:sldIdLst>
    <p:sldId xmlns:r="http://schemas.openxmlformats.org/officeDocument/2006/relationships" id="256" r:id="R5f45abfe6b8f47e1"/>
    <p:sldId xmlns:r="http://schemas.openxmlformats.org/officeDocument/2006/relationships" id="257" r:id="Rc92fca0314804da8"/>
    <p:sldId xmlns:r="http://schemas.openxmlformats.org/officeDocument/2006/relationships" id="258" r:id="Rbceae63ce9af4311"/>
    <p:sldId xmlns:r="http://schemas.openxmlformats.org/officeDocument/2006/relationships" id="259" r:id="R6323bc8813b34c3e"/>
    <p:sldId xmlns:r="http://schemas.openxmlformats.org/officeDocument/2006/relationships" id="260" r:id="R2420e0206033408d"/>
    <p:sldId xmlns:r="http://schemas.openxmlformats.org/officeDocument/2006/relationships" id="261" r:id="Ra459f7a41ed94e0a"/>
    <p:sldId xmlns:r="http://schemas.openxmlformats.org/officeDocument/2006/relationships" id="262" r:id="R392eb2d529754939"/>
    <p:sldId xmlns:r="http://schemas.openxmlformats.org/officeDocument/2006/relationships" id="263" r:id="R89e747ef03724b5e"/>
    <p:sldId xmlns:r="http://schemas.openxmlformats.org/officeDocument/2006/relationships" id="264" r:id="R038368acd23a4a1f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eb5ae64a5082421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4cd907cfd1e4549" /><Relationship Type="http://schemas.openxmlformats.org/officeDocument/2006/relationships/slideMaster" Target="/ppt/slideMasters/slideMaster1.xml" Id="R3412e305cd1941c4" /><Relationship Type="http://schemas.openxmlformats.org/officeDocument/2006/relationships/notesMaster" Target="/ppt/notesMasters/notesMaster1.xml" Id="R4d32008ef57a439f" /><Relationship Type="http://schemas.openxmlformats.org/officeDocument/2006/relationships/presProps" Target="/ppt/presProps.xml" Id="R7303d6b37b0445e0" /><Relationship Type="http://schemas.openxmlformats.org/officeDocument/2006/relationships/viewProps" Target="/ppt/viewProps.xml" Id="Rd9449227530d4770" /><Relationship Type="http://schemas.openxmlformats.org/officeDocument/2006/relationships/tableStyles" Target="/ppt/tableStyles.xml" Id="Rb9d91187e5804ae8" /><Relationship Type="http://schemas.openxmlformats.org/officeDocument/2006/relationships/font" Target="/ppt/fonts/font.dat" Id="Reb5ae64a50824214" /><Relationship Type="http://schemas.openxmlformats.org/officeDocument/2006/relationships/slide" Target="/ppt/slides/slide1.xml" Id="R5f45abfe6b8f47e1" /><Relationship Type="http://schemas.openxmlformats.org/officeDocument/2006/relationships/slide" Target="/ppt/slides/slide2.xml" Id="Rc92fca0314804da8" /><Relationship Type="http://schemas.openxmlformats.org/officeDocument/2006/relationships/slide" Target="/ppt/slides/slide3.xml" Id="Rbceae63ce9af4311" /><Relationship Type="http://schemas.openxmlformats.org/officeDocument/2006/relationships/slide" Target="/ppt/slides/slide4.xml" Id="R6323bc8813b34c3e" /><Relationship Type="http://schemas.openxmlformats.org/officeDocument/2006/relationships/slide" Target="/ppt/slides/slide5.xml" Id="R2420e0206033408d" /><Relationship Type="http://schemas.openxmlformats.org/officeDocument/2006/relationships/slide" Target="/ppt/slides/slide6.xml" Id="Ra459f7a41ed94e0a" /><Relationship Type="http://schemas.openxmlformats.org/officeDocument/2006/relationships/slide" Target="/ppt/slides/slide7.xml" Id="R392eb2d529754939" /><Relationship Type="http://schemas.openxmlformats.org/officeDocument/2006/relationships/slide" Target="/ppt/slides/slide8.xml" Id="R89e747ef03724b5e" /><Relationship Type="http://schemas.openxmlformats.org/officeDocument/2006/relationships/slide" Target="/ppt/slides/slide9.xml" Id="R038368acd23a4a1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765f22d0ea46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a8725c834da416a" /><Relationship Type="http://schemas.openxmlformats.org/officeDocument/2006/relationships/notesMaster" Target="/ppt/notesMasters/notesMaster1.xml" Id="R9ab5fb4c8a4343b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c643876d0084ec5" /><Relationship Type="http://schemas.openxmlformats.org/officeDocument/2006/relationships/notesMaster" Target="/ppt/notesMasters/notesMaster1.xml" Id="R4a8105b5127d4b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7aecfe96644686" /><Relationship Type="http://schemas.openxmlformats.org/officeDocument/2006/relationships/notesMaster" Target="/ppt/notesMasters/notesMaster1.xml" Id="Re8c08b396c7742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a75cf7ea2c44a5c" /><Relationship Type="http://schemas.openxmlformats.org/officeDocument/2006/relationships/notesMaster" Target="/ppt/notesMasters/notesMaster1.xml" Id="R70da4d20117c4e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67e40153494035" /><Relationship Type="http://schemas.openxmlformats.org/officeDocument/2006/relationships/notesMaster" Target="/ppt/notesMasters/notesMaster1.xml" Id="R38ee285555e84e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5b114f41844b05" /><Relationship Type="http://schemas.openxmlformats.org/officeDocument/2006/relationships/notesMaster" Target="/ppt/notesMasters/notesMaster1.xml" Id="R967acb2c994e467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d93d7313a349fc" /><Relationship Type="http://schemas.openxmlformats.org/officeDocument/2006/relationships/notesMaster" Target="/ppt/notesMasters/notesMaster1.xml" Id="R2932d549d6e64da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3a53640e524cbb" /><Relationship Type="http://schemas.openxmlformats.org/officeDocument/2006/relationships/notesMaster" Target="/ppt/notesMasters/notesMaster1.xml" Id="Rf53d2665c18c4f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fbcb9bdbbb54cfc" /><Relationship Type="http://schemas.openxmlformats.org/officeDocument/2006/relationships/notesMaster" Target="/ppt/notesMasters/notesMaster1.xml" Id="Rfd42a89c436a4bf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4eaf1b627541b4" /><Relationship Type="http://schemas.openxmlformats.org/officeDocument/2006/relationships/image" Target="/ppt/media/image.png" Id="R292266e7de0d4af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d31ea79d8f44e3" /><Relationship Type="http://schemas.openxmlformats.org/officeDocument/2006/relationships/image" Target="/ppt/media/image.png" Id="R2fb09560a1b345b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74f8225f7d4a8d" /><Relationship Type="http://schemas.openxmlformats.org/officeDocument/2006/relationships/image" Target="/ppt/media/image.png" Id="R56ec0681cd5b473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89f06e249f4d4d" /><Relationship Type="http://schemas.openxmlformats.org/officeDocument/2006/relationships/image" Target="/ppt/media/image.png" Id="Rcd4c727e2b834d5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8ab258badb4793" /><Relationship Type="http://schemas.openxmlformats.org/officeDocument/2006/relationships/image" Target="/ppt/media/image.png" Id="Rd86a9c456831401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e7f8e99a8f48b8" /><Relationship Type="http://schemas.openxmlformats.org/officeDocument/2006/relationships/image" Target="/ppt/media/image.png" Id="R5035dd466aa54ba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1766e936144526" /><Relationship Type="http://schemas.openxmlformats.org/officeDocument/2006/relationships/image" Target="/ppt/media/image.png" Id="R7738ff08ec7a442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8b985edf974b13" /><Relationship Type="http://schemas.openxmlformats.org/officeDocument/2006/relationships/image" Target="/ppt/media/image.png" Id="R9e3d36952e264b5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6311475b5e4b97" /><Relationship Type="http://schemas.openxmlformats.org/officeDocument/2006/relationships/image" Target="/ppt/media/image.png" Id="R384e7f4bbf724d0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e90ffb1f9f4a64" /><Relationship Type="http://schemas.openxmlformats.org/officeDocument/2006/relationships/image" Target="/ppt/media/image.png" Id="R2b569099c4f2416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e79cd42bfb46c6" /><Relationship Type="http://schemas.openxmlformats.org/officeDocument/2006/relationships/image" Target="/ppt/media/image.png" Id="R9e7d0dd1bc004f0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92266e7de0d4af7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fb09560a1b345b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6ec0681cd5b473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4c727e2b834d5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86a9c456831401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035dd466aa54ba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738ff08ec7a442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3d36952e264b5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84e7f4bbf724d0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b569099c4f2416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7d0dd1bc004f0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40e12fb8c64910" /><Relationship Type="http://schemas.openxmlformats.org/officeDocument/2006/relationships/slideLayout" Target="/ppt/slideLayouts/slideLayout1.xml" Id="Rc76d3b0678bd4326" /><Relationship Type="http://schemas.openxmlformats.org/officeDocument/2006/relationships/slideLayout" Target="/ppt/slideLayouts/slideLayout2.xml" Id="R07fe1f16c9f84e1f" /><Relationship Type="http://schemas.openxmlformats.org/officeDocument/2006/relationships/slideLayout" Target="/ppt/slideLayouts/slideLayout3.xml" Id="R0c4331fc2737436e" /><Relationship Type="http://schemas.openxmlformats.org/officeDocument/2006/relationships/slideLayout" Target="/ppt/slideLayouts/slideLayout4.xml" Id="R64bdb53c93fa42f2" /><Relationship Type="http://schemas.openxmlformats.org/officeDocument/2006/relationships/slideLayout" Target="/ppt/slideLayouts/slideLayout5.xml" Id="R120cbbf6f68f455b" /><Relationship Type="http://schemas.openxmlformats.org/officeDocument/2006/relationships/slideLayout" Target="/ppt/slideLayouts/slideLayout6.xml" Id="R6cce2df947c546f1" /><Relationship Type="http://schemas.openxmlformats.org/officeDocument/2006/relationships/slideLayout" Target="/ppt/slideLayouts/slideLayout7.xml" Id="Rd88cfb9ab3b54310" /><Relationship Type="http://schemas.openxmlformats.org/officeDocument/2006/relationships/slideLayout" Target="/ppt/slideLayouts/slideLayout8.xml" Id="R13a923f5b7374835" /><Relationship Type="http://schemas.openxmlformats.org/officeDocument/2006/relationships/slideLayout" Target="/ppt/slideLayouts/slideLayout9.xml" Id="R181ff3d1d95f4512" /><Relationship Type="http://schemas.openxmlformats.org/officeDocument/2006/relationships/slideLayout" Target="/ppt/slideLayouts/slideLayout10.xml" Id="R323ca8a109404372" /><Relationship Type="http://schemas.openxmlformats.org/officeDocument/2006/relationships/slideLayout" Target="/ppt/slideLayouts/slideLayout11.xml" Id="R1ba5a54b6209426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6d3b0678bd4326"/>
    <p:sldLayoutId xmlns:r="http://schemas.openxmlformats.org/officeDocument/2006/relationships" id="2147483650" r:id="R07fe1f16c9f84e1f"/>
    <p:sldLayoutId xmlns:r="http://schemas.openxmlformats.org/officeDocument/2006/relationships" id="2147483651" r:id="R0c4331fc2737436e"/>
    <p:sldLayoutId xmlns:r="http://schemas.openxmlformats.org/officeDocument/2006/relationships" id="2147483652" r:id="R64bdb53c93fa42f2"/>
    <p:sldLayoutId xmlns:r="http://schemas.openxmlformats.org/officeDocument/2006/relationships" id="2147483653" r:id="R120cbbf6f68f455b"/>
    <p:sldLayoutId xmlns:r="http://schemas.openxmlformats.org/officeDocument/2006/relationships" id="2147483654" r:id="R6cce2df947c546f1"/>
    <p:sldLayoutId xmlns:r="http://schemas.openxmlformats.org/officeDocument/2006/relationships" id="2147483655" r:id="Rd88cfb9ab3b54310"/>
    <p:sldLayoutId xmlns:r="http://schemas.openxmlformats.org/officeDocument/2006/relationships" id="2147483656" r:id="R13a923f5b7374835"/>
    <p:sldLayoutId xmlns:r="http://schemas.openxmlformats.org/officeDocument/2006/relationships" id="2147483657" r:id="R181ff3d1d95f4512"/>
    <p:sldLayoutId xmlns:r="http://schemas.openxmlformats.org/officeDocument/2006/relationships" id="2147483658" r:id="R323ca8a109404372"/>
    <p:sldLayoutId xmlns:r="http://schemas.openxmlformats.org/officeDocument/2006/relationships" id="2147483659" r:id="R1ba5a54b6209426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3c5576f32f4a06" /><Relationship Type="http://schemas.openxmlformats.org/officeDocument/2006/relationships/notesSlide" Target="/ppt/notesSlides/notesSlide1.xml" Id="Ra66aac5a19304e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7028d2f8e64268" /><Relationship Type="http://schemas.openxmlformats.org/officeDocument/2006/relationships/notesSlide" Target="/ppt/notesSlides/notesSlide2.xml" Id="R5068fd1556244db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cc2a0074b34f05" /><Relationship Type="http://schemas.openxmlformats.org/officeDocument/2006/relationships/notesSlide" Target="/ppt/notesSlides/notesSlide3.xml" Id="R49818dbb60b64c2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10684e4cb04adf" /><Relationship Type="http://schemas.openxmlformats.org/officeDocument/2006/relationships/notesSlide" Target="/ppt/notesSlides/notesSlide4.xml" Id="R8f26cc83b7224d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4f5d3424f142b9" /><Relationship Type="http://schemas.openxmlformats.org/officeDocument/2006/relationships/notesSlide" Target="/ppt/notesSlides/notesSlide5.xml" Id="R808a155df8ee43e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8d6b730a794fe4" /><Relationship Type="http://schemas.openxmlformats.org/officeDocument/2006/relationships/notesSlide" Target="/ppt/notesSlides/notesSlide6.xml" Id="R85ec33c7c54a4a4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6d93d817ac401d" /><Relationship Type="http://schemas.openxmlformats.org/officeDocument/2006/relationships/notesSlide" Target="/ppt/notesSlides/notesSlide7.xml" Id="Rbd457c54efc74a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5b76ef19764b1c" /><Relationship Type="http://schemas.openxmlformats.org/officeDocument/2006/relationships/notesSlide" Target="/ppt/notesSlides/notesSlide8.xml" Id="R41255c0a50cd4d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463df5f80d4ccf" /><Relationship Type="http://schemas.openxmlformats.org/officeDocument/2006/relationships/notesSlide" Target="/ppt/notesSlides/notesSlide9.xml" Id="Rc30aee58f74f46c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Reading 2D 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28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clubs[1][0] select a field but clubs[1] selects a complete row?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the selected row position does not exist?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every row keep the same field order for column 1 to mean members?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you enter row 1, what record, club and member count are displayed?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also asks for a column: 0 for the club name or 1 for the member count. Display the value at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row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column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field:"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the other outputs. For example, row 2 and column 0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field: 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displays every row instead of asking for one.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with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club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name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count on the next line. The first pair should be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 Art"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 12"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2D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timetable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rows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"Maths"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12],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4] and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"Science"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8]. Ask for a row from 0 to 2 and display the subject and room, such as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"Selected: Music in room 4"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Then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every subject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"Subjects:"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clubs[row, 1])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2026-09-28T09:10:18.7660000Z</dcterms:created>
  <dcterms:modified xsi:type="dcterms:W3CDTF">2026-09-28T09:10:18.7660000Z</dcterms:modified>
</coreProperties>
</file>