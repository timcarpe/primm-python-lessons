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a703273dc44e38" /><Relationship Type="http://schemas.openxmlformats.org/officeDocument/2006/relationships/extended-properties" Target="/docProps/app.xml" Id="R94f5ae351a3f4322" /><Relationship Type="http://schemas.openxmlformats.org/officeDocument/2006/relationships/officeDocument" Target="/ppt/presentation.xml" Id="R6d0260bf5eac404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4664f19d39740cf"/>
  </p:sldMasterIdLst>
  <p:notesMasterIdLst>
    <p:notesMasterId xmlns:r="http://schemas.openxmlformats.org/officeDocument/2006/relationships" r:id="R825ca28a2ce344e2"/>
  </p:notesMasterIdLst>
  <p:sldIdLst>
    <p:sldId xmlns:r="http://schemas.openxmlformats.org/officeDocument/2006/relationships" id="256" r:id="R5b43aa2d8b8b4bd3"/>
    <p:sldId xmlns:r="http://schemas.openxmlformats.org/officeDocument/2006/relationships" id="257" r:id="Rb6547853ca5c4253"/>
    <p:sldId xmlns:r="http://schemas.openxmlformats.org/officeDocument/2006/relationships" id="258" r:id="R1f6c0dccdd0a4e33"/>
    <p:sldId xmlns:r="http://schemas.openxmlformats.org/officeDocument/2006/relationships" id="259" r:id="R508a639c36104acf"/>
    <p:sldId xmlns:r="http://schemas.openxmlformats.org/officeDocument/2006/relationships" id="260" r:id="Rb3519f6754d54170"/>
    <p:sldId xmlns:r="http://schemas.openxmlformats.org/officeDocument/2006/relationships" id="261" r:id="R46a1df6843274a12"/>
    <p:sldId xmlns:r="http://schemas.openxmlformats.org/officeDocument/2006/relationships" id="262" r:id="Rbb0bc73f2b8740db"/>
    <p:sldId xmlns:r="http://schemas.openxmlformats.org/officeDocument/2006/relationships" id="263" r:id="Re0a522d9f194477f"/>
    <p:sldId xmlns:r="http://schemas.openxmlformats.org/officeDocument/2006/relationships" id="264" r:id="Rff7b57df2d044218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a3e2c76a3fd44b4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ce7109f6344126" /><Relationship Type="http://schemas.openxmlformats.org/officeDocument/2006/relationships/slideMaster" Target="/ppt/slideMasters/slideMaster1.xml" Id="R94664f19d39740cf" /><Relationship Type="http://schemas.openxmlformats.org/officeDocument/2006/relationships/notesMaster" Target="/ppt/notesMasters/notesMaster1.xml" Id="R825ca28a2ce344e2" /><Relationship Type="http://schemas.openxmlformats.org/officeDocument/2006/relationships/presProps" Target="/ppt/presProps.xml" Id="R384ca190ac534382" /><Relationship Type="http://schemas.openxmlformats.org/officeDocument/2006/relationships/viewProps" Target="/ppt/viewProps.xml" Id="Re1f3b7a7eec34c35" /><Relationship Type="http://schemas.openxmlformats.org/officeDocument/2006/relationships/tableStyles" Target="/ppt/tableStyles.xml" Id="R2a1f50c48a074107" /><Relationship Type="http://schemas.openxmlformats.org/officeDocument/2006/relationships/font" Target="/ppt/fonts/font.dat" Id="Ra3e2c76a3fd44b4d" /><Relationship Type="http://schemas.openxmlformats.org/officeDocument/2006/relationships/slide" Target="/ppt/slides/slide1.xml" Id="R5b43aa2d8b8b4bd3" /><Relationship Type="http://schemas.openxmlformats.org/officeDocument/2006/relationships/slide" Target="/ppt/slides/slide2.xml" Id="Rb6547853ca5c4253" /><Relationship Type="http://schemas.openxmlformats.org/officeDocument/2006/relationships/slide" Target="/ppt/slides/slide3.xml" Id="R1f6c0dccdd0a4e33" /><Relationship Type="http://schemas.openxmlformats.org/officeDocument/2006/relationships/slide" Target="/ppt/slides/slide4.xml" Id="R508a639c36104acf" /><Relationship Type="http://schemas.openxmlformats.org/officeDocument/2006/relationships/slide" Target="/ppt/slides/slide5.xml" Id="Rb3519f6754d54170" /><Relationship Type="http://schemas.openxmlformats.org/officeDocument/2006/relationships/slide" Target="/ppt/slides/slide6.xml" Id="R46a1df6843274a12" /><Relationship Type="http://schemas.openxmlformats.org/officeDocument/2006/relationships/slide" Target="/ppt/slides/slide7.xml" Id="Rbb0bc73f2b8740db" /><Relationship Type="http://schemas.openxmlformats.org/officeDocument/2006/relationships/slide" Target="/ppt/slides/slide8.xml" Id="Re0a522d9f194477f" /><Relationship Type="http://schemas.openxmlformats.org/officeDocument/2006/relationships/slide" Target="/ppt/slides/slide9.xml" Id="Rff7b57df2d04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1c7f9de4f4b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4865b9e964147" /><Relationship Type="http://schemas.openxmlformats.org/officeDocument/2006/relationships/notesMaster" Target="/ppt/notesMasters/notesMaster1.xml" Id="R29db45a5edc94c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6bddf45b4b44ac" /><Relationship Type="http://schemas.openxmlformats.org/officeDocument/2006/relationships/notesMaster" Target="/ppt/notesMasters/notesMaster1.xml" Id="Re536945c6e56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3a16cbe5bd47bf" /><Relationship Type="http://schemas.openxmlformats.org/officeDocument/2006/relationships/notesMaster" Target="/ppt/notesMasters/notesMaster1.xml" Id="R0765969cbac4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f6a78ebedb40f2" /><Relationship Type="http://schemas.openxmlformats.org/officeDocument/2006/relationships/notesMaster" Target="/ppt/notesMasters/notesMaster1.xml" Id="R548adf0d27da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dec164f6e40bb" /><Relationship Type="http://schemas.openxmlformats.org/officeDocument/2006/relationships/notesMaster" Target="/ppt/notesMasters/notesMaster1.xml" Id="R0c265202e6124f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1bd0f451814cfd" /><Relationship Type="http://schemas.openxmlformats.org/officeDocument/2006/relationships/notesMaster" Target="/ppt/notesMasters/notesMaster1.xml" Id="R2f263b61150a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931573a01f4c4c" /><Relationship Type="http://schemas.openxmlformats.org/officeDocument/2006/relationships/notesMaster" Target="/ppt/notesMasters/notesMaster1.xml" Id="R833a89a415094f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1f88495cb34c91" /><Relationship Type="http://schemas.openxmlformats.org/officeDocument/2006/relationships/notesMaster" Target="/ppt/notesMasters/notesMaster1.xml" Id="R0570aba415cf49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393fa036a24794" /><Relationship Type="http://schemas.openxmlformats.org/officeDocument/2006/relationships/notesMaster" Target="/ppt/notesMasters/notesMaster1.xml" Id="Rb8fde561818a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fd0eb793f4d86" /><Relationship Type="http://schemas.openxmlformats.org/officeDocument/2006/relationships/image" Target="/ppt/media/image.png" Id="R16d7565a1ca74f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47ff6469c4023" /><Relationship Type="http://schemas.openxmlformats.org/officeDocument/2006/relationships/image" Target="/ppt/media/image.png" Id="Rb6db4b2699d946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fe21a7ccc74128" /><Relationship Type="http://schemas.openxmlformats.org/officeDocument/2006/relationships/image" Target="/ppt/media/image.png" Id="R8bd45048878743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853c0e5b54f55" /><Relationship Type="http://schemas.openxmlformats.org/officeDocument/2006/relationships/image" Target="/ppt/media/image.png" Id="Re5a85321a9c04e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6860df3ec4b4c" /><Relationship Type="http://schemas.openxmlformats.org/officeDocument/2006/relationships/image" Target="/ppt/media/image.png" Id="Ra68a2feff73947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9ccf56b0f4aab" /><Relationship Type="http://schemas.openxmlformats.org/officeDocument/2006/relationships/image" Target="/ppt/media/image.png" Id="R83dba1086fdf42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f88224c7748a8" /><Relationship Type="http://schemas.openxmlformats.org/officeDocument/2006/relationships/image" Target="/ppt/media/image.png" Id="Rf749a7d23d004c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533c68a4c4762" /><Relationship Type="http://schemas.openxmlformats.org/officeDocument/2006/relationships/image" Target="/ppt/media/image.png" Id="R244d03e3492443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06c1e08624b3c" /><Relationship Type="http://schemas.openxmlformats.org/officeDocument/2006/relationships/image" Target="/ppt/media/image.png" Id="Rc904dfd410e347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30f0a989f411f" /><Relationship Type="http://schemas.openxmlformats.org/officeDocument/2006/relationships/image" Target="/ppt/media/image.png" Id="Ra9f4b22d537f4f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9214bbdff420a" /><Relationship Type="http://schemas.openxmlformats.org/officeDocument/2006/relationships/image" Target="/ppt/media/image.png" Id="Ref6f58384f5b475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d7565a1ca74f74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db4b2699d9466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d450488787437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a85321a9c04e7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8a2feff739471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dba1086fdf422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49a7d23d004c5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4d03e34924431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04dfd410e3477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f4b22d537f4fb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6f58384f5b475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4179e68c094e0e" /><Relationship Type="http://schemas.openxmlformats.org/officeDocument/2006/relationships/slideLayout" Target="/ppt/slideLayouts/slideLayout1.xml" Id="R00928b18e4f5431a" /><Relationship Type="http://schemas.openxmlformats.org/officeDocument/2006/relationships/slideLayout" Target="/ppt/slideLayouts/slideLayout2.xml" Id="Rfd38fb1a6aaa4759" /><Relationship Type="http://schemas.openxmlformats.org/officeDocument/2006/relationships/slideLayout" Target="/ppt/slideLayouts/slideLayout3.xml" Id="R53c0c5e908fb45d0" /><Relationship Type="http://schemas.openxmlformats.org/officeDocument/2006/relationships/slideLayout" Target="/ppt/slideLayouts/slideLayout4.xml" Id="Rf049e6b78e3a4deb" /><Relationship Type="http://schemas.openxmlformats.org/officeDocument/2006/relationships/slideLayout" Target="/ppt/slideLayouts/slideLayout5.xml" Id="Re7bac8cf568748d3" /><Relationship Type="http://schemas.openxmlformats.org/officeDocument/2006/relationships/slideLayout" Target="/ppt/slideLayouts/slideLayout6.xml" Id="R7718af293fa540e0" /><Relationship Type="http://schemas.openxmlformats.org/officeDocument/2006/relationships/slideLayout" Target="/ppt/slideLayouts/slideLayout7.xml" Id="Rc0c81028f0824550" /><Relationship Type="http://schemas.openxmlformats.org/officeDocument/2006/relationships/slideLayout" Target="/ppt/slideLayouts/slideLayout8.xml" Id="R086e513bffc944b6" /><Relationship Type="http://schemas.openxmlformats.org/officeDocument/2006/relationships/slideLayout" Target="/ppt/slideLayouts/slideLayout9.xml" Id="Rbe7f625f47814385" /><Relationship Type="http://schemas.openxmlformats.org/officeDocument/2006/relationships/slideLayout" Target="/ppt/slideLayouts/slideLayout10.xml" Id="R7de9d4e394c94e79" /><Relationship Type="http://schemas.openxmlformats.org/officeDocument/2006/relationships/slideLayout" Target="/ppt/slideLayouts/slideLayout11.xml" Id="Rab16d0c9cb854b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28b18e4f5431a"/>
    <p:sldLayoutId xmlns:r="http://schemas.openxmlformats.org/officeDocument/2006/relationships" id="2147483650" r:id="Rfd38fb1a6aaa4759"/>
    <p:sldLayoutId xmlns:r="http://schemas.openxmlformats.org/officeDocument/2006/relationships" id="2147483651" r:id="R53c0c5e908fb45d0"/>
    <p:sldLayoutId xmlns:r="http://schemas.openxmlformats.org/officeDocument/2006/relationships" id="2147483652" r:id="Rf049e6b78e3a4deb"/>
    <p:sldLayoutId xmlns:r="http://schemas.openxmlformats.org/officeDocument/2006/relationships" id="2147483653" r:id="Re7bac8cf568748d3"/>
    <p:sldLayoutId xmlns:r="http://schemas.openxmlformats.org/officeDocument/2006/relationships" id="2147483654" r:id="R7718af293fa540e0"/>
    <p:sldLayoutId xmlns:r="http://schemas.openxmlformats.org/officeDocument/2006/relationships" id="2147483655" r:id="Rc0c81028f0824550"/>
    <p:sldLayoutId xmlns:r="http://schemas.openxmlformats.org/officeDocument/2006/relationships" id="2147483656" r:id="R086e513bffc944b6"/>
    <p:sldLayoutId xmlns:r="http://schemas.openxmlformats.org/officeDocument/2006/relationships" id="2147483657" r:id="Rbe7f625f47814385"/>
    <p:sldLayoutId xmlns:r="http://schemas.openxmlformats.org/officeDocument/2006/relationships" id="2147483658" r:id="R7de9d4e394c94e79"/>
    <p:sldLayoutId xmlns:r="http://schemas.openxmlformats.org/officeDocument/2006/relationships" id="2147483659" r:id="Rab16d0c9cb854be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a3a34c99f4e0f" /><Relationship Type="http://schemas.openxmlformats.org/officeDocument/2006/relationships/notesSlide" Target="/ppt/notesSlides/notesSlide1.xml" Id="R3b8c1087336e46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bc8fe07eeb44ea" /><Relationship Type="http://schemas.openxmlformats.org/officeDocument/2006/relationships/notesSlide" Target="/ppt/notesSlides/notesSlide2.xml" Id="Rd05a2bed506441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ae3aab2a54594" /><Relationship Type="http://schemas.openxmlformats.org/officeDocument/2006/relationships/notesSlide" Target="/ppt/notesSlides/notesSlide3.xml" Id="Rb3f439de2695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aaca4953f4ec6" /><Relationship Type="http://schemas.openxmlformats.org/officeDocument/2006/relationships/notesSlide" Target="/ppt/notesSlides/notesSlide4.xml" Id="R20e0436fea5046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0dabf9aac4070" /><Relationship Type="http://schemas.openxmlformats.org/officeDocument/2006/relationships/notesSlide" Target="/ppt/notesSlides/notesSlide5.xml" Id="Re8908eecb5a6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368a6884134d7b" /><Relationship Type="http://schemas.openxmlformats.org/officeDocument/2006/relationships/notesSlide" Target="/ppt/notesSlides/notesSlide6.xml" Id="R5c5c34fcd16b46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8b933492a04454" /><Relationship Type="http://schemas.openxmlformats.org/officeDocument/2006/relationships/notesSlide" Target="/ppt/notesSlides/notesSlide7.xml" Id="R829f3e98cee8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97c75d7fd424d" /><Relationship Type="http://schemas.openxmlformats.org/officeDocument/2006/relationships/notesSlide" Target="/ppt/notesSlides/notesSlide8.xml" Id="Rb1765dd650f8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9f2b4def34132" /><Relationship Type="http://schemas.openxmlformats.org/officeDocument/2006/relationships/notesSlide" Target="/ppt/notesSlides/notesSlide9.xml" Id="R42e35cd8870049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Reading 2D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clubs[1][0] select a field but clubs[1] selects a complete row?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the selected row position does not exist?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every row keep the same field order for column 1 to mean members?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row 1, what record, club and member count are displayed?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also asks for a column: 0 for the club name or 1 for the member count. Display the value at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row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column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 field:"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before the other outputs. For example, row 2 and column 0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 field: 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displays every row instead of asking for one. Use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with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club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the name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the count on the next line. The first pair should be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 Art"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 12"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2D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timetable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rows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"Maths"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12],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4] and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"Science"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8]. Ask for a row from 0 to 2 and display the subject and room, such as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"Selected: Music in room 4"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Then use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every subject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"Subjects:"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clubs[row][0])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clubs[row][1])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clubs[row, 1])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2026-09-28T06:20:42.9010000Z</dcterms:created>
  <dcterms:modified xsi:type="dcterms:W3CDTF">2026-09-28T06:20:42.9010000Z</dcterms:modified>
</coreProperties>
</file>