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3d59527756448ec" /><Relationship Type="http://schemas.openxmlformats.org/officeDocument/2006/relationships/extended-properties" Target="/docProps/app.xml" Id="Rd0984187939a477f" /><Relationship Type="http://schemas.openxmlformats.org/officeDocument/2006/relationships/officeDocument" Target="/ppt/presentation.xml" Id="Ref20c2d66819451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99119d5a86b4531"/>
  </p:sldMasterIdLst>
  <p:notesMasterIdLst>
    <p:notesMasterId xmlns:r="http://schemas.openxmlformats.org/officeDocument/2006/relationships" r:id="Rd55432385b3e42db"/>
  </p:notesMasterIdLst>
  <p:sldIdLst>
    <p:sldId xmlns:r="http://schemas.openxmlformats.org/officeDocument/2006/relationships" id="256" r:id="R0f8ab2beb0734ad8"/>
    <p:sldId xmlns:r="http://schemas.openxmlformats.org/officeDocument/2006/relationships" id="257" r:id="R115ef5427d564322"/>
    <p:sldId xmlns:r="http://schemas.openxmlformats.org/officeDocument/2006/relationships" id="258" r:id="R2779bb75ca4a4879"/>
    <p:sldId xmlns:r="http://schemas.openxmlformats.org/officeDocument/2006/relationships" id="259" r:id="Rd409569f068f4e1d"/>
    <p:sldId xmlns:r="http://schemas.openxmlformats.org/officeDocument/2006/relationships" id="260" r:id="R6eb6e72315a64462"/>
    <p:sldId xmlns:r="http://schemas.openxmlformats.org/officeDocument/2006/relationships" id="261" r:id="Re647735e4beb4c9e"/>
    <p:sldId xmlns:r="http://schemas.openxmlformats.org/officeDocument/2006/relationships" id="262" r:id="R2d624392985e4068"/>
    <p:sldId xmlns:r="http://schemas.openxmlformats.org/officeDocument/2006/relationships" id="263" r:id="R23c56e789d1f4044"/>
    <p:sldId xmlns:r="http://schemas.openxmlformats.org/officeDocument/2006/relationships" id="264" r:id="Rbaf3e7852fdd4055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ef2908d1ea40419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9dfd049c5234481" /><Relationship Type="http://schemas.openxmlformats.org/officeDocument/2006/relationships/slideMaster" Target="/ppt/slideMasters/slideMaster1.xml" Id="Rc99119d5a86b4531" /><Relationship Type="http://schemas.openxmlformats.org/officeDocument/2006/relationships/notesMaster" Target="/ppt/notesMasters/notesMaster1.xml" Id="Rd55432385b3e42db" /><Relationship Type="http://schemas.openxmlformats.org/officeDocument/2006/relationships/presProps" Target="/ppt/presProps.xml" Id="R76bc6c6d21904c36" /><Relationship Type="http://schemas.openxmlformats.org/officeDocument/2006/relationships/viewProps" Target="/ppt/viewProps.xml" Id="R6aa597e89fcc4f70" /><Relationship Type="http://schemas.openxmlformats.org/officeDocument/2006/relationships/tableStyles" Target="/ppt/tableStyles.xml" Id="Rf4650738bfa34f81" /><Relationship Type="http://schemas.openxmlformats.org/officeDocument/2006/relationships/font" Target="/ppt/fonts/font.dat" Id="Ref2908d1ea404196" /><Relationship Type="http://schemas.openxmlformats.org/officeDocument/2006/relationships/slide" Target="/ppt/slides/slide1.xml" Id="R0f8ab2beb0734ad8" /><Relationship Type="http://schemas.openxmlformats.org/officeDocument/2006/relationships/slide" Target="/ppt/slides/slide2.xml" Id="R115ef5427d564322" /><Relationship Type="http://schemas.openxmlformats.org/officeDocument/2006/relationships/slide" Target="/ppt/slides/slide3.xml" Id="R2779bb75ca4a4879" /><Relationship Type="http://schemas.openxmlformats.org/officeDocument/2006/relationships/slide" Target="/ppt/slides/slide4.xml" Id="Rd409569f068f4e1d" /><Relationship Type="http://schemas.openxmlformats.org/officeDocument/2006/relationships/slide" Target="/ppt/slides/slide5.xml" Id="R6eb6e72315a64462" /><Relationship Type="http://schemas.openxmlformats.org/officeDocument/2006/relationships/slide" Target="/ppt/slides/slide6.xml" Id="Re647735e4beb4c9e" /><Relationship Type="http://schemas.openxmlformats.org/officeDocument/2006/relationships/slide" Target="/ppt/slides/slide7.xml" Id="R2d624392985e4068" /><Relationship Type="http://schemas.openxmlformats.org/officeDocument/2006/relationships/slide" Target="/ppt/slides/slide8.xml" Id="R23c56e789d1f4044" /><Relationship Type="http://schemas.openxmlformats.org/officeDocument/2006/relationships/slide" Target="/ppt/slides/slide9.xml" Id="Rbaf3e7852fdd40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6401aa9cae44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10bdf6cdc5c4140" /><Relationship Type="http://schemas.openxmlformats.org/officeDocument/2006/relationships/notesMaster" Target="/ppt/notesMasters/notesMaster1.xml" Id="Rb631be6215b040f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5b49ff398c24a3f" /><Relationship Type="http://schemas.openxmlformats.org/officeDocument/2006/relationships/notesMaster" Target="/ppt/notesMasters/notesMaster1.xml" Id="Rd4986f38ff204b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1bd3e04f4b4c96" /><Relationship Type="http://schemas.openxmlformats.org/officeDocument/2006/relationships/notesMaster" Target="/ppt/notesMasters/notesMaster1.xml" Id="R630ba729dc0b44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c0c12431b204c5d" /><Relationship Type="http://schemas.openxmlformats.org/officeDocument/2006/relationships/notesMaster" Target="/ppt/notesMasters/notesMaster1.xml" Id="Rb2469200ca4a443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64fd3edc6a4cf1" /><Relationship Type="http://schemas.openxmlformats.org/officeDocument/2006/relationships/notesMaster" Target="/ppt/notesMasters/notesMaster1.xml" Id="Rf2213597774245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0c025cee2a48f2" /><Relationship Type="http://schemas.openxmlformats.org/officeDocument/2006/relationships/notesMaster" Target="/ppt/notesMasters/notesMaster1.xml" Id="R69f8e72898074b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717164ee55d4ff2" /><Relationship Type="http://schemas.openxmlformats.org/officeDocument/2006/relationships/notesMaster" Target="/ppt/notesMasters/notesMaster1.xml" Id="R8f41f1d10770476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0453a9b372142b1" /><Relationship Type="http://schemas.openxmlformats.org/officeDocument/2006/relationships/notesMaster" Target="/ppt/notesMasters/notesMaster1.xml" Id="R7df7748ee50d4f3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299600810734bb7" /><Relationship Type="http://schemas.openxmlformats.org/officeDocument/2006/relationships/notesMaster" Target="/ppt/notesMasters/notesMaster1.xml" Id="R2b5387d8d1804c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1885d156aa4829" /><Relationship Type="http://schemas.openxmlformats.org/officeDocument/2006/relationships/image" Target="/ppt/media/image.png" Id="R7adb47ed234d46b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df55de576c462e" /><Relationship Type="http://schemas.openxmlformats.org/officeDocument/2006/relationships/image" Target="/ppt/media/image.png" Id="R6dc86243b6e54e9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e646c86a1a40a3" /><Relationship Type="http://schemas.openxmlformats.org/officeDocument/2006/relationships/image" Target="/ppt/media/image.png" Id="Ra43a97f1b38c447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4e1ad8fdbf4129" /><Relationship Type="http://schemas.openxmlformats.org/officeDocument/2006/relationships/image" Target="/ppt/media/image.png" Id="Rc2c1af032f384c3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a7e91dcf9e4e24" /><Relationship Type="http://schemas.openxmlformats.org/officeDocument/2006/relationships/image" Target="/ppt/media/image.png" Id="R82fa90f377a540d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c9e5186f6a4876" /><Relationship Type="http://schemas.openxmlformats.org/officeDocument/2006/relationships/image" Target="/ppt/media/image.png" Id="R4cc996bb4470403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46fba4143a468f" /><Relationship Type="http://schemas.openxmlformats.org/officeDocument/2006/relationships/image" Target="/ppt/media/image.png" Id="Rffe3cea7d802439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380098ef274192" /><Relationship Type="http://schemas.openxmlformats.org/officeDocument/2006/relationships/image" Target="/ppt/media/image.png" Id="R350fee154df444a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96705ff3fd4673" /><Relationship Type="http://schemas.openxmlformats.org/officeDocument/2006/relationships/image" Target="/ppt/media/image.png" Id="R342a81e0b23b4aa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e6f2650257426a" /><Relationship Type="http://schemas.openxmlformats.org/officeDocument/2006/relationships/image" Target="/ppt/media/image.png" Id="R9809eacf1bc641f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9f43f2db704d23" /><Relationship Type="http://schemas.openxmlformats.org/officeDocument/2006/relationships/image" Target="/ppt/media/image.png" Id="R67c4176f81a74c6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db47ed234d46b7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c86243b6e54e9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43a97f1b38c447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c1af032f384c3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2fa90f377a540d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cc996bb4470403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fe3cea7d802439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50fee154df444a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42a81e0b23b4aa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809eacf1bc641f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7c4176f81a74c6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2e4a3e9b264eee" /><Relationship Type="http://schemas.openxmlformats.org/officeDocument/2006/relationships/slideLayout" Target="/ppt/slideLayouts/slideLayout1.xml" Id="R14d6a19aec1246a3" /><Relationship Type="http://schemas.openxmlformats.org/officeDocument/2006/relationships/slideLayout" Target="/ppt/slideLayouts/slideLayout2.xml" Id="R6696f790273c4103" /><Relationship Type="http://schemas.openxmlformats.org/officeDocument/2006/relationships/slideLayout" Target="/ppt/slideLayouts/slideLayout3.xml" Id="R052cbf0a6251410f" /><Relationship Type="http://schemas.openxmlformats.org/officeDocument/2006/relationships/slideLayout" Target="/ppt/slideLayouts/slideLayout4.xml" Id="R57f3786e7c2c4c21" /><Relationship Type="http://schemas.openxmlformats.org/officeDocument/2006/relationships/slideLayout" Target="/ppt/slideLayouts/slideLayout5.xml" Id="Rcde39da9ef094ec3" /><Relationship Type="http://schemas.openxmlformats.org/officeDocument/2006/relationships/slideLayout" Target="/ppt/slideLayouts/slideLayout6.xml" Id="R41717a91ceb04a90" /><Relationship Type="http://schemas.openxmlformats.org/officeDocument/2006/relationships/slideLayout" Target="/ppt/slideLayouts/slideLayout7.xml" Id="Rcd9d740bc8b44d9b" /><Relationship Type="http://schemas.openxmlformats.org/officeDocument/2006/relationships/slideLayout" Target="/ppt/slideLayouts/slideLayout8.xml" Id="R7e2c000eff284a6e" /><Relationship Type="http://schemas.openxmlformats.org/officeDocument/2006/relationships/slideLayout" Target="/ppt/slideLayouts/slideLayout9.xml" Id="R193fc18f8801404a" /><Relationship Type="http://schemas.openxmlformats.org/officeDocument/2006/relationships/slideLayout" Target="/ppt/slideLayouts/slideLayout10.xml" Id="Rb4fea8d289714aab" /><Relationship Type="http://schemas.openxmlformats.org/officeDocument/2006/relationships/slideLayout" Target="/ppt/slideLayouts/slideLayout11.xml" Id="Rfd02d356bda543a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d6a19aec1246a3"/>
    <p:sldLayoutId xmlns:r="http://schemas.openxmlformats.org/officeDocument/2006/relationships" id="2147483650" r:id="R6696f790273c4103"/>
    <p:sldLayoutId xmlns:r="http://schemas.openxmlformats.org/officeDocument/2006/relationships" id="2147483651" r:id="R052cbf0a6251410f"/>
    <p:sldLayoutId xmlns:r="http://schemas.openxmlformats.org/officeDocument/2006/relationships" id="2147483652" r:id="R57f3786e7c2c4c21"/>
    <p:sldLayoutId xmlns:r="http://schemas.openxmlformats.org/officeDocument/2006/relationships" id="2147483653" r:id="Rcde39da9ef094ec3"/>
    <p:sldLayoutId xmlns:r="http://schemas.openxmlformats.org/officeDocument/2006/relationships" id="2147483654" r:id="R41717a91ceb04a90"/>
    <p:sldLayoutId xmlns:r="http://schemas.openxmlformats.org/officeDocument/2006/relationships" id="2147483655" r:id="Rcd9d740bc8b44d9b"/>
    <p:sldLayoutId xmlns:r="http://schemas.openxmlformats.org/officeDocument/2006/relationships" id="2147483656" r:id="R7e2c000eff284a6e"/>
    <p:sldLayoutId xmlns:r="http://schemas.openxmlformats.org/officeDocument/2006/relationships" id="2147483657" r:id="R193fc18f8801404a"/>
    <p:sldLayoutId xmlns:r="http://schemas.openxmlformats.org/officeDocument/2006/relationships" id="2147483658" r:id="Rb4fea8d289714aab"/>
    <p:sldLayoutId xmlns:r="http://schemas.openxmlformats.org/officeDocument/2006/relationships" id="2147483659" r:id="Rfd02d356bda543a5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314df3f07f4979" /><Relationship Type="http://schemas.openxmlformats.org/officeDocument/2006/relationships/notesSlide" Target="/ppt/notesSlides/notesSlide1.xml" Id="R28713ab7030f40d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c68f14c1f840b6" /><Relationship Type="http://schemas.openxmlformats.org/officeDocument/2006/relationships/notesSlide" Target="/ppt/notesSlides/notesSlide2.xml" Id="Rec3c452448694a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bb80469a8e4c6c" /><Relationship Type="http://schemas.openxmlformats.org/officeDocument/2006/relationships/notesSlide" Target="/ppt/notesSlides/notesSlide3.xml" Id="R401d8e02359642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d5a30a47384cae" /><Relationship Type="http://schemas.openxmlformats.org/officeDocument/2006/relationships/notesSlide" Target="/ppt/notesSlides/notesSlide4.xml" Id="R05bd052fe6da4a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fa9965ae174338" /><Relationship Type="http://schemas.openxmlformats.org/officeDocument/2006/relationships/notesSlide" Target="/ppt/notesSlides/notesSlide5.xml" Id="R6e0ee678c13d4f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84352f1d5344ee" /><Relationship Type="http://schemas.openxmlformats.org/officeDocument/2006/relationships/notesSlide" Target="/ppt/notesSlides/notesSlide6.xml" Id="R1c6029119ef54f4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c84f2d35924e50" /><Relationship Type="http://schemas.openxmlformats.org/officeDocument/2006/relationships/notesSlide" Target="/ppt/notesSlides/notesSlide7.xml" Id="Red27b6d11af1464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995186428f4e27" /><Relationship Type="http://schemas.openxmlformats.org/officeDocument/2006/relationships/notesSlide" Target="/ppt/notesSlides/notesSlide8.xml" Id="Rf1c75f536ac44d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f62bd6fa164bcb" /><Relationship Type="http://schemas.openxmlformats.org/officeDocument/2006/relationships/notesSlide" Target="/ppt/notesSlides/notesSlide9.xml" Id="R68242d88eeb8463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Reading 2D 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28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clubs[1][0] select a field but clubs[1] selects a complete row?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the selected row position does not exist?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every row keep the same field order for column 1 to mean members?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you enter row 1, what record, club and member count are displayed?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column from 0 to 1 as well as the row. Display the value in [clubs] at [row] and [column]. Test row 2 and column 0; the program should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field: 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Traverse every row and display each club name followed by its member count. Do not print the row brackets.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three-row timetable. Each row stores a subject and room number. Ask for a valid row, then display a sentence containing both selected fields. Also display every subject name using a loop.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clubs[row, 1])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2026-08-27T03:55:04.1400000Z</dcterms:created>
  <dcterms:modified xsi:type="dcterms:W3CDTF">2026-08-27T03:55:04.1400000Z</dcterms:modified>
</coreProperties>
</file>