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d00850c01447ce" /><Relationship Type="http://schemas.openxmlformats.org/officeDocument/2006/relationships/extended-properties" Target="/docProps/app.xml" Id="R15bb58a675ce4f3f" /><Relationship Type="http://schemas.openxmlformats.org/officeDocument/2006/relationships/officeDocument" Target="/ppt/presentation.xml" Id="R805893b2060a4ea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71ae38a6df447f4"/>
  </p:sldMasterIdLst>
  <p:notesMasterIdLst>
    <p:notesMasterId xmlns:r="http://schemas.openxmlformats.org/officeDocument/2006/relationships" r:id="R2f2db57f27984030"/>
  </p:notesMasterIdLst>
  <p:sldIdLst>
    <p:sldId xmlns:r="http://schemas.openxmlformats.org/officeDocument/2006/relationships" id="256" r:id="R2ab3ca78033b4c3a"/>
    <p:sldId xmlns:r="http://schemas.openxmlformats.org/officeDocument/2006/relationships" id="257" r:id="Rd09f29db3ada473f"/>
    <p:sldId xmlns:r="http://schemas.openxmlformats.org/officeDocument/2006/relationships" id="258" r:id="R4a7c9f49ef1f429e"/>
    <p:sldId xmlns:r="http://schemas.openxmlformats.org/officeDocument/2006/relationships" id="259" r:id="R64ad382d401d48fd"/>
    <p:sldId xmlns:r="http://schemas.openxmlformats.org/officeDocument/2006/relationships" id="260" r:id="R49cb517d719c44ca"/>
    <p:sldId xmlns:r="http://schemas.openxmlformats.org/officeDocument/2006/relationships" id="261" r:id="R35ed22180e68429c"/>
    <p:sldId xmlns:r="http://schemas.openxmlformats.org/officeDocument/2006/relationships" id="262" r:id="R3b5bf6b9c9f14c19"/>
    <p:sldId xmlns:r="http://schemas.openxmlformats.org/officeDocument/2006/relationships" id="263" r:id="R570fc673b4ee4446"/>
    <p:sldId xmlns:r="http://schemas.openxmlformats.org/officeDocument/2006/relationships" id="264" r:id="R12a687ab001240a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0591800a599454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f9f3406132460d" /><Relationship Type="http://schemas.openxmlformats.org/officeDocument/2006/relationships/slideMaster" Target="/ppt/slideMasters/slideMaster1.xml" Id="R871ae38a6df447f4" /><Relationship Type="http://schemas.openxmlformats.org/officeDocument/2006/relationships/notesMaster" Target="/ppt/notesMasters/notesMaster1.xml" Id="R2f2db57f27984030" /><Relationship Type="http://schemas.openxmlformats.org/officeDocument/2006/relationships/presProps" Target="/ppt/presProps.xml" Id="Rd1d79b7fcc9f4028" /><Relationship Type="http://schemas.openxmlformats.org/officeDocument/2006/relationships/viewProps" Target="/ppt/viewProps.xml" Id="Rf0df603f0b4642f9" /><Relationship Type="http://schemas.openxmlformats.org/officeDocument/2006/relationships/tableStyles" Target="/ppt/tableStyles.xml" Id="R0279a5ec01da47f6" /><Relationship Type="http://schemas.openxmlformats.org/officeDocument/2006/relationships/font" Target="/ppt/fonts/font.dat" Id="R40591800a5994540" /><Relationship Type="http://schemas.openxmlformats.org/officeDocument/2006/relationships/slide" Target="/ppt/slides/slide1.xml" Id="R2ab3ca78033b4c3a" /><Relationship Type="http://schemas.openxmlformats.org/officeDocument/2006/relationships/slide" Target="/ppt/slides/slide2.xml" Id="Rd09f29db3ada473f" /><Relationship Type="http://schemas.openxmlformats.org/officeDocument/2006/relationships/slide" Target="/ppt/slides/slide3.xml" Id="R4a7c9f49ef1f429e" /><Relationship Type="http://schemas.openxmlformats.org/officeDocument/2006/relationships/slide" Target="/ppt/slides/slide4.xml" Id="R64ad382d401d48fd" /><Relationship Type="http://schemas.openxmlformats.org/officeDocument/2006/relationships/slide" Target="/ppt/slides/slide5.xml" Id="R49cb517d719c44ca" /><Relationship Type="http://schemas.openxmlformats.org/officeDocument/2006/relationships/slide" Target="/ppt/slides/slide6.xml" Id="R35ed22180e68429c" /><Relationship Type="http://schemas.openxmlformats.org/officeDocument/2006/relationships/slide" Target="/ppt/slides/slide7.xml" Id="R3b5bf6b9c9f14c19" /><Relationship Type="http://schemas.openxmlformats.org/officeDocument/2006/relationships/slide" Target="/ppt/slides/slide8.xml" Id="R570fc673b4ee4446" /><Relationship Type="http://schemas.openxmlformats.org/officeDocument/2006/relationships/slide" Target="/ppt/slides/slide9.xml" Id="R12a687ab001240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4fc88753994b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c0275730a346a4" /><Relationship Type="http://schemas.openxmlformats.org/officeDocument/2006/relationships/notesMaster" Target="/ppt/notesMasters/notesMaster1.xml" Id="R8d4ac2a734d048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d2d8c4e7934c7a" /><Relationship Type="http://schemas.openxmlformats.org/officeDocument/2006/relationships/notesMaster" Target="/ppt/notesMasters/notesMaster1.xml" Id="R46889ccb64ab4e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6112ad98ae48e5" /><Relationship Type="http://schemas.openxmlformats.org/officeDocument/2006/relationships/notesMaster" Target="/ppt/notesMasters/notesMaster1.xml" Id="R487c0f61653f4a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af95789eb147ec" /><Relationship Type="http://schemas.openxmlformats.org/officeDocument/2006/relationships/notesMaster" Target="/ppt/notesMasters/notesMaster1.xml" Id="R076ede887b684c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052e3e306542ab" /><Relationship Type="http://schemas.openxmlformats.org/officeDocument/2006/relationships/notesMaster" Target="/ppt/notesMasters/notesMaster1.xml" Id="Rab79784efb3742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91706e163643ff" /><Relationship Type="http://schemas.openxmlformats.org/officeDocument/2006/relationships/notesMaster" Target="/ppt/notesMasters/notesMaster1.xml" Id="Rcc54f1d9657b49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9d9ca05a3441fc" /><Relationship Type="http://schemas.openxmlformats.org/officeDocument/2006/relationships/notesMaster" Target="/ppt/notesMasters/notesMaster1.xml" Id="R61c47b32f93f43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be5b7e49d24e29" /><Relationship Type="http://schemas.openxmlformats.org/officeDocument/2006/relationships/notesMaster" Target="/ppt/notesMasters/notesMaster1.xml" Id="R61b0bbc6161646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dcd235d4d2437c" /><Relationship Type="http://schemas.openxmlformats.org/officeDocument/2006/relationships/notesMaster" Target="/ppt/notesMasters/notesMaster1.xml" Id="R12edee12c3284a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0bac26d284458" /><Relationship Type="http://schemas.openxmlformats.org/officeDocument/2006/relationships/image" Target="/ppt/media/image.png" Id="Rda029ea8b90649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cec10c3df449b8" /><Relationship Type="http://schemas.openxmlformats.org/officeDocument/2006/relationships/image" Target="/ppt/media/image.png" Id="Rb33bb4a8edbc476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c15a6c8b743a3" /><Relationship Type="http://schemas.openxmlformats.org/officeDocument/2006/relationships/image" Target="/ppt/media/image.png" Id="R21020845d4cb42a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4dc1127dab490d" /><Relationship Type="http://schemas.openxmlformats.org/officeDocument/2006/relationships/image" Target="/ppt/media/image.png" Id="R0e7d4e7ae00d4d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b2e5a0453d4462" /><Relationship Type="http://schemas.openxmlformats.org/officeDocument/2006/relationships/image" Target="/ppt/media/image.png" Id="R0e6ed1f13b7f49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593e6f40448aa" /><Relationship Type="http://schemas.openxmlformats.org/officeDocument/2006/relationships/image" Target="/ppt/media/image.png" Id="R8b12489b7e62401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6a537920d64088" /><Relationship Type="http://schemas.openxmlformats.org/officeDocument/2006/relationships/image" Target="/ppt/media/image.png" Id="Rc319e24d17394ff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96e93fd9d4fdc" /><Relationship Type="http://schemas.openxmlformats.org/officeDocument/2006/relationships/image" Target="/ppt/media/image.png" Id="R212cbf78584240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69895129f34b50" /><Relationship Type="http://schemas.openxmlformats.org/officeDocument/2006/relationships/image" Target="/ppt/media/image.png" Id="R63d97b639ee347c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a84e1704e74271" /><Relationship Type="http://schemas.openxmlformats.org/officeDocument/2006/relationships/image" Target="/ppt/media/image.png" Id="Re06170297c8e47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d2beca96b9451d" /><Relationship Type="http://schemas.openxmlformats.org/officeDocument/2006/relationships/image" Target="/ppt/media/image.png" Id="R6e94438d69c8471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029ea8b90649d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3bb4a8edbc476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020845d4cb42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7d4e7ae00d4d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6ed1f13b7f49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12489b7e62401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19e24d17394f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2cbf78584240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d97b639ee347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6170297c8e47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94438d69c847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11beb1339948b4" /><Relationship Type="http://schemas.openxmlformats.org/officeDocument/2006/relationships/slideLayout" Target="/ppt/slideLayouts/slideLayout1.xml" Id="R4ff4a728008f4916" /><Relationship Type="http://schemas.openxmlformats.org/officeDocument/2006/relationships/slideLayout" Target="/ppt/slideLayouts/slideLayout2.xml" Id="Rc8ef249ed6e6416c" /><Relationship Type="http://schemas.openxmlformats.org/officeDocument/2006/relationships/slideLayout" Target="/ppt/slideLayouts/slideLayout3.xml" Id="R2cc6c2924ff14991" /><Relationship Type="http://schemas.openxmlformats.org/officeDocument/2006/relationships/slideLayout" Target="/ppt/slideLayouts/slideLayout4.xml" Id="R6e09269cd3e9419d" /><Relationship Type="http://schemas.openxmlformats.org/officeDocument/2006/relationships/slideLayout" Target="/ppt/slideLayouts/slideLayout5.xml" Id="Ra5fa3c9a4287446c" /><Relationship Type="http://schemas.openxmlformats.org/officeDocument/2006/relationships/slideLayout" Target="/ppt/slideLayouts/slideLayout6.xml" Id="Rc9a6d0983eae41f5" /><Relationship Type="http://schemas.openxmlformats.org/officeDocument/2006/relationships/slideLayout" Target="/ppt/slideLayouts/slideLayout7.xml" Id="R89d17f6490094342" /><Relationship Type="http://schemas.openxmlformats.org/officeDocument/2006/relationships/slideLayout" Target="/ppt/slideLayouts/slideLayout8.xml" Id="Ra0cec4891bc14c16" /><Relationship Type="http://schemas.openxmlformats.org/officeDocument/2006/relationships/slideLayout" Target="/ppt/slideLayouts/slideLayout9.xml" Id="R25cdb7474bea4789" /><Relationship Type="http://schemas.openxmlformats.org/officeDocument/2006/relationships/slideLayout" Target="/ppt/slideLayouts/slideLayout10.xml" Id="R723dfb598bcf4818" /><Relationship Type="http://schemas.openxmlformats.org/officeDocument/2006/relationships/slideLayout" Target="/ppt/slideLayouts/slideLayout11.xml" Id="Rab77bc062132451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f4a728008f4916"/>
    <p:sldLayoutId xmlns:r="http://schemas.openxmlformats.org/officeDocument/2006/relationships" id="2147483650" r:id="Rc8ef249ed6e6416c"/>
    <p:sldLayoutId xmlns:r="http://schemas.openxmlformats.org/officeDocument/2006/relationships" id="2147483651" r:id="R2cc6c2924ff14991"/>
    <p:sldLayoutId xmlns:r="http://schemas.openxmlformats.org/officeDocument/2006/relationships" id="2147483652" r:id="R6e09269cd3e9419d"/>
    <p:sldLayoutId xmlns:r="http://schemas.openxmlformats.org/officeDocument/2006/relationships" id="2147483653" r:id="Ra5fa3c9a4287446c"/>
    <p:sldLayoutId xmlns:r="http://schemas.openxmlformats.org/officeDocument/2006/relationships" id="2147483654" r:id="Rc9a6d0983eae41f5"/>
    <p:sldLayoutId xmlns:r="http://schemas.openxmlformats.org/officeDocument/2006/relationships" id="2147483655" r:id="R89d17f6490094342"/>
    <p:sldLayoutId xmlns:r="http://schemas.openxmlformats.org/officeDocument/2006/relationships" id="2147483656" r:id="Ra0cec4891bc14c16"/>
    <p:sldLayoutId xmlns:r="http://schemas.openxmlformats.org/officeDocument/2006/relationships" id="2147483657" r:id="R25cdb7474bea4789"/>
    <p:sldLayoutId xmlns:r="http://schemas.openxmlformats.org/officeDocument/2006/relationships" id="2147483658" r:id="R723dfb598bcf4818"/>
    <p:sldLayoutId xmlns:r="http://schemas.openxmlformats.org/officeDocument/2006/relationships" id="2147483659" r:id="Rab77bc062132451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a9d362cfe4949" /><Relationship Type="http://schemas.openxmlformats.org/officeDocument/2006/relationships/notesSlide" Target="/ppt/notesSlides/notesSlide1.xml" Id="Re2401f8c1ae042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e3a76d3b484d98" /><Relationship Type="http://schemas.openxmlformats.org/officeDocument/2006/relationships/notesSlide" Target="/ppt/notesSlides/notesSlide2.xml" Id="Rf3e60c9205ba4c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3e6d82c7454c52" /><Relationship Type="http://schemas.openxmlformats.org/officeDocument/2006/relationships/notesSlide" Target="/ppt/notesSlides/notesSlide3.xml" Id="R11005fee4d8b4e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fc1c092fd24161" /><Relationship Type="http://schemas.openxmlformats.org/officeDocument/2006/relationships/notesSlide" Target="/ppt/notesSlides/notesSlide4.xml" Id="Rfb8233bf634c4b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a879599d1243c0" /><Relationship Type="http://schemas.openxmlformats.org/officeDocument/2006/relationships/notesSlide" Target="/ppt/notesSlides/notesSlide5.xml" Id="R62005c3962964b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cfb371a7844ff9" /><Relationship Type="http://schemas.openxmlformats.org/officeDocument/2006/relationships/notesSlide" Target="/ppt/notesSlides/notesSlide6.xml" Id="R60fb4ea45eb142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d32e3482c54551" /><Relationship Type="http://schemas.openxmlformats.org/officeDocument/2006/relationships/notesSlide" Target="/ppt/notesSlides/notesSlide7.xml" Id="Rca91a9c0219b41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49981360314736" /><Relationship Type="http://schemas.openxmlformats.org/officeDocument/2006/relationships/notesSlide" Target="/ppt/notesSlides/notesSlide8.xml" Id="R5aff8f1138f94f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47ab8d590d4815" /><Relationship Type="http://schemas.openxmlformats.org/officeDocument/2006/relationships/notesSlide" Target="/ppt/notesSlides/notesSlide9.xml" Id="R3018c01039604f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column from 0 to 1 as well as the row. Display the value in [clubs] at [row] and [column]. Test row 2 and column 0; the program should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9952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visit each row in [clubs]. For each [club],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value at position 0, then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value at position 1. The starter data must display Art with 12 members, Chess with 18 members and Code with 15 members without displaying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brackets.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"Maths"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12],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and [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"Science"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 in [timetable]. Ask for a row from 0 to 2 and store it in [row].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subject,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 room"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the room number from that row. Then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every subject name beneath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"Subjects:"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row 1;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"Selected: Music in room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followed by Maths, Music and Science on separate lines.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2026-08-28T09:25:26.6360000Z</dcterms:created>
  <dcterms:modified xsi:type="dcterms:W3CDTF">2026-08-28T09:25:26.6360000Z</dcterms:modified>
</coreProperties>
</file>