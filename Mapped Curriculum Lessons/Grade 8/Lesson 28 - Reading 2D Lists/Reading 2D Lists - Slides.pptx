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3a27f03f0246ac" /><Relationship Type="http://schemas.openxmlformats.org/officeDocument/2006/relationships/extended-properties" Target="/docProps/app.xml" Id="R9dffa44da54b41a0" /><Relationship Type="http://schemas.openxmlformats.org/officeDocument/2006/relationships/officeDocument" Target="/ppt/presentation.xml" Id="Rd5c19d9b66e44de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7d2d7fff92f4ab8"/>
  </p:sldMasterIdLst>
  <p:notesMasterIdLst>
    <p:notesMasterId xmlns:r="http://schemas.openxmlformats.org/officeDocument/2006/relationships" r:id="Rb2761e2976764e8b"/>
  </p:notesMasterIdLst>
  <p:sldIdLst>
    <p:sldId xmlns:r="http://schemas.openxmlformats.org/officeDocument/2006/relationships" id="256" r:id="R250357f049104bab"/>
    <p:sldId xmlns:r="http://schemas.openxmlformats.org/officeDocument/2006/relationships" id="257" r:id="Rdd25fa02509f4353"/>
    <p:sldId xmlns:r="http://schemas.openxmlformats.org/officeDocument/2006/relationships" id="258" r:id="Rafa2e6e8b1f04bd7"/>
    <p:sldId xmlns:r="http://schemas.openxmlformats.org/officeDocument/2006/relationships" id="259" r:id="R559d251998d34a66"/>
    <p:sldId xmlns:r="http://schemas.openxmlformats.org/officeDocument/2006/relationships" id="260" r:id="R6c052559888a4dee"/>
    <p:sldId xmlns:r="http://schemas.openxmlformats.org/officeDocument/2006/relationships" id="261" r:id="R9bf3f830655f4377"/>
    <p:sldId xmlns:r="http://schemas.openxmlformats.org/officeDocument/2006/relationships" id="262" r:id="Rcbd27dbca92b4dbe"/>
    <p:sldId xmlns:r="http://schemas.openxmlformats.org/officeDocument/2006/relationships" id="263" r:id="Rd49f65d0ef384793"/>
    <p:sldId xmlns:r="http://schemas.openxmlformats.org/officeDocument/2006/relationships" id="264" r:id="Rf42cea064f494e5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4b59bd1fc70402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aed5836358453b" /><Relationship Type="http://schemas.openxmlformats.org/officeDocument/2006/relationships/slideMaster" Target="/ppt/slideMasters/slideMaster1.xml" Id="R77d2d7fff92f4ab8" /><Relationship Type="http://schemas.openxmlformats.org/officeDocument/2006/relationships/notesMaster" Target="/ppt/notesMasters/notesMaster1.xml" Id="Rb2761e2976764e8b" /><Relationship Type="http://schemas.openxmlformats.org/officeDocument/2006/relationships/presProps" Target="/ppt/presProps.xml" Id="R92b88e1f64d44bc5" /><Relationship Type="http://schemas.openxmlformats.org/officeDocument/2006/relationships/viewProps" Target="/ppt/viewProps.xml" Id="Rcd2cf864001e43e3" /><Relationship Type="http://schemas.openxmlformats.org/officeDocument/2006/relationships/tableStyles" Target="/ppt/tableStyles.xml" Id="R1ca32146b2124c77" /><Relationship Type="http://schemas.openxmlformats.org/officeDocument/2006/relationships/font" Target="/ppt/fonts/font.dat" Id="R44b59bd1fc704028" /><Relationship Type="http://schemas.openxmlformats.org/officeDocument/2006/relationships/slide" Target="/ppt/slides/slide1.xml" Id="R250357f049104bab" /><Relationship Type="http://schemas.openxmlformats.org/officeDocument/2006/relationships/slide" Target="/ppt/slides/slide2.xml" Id="Rdd25fa02509f4353" /><Relationship Type="http://schemas.openxmlformats.org/officeDocument/2006/relationships/slide" Target="/ppt/slides/slide3.xml" Id="Rafa2e6e8b1f04bd7" /><Relationship Type="http://schemas.openxmlformats.org/officeDocument/2006/relationships/slide" Target="/ppt/slides/slide4.xml" Id="R559d251998d34a66" /><Relationship Type="http://schemas.openxmlformats.org/officeDocument/2006/relationships/slide" Target="/ppt/slides/slide5.xml" Id="R6c052559888a4dee" /><Relationship Type="http://schemas.openxmlformats.org/officeDocument/2006/relationships/slide" Target="/ppt/slides/slide6.xml" Id="R9bf3f830655f4377" /><Relationship Type="http://schemas.openxmlformats.org/officeDocument/2006/relationships/slide" Target="/ppt/slides/slide7.xml" Id="Rcbd27dbca92b4dbe" /><Relationship Type="http://schemas.openxmlformats.org/officeDocument/2006/relationships/slide" Target="/ppt/slides/slide8.xml" Id="Rd49f65d0ef384793" /><Relationship Type="http://schemas.openxmlformats.org/officeDocument/2006/relationships/slide" Target="/ppt/slides/slide9.xml" Id="Rf42cea064f494e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a64c936e1840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fbb398c0be4005" /><Relationship Type="http://schemas.openxmlformats.org/officeDocument/2006/relationships/notesMaster" Target="/ppt/notesMasters/notesMaster1.xml" Id="R94119ff0d8634f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1bca6ef4ef49f4" /><Relationship Type="http://schemas.openxmlformats.org/officeDocument/2006/relationships/notesMaster" Target="/ppt/notesMasters/notesMaster1.xml" Id="Re0e06891dd0f4b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eb381b72bf4b08" /><Relationship Type="http://schemas.openxmlformats.org/officeDocument/2006/relationships/notesMaster" Target="/ppt/notesMasters/notesMaster1.xml" Id="R3500b709dd6541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22dc0ce4d344f3" /><Relationship Type="http://schemas.openxmlformats.org/officeDocument/2006/relationships/notesMaster" Target="/ppt/notesMasters/notesMaster1.xml" Id="R74b54e5f361749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661140a2df48c0" /><Relationship Type="http://schemas.openxmlformats.org/officeDocument/2006/relationships/notesMaster" Target="/ppt/notesMasters/notesMaster1.xml" Id="R7dc80fd6206e4b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bbc60559da4722" /><Relationship Type="http://schemas.openxmlformats.org/officeDocument/2006/relationships/notesMaster" Target="/ppt/notesMasters/notesMaster1.xml" Id="Rcb9c354e445645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336b3d4dba455f" /><Relationship Type="http://schemas.openxmlformats.org/officeDocument/2006/relationships/notesMaster" Target="/ppt/notesMasters/notesMaster1.xml" Id="R7a7de2efb12244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1757d2bf0c4ba4" /><Relationship Type="http://schemas.openxmlformats.org/officeDocument/2006/relationships/notesMaster" Target="/ppt/notesMasters/notesMaster1.xml" Id="R84234a35e88346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c22dc75aa34dd5" /><Relationship Type="http://schemas.openxmlformats.org/officeDocument/2006/relationships/notesMaster" Target="/ppt/notesMasters/notesMaster1.xml" Id="R4f6c4e5117044e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0a96420fdc4466" /><Relationship Type="http://schemas.openxmlformats.org/officeDocument/2006/relationships/image" Target="/ppt/media/image.png" Id="Ra8090b67fdf141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5e8b3771a6488f" /><Relationship Type="http://schemas.openxmlformats.org/officeDocument/2006/relationships/image" Target="/ppt/media/image.png" Id="R6dd2d92700b342f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68801330d4bc8" /><Relationship Type="http://schemas.openxmlformats.org/officeDocument/2006/relationships/image" Target="/ppt/media/image.png" Id="Rb7083afa006a4a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cf33a087c94e46" /><Relationship Type="http://schemas.openxmlformats.org/officeDocument/2006/relationships/image" Target="/ppt/media/image.png" Id="R99c1dfa3b1e4419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c49568af814742" /><Relationship Type="http://schemas.openxmlformats.org/officeDocument/2006/relationships/image" Target="/ppt/media/image.png" Id="Rec569104aee749d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40813793a407f" /><Relationship Type="http://schemas.openxmlformats.org/officeDocument/2006/relationships/image" Target="/ppt/media/image.png" Id="Re7bf5e94836d47d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955512d5d047bd" /><Relationship Type="http://schemas.openxmlformats.org/officeDocument/2006/relationships/image" Target="/ppt/media/image.png" Id="R8244c3680a814ee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776d4bbf434ebf" /><Relationship Type="http://schemas.openxmlformats.org/officeDocument/2006/relationships/image" Target="/ppt/media/image.png" Id="Rfabdb862b48f45b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9bcc792ee42dc" /><Relationship Type="http://schemas.openxmlformats.org/officeDocument/2006/relationships/image" Target="/ppt/media/image.png" Id="R58efb17c3566493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a9ac7412d747bd" /><Relationship Type="http://schemas.openxmlformats.org/officeDocument/2006/relationships/image" Target="/ppt/media/image.png" Id="R278670a56bc0419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181fc013ae4004" /><Relationship Type="http://schemas.openxmlformats.org/officeDocument/2006/relationships/image" Target="/ppt/media/image.png" Id="R5baf8f4e3fa2431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090b67fdf141c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d2d92700b342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083afa006a4a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c1dfa3b1e441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569104aee749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bf5e94836d47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44c3680a814e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bdb862b48f45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efb17c3566493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8670a56bc041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af8f4e3fa243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013aad4e524ee5" /><Relationship Type="http://schemas.openxmlformats.org/officeDocument/2006/relationships/slideLayout" Target="/ppt/slideLayouts/slideLayout1.xml" Id="R5c189b324a2f423a" /><Relationship Type="http://schemas.openxmlformats.org/officeDocument/2006/relationships/slideLayout" Target="/ppt/slideLayouts/slideLayout2.xml" Id="Rf7108cc102d94534" /><Relationship Type="http://schemas.openxmlformats.org/officeDocument/2006/relationships/slideLayout" Target="/ppt/slideLayouts/slideLayout3.xml" Id="Ra7ca180b225d4f87" /><Relationship Type="http://schemas.openxmlformats.org/officeDocument/2006/relationships/slideLayout" Target="/ppt/slideLayouts/slideLayout4.xml" Id="R2af55c1fb458490f" /><Relationship Type="http://schemas.openxmlformats.org/officeDocument/2006/relationships/slideLayout" Target="/ppt/slideLayouts/slideLayout5.xml" Id="R002f92d8391c4e5b" /><Relationship Type="http://schemas.openxmlformats.org/officeDocument/2006/relationships/slideLayout" Target="/ppt/slideLayouts/slideLayout6.xml" Id="Recf2fb49e52c49d2" /><Relationship Type="http://schemas.openxmlformats.org/officeDocument/2006/relationships/slideLayout" Target="/ppt/slideLayouts/slideLayout7.xml" Id="Rb0ed6eed446549cb" /><Relationship Type="http://schemas.openxmlformats.org/officeDocument/2006/relationships/slideLayout" Target="/ppt/slideLayouts/slideLayout8.xml" Id="R83cce79761524475" /><Relationship Type="http://schemas.openxmlformats.org/officeDocument/2006/relationships/slideLayout" Target="/ppt/slideLayouts/slideLayout9.xml" Id="Rea1b037000414cdb" /><Relationship Type="http://schemas.openxmlformats.org/officeDocument/2006/relationships/slideLayout" Target="/ppt/slideLayouts/slideLayout10.xml" Id="R3e3c5c8979d04e17" /><Relationship Type="http://schemas.openxmlformats.org/officeDocument/2006/relationships/slideLayout" Target="/ppt/slideLayouts/slideLayout11.xml" Id="Rde343731d45b4c2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189b324a2f423a"/>
    <p:sldLayoutId xmlns:r="http://schemas.openxmlformats.org/officeDocument/2006/relationships" id="2147483650" r:id="Rf7108cc102d94534"/>
    <p:sldLayoutId xmlns:r="http://schemas.openxmlformats.org/officeDocument/2006/relationships" id="2147483651" r:id="Ra7ca180b225d4f87"/>
    <p:sldLayoutId xmlns:r="http://schemas.openxmlformats.org/officeDocument/2006/relationships" id="2147483652" r:id="R2af55c1fb458490f"/>
    <p:sldLayoutId xmlns:r="http://schemas.openxmlformats.org/officeDocument/2006/relationships" id="2147483653" r:id="R002f92d8391c4e5b"/>
    <p:sldLayoutId xmlns:r="http://schemas.openxmlformats.org/officeDocument/2006/relationships" id="2147483654" r:id="Recf2fb49e52c49d2"/>
    <p:sldLayoutId xmlns:r="http://schemas.openxmlformats.org/officeDocument/2006/relationships" id="2147483655" r:id="Rb0ed6eed446549cb"/>
    <p:sldLayoutId xmlns:r="http://schemas.openxmlformats.org/officeDocument/2006/relationships" id="2147483656" r:id="R83cce79761524475"/>
    <p:sldLayoutId xmlns:r="http://schemas.openxmlformats.org/officeDocument/2006/relationships" id="2147483657" r:id="Rea1b037000414cdb"/>
    <p:sldLayoutId xmlns:r="http://schemas.openxmlformats.org/officeDocument/2006/relationships" id="2147483658" r:id="R3e3c5c8979d04e17"/>
    <p:sldLayoutId xmlns:r="http://schemas.openxmlformats.org/officeDocument/2006/relationships" id="2147483659" r:id="Rde343731d45b4c2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80bc7e7ab445f" /><Relationship Type="http://schemas.openxmlformats.org/officeDocument/2006/relationships/notesSlide" Target="/ppt/notesSlides/notesSlide1.xml" Id="Rc12358459e8345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55376613924cae" /><Relationship Type="http://schemas.openxmlformats.org/officeDocument/2006/relationships/notesSlide" Target="/ppt/notesSlides/notesSlide2.xml" Id="R2f5705f4022347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3bad51b0d4290" /><Relationship Type="http://schemas.openxmlformats.org/officeDocument/2006/relationships/notesSlide" Target="/ppt/notesSlides/notesSlide3.xml" Id="Rd1f855f0e04b47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85588dfec64098" /><Relationship Type="http://schemas.openxmlformats.org/officeDocument/2006/relationships/notesSlide" Target="/ppt/notesSlides/notesSlide4.xml" Id="R8b2cc818618b45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441b8646474dc5" /><Relationship Type="http://schemas.openxmlformats.org/officeDocument/2006/relationships/notesSlide" Target="/ppt/notesSlides/notesSlide5.xml" Id="Reb82d5e5024b4a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2798c8a6ad4492" /><Relationship Type="http://schemas.openxmlformats.org/officeDocument/2006/relationships/notesSlide" Target="/ppt/notesSlides/notesSlide6.xml" Id="R027784d1ad3f43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8e260b16814306" /><Relationship Type="http://schemas.openxmlformats.org/officeDocument/2006/relationships/notesSlide" Target="/ppt/notesSlides/notesSlide7.xml" Id="R48f7dd43e8654c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f3e36395504fd0" /><Relationship Type="http://schemas.openxmlformats.org/officeDocument/2006/relationships/notesSlide" Target="/ppt/notesSlides/notesSlide8.xml" Id="Raa7fa83e62b547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ad355cfa064573" /><Relationship Type="http://schemas.openxmlformats.org/officeDocument/2006/relationships/notesSlide" Target="/ppt/notesSlides/notesSlide9.xml" Id="R8f2c220ec6264d8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column: 0 for the club name or 1 for the member count. Display the value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row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column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other outputs. For example, row 2 and column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displays every row instead of asking for one.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 on the next line. The first pair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timetable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"Maths"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"Science"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Ask for a row from 0 to 2 and display the subject and room,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"Selected: Music in room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every subject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"Subjects:"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2026-09-29T02:08:13.1820000Z</dcterms:created>
  <dcterms:modified xsi:type="dcterms:W3CDTF">2026-09-29T02:08:13.1820000Z</dcterms:modified>
</coreProperties>
</file>