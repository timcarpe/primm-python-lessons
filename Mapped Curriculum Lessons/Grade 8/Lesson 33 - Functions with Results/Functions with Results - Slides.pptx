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cb08a1c8de4e15" /><Relationship Type="http://schemas.openxmlformats.org/officeDocument/2006/relationships/extended-properties" Target="/docProps/app.xml" Id="R54d1c032f6264102" /><Relationship Type="http://schemas.openxmlformats.org/officeDocument/2006/relationships/officeDocument" Target="/ppt/presentation.xml" Id="R1fe0fc69e3a443a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547e57c91534fdb"/>
  </p:sldMasterIdLst>
  <p:notesMasterIdLst>
    <p:notesMasterId xmlns:r="http://schemas.openxmlformats.org/officeDocument/2006/relationships" r:id="Rc8ace54f5055427e"/>
  </p:notesMasterIdLst>
  <p:sldIdLst>
    <p:sldId xmlns:r="http://schemas.openxmlformats.org/officeDocument/2006/relationships" id="256" r:id="Ra93dfa7ffb514545"/>
    <p:sldId xmlns:r="http://schemas.openxmlformats.org/officeDocument/2006/relationships" id="257" r:id="Rd3d7c2a2ae3a462e"/>
    <p:sldId xmlns:r="http://schemas.openxmlformats.org/officeDocument/2006/relationships" id="258" r:id="Rf18a4c9fa9a14f95"/>
    <p:sldId xmlns:r="http://schemas.openxmlformats.org/officeDocument/2006/relationships" id="259" r:id="R1366596c32334727"/>
    <p:sldId xmlns:r="http://schemas.openxmlformats.org/officeDocument/2006/relationships" id="260" r:id="R5afe3b616ea34613"/>
    <p:sldId xmlns:r="http://schemas.openxmlformats.org/officeDocument/2006/relationships" id="261" r:id="Rd0bcb288f3a74eb5"/>
    <p:sldId xmlns:r="http://schemas.openxmlformats.org/officeDocument/2006/relationships" id="262" r:id="Ra3f64e799cf646a3"/>
    <p:sldId xmlns:r="http://schemas.openxmlformats.org/officeDocument/2006/relationships" id="263" r:id="R4b5a12df44c34b32"/>
    <p:sldId xmlns:r="http://schemas.openxmlformats.org/officeDocument/2006/relationships" id="264" r:id="R4c29bb85dc6346d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69a61a7c83a4a7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7fbd7616144fe1" /><Relationship Type="http://schemas.openxmlformats.org/officeDocument/2006/relationships/slideMaster" Target="/ppt/slideMasters/slideMaster1.xml" Id="Rc547e57c91534fdb" /><Relationship Type="http://schemas.openxmlformats.org/officeDocument/2006/relationships/notesMaster" Target="/ppt/notesMasters/notesMaster1.xml" Id="Rc8ace54f5055427e" /><Relationship Type="http://schemas.openxmlformats.org/officeDocument/2006/relationships/presProps" Target="/ppt/presProps.xml" Id="R87d181db29074966" /><Relationship Type="http://schemas.openxmlformats.org/officeDocument/2006/relationships/viewProps" Target="/ppt/viewProps.xml" Id="Rfe0572fc225847fa" /><Relationship Type="http://schemas.openxmlformats.org/officeDocument/2006/relationships/tableStyles" Target="/ppt/tableStyles.xml" Id="Rccdd2ec8a6c54b8d" /><Relationship Type="http://schemas.openxmlformats.org/officeDocument/2006/relationships/font" Target="/ppt/fonts/font.dat" Id="R069a61a7c83a4a75" /><Relationship Type="http://schemas.openxmlformats.org/officeDocument/2006/relationships/slide" Target="/ppt/slides/slide1.xml" Id="Ra93dfa7ffb514545" /><Relationship Type="http://schemas.openxmlformats.org/officeDocument/2006/relationships/slide" Target="/ppt/slides/slide2.xml" Id="Rd3d7c2a2ae3a462e" /><Relationship Type="http://schemas.openxmlformats.org/officeDocument/2006/relationships/slide" Target="/ppt/slides/slide3.xml" Id="Rf18a4c9fa9a14f95" /><Relationship Type="http://schemas.openxmlformats.org/officeDocument/2006/relationships/slide" Target="/ppt/slides/slide4.xml" Id="R1366596c32334727" /><Relationship Type="http://schemas.openxmlformats.org/officeDocument/2006/relationships/slide" Target="/ppt/slides/slide5.xml" Id="R5afe3b616ea34613" /><Relationship Type="http://schemas.openxmlformats.org/officeDocument/2006/relationships/slide" Target="/ppt/slides/slide6.xml" Id="Rd0bcb288f3a74eb5" /><Relationship Type="http://schemas.openxmlformats.org/officeDocument/2006/relationships/slide" Target="/ppt/slides/slide7.xml" Id="Ra3f64e799cf646a3" /><Relationship Type="http://schemas.openxmlformats.org/officeDocument/2006/relationships/slide" Target="/ppt/slides/slide8.xml" Id="R4b5a12df44c34b32" /><Relationship Type="http://schemas.openxmlformats.org/officeDocument/2006/relationships/slide" Target="/ppt/slides/slide9.xml" Id="R4c29bb85dc6346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51c1aea6534c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7b6dd693f54d95" /><Relationship Type="http://schemas.openxmlformats.org/officeDocument/2006/relationships/notesMaster" Target="/ppt/notesMasters/notesMaster1.xml" Id="R4ca455e1ce1d42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09c3b79e664f4e" /><Relationship Type="http://schemas.openxmlformats.org/officeDocument/2006/relationships/notesMaster" Target="/ppt/notesMasters/notesMaster1.xml" Id="R5524d07a4f9942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96005a88f84369" /><Relationship Type="http://schemas.openxmlformats.org/officeDocument/2006/relationships/notesMaster" Target="/ppt/notesMasters/notesMaster1.xml" Id="R5e8870c6055243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293b152a474aa3" /><Relationship Type="http://schemas.openxmlformats.org/officeDocument/2006/relationships/notesMaster" Target="/ppt/notesMasters/notesMaster1.xml" Id="R210b058b5f0646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fea2ac70b14711" /><Relationship Type="http://schemas.openxmlformats.org/officeDocument/2006/relationships/notesMaster" Target="/ppt/notesMasters/notesMaster1.xml" Id="Rc718d1012e8441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90e742e65e45a6" /><Relationship Type="http://schemas.openxmlformats.org/officeDocument/2006/relationships/notesMaster" Target="/ppt/notesMasters/notesMaster1.xml" Id="R5fbec9e36b1b4c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18d5c8a06a4ab8" /><Relationship Type="http://schemas.openxmlformats.org/officeDocument/2006/relationships/notesMaster" Target="/ppt/notesMasters/notesMaster1.xml" Id="Rcbfb35a59c5748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bea35f60164771" /><Relationship Type="http://schemas.openxmlformats.org/officeDocument/2006/relationships/notesMaster" Target="/ppt/notesMasters/notesMaster1.xml" Id="R93a985fbae2248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0f3a16481a4773" /><Relationship Type="http://schemas.openxmlformats.org/officeDocument/2006/relationships/notesMaster" Target="/ppt/notesMasters/notesMaster1.xml" Id="R32c6e4d171434e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1d92dc9a9e4779" /><Relationship Type="http://schemas.openxmlformats.org/officeDocument/2006/relationships/image" Target="/ppt/media/image.png" Id="R717a92283aae429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cd7094b7d4fe5" /><Relationship Type="http://schemas.openxmlformats.org/officeDocument/2006/relationships/image" Target="/ppt/media/image.png" Id="R39fa6d50acff41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cdc65b1cf44171" /><Relationship Type="http://schemas.openxmlformats.org/officeDocument/2006/relationships/image" Target="/ppt/media/image.png" Id="R6d95df1917d94e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355a129eb54d6d" /><Relationship Type="http://schemas.openxmlformats.org/officeDocument/2006/relationships/image" Target="/ppt/media/image.png" Id="R714934dd3b6d46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40ac338b3644b3" /><Relationship Type="http://schemas.openxmlformats.org/officeDocument/2006/relationships/image" Target="/ppt/media/image.png" Id="R0e4f78c24f7b4c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9bf5d01a8b4c09" /><Relationship Type="http://schemas.openxmlformats.org/officeDocument/2006/relationships/image" Target="/ppt/media/image.png" Id="R30b961b800c840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7080d43da24dad" /><Relationship Type="http://schemas.openxmlformats.org/officeDocument/2006/relationships/image" Target="/ppt/media/image.png" Id="R9c0d04de2f4a411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8a1009c5b41b0" /><Relationship Type="http://schemas.openxmlformats.org/officeDocument/2006/relationships/image" Target="/ppt/media/image.png" Id="Rf1f96d2580b14d1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07f8e3bcf84f35" /><Relationship Type="http://schemas.openxmlformats.org/officeDocument/2006/relationships/image" Target="/ppt/media/image.png" Id="Rca2ef9c22b2846a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16996461824d7b" /><Relationship Type="http://schemas.openxmlformats.org/officeDocument/2006/relationships/image" Target="/ppt/media/image.png" Id="R45a40abc5253466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12bd0d2f6407c" /><Relationship Type="http://schemas.openxmlformats.org/officeDocument/2006/relationships/image" Target="/ppt/media/image.png" Id="Re9ec53def0ce459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7a92283aae429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fa6d50acff41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95df1917d94e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4934dd3b6d46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4f78c24f7b4c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b961b800c840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0d04de2f4a41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f96d2580b14d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2ef9c22b2846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a40abc525346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ec53def0ce45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422365d0164240" /><Relationship Type="http://schemas.openxmlformats.org/officeDocument/2006/relationships/slideLayout" Target="/ppt/slideLayouts/slideLayout1.xml" Id="Rf9d105bf92824215" /><Relationship Type="http://schemas.openxmlformats.org/officeDocument/2006/relationships/slideLayout" Target="/ppt/slideLayouts/slideLayout2.xml" Id="R24f319430c0745ae" /><Relationship Type="http://schemas.openxmlformats.org/officeDocument/2006/relationships/slideLayout" Target="/ppt/slideLayouts/slideLayout3.xml" Id="R4d099d1328db4560" /><Relationship Type="http://schemas.openxmlformats.org/officeDocument/2006/relationships/slideLayout" Target="/ppt/slideLayouts/slideLayout4.xml" Id="R00f1a7e4fa93403a" /><Relationship Type="http://schemas.openxmlformats.org/officeDocument/2006/relationships/slideLayout" Target="/ppt/slideLayouts/slideLayout5.xml" Id="R0d0ca76cf37046d9" /><Relationship Type="http://schemas.openxmlformats.org/officeDocument/2006/relationships/slideLayout" Target="/ppt/slideLayouts/slideLayout6.xml" Id="R72c1fc3129484563" /><Relationship Type="http://schemas.openxmlformats.org/officeDocument/2006/relationships/slideLayout" Target="/ppt/slideLayouts/slideLayout7.xml" Id="R279e3a9a46df47cb" /><Relationship Type="http://schemas.openxmlformats.org/officeDocument/2006/relationships/slideLayout" Target="/ppt/slideLayouts/slideLayout8.xml" Id="R66a2d2e9359f4cab" /><Relationship Type="http://schemas.openxmlformats.org/officeDocument/2006/relationships/slideLayout" Target="/ppt/slideLayouts/slideLayout9.xml" Id="R1a2763eef09b42a7" /><Relationship Type="http://schemas.openxmlformats.org/officeDocument/2006/relationships/slideLayout" Target="/ppt/slideLayouts/slideLayout10.xml" Id="Rb66ef8855cdb4240" /><Relationship Type="http://schemas.openxmlformats.org/officeDocument/2006/relationships/slideLayout" Target="/ppt/slideLayouts/slideLayout11.xml" Id="R282268514543446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d105bf92824215"/>
    <p:sldLayoutId xmlns:r="http://schemas.openxmlformats.org/officeDocument/2006/relationships" id="2147483650" r:id="R24f319430c0745ae"/>
    <p:sldLayoutId xmlns:r="http://schemas.openxmlformats.org/officeDocument/2006/relationships" id="2147483651" r:id="R4d099d1328db4560"/>
    <p:sldLayoutId xmlns:r="http://schemas.openxmlformats.org/officeDocument/2006/relationships" id="2147483652" r:id="R00f1a7e4fa93403a"/>
    <p:sldLayoutId xmlns:r="http://schemas.openxmlformats.org/officeDocument/2006/relationships" id="2147483653" r:id="R0d0ca76cf37046d9"/>
    <p:sldLayoutId xmlns:r="http://schemas.openxmlformats.org/officeDocument/2006/relationships" id="2147483654" r:id="R72c1fc3129484563"/>
    <p:sldLayoutId xmlns:r="http://schemas.openxmlformats.org/officeDocument/2006/relationships" id="2147483655" r:id="R279e3a9a46df47cb"/>
    <p:sldLayoutId xmlns:r="http://schemas.openxmlformats.org/officeDocument/2006/relationships" id="2147483656" r:id="R66a2d2e9359f4cab"/>
    <p:sldLayoutId xmlns:r="http://schemas.openxmlformats.org/officeDocument/2006/relationships" id="2147483657" r:id="R1a2763eef09b42a7"/>
    <p:sldLayoutId xmlns:r="http://schemas.openxmlformats.org/officeDocument/2006/relationships" id="2147483658" r:id="Rb66ef8855cdb4240"/>
    <p:sldLayoutId xmlns:r="http://schemas.openxmlformats.org/officeDocument/2006/relationships" id="2147483659" r:id="R282268514543446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1fb2caa3c4e2e" /><Relationship Type="http://schemas.openxmlformats.org/officeDocument/2006/relationships/notesSlide" Target="/ppt/notesSlides/notesSlide1.xml" Id="Ra91f10bf24184c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c1e60f0e0847b4" /><Relationship Type="http://schemas.openxmlformats.org/officeDocument/2006/relationships/notesSlide" Target="/ppt/notesSlides/notesSlide2.xml" Id="Raf0a28d83fa741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d313a835a046dd" /><Relationship Type="http://schemas.openxmlformats.org/officeDocument/2006/relationships/notesSlide" Target="/ppt/notesSlides/notesSlide3.xml" Id="R6b4a1732b8ef41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91411ad40f47d4" /><Relationship Type="http://schemas.openxmlformats.org/officeDocument/2006/relationships/notesSlide" Target="/ppt/notesSlides/notesSlide4.xml" Id="R3bf385246abe4c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7843f49c2d45b3" /><Relationship Type="http://schemas.openxmlformats.org/officeDocument/2006/relationships/notesSlide" Target="/ppt/notesSlides/notesSlide5.xml" Id="Rbe162b204edc4a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f4417b218249a8" /><Relationship Type="http://schemas.openxmlformats.org/officeDocument/2006/relationships/notesSlide" Target="/ppt/notesSlides/notesSlide6.xml" Id="R560657028fb149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3b1fe9ae0443d1" /><Relationship Type="http://schemas.openxmlformats.org/officeDocument/2006/relationships/notesSlide" Target="/ppt/notesSlides/notesSlide7.xml" Id="Rb441b3b1e89b44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ac3ef2edaf414e" /><Relationship Type="http://schemas.openxmlformats.org/officeDocument/2006/relationships/notesSlide" Target="/ppt/notesSlides/notesSlide8.xml" Id="R067b44371c0646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d0a9b0dc4a4d42" /><Relationship Type="http://schemas.openxmlformats.org/officeDocument/2006/relationships/notesSlide" Target="/ppt/notesSlides/notesSlide9.xml" Id="R264029239a014f2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Results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return different from print() when the caller needs to store the result?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add_score(7, 5) be used directly inside print() without first assigning the returned value to another variable?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When add_score(7, 5) runs, which values are stored in first, second and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complete message appears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calls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add_score()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twice: with 7 and 5, then with 10 and 8. Store the results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Work out the totals before you run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(first, second) that will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two values added together and divided by 2. After the score,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(7, 5). The output should end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6.0"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that will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length * width. Ask for the length and width of two rooms as whole numbers.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once for each room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two results added together. For example, 4 by 3 and 5 by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 22"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2026-09-28T09:11:22.3780000Z</dcterms:created>
  <dcterms:modified xsi:type="dcterms:W3CDTF">2026-09-28T09:11:22.3780000Z</dcterms:modified>
</coreProperties>
</file>