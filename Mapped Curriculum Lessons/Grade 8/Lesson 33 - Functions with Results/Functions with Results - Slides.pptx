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1c1458728d4468" /><Relationship Type="http://schemas.openxmlformats.org/officeDocument/2006/relationships/extended-properties" Target="/docProps/app.xml" Id="Rde68c25d0381491c" /><Relationship Type="http://schemas.openxmlformats.org/officeDocument/2006/relationships/officeDocument" Target="/ppt/presentation.xml" Id="R61a6ee1093c4486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890b4a89ebe448b"/>
  </p:sldMasterIdLst>
  <p:notesMasterIdLst>
    <p:notesMasterId xmlns:r="http://schemas.openxmlformats.org/officeDocument/2006/relationships" r:id="R1dda4b77e7e84842"/>
  </p:notesMasterIdLst>
  <p:sldIdLst>
    <p:sldId xmlns:r="http://schemas.openxmlformats.org/officeDocument/2006/relationships" id="256" r:id="R82396754963843da"/>
    <p:sldId xmlns:r="http://schemas.openxmlformats.org/officeDocument/2006/relationships" id="257" r:id="R11ae187644434a78"/>
    <p:sldId xmlns:r="http://schemas.openxmlformats.org/officeDocument/2006/relationships" id="258" r:id="Re1261377167345d9"/>
    <p:sldId xmlns:r="http://schemas.openxmlformats.org/officeDocument/2006/relationships" id="259" r:id="R438be3a68d484278"/>
    <p:sldId xmlns:r="http://schemas.openxmlformats.org/officeDocument/2006/relationships" id="260" r:id="Re92838c46d4649ff"/>
    <p:sldId xmlns:r="http://schemas.openxmlformats.org/officeDocument/2006/relationships" id="261" r:id="Rb5175652010e4eb4"/>
    <p:sldId xmlns:r="http://schemas.openxmlformats.org/officeDocument/2006/relationships" id="262" r:id="R45eb0a9ca3e64631"/>
    <p:sldId xmlns:r="http://schemas.openxmlformats.org/officeDocument/2006/relationships" id="263" r:id="Rdea9a4a832e24d57"/>
    <p:sldId xmlns:r="http://schemas.openxmlformats.org/officeDocument/2006/relationships" id="264" r:id="R5f20b37f7c0d46b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4d776bfc06f406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718acc52ad4663" /><Relationship Type="http://schemas.openxmlformats.org/officeDocument/2006/relationships/slideMaster" Target="/ppt/slideMasters/slideMaster1.xml" Id="R1890b4a89ebe448b" /><Relationship Type="http://schemas.openxmlformats.org/officeDocument/2006/relationships/notesMaster" Target="/ppt/notesMasters/notesMaster1.xml" Id="R1dda4b77e7e84842" /><Relationship Type="http://schemas.openxmlformats.org/officeDocument/2006/relationships/presProps" Target="/ppt/presProps.xml" Id="R8249843524fc4c95" /><Relationship Type="http://schemas.openxmlformats.org/officeDocument/2006/relationships/viewProps" Target="/ppt/viewProps.xml" Id="R0aee9c1763924735" /><Relationship Type="http://schemas.openxmlformats.org/officeDocument/2006/relationships/tableStyles" Target="/ppt/tableStyles.xml" Id="R22a77d5953d44340" /><Relationship Type="http://schemas.openxmlformats.org/officeDocument/2006/relationships/font" Target="/ppt/fonts/font.dat" Id="Rc4d776bfc06f4065" /><Relationship Type="http://schemas.openxmlformats.org/officeDocument/2006/relationships/slide" Target="/ppt/slides/slide1.xml" Id="R82396754963843da" /><Relationship Type="http://schemas.openxmlformats.org/officeDocument/2006/relationships/slide" Target="/ppt/slides/slide2.xml" Id="R11ae187644434a78" /><Relationship Type="http://schemas.openxmlformats.org/officeDocument/2006/relationships/slide" Target="/ppt/slides/slide3.xml" Id="Re1261377167345d9" /><Relationship Type="http://schemas.openxmlformats.org/officeDocument/2006/relationships/slide" Target="/ppt/slides/slide4.xml" Id="R438be3a68d484278" /><Relationship Type="http://schemas.openxmlformats.org/officeDocument/2006/relationships/slide" Target="/ppt/slides/slide5.xml" Id="Re92838c46d4649ff" /><Relationship Type="http://schemas.openxmlformats.org/officeDocument/2006/relationships/slide" Target="/ppt/slides/slide6.xml" Id="Rb5175652010e4eb4" /><Relationship Type="http://schemas.openxmlformats.org/officeDocument/2006/relationships/slide" Target="/ppt/slides/slide7.xml" Id="R45eb0a9ca3e64631" /><Relationship Type="http://schemas.openxmlformats.org/officeDocument/2006/relationships/slide" Target="/ppt/slides/slide8.xml" Id="Rdea9a4a832e24d57" /><Relationship Type="http://schemas.openxmlformats.org/officeDocument/2006/relationships/slide" Target="/ppt/slides/slide9.xml" Id="R5f20b37f7c0d46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d28e4ce22d45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38d31a15374d8e" /><Relationship Type="http://schemas.openxmlformats.org/officeDocument/2006/relationships/notesMaster" Target="/ppt/notesMasters/notesMaster1.xml" Id="R5380b65c26914a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2e0f0ea30e4349" /><Relationship Type="http://schemas.openxmlformats.org/officeDocument/2006/relationships/notesMaster" Target="/ppt/notesMasters/notesMaster1.xml" Id="Ra2c873f3962042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dacb8f782b4ec1" /><Relationship Type="http://schemas.openxmlformats.org/officeDocument/2006/relationships/notesMaster" Target="/ppt/notesMasters/notesMaster1.xml" Id="R08d692c3e52648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11b06eb67f4c93" /><Relationship Type="http://schemas.openxmlformats.org/officeDocument/2006/relationships/notesMaster" Target="/ppt/notesMasters/notesMaster1.xml" Id="R5c1faedccdfd47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07195805df403a" /><Relationship Type="http://schemas.openxmlformats.org/officeDocument/2006/relationships/notesMaster" Target="/ppt/notesMasters/notesMaster1.xml" Id="Rb34a7e9bc40e43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34974c657f4bea" /><Relationship Type="http://schemas.openxmlformats.org/officeDocument/2006/relationships/notesMaster" Target="/ppt/notesMasters/notesMaster1.xml" Id="R0b86fbfbe99740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3dbe08f474f65" /><Relationship Type="http://schemas.openxmlformats.org/officeDocument/2006/relationships/notesMaster" Target="/ppt/notesMasters/notesMaster1.xml" Id="R920ad3e88b154a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889d53c60c4547" /><Relationship Type="http://schemas.openxmlformats.org/officeDocument/2006/relationships/notesMaster" Target="/ppt/notesMasters/notesMaster1.xml" Id="R5ab4cd236e2442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fff12e280a488a" /><Relationship Type="http://schemas.openxmlformats.org/officeDocument/2006/relationships/notesMaster" Target="/ppt/notesMasters/notesMaster1.xml" Id="R0879a5887c8148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8b6c5ff27428f" /><Relationship Type="http://schemas.openxmlformats.org/officeDocument/2006/relationships/image" Target="/ppt/media/image.png" Id="Rce3e53592e5e47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c3c9bdc66a4709" /><Relationship Type="http://schemas.openxmlformats.org/officeDocument/2006/relationships/image" Target="/ppt/media/image.png" Id="Re3974bd8916d40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431aa93aad4478" /><Relationship Type="http://schemas.openxmlformats.org/officeDocument/2006/relationships/image" Target="/ppt/media/image.png" Id="Re89f6422730f494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a6c2089b25410d" /><Relationship Type="http://schemas.openxmlformats.org/officeDocument/2006/relationships/image" Target="/ppt/media/image.png" Id="R45662e6894c345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7fad49a184201" /><Relationship Type="http://schemas.openxmlformats.org/officeDocument/2006/relationships/image" Target="/ppt/media/image.png" Id="R69f872978eb3441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0c3a03317f46d9" /><Relationship Type="http://schemas.openxmlformats.org/officeDocument/2006/relationships/image" Target="/ppt/media/image.png" Id="Rec9a22b8351f477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de1a7932f240fe" /><Relationship Type="http://schemas.openxmlformats.org/officeDocument/2006/relationships/image" Target="/ppt/media/image.png" Id="R337fdfd05917440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28a69cb31c4303" /><Relationship Type="http://schemas.openxmlformats.org/officeDocument/2006/relationships/image" Target="/ppt/media/image.png" Id="Rf86093d2704c49e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3f8b7f4c154d00" /><Relationship Type="http://schemas.openxmlformats.org/officeDocument/2006/relationships/image" Target="/ppt/media/image.png" Id="R05abc49f3f30496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cc7ccef3644a1" /><Relationship Type="http://schemas.openxmlformats.org/officeDocument/2006/relationships/image" Target="/ppt/media/image.png" Id="Reabf5c711d8a481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23fd8592d84547" /><Relationship Type="http://schemas.openxmlformats.org/officeDocument/2006/relationships/image" Target="/ppt/media/image.png" Id="R0423dfecb1714be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3e53592e5e47e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974bd8916d40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9f6422730f49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662e6894c345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f872978eb344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9a22b8351f47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7fdfd0591744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6093d2704c49e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abc49f3f3049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bf5c711d8a48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23dfecb1714b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ba275345e94668" /><Relationship Type="http://schemas.openxmlformats.org/officeDocument/2006/relationships/slideLayout" Target="/ppt/slideLayouts/slideLayout1.xml" Id="Rb77d5a1e1c0c4522" /><Relationship Type="http://schemas.openxmlformats.org/officeDocument/2006/relationships/slideLayout" Target="/ppt/slideLayouts/slideLayout2.xml" Id="R5f404f34f2774408" /><Relationship Type="http://schemas.openxmlformats.org/officeDocument/2006/relationships/slideLayout" Target="/ppt/slideLayouts/slideLayout3.xml" Id="R24320edbb7584786" /><Relationship Type="http://schemas.openxmlformats.org/officeDocument/2006/relationships/slideLayout" Target="/ppt/slideLayouts/slideLayout4.xml" Id="R0b3ee25837374725" /><Relationship Type="http://schemas.openxmlformats.org/officeDocument/2006/relationships/slideLayout" Target="/ppt/slideLayouts/slideLayout5.xml" Id="Rf0975ef270bb4ff8" /><Relationship Type="http://schemas.openxmlformats.org/officeDocument/2006/relationships/slideLayout" Target="/ppt/slideLayouts/slideLayout6.xml" Id="Rcec20db55a304c17" /><Relationship Type="http://schemas.openxmlformats.org/officeDocument/2006/relationships/slideLayout" Target="/ppt/slideLayouts/slideLayout7.xml" Id="Rbd66bbe175da4481" /><Relationship Type="http://schemas.openxmlformats.org/officeDocument/2006/relationships/slideLayout" Target="/ppt/slideLayouts/slideLayout8.xml" Id="R1f4f0d96983c4824" /><Relationship Type="http://schemas.openxmlformats.org/officeDocument/2006/relationships/slideLayout" Target="/ppt/slideLayouts/slideLayout9.xml" Id="R917653a6d30c4100" /><Relationship Type="http://schemas.openxmlformats.org/officeDocument/2006/relationships/slideLayout" Target="/ppt/slideLayouts/slideLayout10.xml" Id="R6a2d59eee8d14c70" /><Relationship Type="http://schemas.openxmlformats.org/officeDocument/2006/relationships/slideLayout" Target="/ppt/slideLayouts/slideLayout11.xml" Id="Rf2214258c78e449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7d5a1e1c0c4522"/>
    <p:sldLayoutId xmlns:r="http://schemas.openxmlformats.org/officeDocument/2006/relationships" id="2147483650" r:id="R5f404f34f2774408"/>
    <p:sldLayoutId xmlns:r="http://schemas.openxmlformats.org/officeDocument/2006/relationships" id="2147483651" r:id="R24320edbb7584786"/>
    <p:sldLayoutId xmlns:r="http://schemas.openxmlformats.org/officeDocument/2006/relationships" id="2147483652" r:id="R0b3ee25837374725"/>
    <p:sldLayoutId xmlns:r="http://schemas.openxmlformats.org/officeDocument/2006/relationships" id="2147483653" r:id="Rf0975ef270bb4ff8"/>
    <p:sldLayoutId xmlns:r="http://schemas.openxmlformats.org/officeDocument/2006/relationships" id="2147483654" r:id="Rcec20db55a304c17"/>
    <p:sldLayoutId xmlns:r="http://schemas.openxmlformats.org/officeDocument/2006/relationships" id="2147483655" r:id="Rbd66bbe175da4481"/>
    <p:sldLayoutId xmlns:r="http://schemas.openxmlformats.org/officeDocument/2006/relationships" id="2147483656" r:id="R1f4f0d96983c4824"/>
    <p:sldLayoutId xmlns:r="http://schemas.openxmlformats.org/officeDocument/2006/relationships" id="2147483657" r:id="R917653a6d30c4100"/>
    <p:sldLayoutId xmlns:r="http://schemas.openxmlformats.org/officeDocument/2006/relationships" id="2147483658" r:id="R6a2d59eee8d14c70"/>
    <p:sldLayoutId xmlns:r="http://schemas.openxmlformats.org/officeDocument/2006/relationships" id="2147483659" r:id="Rf2214258c78e449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dec9088c1483d" /><Relationship Type="http://schemas.openxmlformats.org/officeDocument/2006/relationships/notesSlide" Target="/ppt/notesSlides/notesSlide1.xml" Id="R46d076d0075941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8f717ede0b4bce" /><Relationship Type="http://schemas.openxmlformats.org/officeDocument/2006/relationships/notesSlide" Target="/ppt/notesSlides/notesSlide2.xml" Id="R4973c52088d540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405d68bc5b4dd3" /><Relationship Type="http://schemas.openxmlformats.org/officeDocument/2006/relationships/notesSlide" Target="/ppt/notesSlides/notesSlide3.xml" Id="R579210132a2445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7f693b4df74855" /><Relationship Type="http://schemas.openxmlformats.org/officeDocument/2006/relationships/notesSlide" Target="/ppt/notesSlides/notesSlide4.xml" Id="Red16fbf193e64f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8ada936dae42bf" /><Relationship Type="http://schemas.openxmlformats.org/officeDocument/2006/relationships/notesSlide" Target="/ppt/notesSlides/notesSlide5.xml" Id="R9baf2f09e11c43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8e9e51199748e4" /><Relationship Type="http://schemas.openxmlformats.org/officeDocument/2006/relationships/notesSlide" Target="/ppt/notesSlides/notesSlide6.xml" Id="R3892bd57bcb84b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ccdaea8b1745c2" /><Relationship Type="http://schemas.openxmlformats.org/officeDocument/2006/relationships/notesSlide" Target="/ppt/notesSlides/notesSlide7.xml" Id="R2f6086d956ee47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7480a735604746" /><Relationship Type="http://schemas.openxmlformats.org/officeDocument/2006/relationships/notesSlide" Target="/ppt/notesSlides/notesSlide8.xml" Id="R2fe09366547b41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8fdb78180c4c97" /><Relationship Type="http://schemas.openxmlformats.org/officeDocument/2006/relationships/notesSlide" Target="/ppt/notesSlides/notesSlide9.xml" Id="Rc9a3bef006b549a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Results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return different from print() when the caller needs to store the result?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add_score(7, 5) be used directly inside print() without first assigning the returned value to another variable?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When add_score(7, 5) runs, which values are stored in first, second and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complete message appears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the same function with two different pairs of scores. Before each run, work out the total you expect, then compare it with the returned value.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Capture the returned total in a variable named score and display a labelled result on the next line. The function itself should not print the answer.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small shop needs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total_cost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(price, delivery) function. Return the combined cost, store it, and display it with a clear label. For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total_cost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(12, 3), the result should be 15.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2026-08-27T03:56:11.5370000Z</dcterms:created>
  <dcterms:modified xsi:type="dcterms:W3CDTF">2026-08-27T03:56:11.5370000Z</dcterms:modified>
</coreProperties>
</file>