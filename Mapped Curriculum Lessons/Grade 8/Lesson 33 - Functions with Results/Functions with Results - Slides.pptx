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2c5f4e3dfd47c1" /><Relationship Type="http://schemas.openxmlformats.org/officeDocument/2006/relationships/extended-properties" Target="/docProps/app.xml" Id="R0525523f4bde4a3e" /><Relationship Type="http://schemas.openxmlformats.org/officeDocument/2006/relationships/officeDocument" Target="/ppt/presentation.xml" Id="R6736f84cac8e47e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9fffab0811e44a0"/>
  </p:sldMasterIdLst>
  <p:notesMasterIdLst>
    <p:notesMasterId xmlns:r="http://schemas.openxmlformats.org/officeDocument/2006/relationships" r:id="R66dc9dd1c299455c"/>
  </p:notesMasterIdLst>
  <p:sldIdLst>
    <p:sldId xmlns:r="http://schemas.openxmlformats.org/officeDocument/2006/relationships" id="256" r:id="R05aaa5da5d9343f3"/>
    <p:sldId xmlns:r="http://schemas.openxmlformats.org/officeDocument/2006/relationships" id="257" r:id="R95f57af9480b4f71"/>
    <p:sldId xmlns:r="http://schemas.openxmlformats.org/officeDocument/2006/relationships" id="258" r:id="Rfc573a388eab40d0"/>
    <p:sldId xmlns:r="http://schemas.openxmlformats.org/officeDocument/2006/relationships" id="259" r:id="Rff1dcf6eb65d4aa5"/>
    <p:sldId xmlns:r="http://schemas.openxmlformats.org/officeDocument/2006/relationships" id="260" r:id="R8f9dc4f8a4b14028"/>
    <p:sldId xmlns:r="http://schemas.openxmlformats.org/officeDocument/2006/relationships" id="261" r:id="R479683bcf2254d42"/>
    <p:sldId xmlns:r="http://schemas.openxmlformats.org/officeDocument/2006/relationships" id="262" r:id="Rc44f0865288143d1"/>
    <p:sldId xmlns:r="http://schemas.openxmlformats.org/officeDocument/2006/relationships" id="263" r:id="Rf083c33615104e64"/>
    <p:sldId xmlns:r="http://schemas.openxmlformats.org/officeDocument/2006/relationships" id="264" r:id="Rb505abc3e1f7498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fa5af177ad0408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bcc58b63e745a0" /><Relationship Type="http://schemas.openxmlformats.org/officeDocument/2006/relationships/slideMaster" Target="/ppt/slideMasters/slideMaster1.xml" Id="R19fffab0811e44a0" /><Relationship Type="http://schemas.openxmlformats.org/officeDocument/2006/relationships/notesMaster" Target="/ppt/notesMasters/notesMaster1.xml" Id="R66dc9dd1c299455c" /><Relationship Type="http://schemas.openxmlformats.org/officeDocument/2006/relationships/presProps" Target="/ppt/presProps.xml" Id="R07267d98066d4dd8" /><Relationship Type="http://schemas.openxmlformats.org/officeDocument/2006/relationships/viewProps" Target="/ppt/viewProps.xml" Id="R20c3b63f46184f20" /><Relationship Type="http://schemas.openxmlformats.org/officeDocument/2006/relationships/tableStyles" Target="/ppt/tableStyles.xml" Id="Rc5149704d57b445e" /><Relationship Type="http://schemas.openxmlformats.org/officeDocument/2006/relationships/font" Target="/ppt/fonts/font.dat" Id="Rafa5af177ad0408d" /><Relationship Type="http://schemas.openxmlformats.org/officeDocument/2006/relationships/slide" Target="/ppt/slides/slide1.xml" Id="R05aaa5da5d9343f3" /><Relationship Type="http://schemas.openxmlformats.org/officeDocument/2006/relationships/slide" Target="/ppt/slides/slide2.xml" Id="R95f57af9480b4f71" /><Relationship Type="http://schemas.openxmlformats.org/officeDocument/2006/relationships/slide" Target="/ppt/slides/slide3.xml" Id="Rfc573a388eab40d0" /><Relationship Type="http://schemas.openxmlformats.org/officeDocument/2006/relationships/slide" Target="/ppt/slides/slide4.xml" Id="Rff1dcf6eb65d4aa5" /><Relationship Type="http://schemas.openxmlformats.org/officeDocument/2006/relationships/slide" Target="/ppt/slides/slide5.xml" Id="R8f9dc4f8a4b14028" /><Relationship Type="http://schemas.openxmlformats.org/officeDocument/2006/relationships/slide" Target="/ppt/slides/slide6.xml" Id="R479683bcf2254d42" /><Relationship Type="http://schemas.openxmlformats.org/officeDocument/2006/relationships/slide" Target="/ppt/slides/slide7.xml" Id="Rc44f0865288143d1" /><Relationship Type="http://schemas.openxmlformats.org/officeDocument/2006/relationships/slide" Target="/ppt/slides/slide8.xml" Id="Rf083c33615104e64" /><Relationship Type="http://schemas.openxmlformats.org/officeDocument/2006/relationships/slide" Target="/ppt/slides/slide9.xml" Id="Rb505abc3e1f749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96d54919784a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b499536a584b7f" /><Relationship Type="http://schemas.openxmlformats.org/officeDocument/2006/relationships/notesMaster" Target="/ppt/notesMasters/notesMaster1.xml" Id="R33799d58ed1440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ca45d58bf740ec" /><Relationship Type="http://schemas.openxmlformats.org/officeDocument/2006/relationships/notesMaster" Target="/ppt/notesMasters/notesMaster1.xml" Id="R35a0f80b67884a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b12312b4764c8d" /><Relationship Type="http://schemas.openxmlformats.org/officeDocument/2006/relationships/notesMaster" Target="/ppt/notesMasters/notesMaster1.xml" Id="R0ce42450f07948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c82c1497384935" /><Relationship Type="http://schemas.openxmlformats.org/officeDocument/2006/relationships/notesMaster" Target="/ppt/notesMasters/notesMaster1.xml" Id="Rf7862f06689844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a4bd230c4c4e8f" /><Relationship Type="http://schemas.openxmlformats.org/officeDocument/2006/relationships/notesMaster" Target="/ppt/notesMasters/notesMaster1.xml" Id="Ra351f5582e2c4c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8b9075c33f4d1e" /><Relationship Type="http://schemas.openxmlformats.org/officeDocument/2006/relationships/notesMaster" Target="/ppt/notesMasters/notesMaster1.xml" Id="R8a673dbfca2149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66a66b69174214" /><Relationship Type="http://schemas.openxmlformats.org/officeDocument/2006/relationships/notesMaster" Target="/ppt/notesMasters/notesMaster1.xml" Id="Reaccbc2edd914c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cd41d69bb141b1" /><Relationship Type="http://schemas.openxmlformats.org/officeDocument/2006/relationships/notesMaster" Target="/ppt/notesMasters/notesMaster1.xml" Id="Re227f3e6c8e844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e0dadc7f354c38" /><Relationship Type="http://schemas.openxmlformats.org/officeDocument/2006/relationships/notesMaster" Target="/ppt/notesMasters/notesMaster1.xml" Id="R198fa1e79fd94e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53a247b10d4f12" /><Relationship Type="http://schemas.openxmlformats.org/officeDocument/2006/relationships/image" Target="/ppt/media/image.png" Id="Rec1d4040461a4d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247d5a111441fe" /><Relationship Type="http://schemas.openxmlformats.org/officeDocument/2006/relationships/image" Target="/ppt/media/image.png" Id="Rf3e8bc5c04114d1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7801941bd479b" /><Relationship Type="http://schemas.openxmlformats.org/officeDocument/2006/relationships/image" Target="/ppt/media/image.png" Id="R1b7ac0128513430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4f9d98000e46df" /><Relationship Type="http://schemas.openxmlformats.org/officeDocument/2006/relationships/image" Target="/ppt/media/image.png" Id="R617e79b3cbb74b3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8bdddd7e1c4199" /><Relationship Type="http://schemas.openxmlformats.org/officeDocument/2006/relationships/image" Target="/ppt/media/image.png" Id="Rb42680a17bd9441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dab2199cf2447b" /><Relationship Type="http://schemas.openxmlformats.org/officeDocument/2006/relationships/image" Target="/ppt/media/image.png" Id="R60dbba49d67c44b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4eec8fd61f49d8" /><Relationship Type="http://schemas.openxmlformats.org/officeDocument/2006/relationships/image" Target="/ppt/media/image.png" Id="R8938ee172d994b9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a33d8c6dd14205" /><Relationship Type="http://schemas.openxmlformats.org/officeDocument/2006/relationships/image" Target="/ppt/media/image.png" Id="R76de7d6683df4ef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b219c135124cb8" /><Relationship Type="http://schemas.openxmlformats.org/officeDocument/2006/relationships/image" Target="/ppt/media/image.png" Id="Re4789e868a1846a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0c1ab72dca4baf" /><Relationship Type="http://schemas.openxmlformats.org/officeDocument/2006/relationships/image" Target="/ppt/media/image.png" Id="R44223f666cc4479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7765cf3fc64de8" /><Relationship Type="http://schemas.openxmlformats.org/officeDocument/2006/relationships/image" Target="/ppt/media/image.png" Id="Rb9746acda2d5478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1d4040461a4df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e8bc5c04114d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7ac012851343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7e79b3cbb74b3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2680a17bd9441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dbba49d67c44b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38ee172d994b9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de7d6683df4ef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789e868a1846a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223f666cc447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746acda2d547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39ed97f1354f06" /><Relationship Type="http://schemas.openxmlformats.org/officeDocument/2006/relationships/slideLayout" Target="/ppt/slideLayouts/slideLayout1.xml" Id="Rb1637ef671eb4ffe" /><Relationship Type="http://schemas.openxmlformats.org/officeDocument/2006/relationships/slideLayout" Target="/ppt/slideLayouts/slideLayout2.xml" Id="R3e46808e1cef40f1" /><Relationship Type="http://schemas.openxmlformats.org/officeDocument/2006/relationships/slideLayout" Target="/ppt/slideLayouts/slideLayout3.xml" Id="R82ce9f9b55014e3e" /><Relationship Type="http://schemas.openxmlformats.org/officeDocument/2006/relationships/slideLayout" Target="/ppt/slideLayouts/slideLayout4.xml" Id="Re85ef61883c34aca" /><Relationship Type="http://schemas.openxmlformats.org/officeDocument/2006/relationships/slideLayout" Target="/ppt/slideLayouts/slideLayout5.xml" Id="R2035ac21c58e459f" /><Relationship Type="http://schemas.openxmlformats.org/officeDocument/2006/relationships/slideLayout" Target="/ppt/slideLayouts/slideLayout6.xml" Id="R38fb60ad596a44b0" /><Relationship Type="http://schemas.openxmlformats.org/officeDocument/2006/relationships/slideLayout" Target="/ppt/slideLayouts/slideLayout7.xml" Id="Rf6e307b397ba4ebb" /><Relationship Type="http://schemas.openxmlformats.org/officeDocument/2006/relationships/slideLayout" Target="/ppt/slideLayouts/slideLayout8.xml" Id="R8c43d726514442c1" /><Relationship Type="http://schemas.openxmlformats.org/officeDocument/2006/relationships/slideLayout" Target="/ppt/slideLayouts/slideLayout9.xml" Id="R5e24df77788b4c8e" /><Relationship Type="http://schemas.openxmlformats.org/officeDocument/2006/relationships/slideLayout" Target="/ppt/slideLayouts/slideLayout10.xml" Id="Rcaa185eb50394b2c" /><Relationship Type="http://schemas.openxmlformats.org/officeDocument/2006/relationships/slideLayout" Target="/ppt/slideLayouts/slideLayout11.xml" Id="Rdc0435ed6e9a41d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637ef671eb4ffe"/>
    <p:sldLayoutId xmlns:r="http://schemas.openxmlformats.org/officeDocument/2006/relationships" id="2147483650" r:id="R3e46808e1cef40f1"/>
    <p:sldLayoutId xmlns:r="http://schemas.openxmlformats.org/officeDocument/2006/relationships" id="2147483651" r:id="R82ce9f9b55014e3e"/>
    <p:sldLayoutId xmlns:r="http://schemas.openxmlformats.org/officeDocument/2006/relationships" id="2147483652" r:id="Re85ef61883c34aca"/>
    <p:sldLayoutId xmlns:r="http://schemas.openxmlformats.org/officeDocument/2006/relationships" id="2147483653" r:id="R2035ac21c58e459f"/>
    <p:sldLayoutId xmlns:r="http://schemas.openxmlformats.org/officeDocument/2006/relationships" id="2147483654" r:id="R38fb60ad596a44b0"/>
    <p:sldLayoutId xmlns:r="http://schemas.openxmlformats.org/officeDocument/2006/relationships" id="2147483655" r:id="Rf6e307b397ba4ebb"/>
    <p:sldLayoutId xmlns:r="http://schemas.openxmlformats.org/officeDocument/2006/relationships" id="2147483656" r:id="R8c43d726514442c1"/>
    <p:sldLayoutId xmlns:r="http://schemas.openxmlformats.org/officeDocument/2006/relationships" id="2147483657" r:id="R5e24df77788b4c8e"/>
    <p:sldLayoutId xmlns:r="http://schemas.openxmlformats.org/officeDocument/2006/relationships" id="2147483658" r:id="Rcaa185eb50394b2c"/>
    <p:sldLayoutId xmlns:r="http://schemas.openxmlformats.org/officeDocument/2006/relationships" id="2147483659" r:id="Rdc0435ed6e9a41d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720a8238444f4" /><Relationship Type="http://schemas.openxmlformats.org/officeDocument/2006/relationships/notesSlide" Target="/ppt/notesSlides/notesSlide1.xml" Id="Rd9bdb79527a541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c69da5a4034d68" /><Relationship Type="http://schemas.openxmlformats.org/officeDocument/2006/relationships/notesSlide" Target="/ppt/notesSlides/notesSlide2.xml" Id="Rda1fe2ac1acb46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ad9def7f1c448b" /><Relationship Type="http://schemas.openxmlformats.org/officeDocument/2006/relationships/notesSlide" Target="/ppt/notesSlides/notesSlide3.xml" Id="Rb080d2c50ef34c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cb040c327a4ad5" /><Relationship Type="http://schemas.openxmlformats.org/officeDocument/2006/relationships/notesSlide" Target="/ppt/notesSlides/notesSlide4.xml" Id="Rbdb2cd2f60e944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a1eb6757ee4d3f" /><Relationship Type="http://schemas.openxmlformats.org/officeDocument/2006/relationships/notesSlide" Target="/ppt/notesSlides/notesSlide5.xml" Id="Rc349b2850f0a4b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68e36c0f6e48f1" /><Relationship Type="http://schemas.openxmlformats.org/officeDocument/2006/relationships/notesSlide" Target="/ppt/notesSlides/notesSlide6.xml" Id="R6b75e59e25814f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9f1dfb5df043c3" /><Relationship Type="http://schemas.openxmlformats.org/officeDocument/2006/relationships/notesSlide" Target="/ppt/notesSlides/notesSlide7.xml" Id="R66d361f417594b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6c5098f8ae4dfd" /><Relationship Type="http://schemas.openxmlformats.org/officeDocument/2006/relationships/notesSlide" Target="/ppt/notesSlides/notesSlide8.xml" Id="R114cfd7d43b349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4e1dd8610c47fb" /><Relationship Type="http://schemas.openxmlformats.org/officeDocument/2006/relationships/notesSlide" Target="/ppt/notesSlides/notesSlide9.xml" Id="R94943f5ecbc0402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Results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return different from print() when the caller needs to store the result?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add_score(7, 5) be used directly inside print() without first assigning the returned value to another variable?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When add_score(7, 5) runs, which values are stored in first, second and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complete message appears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calls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add_score()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twice: with 7 and 5, then with 10 and 8. Store the results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"Second 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Work out the totals before you run it.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average_score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(first, second) that will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two values added together and divided by 2. After the score,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average_score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(7, 5). The output should end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 6.0"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that will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length * width. Ask for the length and width of two rooms as whole numbers.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once for each room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two results added together. For example, 4 by 3 and 5 by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area: 22"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2026-09-29T02:09:16.7480000Z</dcterms:created>
  <dcterms:modified xsi:type="dcterms:W3CDTF">2026-09-29T02:09:16.7480000Z</dcterms:modified>
</coreProperties>
</file>