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93ca7e9fea4ad0" /><Relationship Type="http://schemas.openxmlformats.org/officeDocument/2006/relationships/extended-properties" Target="/docProps/app.xml" Id="R4988ed4b04474b23" /><Relationship Type="http://schemas.openxmlformats.org/officeDocument/2006/relationships/officeDocument" Target="/ppt/presentation.xml" Id="R5079bdb4dd5f4047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d5899463df8e4c76"/>
  </p:sldMasterIdLst>
  <p:notesMasterIdLst>
    <p:notesMasterId xmlns:r="http://schemas.openxmlformats.org/officeDocument/2006/relationships" r:id="R423a2c0a67d94d96"/>
  </p:notesMasterIdLst>
  <p:sldIdLst>
    <p:sldId xmlns:r="http://schemas.openxmlformats.org/officeDocument/2006/relationships" id="256" r:id="Rfd72b9fd83fd40d5"/>
    <p:sldId xmlns:r="http://schemas.openxmlformats.org/officeDocument/2006/relationships" id="257" r:id="R7a7b1cdda4ae4606"/>
    <p:sldId xmlns:r="http://schemas.openxmlformats.org/officeDocument/2006/relationships" id="258" r:id="Ra6955ec5f8304c73"/>
    <p:sldId xmlns:r="http://schemas.openxmlformats.org/officeDocument/2006/relationships" id="259" r:id="R9ee44b1fb6464bfe"/>
    <p:sldId xmlns:r="http://schemas.openxmlformats.org/officeDocument/2006/relationships" id="260" r:id="Ra8b3d2cc52ae48a2"/>
    <p:sldId xmlns:r="http://schemas.openxmlformats.org/officeDocument/2006/relationships" id="261" r:id="Rd50e196a077a4746"/>
    <p:sldId xmlns:r="http://schemas.openxmlformats.org/officeDocument/2006/relationships" id="262" r:id="R2a4cb8d32fbc4c3f"/>
    <p:sldId xmlns:r="http://schemas.openxmlformats.org/officeDocument/2006/relationships" id="263" r:id="R94b6b6aded5f4f1a"/>
    <p:sldId xmlns:r="http://schemas.openxmlformats.org/officeDocument/2006/relationships" id="264" r:id="Rb5f74a06cde14042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6dbdc8a9b13143d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a446a493f4f443e" /><Relationship Type="http://schemas.openxmlformats.org/officeDocument/2006/relationships/slideMaster" Target="/ppt/slideMasters/slideMaster1.xml" Id="Rd5899463df8e4c76" /><Relationship Type="http://schemas.openxmlformats.org/officeDocument/2006/relationships/notesMaster" Target="/ppt/notesMasters/notesMaster1.xml" Id="R423a2c0a67d94d96" /><Relationship Type="http://schemas.openxmlformats.org/officeDocument/2006/relationships/presProps" Target="/ppt/presProps.xml" Id="Raa79c7ef465441ec" /><Relationship Type="http://schemas.openxmlformats.org/officeDocument/2006/relationships/viewProps" Target="/ppt/viewProps.xml" Id="R2ca2567c80524347" /><Relationship Type="http://schemas.openxmlformats.org/officeDocument/2006/relationships/tableStyles" Target="/ppt/tableStyles.xml" Id="R413463d14f28468a" /><Relationship Type="http://schemas.openxmlformats.org/officeDocument/2006/relationships/font" Target="/ppt/fonts/font.dat" Id="R6dbdc8a9b13143db" /><Relationship Type="http://schemas.openxmlformats.org/officeDocument/2006/relationships/slide" Target="/ppt/slides/slide1.xml" Id="Rfd72b9fd83fd40d5" /><Relationship Type="http://schemas.openxmlformats.org/officeDocument/2006/relationships/slide" Target="/ppt/slides/slide2.xml" Id="R7a7b1cdda4ae4606" /><Relationship Type="http://schemas.openxmlformats.org/officeDocument/2006/relationships/slide" Target="/ppt/slides/slide3.xml" Id="Ra6955ec5f8304c73" /><Relationship Type="http://schemas.openxmlformats.org/officeDocument/2006/relationships/slide" Target="/ppt/slides/slide4.xml" Id="R9ee44b1fb6464bfe" /><Relationship Type="http://schemas.openxmlformats.org/officeDocument/2006/relationships/slide" Target="/ppt/slides/slide5.xml" Id="Ra8b3d2cc52ae48a2" /><Relationship Type="http://schemas.openxmlformats.org/officeDocument/2006/relationships/slide" Target="/ppt/slides/slide6.xml" Id="Rd50e196a077a4746" /><Relationship Type="http://schemas.openxmlformats.org/officeDocument/2006/relationships/slide" Target="/ppt/slides/slide7.xml" Id="R2a4cb8d32fbc4c3f" /><Relationship Type="http://schemas.openxmlformats.org/officeDocument/2006/relationships/slide" Target="/ppt/slides/slide8.xml" Id="R94b6b6aded5f4f1a" /><Relationship Type="http://schemas.openxmlformats.org/officeDocument/2006/relationships/slide" Target="/ppt/slides/slide9.xml" Id="Rb5f74a06cde140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31305cbe17d41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6ac45b1b8a4737" /><Relationship Type="http://schemas.openxmlformats.org/officeDocument/2006/relationships/notesMaster" Target="/ppt/notesMasters/notesMaster1.xml" Id="R8e0d47d19a2048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ba171de6f647cc" /><Relationship Type="http://schemas.openxmlformats.org/officeDocument/2006/relationships/notesMaster" Target="/ppt/notesMasters/notesMaster1.xml" Id="Rebf7a1172f284ea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49e5b965e384de4" /><Relationship Type="http://schemas.openxmlformats.org/officeDocument/2006/relationships/notesMaster" Target="/ppt/notesMasters/notesMaster1.xml" Id="Rbdb54bb95d00432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075ab241ca4713" /><Relationship Type="http://schemas.openxmlformats.org/officeDocument/2006/relationships/notesMaster" Target="/ppt/notesMasters/notesMaster1.xml" Id="R8db390e109294e8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978efc9f754697" /><Relationship Type="http://schemas.openxmlformats.org/officeDocument/2006/relationships/notesMaster" Target="/ppt/notesMasters/notesMaster1.xml" Id="Re7bbb098fe34415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7950ae9a554fcb" /><Relationship Type="http://schemas.openxmlformats.org/officeDocument/2006/relationships/notesMaster" Target="/ppt/notesMasters/notesMaster1.xml" Id="R1b0cf1a6b18d40e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0e2022d72f54e1f" /><Relationship Type="http://schemas.openxmlformats.org/officeDocument/2006/relationships/notesMaster" Target="/ppt/notesMasters/notesMaster1.xml" Id="Rbd951a7cede94ba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9709be80da3420d" /><Relationship Type="http://schemas.openxmlformats.org/officeDocument/2006/relationships/notesMaster" Target="/ppt/notesMasters/notesMaster1.xml" Id="Rddf5384cf365408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93ca305fdc4fac" /><Relationship Type="http://schemas.openxmlformats.org/officeDocument/2006/relationships/notesMaster" Target="/ppt/notesMasters/notesMaster1.xml" Id="R95bb825f92a041a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240cf101ae4ec7" /><Relationship Type="http://schemas.openxmlformats.org/officeDocument/2006/relationships/image" Target="/ppt/media/image.png" Id="Rca059b63f81a436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9804cc588a488c" /><Relationship Type="http://schemas.openxmlformats.org/officeDocument/2006/relationships/image" Target="/ppt/media/image.png" Id="R0330dc2a1c68481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3a6e3694014790" /><Relationship Type="http://schemas.openxmlformats.org/officeDocument/2006/relationships/image" Target="/ppt/media/image.png" Id="Rf9c70cd30870402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7445a9e59542fe" /><Relationship Type="http://schemas.openxmlformats.org/officeDocument/2006/relationships/image" Target="/ppt/media/image.png" Id="R0186b9965024498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f1dfedf431441a" /><Relationship Type="http://schemas.openxmlformats.org/officeDocument/2006/relationships/image" Target="/ppt/media/image.png" Id="R495ae7be49e444d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26ce6d0a244be9" /><Relationship Type="http://schemas.openxmlformats.org/officeDocument/2006/relationships/image" Target="/ppt/media/image.png" Id="R903d07f2e26646d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ad77ff2c464dee" /><Relationship Type="http://schemas.openxmlformats.org/officeDocument/2006/relationships/image" Target="/ppt/media/image.png" Id="R2076400d737a476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0aa448a88d4bee" /><Relationship Type="http://schemas.openxmlformats.org/officeDocument/2006/relationships/image" Target="/ppt/media/image.png" Id="R42bf36e8b7e449a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69464177414bcd" /><Relationship Type="http://schemas.openxmlformats.org/officeDocument/2006/relationships/image" Target="/ppt/media/image.png" Id="Ra7d04e17fbbf4f2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9cad4b5c64d79" /><Relationship Type="http://schemas.openxmlformats.org/officeDocument/2006/relationships/image" Target="/ppt/media/image.png" Id="Rb1aa8cffafa64d0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2bbb2534714ba1" /><Relationship Type="http://schemas.openxmlformats.org/officeDocument/2006/relationships/image" Target="/ppt/media/image.png" Id="Rcf6b9bc8ee9f45e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059b63f81a4365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30dc2a1c68481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9c70cd30870402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186b9965024498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95ae7be49e444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03d07f2e26646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076400d737a476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2bf36e8b7e449a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7d04e17fbbf4f2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1aa8cffafa64d0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f6b9bc8ee9f45e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39924ea57b04af4" /><Relationship Type="http://schemas.openxmlformats.org/officeDocument/2006/relationships/slideLayout" Target="/ppt/slideLayouts/slideLayout1.xml" Id="R9597f9e16e7642df" /><Relationship Type="http://schemas.openxmlformats.org/officeDocument/2006/relationships/slideLayout" Target="/ppt/slideLayouts/slideLayout2.xml" Id="Ra24c5c05983d49da" /><Relationship Type="http://schemas.openxmlformats.org/officeDocument/2006/relationships/slideLayout" Target="/ppt/slideLayouts/slideLayout3.xml" Id="R1659a9837f4b4d2b" /><Relationship Type="http://schemas.openxmlformats.org/officeDocument/2006/relationships/slideLayout" Target="/ppt/slideLayouts/slideLayout4.xml" Id="Rfaf6bffd59ad450a" /><Relationship Type="http://schemas.openxmlformats.org/officeDocument/2006/relationships/slideLayout" Target="/ppt/slideLayouts/slideLayout5.xml" Id="R5623a13768f245fd" /><Relationship Type="http://schemas.openxmlformats.org/officeDocument/2006/relationships/slideLayout" Target="/ppt/slideLayouts/slideLayout6.xml" Id="Rd99636a8f4894dfe" /><Relationship Type="http://schemas.openxmlformats.org/officeDocument/2006/relationships/slideLayout" Target="/ppt/slideLayouts/slideLayout7.xml" Id="R90d1f203b1864d1e" /><Relationship Type="http://schemas.openxmlformats.org/officeDocument/2006/relationships/slideLayout" Target="/ppt/slideLayouts/slideLayout8.xml" Id="Re274286ab1ab4a22" /><Relationship Type="http://schemas.openxmlformats.org/officeDocument/2006/relationships/slideLayout" Target="/ppt/slideLayouts/slideLayout9.xml" Id="Rde9d058b7f9d4224" /><Relationship Type="http://schemas.openxmlformats.org/officeDocument/2006/relationships/slideLayout" Target="/ppt/slideLayouts/slideLayout10.xml" Id="Ref783f08f9e64326" /><Relationship Type="http://schemas.openxmlformats.org/officeDocument/2006/relationships/slideLayout" Target="/ppt/slideLayouts/slideLayout11.xml" Id="R96cbca783a9e43cd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97f9e16e7642df"/>
    <p:sldLayoutId xmlns:r="http://schemas.openxmlformats.org/officeDocument/2006/relationships" id="2147483650" r:id="Ra24c5c05983d49da"/>
    <p:sldLayoutId xmlns:r="http://schemas.openxmlformats.org/officeDocument/2006/relationships" id="2147483651" r:id="R1659a9837f4b4d2b"/>
    <p:sldLayoutId xmlns:r="http://schemas.openxmlformats.org/officeDocument/2006/relationships" id="2147483652" r:id="Rfaf6bffd59ad450a"/>
    <p:sldLayoutId xmlns:r="http://schemas.openxmlformats.org/officeDocument/2006/relationships" id="2147483653" r:id="R5623a13768f245fd"/>
    <p:sldLayoutId xmlns:r="http://schemas.openxmlformats.org/officeDocument/2006/relationships" id="2147483654" r:id="Rd99636a8f4894dfe"/>
    <p:sldLayoutId xmlns:r="http://schemas.openxmlformats.org/officeDocument/2006/relationships" id="2147483655" r:id="R90d1f203b1864d1e"/>
    <p:sldLayoutId xmlns:r="http://schemas.openxmlformats.org/officeDocument/2006/relationships" id="2147483656" r:id="Re274286ab1ab4a22"/>
    <p:sldLayoutId xmlns:r="http://schemas.openxmlformats.org/officeDocument/2006/relationships" id="2147483657" r:id="Rde9d058b7f9d4224"/>
    <p:sldLayoutId xmlns:r="http://schemas.openxmlformats.org/officeDocument/2006/relationships" id="2147483658" r:id="Ref783f08f9e64326"/>
    <p:sldLayoutId xmlns:r="http://schemas.openxmlformats.org/officeDocument/2006/relationships" id="2147483659" r:id="R96cbca783a9e43cd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54fe83ebc14ef5" /><Relationship Type="http://schemas.openxmlformats.org/officeDocument/2006/relationships/notesSlide" Target="/ppt/notesSlides/notesSlide1.xml" Id="R386b6bb56ef84c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97384b575694ba9" /><Relationship Type="http://schemas.openxmlformats.org/officeDocument/2006/relationships/notesSlide" Target="/ppt/notesSlides/notesSlide2.xml" Id="R9c266214e0a444f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1ed58f11c04ae9" /><Relationship Type="http://schemas.openxmlformats.org/officeDocument/2006/relationships/notesSlide" Target="/ppt/notesSlides/notesSlide3.xml" Id="R897251043f6a42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fdb31252714e0d" /><Relationship Type="http://schemas.openxmlformats.org/officeDocument/2006/relationships/notesSlide" Target="/ppt/notesSlides/notesSlide4.xml" Id="R26a7ff5036cd4e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6efea562ebd49e4" /><Relationship Type="http://schemas.openxmlformats.org/officeDocument/2006/relationships/notesSlide" Target="/ppt/notesSlides/notesSlide5.xml" Id="R01af64c528a348f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9e18775936c4606" /><Relationship Type="http://schemas.openxmlformats.org/officeDocument/2006/relationships/notesSlide" Target="/ppt/notesSlides/notesSlide6.xml" Id="Re8205954300b4ad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5e40fd8ca54778" /><Relationship Type="http://schemas.openxmlformats.org/officeDocument/2006/relationships/notesSlide" Target="/ppt/notesSlides/notesSlide7.xml" Id="Rfad3750abf34421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9be012c36ea40df" /><Relationship Type="http://schemas.openxmlformats.org/officeDocument/2006/relationships/notesSlide" Target="/ppt/notesSlides/notesSlide8.xml" Id="R8b1b377d803840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ea42608afe4b75" /><Relationship Type="http://schemas.openxmlformats.org/officeDocument/2006/relationships/notesSlide" Target="/ppt/notesSlides/notesSlide9.xml" Id="R282f73a0c4e04c7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Functions with Results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33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return different from print() when the caller needs to store the result?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add_score(7, 5) be used directly inside print() without first assigning the returned value to another variable?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When add_score(7, 5) runs, which values are stored in first, second and total?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complete message appears when the program finishes?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calls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add_score()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twice: with 7 and 5, then with 10 and 8. Store the results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"Second score:"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Work out the totals before you run it.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with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average_score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(first, second) that will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two values added together and divided by 2. After the score,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average_score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(7, 5). The output should end with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"Average: 6.0"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function called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(length, width) that will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length * width. Ask for the length and width of two rooms as whole numbers. Call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area()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once for each room and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area:"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two results added together. For example, 4 by 3 and 5 by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 area: 22"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6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def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add_score(first, second):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total = first + second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return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totals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add_score(7, 5))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2026-09-28T08:30:48.4570000Z</dcterms:created>
  <dcterms:modified xsi:type="dcterms:W3CDTF">2026-09-28T08:30:48.4570000Z</dcterms:modified>
</coreProperties>
</file>