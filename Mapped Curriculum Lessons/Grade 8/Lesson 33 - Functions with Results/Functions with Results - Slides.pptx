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f633c3d858490c" /><Relationship Type="http://schemas.openxmlformats.org/officeDocument/2006/relationships/extended-properties" Target="/docProps/app.xml" Id="Rcfa0a233a6234bed" /><Relationship Type="http://schemas.openxmlformats.org/officeDocument/2006/relationships/officeDocument" Target="/ppt/presentation.xml" Id="R678f1f9ea75a4be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98fb9335e0e43f4"/>
  </p:sldMasterIdLst>
  <p:notesMasterIdLst>
    <p:notesMasterId xmlns:r="http://schemas.openxmlformats.org/officeDocument/2006/relationships" r:id="Rac977b0e1e984f02"/>
  </p:notesMasterIdLst>
  <p:sldIdLst>
    <p:sldId xmlns:r="http://schemas.openxmlformats.org/officeDocument/2006/relationships" id="256" r:id="Rc6ba949d446e4e49"/>
    <p:sldId xmlns:r="http://schemas.openxmlformats.org/officeDocument/2006/relationships" id="257" r:id="R8c785fde1c2941c8"/>
    <p:sldId xmlns:r="http://schemas.openxmlformats.org/officeDocument/2006/relationships" id="258" r:id="Rf045532161b94068"/>
    <p:sldId xmlns:r="http://schemas.openxmlformats.org/officeDocument/2006/relationships" id="259" r:id="R3f49eccef1c943c0"/>
    <p:sldId xmlns:r="http://schemas.openxmlformats.org/officeDocument/2006/relationships" id="260" r:id="Rdf7cec4782dc4f82"/>
    <p:sldId xmlns:r="http://schemas.openxmlformats.org/officeDocument/2006/relationships" id="261" r:id="Ree1062f3d7204bf5"/>
    <p:sldId xmlns:r="http://schemas.openxmlformats.org/officeDocument/2006/relationships" id="262" r:id="R91ce035436aa4e36"/>
    <p:sldId xmlns:r="http://schemas.openxmlformats.org/officeDocument/2006/relationships" id="263" r:id="R22a57a98268744c0"/>
    <p:sldId xmlns:r="http://schemas.openxmlformats.org/officeDocument/2006/relationships" id="264" r:id="R2fa820a89cce492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de8494ca131494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d0283ddbf54bc5" /><Relationship Type="http://schemas.openxmlformats.org/officeDocument/2006/relationships/slideMaster" Target="/ppt/slideMasters/slideMaster1.xml" Id="Rc98fb9335e0e43f4" /><Relationship Type="http://schemas.openxmlformats.org/officeDocument/2006/relationships/notesMaster" Target="/ppt/notesMasters/notesMaster1.xml" Id="Rac977b0e1e984f02" /><Relationship Type="http://schemas.openxmlformats.org/officeDocument/2006/relationships/presProps" Target="/ppt/presProps.xml" Id="R02dee40327844b96" /><Relationship Type="http://schemas.openxmlformats.org/officeDocument/2006/relationships/viewProps" Target="/ppt/viewProps.xml" Id="R1696517df0ad4332" /><Relationship Type="http://schemas.openxmlformats.org/officeDocument/2006/relationships/tableStyles" Target="/ppt/tableStyles.xml" Id="Rb14df323d29745ea" /><Relationship Type="http://schemas.openxmlformats.org/officeDocument/2006/relationships/font" Target="/ppt/fonts/font.dat" Id="Rcde8494ca1314943" /><Relationship Type="http://schemas.openxmlformats.org/officeDocument/2006/relationships/slide" Target="/ppt/slides/slide1.xml" Id="Rc6ba949d446e4e49" /><Relationship Type="http://schemas.openxmlformats.org/officeDocument/2006/relationships/slide" Target="/ppt/slides/slide2.xml" Id="R8c785fde1c2941c8" /><Relationship Type="http://schemas.openxmlformats.org/officeDocument/2006/relationships/slide" Target="/ppt/slides/slide3.xml" Id="Rf045532161b94068" /><Relationship Type="http://schemas.openxmlformats.org/officeDocument/2006/relationships/slide" Target="/ppt/slides/slide4.xml" Id="R3f49eccef1c943c0" /><Relationship Type="http://schemas.openxmlformats.org/officeDocument/2006/relationships/slide" Target="/ppt/slides/slide5.xml" Id="Rdf7cec4782dc4f82" /><Relationship Type="http://schemas.openxmlformats.org/officeDocument/2006/relationships/slide" Target="/ppt/slides/slide6.xml" Id="Ree1062f3d7204bf5" /><Relationship Type="http://schemas.openxmlformats.org/officeDocument/2006/relationships/slide" Target="/ppt/slides/slide7.xml" Id="R91ce035436aa4e36" /><Relationship Type="http://schemas.openxmlformats.org/officeDocument/2006/relationships/slide" Target="/ppt/slides/slide8.xml" Id="R22a57a98268744c0" /><Relationship Type="http://schemas.openxmlformats.org/officeDocument/2006/relationships/slide" Target="/ppt/slides/slide9.xml" Id="R2fa820a89cce49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a17230e8fd4e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618ba7a8c8479d" /><Relationship Type="http://schemas.openxmlformats.org/officeDocument/2006/relationships/notesMaster" Target="/ppt/notesMasters/notesMaster1.xml" Id="R62332f55b5e94b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82bfcb5343443a" /><Relationship Type="http://schemas.openxmlformats.org/officeDocument/2006/relationships/notesMaster" Target="/ppt/notesMasters/notesMaster1.xml" Id="R5b886103322642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9e2215124f4acb" /><Relationship Type="http://schemas.openxmlformats.org/officeDocument/2006/relationships/notesMaster" Target="/ppt/notesMasters/notesMaster1.xml" Id="R907b94468e3d4e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17307fe9b2445b" /><Relationship Type="http://schemas.openxmlformats.org/officeDocument/2006/relationships/notesMaster" Target="/ppt/notesMasters/notesMaster1.xml" Id="R930387ce27814f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d6dbccaa6a4800" /><Relationship Type="http://schemas.openxmlformats.org/officeDocument/2006/relationships/notesMaster" Target="/ppt/notesMasters/notesMaster1.xml" Id="Rfec2b17db2154a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cebab453bc4aa7" /><Relationship Type="http://schemas.openxmlformats.org/officeDocument/2006/relationships/notesMaster" Target="/ppt/notesMasters/notesMaster1.xml" Id="Rda7d9b81c8e24c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ca695747a64216" /><Relationship Type="http://schemas.openxmlformats.org/officeDocument/2006/relationships/notesMaster" Target="/ppt/notesMasters/notesMaster1.xml" Id="R3e488a726e194a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6411d447a54f77" /><Relationship Type="http://schemas.openxmlformats.org/officeDocument/2006/relationships/notesMaster" Target="/ppt/notesMasters/notesMaster1.xml" Id="R09f48b78571842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029eb5038a4981" /><Relationship Type="http://schemas.openxmlformats.org/officeDocument/2006/relationships/notesMaster" Target="/ppt/notesMasters/notesMaster1.xml" Id="Rf608eb8f064c48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9edce9d9734d8b" /><Relationship Type="http://schemas.openxmlformats.org/officeDocument/2006/relationships/image" Target="/ppt/media/image.png" Id="R6d2f768c0deb4b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4f2070dcd24a7f" /><Relationship Type="http://schemas.openxmlformats.org/officeDocument/2006/relationships/image" Target="/ppt/media/image.png" Id="Rd75dc6ad951a42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3b068240c94389" /><Relationship Type="http://schemas.openxmlformats.org/officeDocument/2006/relationships/image" Target="/ppt/media/image.png" Id="Rcb3c5201310c4b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25dda97fa54003" /><Relationship Type="http://schemas.openxmlformats.org/officeDocument/2006/relationships/image" Target="/ppt/media/image.png" Id="Radd09f5abdc547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b2218e1c9c4ba7" /><Relationship Type="http://schemas.openxmlformats.org/officeDocument/2006/relationships/image" Target="/ppt/media/image.png" Id="R19bf6d4a52a3475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f9a5ae94c43de" /><Relationship Type="http://schemas.openxmlformats.org/officeDocument/2006/relationships/image" Target="/ppt/media/image.png" Id="Rb15bf8075dea488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a011ea92f40c8" /><Relationship Type="http://schemas.openxmlformats.org/officeDocument/2006/relationships/image" Target="/ppt/media/image.png" Id="Rad11d1890def415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679c0e1722443f" /><Relationship Type="http://schemas.openxmlformats.org/officeDocument/2006/relationships/image" Target="/ppt/media/image.png" Id="R10319e77a59e42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c8bd7d7704002" /><Relationship Type="http://schemas.openxmlformats.org/officeDocument/2006/relationships/image" Target="/ppt/media/image.png" Id="R192fb48fc3ca4e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ca050248b441c" /><Relationship Type="http://schemas.openxmlformats.org/officeDocument/2006/relationships/image" Target="/ppt/media/image.png" Id="Re5378783b29d4b5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c3ae707d3a486e" /><Relationship Type="http://schemas.openxmlformats.org/officeDocument/2006/relationships/image" Target="/ppt/media/image.png" Id="R26f523176aa749d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2f768c0deb4bc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5dc6ad951a42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3c5201310c4b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d09f5abdc547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bf6d4a52a347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5bf8075dea48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1d1890def41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319e77a59e42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2fb48fc3ca4e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378783b29d4b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f523176aa749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def7d5ad52457f" /><Relationship Type="http://schemas.openxmlformats.org/officeDocument/2006/relationships/slideLayout" Target="/ppt/slideLayouts/slideLayout1.xml" Id="Rb28906a2ec5b4495" /><Relationship Type="http://schemas.openxmlformats.org/officeDocument/2006/relationships/slideLayout" Target="/ppt/slideLayouts/slideLayout2.xml" Id="R1f0240773d9c409c" /><Relationship Type="http://schemas.openxmlformats.org/officeDocument/2006/relationships/slideLayout" Target="/ppt/slideLayouts/slideLayout3.xml" Id="R7660ccba6cc141d8" /><Relationship Type="http://schemas.openxmlformats.org/officeDocument/2006/relationships/slideLayout" Target="/ppt/slideLayouts/slideLayout4.xml" Id="Ref8fda9f6b2a45d2" /><Relationship Type="http://schemas.openxmlformats.org/officeDocument/2006/relationships/slideLayout" Target="/ppt/slideLayouts/slideLayout5.xml" Id="R449547355fac419c" /><Relationship Type="http://schemas.openxmlformats.org/officeDocument/2006/relationships/slideLayout" Target="/ppt/slideLayouts/slideLayout6.xml" Id="R5cc81961c77840b7" /><Relationship Type="http://schemas.openxmlformats.org/officeDocument/2006/relationships/slideLayout" Target="/ppt/slideLayouts/slideLayout7.xml" Id="R46e1bfb1116f49fb" /><Relationship Type="http://schemas.openxmlformats.org/officeDocument/2006/relationships/slideLayout" Target="/ppt/slideLayouts/slideLayout8.xml" Id="R93ceb96ef9b74303" /><Relationship Type="http://schemas.openxmlformats.org/officeDocument/2006/relationships/slideLayout" Target="/ppt/slideLayouts/slideLayout9.xml" Id="R162186b08a504811" /><Relationship Type="http://schemas.openxmlformats.org/officeDocument/2006/relationships/slideLayout" Target="/ppt/slideLayouts/slideLayout10.xml" Id="R9694fee68bc84978" /><Relationship Type="http://schemas.openxmlformats.org/officeDocument/2006/relationships/slideLayout" Target="/ppt/slideLayouts/slideLayout11.xml" Id="R39fcf473cb6140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8906a2ec5b4495"/>
    <p:sldLayoutId xmlns:r="http://schemas.openxmlformats.org/officeDocument/2006/relationships" id="2147483650" r:id="R1f0240773d9c409c"/>
    <p:sldLayoutId xmlns:r="http://schemas.openxmlformats.org/officeDocument/2006/relationships" id="2147483651" r:id="R7660ccba6cc141d8"/>
    <p:sldLayoutId xmlns:r="http://schemas.openxmlformats.org/officeDocument/2006/relationships" id="2147483652" r:id="Ref8fda9f6b2a45d2"/>
    <p:sldLayoutId xmlns:r="http://schemas.openxmlformats.org/officeDocument/2006/relationships" id="2147483653" r:id="R449547355fac419c"/>
    <p:sldLayoutId xmlns:r="http://schemas.openxmlformats.org/officeDocument/2006/relationships" id="2147483654" r:id="R5cc81961c77840b7"/>
    <p:sldLayoutId xmlns:r="http://schemas.openxmlformats.org/officeDocument/2006/relationships" id="2147483655" r:id="R46e1bfb1116f49fb"/>
    <p:sldLayoutId xmlns:r="http://schemas.openxmlformats.org/officeDocument/2006/relationships" id="2147483656" r:id="R93ceb96ef9b74303"/>
    <p:sldLayoutId xmlns:r="http://schemas.openxmlformats.org/officeDocument/2006/relationships" id="2147483657" r:id="R162186b08a504811"/>
    <p:sldLayoutId xmlns:r="http://schemas.openxmlformats.org/officeDocument/2006/relationships" id="2147483658" r:id="R9694fee68bc84978"/>
    <p:sldLayoutId xmlns:r="http://schemas.openxmlformats.org/officeDocument/2006/relationships" id="2147483659" r:id="R39fcf473cb61400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452a9d814489f" /><Relationship Type="http://schemas.openxmlformats.org/officeDocument/2006/relationships/notesSlide" Target="/ppt/notesSlides/notesSlide1.xml" Id="Rf5f82eab572045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91844d565b4e49" /><Relationship Type="http://schemas.openxmlformats.org/officeDocument/2006/relationships/notesSlide" Target="/ppt/notesSlides/notesSlide2.xml" Id="Rcd3930e7075241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3bf5cd07714281" /><Relationship Type="http://schemas.openxmlformats.org/officeDocument/2006/relationships/notesSlide" Target="/ppt/notesSlides/notesSlide3.xml" Id="R4e5a13fa935c48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82b24b024443b2" /><Relationship Type="http://schemas.openxmlformats.org/officeDocument/2006/relationships/notesSlide" Target="/ppt/notesSlides/notesSlide4.xml" Id="R613458e3d71740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1b0cc56df04a02" /><Relationship Type="http://schemas.openxmlformats.org/officeDocument/2006/relationships/notesSlide" Target="/ppt/notesSlides/notesSlide5.xml" Id="Rf95e46bed21246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6a4bff5686453f" /><Relationship Type="http://schemas.openxmlformats.org/officeDocument/2006/relationships/notesSlide" Target="/ppt/notesSlides/notesSlide6.xml" Id="Rb0f61495944949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6aea0f2c64a34" /><Relationship Type="http://schemas.openxmlformats.org/officeDocument/2006/relationships/notesSlide" Target="/ppt/notesSlides/notesSlide7.xml" Id="R6e87c5950c4f47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cd5d6c5c044a1c" /><Relationship Type="http://schemas.openxmlformats.org/officeDocument/2006/relationships/notesSlide" Target="/ppt/notesSlides/notesSlide8.xml" Id="R9fd5a758105a4c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7b34feeed34a48" /><Relationship Type="http://schemas.openxmlformats.org/officeDocument/2006/relationships/notesSlide" Target="/ppt/notesSlides/notesSlide9.xml" Id="R9058e582f33b4b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calls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add_score()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twice: with 7 and 5, then with 10 and 8. Store the results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Work out the totals before you run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(first, second) that will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two values added together and divided by 2. After the score,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(7, 5). The output should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6.0"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that will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length * width. Ask for the length and width of two rooms as whole numbers.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once for each room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two results added together. For example, 4 by 3 and 5 by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 22"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2026-09-28T06:21:45.4230000Z</dcterms:created>
  <dcterms:modified xsi:type="dcterms:W3CDTF">2026-09-28T06:21:45.4230000Z</dcterms:modified>
</coreProperties>
</file>