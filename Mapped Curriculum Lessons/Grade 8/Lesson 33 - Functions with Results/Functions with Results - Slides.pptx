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77a1740fbe471f" /><Relationship Type="http://schemas.openxmlformats.org/officeDocument/2006/relationships/extended-properties" Target="/docProps/app.xml" Id="Rdfe526e321aa48e9" /><Relationship Type="http://schemas.openxmlformats.org/officeDocument/2006/relationships/officeDocument" Target="/ppt/presentation.xml" Id="R2c07fd43fc53495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fb312447e634207"/>
  </p:sldMasterIdLst>
  <p:notesMasterIdLst>
    <p:notesMasterId xmlns:r="http://schemas.openxmlformats.org/officeDocument/2006/relationships" r:id="Rf0d75d551c9540a5"/>
  </p:notesMasterIdLst>
  <p:sldIdLst>
    <p:sldId xmlns:r="http://schemas.openxmlformats.org/officeDocument/2006/relationships" id="256" r:id="R3de301a1a19c4186"/>
    <p:sldId xmlns:r="http://schemas.openxmlformats.org/officeDocument/2006/relationships" id="257" r:id="R8a7a32439a4048f5"/>
    <p:sldId xmlns:r="http://schemas.openxmlformats.org/officeDocument/2006/relationships" id="258" r:id="Raf29a9ed010c41f6"/>
    <p:sldId xmlns:r="http://schemas.openxmlformats.org/officeDocument/2006/relationships" id="259" r:id="R6b0d29bfee834ac7"/>
    <p:sldId xmlns:r="http://schemas.openxmlformats.org/officeDocument/2006/relationships" id="260" r:id="R89caed9262674bba"/>
    <p:sldId xmlns:r="http://schemas.openxmlformats.org/officeDocument/2006/relationships" id="261" r:id="R1e3084e3d29a4688"/>
    <p:sldId xmlns:r="http://schemas.openxmlformats.org/officeDocument/2006/relationships" id="262" r:id="Rf8ca46bd84504af2"/>
    <p:sldId xmlns:r="http://schemas.openxmlformats.org/officeDocument/2006/relationships" id="263" r:id="Rc5601a8964d94b60"/>
    <p:sldId xmlns:r="http://schemas.openxmlformats.org/officeDocument/2006/relationships" id="264" r:id="R9e641a0092a94dc8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9a350ab14c03420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f9288236aa4b17" /><Relationship Type="http://schemas.openxmlformats.org/officeDocument/2006/relationships/slideMaster" Target="/ppt/slideMasters/slideMaster1.xml" Id="R9fb312447e634207" /><Relationship Type="http://schemas.openxmlformats.org/officeDocument/2006/relationships/notesMaster" Target="/ppt/notesMasters/notesMaster1.xml" Id="Rf0d75d551c9540a5" /><Relationship Type="http://schemas.openxmlformats.org/officeDocument/2006/relationships/presProps" Target="/ppt/presProps.xml" Id="Rf10ab4c17b394ef7" /><Relationship Type="http://schemas.openxmlformats.org/officeDocument/2006/relationships/viewProps" Target="/ppt/viewProps.xml" Id="Rb73aaba751ae43b7" /><Relationship Type="http://schemas.openxmlformats.org/officeDocument/2006/relationships/tableStyles" Target="/ppt/tableStyles.xml" Id="R18380a9ccb55429d" /><Relationship Type="http://schemas.openxmlformats.org/officeDocument/2006/relationships/font" Target="/ppt/fonts/font.dat" Id="R9a350ab14c034202" /><Relationship Type="http://schemas.openxmlformats.org/officeDocument/2006/relationships/slide" Target="/ppt/slides/slide1.xml" Id="R3de301a1a19c4186" /><Relationship Type="http://schemas.openxmlformats.org/officeDocument/2006/relationships/slide" Target="/ppt/slides/slide2.xml" Id="R8a7a32439a4048f5" /><Relationship Type="http://schemas.openxmlformats.org/officeDocument/2006/relationships/slide" Target="/ppt/slides/slide3.xml" Id="Raf29a9ed010c41f6" /><Relationship Type="http://schemas.openxmlformats.org/officeDocument/2006/relationships/slide" Target="/ppt/slides/slide4.xml" Id="R6b0d29bfee834ac7" /><Relationship Type="http://schemas.openxmlformats.org/officeDocument/2006/relationships/slide" Target="/ppt/slides/slide5.xml" Id="R89caed9262674bba" /><Relationship Type="http://schemas.openxmlformats.org/officeDocument/2006/relationships/slide" Target="/ppt/slides/slide6.xml" Id="R1e3084e3d29a4688" /><Relationship Type="http://schemas.openxmlformats.org/officeDocument/2006/relationships/slide" Target="/ppt/slides/slide7.xml" Id="Rf8ca46bd84504af2" /><Relationship Type="http://schemas.openxmlformats.org/officeDocument/2006/relationships/slide" Target="/ppt/slides/slide8.xml" Id="Rc5601a8964d94b60" /><Relationship Type="http://schemas.openxmlformats.org/officeDocument/2006/relationships/slide" Target="/ppt/slides/slide9.xml" Id="R9e641a0092a94d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d6cf521d2f46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bffd23d0a040ac" /><Relationship Type="http://schemas.openxmlformats.org/officeDocument/2006/relationships/notesMaster" Target="/ppt/notesMasters/notesMaster1.xml" Id="R014a6f6208bd4c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bdaa54c9914c17" /><Relationship Type="http://schemas.openxmlformats.org/officeDocument/2006/relationships/notesMaster" Target="/ppt/notesMasters/notesMaster1.xml" Id="R2bed41570ac74e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fd456fb29140f9" /><Relationship Type="http://schemas.openxmlformats.org/officeDocument/2006/relationships/notesMaster" Target="/ppt/notesMasters/notesMaster1.xml" Id="Radb9d753e1564e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2e14169526477f" /><Relationship Type="http://schemas.openxmlformats.org/officeDocument/2006/relationships/notesMaster" Target="/ppt/notesMasters/notesMaster1.xml" Id="Re211d1a5656f43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c366b2ae4749fc" /><Relationship Type="http://schemas.openxmlformats.org/officeDocument/2006/relationships/notesMaster" Target="/ppt/notesMasters/notesMaster1.xml" Id="R7ce4202ca25046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00e999ce4e4abd" /><Relationship Type="http://schemas.openxmlformats.org/officeDocument/2006/relationships/notesMaster" Target="/ppt/notesMasters/notesMaster1.xml" Id="Ree48848ec58342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cc404e7d9345f9" /><Relationship Type="http://schemas.openxmlformats.org/officeDocument/2006/relationships/notesMaster" Target="/ppt/notesMasters/notesMaster1.xml" Id="R01f921c89c434b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7c5094803a4723" /><Relationship Type="http://schemas.openxmlformats.org/officeDocument/2006/relationships/notesMaster" Target="/ppt/notesMasters/notesMaster1.xml" Id="Rebff74ce802c44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0fdf3ae0f14aa1" /><Relationship Type="http://schemas.openxmlformats.org/officeDocument/2006/relationships/notesMaster" Target="/ppt/notesMasters/notesMaster1.xml" Id="R833647bec4584a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bdef140274532" /><Relationship Type="http://schemas.openxmlformats.org/officeDocument/2006/relationships/image" Target="/ppt/media/image.png" Id="R1c8ec6e0911149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2538401a4486b" /><Relationship Type="http://schemas.openxmlformats.org/officeDocument/2006/relationships/image" Target="/ppt/media/image.png" Id="Rc6b139adfada45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74c81ab314e7c" /><Relationship Type="http://schemas.openxmlformats.org/officeDocument/2006/relationships/image" Target="/ppt/media/image.png" Id="Ra7b348895ef94c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a3d61dc9f34cdb" /><Relationship Type="http://schemas.openxmlformats.org/officeDocument/2006/relationships/image" Target="/ppt/media/image.png" Id="Rbea46db533a44a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0694b5f6c4aa2" /><Relationship Type="http://schemas.openxmlformats.org/officeDocument/2006/relationships/image" Target="/ppt/media/image.png" Id="R8922d28435c442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6132aa01c43d1" /><Relationship Type="http://schemas.openxmlformats.org/officeDocument/2006/relationships/image" Target="/ppt/media/image.png" Id="R11fec66c2044483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bebe839774ce9" /><Relationship Type="http://schemas.openxmlformats.org/officeDocument/2006/relationships/image" Target="/ppt/media/image.png" Id="R14c6ec73b62a42b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66ee5c2ff94088" /><Relationship Type="http://schemas.openxmlformats.org/officeDocument/2006/relationships/image" Target="/ppt/media/image.png" Id="R3ea04a37b0bb411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99d4cdafc4a4b" /><Relationship Type="http://schemas.openxmlformats.org/officeDocument/2006/relationships/image" Target="/ppt/media/image.png" Id="R576f3071f0af4fb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5bc46a782444d" /><Relationship Type="http://schemas.openxmlformats.org/officeDocument/2006/relationships/image" Target="/ppt/media/image.png" Id="Rac7750443bd64c6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354d0477c44e2" /><Relationship Type="http://schemas.openxmlformats.org/officeDocument/2006/relationships/image" Target="/ppt/media/image.png" Id="Raa900ecce2f74b6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8ec6e0911149cb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b139adfada459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b348895ef94cf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a46db533a44ae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22d28435c4427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fec66c2044483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c6ec73b62a42b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a04a37b0bb411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6f3071f0af4fb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7750443bd64c6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900ecce2f74b6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c9086bfeed4e41" /><Relationship Type="http://schemas.openxmlformats.org/officeDocument/2006/relationships/slideLayout" Target="/ppt/slideLayouts/slideLayout1.xml" Id="R67d3aabac22e4180" /><Relationship Type="http://schemas.openxmlformats.org/officeDocument/2006/relationships/slideLayout" Target="/ppt/slideLayouts/slideLayout2.xml" Id="Rd5fede3bcc104628" /><Relationship Type="http://schemas.openxmlformats.org/officeDocument/2006/relationships/slideLayout" Target="/ppt/slideLayouts/slideLayout3.xml" Id="R904b276feacd4a33" /><Relationship Type="http://schemas.openxmlformats.org/officeDocument/2006/relationships/slideLayout" Target="/ppt/slideLayouts/slideLayout4.xml" Id="Rab73001053fb47a5" /><Relationship Type="http://schemas.openxmlformats.org/officeDocument/2006/relationships/slideLayout" Target="/ppt/slideLayouts/slideLayout5.xml" Id="R61c38de4f6ba4610" /><Relationship Type="http://schemas.openxmlformats.org/officeDocument/2006/relationships/slideLayout" Target="/ppt/slideLayouts/slideLayout6.xml" Id="R21fbbade04ae4e68" /><Relationship Type="http://schemas.openxmlformats.org/officeDocument/2006/relationships/slideLayout" Target="/ppt/slideLayouts/slideLayout7.xml" Id="R0f3f6cbf27474b82" /><Relationship Type="http://schemas.openxmlformats.org/officeDocument/2006/relationships/slideLayout" Target="/ppt/slideLayouts/slideLayout8.xml" Id="R15ce9c830e774a72" /><Relationship Type="http://schemas.openxmlformats.org/officeDocument/2006/relationships/slideLayout" Target="/ppt/slideLayouts/slideLayout9.xml" Id="R56e8b31fcd2441e6" /><Relationship Type="http://schemas.openxmlformats.org/officeDocument/2006/relationships/slideLayout" Target="/ppt/slideLayouts/slideLayout10.xml" Id="R922f3125175f46b5" /><Relationship Type="http://schemas.openxmlformats.org/officeDocument/2006/relationships/slideLayout" Target="/ppt/slideLayouts/slideLayout11.xml" Id="R1986892dac27407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d3aabac22e4180"/>
    <p:sldLayoutId xmlns:r="http://schemas.openxmlformats.org/officeDocument/2006/relationships" id="2147483650" r:id="Rd5fede3bcc104628"/>
    <p:sldLayoutId xmlns:r="http://schemas.openxmlformats.org/officeDocument/2006/relationships" id="2147483651" r:id="R904b276feacd4a33"/>
    <p:sldLayoutId xmlns:r="http://schemas.openxmlformats.org/officeDocument/2006/relationships" id="2147483652" r:id="Rab73001053fb47a5"/>
    <p:sldLayoutId xmlns:r="http://schemas.openxmlformats.org/officeDocument/2006/relationships" id="2147483653" r:id="R61c38de4f6ba4610"/>
    <p:sldLayoutId xmlns:r="http://schemas.openxmlformats.org/officeDocument/2006/relationships" id="2147483654" r:id="R21fbbade04ae4e68"/>
    <p:sldLayoutId xmlns:r="http://schemas.openxmlformats.org/officeDocument/2006/relationships" id="2147483655" r:id="R0f3f6cbf27474b82"/>
    <p:sldLayoutId xmlns:r="http://schemas.openxmlformats.org/officeDocument/2006/relationships" id="2147483656" r:id="R15ce9c830e774a72"/>
    <p:sldLayoutId xmlns:r="http://schemas.openxmlformats.org/officeDocument/2006/relationships" id="2147483657" r:id="R56e8b31fcd2441e6"/>
    <p:sldLayoutId xmlns:r="http://schemas.openxmlformats.org/officeDocument/2006/relationships" id="2147483658" r:id="R922f3125175f46b5"/>
    <p:sldLayoutId xmlns:r="http://schemas.openxmlformats.org/officeDocument/2006/relationships" id="2147483659" r:id="R1986892dac274071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af54238dd4a3a" /><Relationship Type="http://schemas.openxmlformats.org/officeDocument/2006/relationships/notesSlide" Target="/ppt/notesSlides/notesSlide1.xml" Id="R41ba080991de41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40e9d474254bfd" /><Relationship Type="http://schemas.openxmlformats.org/officeDocument/2006/relationships/notesSlide" Target="/ppt/notesSlides/notesSlide2.xml" Id="Raf6d0fc595f24e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c3c67cc48f4bf1" /><Relationship Type="http://schemas.openxmlformats.org/officeDocument/2006/relationships/notesSlide" Target="/ppt/notesSlides/notesSlide3.xml" Id="Re22439c8760043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8129216f844c25" /><Relationship Type="http://schemas.openxmlformats.org/officeDocument/2006/relationships/notesSlide" Target="/ppt/notesSlides/notesSlide4.xml" Id="Rd2bb4080bc4940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e13058e478427a" /><Relationship Type="http://schemas.openxmlformats.org/officeDocument/2006/relationships/notesSlide" Target="/ppt/notesSlides/notesSlide5.xml" Id="R235cbb6f169e4b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15bd18eba7482e" /><Relationship Type="http://schemas.openxmlformats.org/officeDocument/2006/relationships/notesSlide" Target="/ppt/notesSlides/notesSlide6.xml" Id="Reb26f5e6a56744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7ea5dfb13e4e13" /><Relationship Type="http://schemas.openxmlformats.org/officeDocument/2006/relationships/notesSlide" Target="/ppt/notesSlides/notesSlide7.xml" Id="R73eed5114d6742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d89ab50f0e43c6" /><Relationship Type="http://schemas.openxmlformats.org/officeDocument/2006/relationships/notesSlide" Target="/ppt/notesSlides/notesSlide8.xml" Id="R22fe27529df54f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aa743a67c74e27" /><Relationship Type="http://schemas.openxmlformats.org/officeDocument/2006/relationships/notesSlide" Target="/ppt/notesSlides/notesSlide9.xml" Id="Rd0abd9369a4245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Functions with Results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33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add_score(first,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add_score(7, 5))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add_score(first,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add_score(7, 5))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add_score(first,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add_score(7, 5))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is return different from print() when the caller needs to store the result?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can add_score(7, 5) be used directly inside print() without first assigning the returned value to another variable?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When add_score(7, 5) runs, which values are stored in first, second and total?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What complete message appears when the program finishes?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add_score(first, second):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add_score(7, 5))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Use the same function with two different pairs of scores. Before each run, work out the total you expect, then compare it with the returned value.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add_score(first, second):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add_score(7, 5))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Capture the returned total in a variable named score and display a labelled result on the next line. The function itself should not print the answer.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add_score(first, second):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add_score(7, 5))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 small shop needs a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total_cost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(price, delivery) function. Return the combined cost, store it, and display it with a clear label. For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total_cost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(12, 3), the result should be 15.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add_score(first, second):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add_score(7, 5))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9177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add_score(first, second):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first + second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add_score(7, 5))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2026-08-28T09:26:34.9850000Z</dcterms:created>
  <dcterms:modified xsi:type="dcterms:W3CDTF">2026-08-28T09:26:34.9850000Z</dcterms:modified>
</coreProperties>
</file>