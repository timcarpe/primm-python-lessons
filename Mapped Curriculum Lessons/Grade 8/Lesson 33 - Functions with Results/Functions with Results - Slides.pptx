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22f81120e0430a" /><Relationship Type="http://schemas.openxmlformats.org/officeDocument/2006/relationships/extended-properties" Target="/docProps/app.xml" Id="Reeacbb40d1c94938" /><Relationship Type="http://schemas.openxmlformats.org/officeDocument/2006/relationships/officeDocument" Target="/ppt/presentation.xml" Id="R6bc3d5b335154ff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0d15104b323493f"/>
  </p:sldMasterIdLst>
  <p:notesMasterIdLst>
    <p:notesMasterId xmlns:r="http://schemas.openxmlformats.org/officeDocument/2006/relationships" r:id="R26e0abf5f7084a1e"/>
  </p:notesMasterIdLst>
  <p:sldIdLst>
    <p:sldId xmlns:r="http://schemas.openxmlformats.org/officeDocument/2006/relationships" id="256" r:id="R19db17c6eda249c5"/>
    <p:sldId xmlns:r="http://schemas.openxmlformats.org/officeDocument/2006/relationships" id="257" r:id="R5bb9051b11674c95"/>
    <p:sldId xmlns:r="http://schemas.openxmlformats.org/officeDocument/2006/relationships" id="258" r:id="R2db6bd7bda3f4f95"/>
    <p:sldId xmlns:r="http://schemas.openxmlformats.org/officeDocument/2006/relationships" id="259" r:id="R44f2c1988b7d4222"/>
    <p:sldId xmlns:r="http://schemas.openxmlformats.org/officeDocument/2006/relationships" id="260" r:id="R7e8ecf91dd1d4d51"/>
    <p:sldId xmlns:r="http://schemas.openxmlformats.org/officeDocument/2006/relationships" id="261" r:id="R14d871f034c44676"/>
    <p:sldId xmlns:r="http://schemas.openxmlformats.org/officeDocument/2006/relationships" id="262" r:id="R5a1ee83c57654937"/>
    <p:sldId xmlns:r="http://schemas.openxmlformats.org/officeDocument/2006/relationships" id="263" r:id="R8a62f5c7f07541c0"/>
    <p:sldId xmlns:r="http://schemas.openxmlformats.org/officeDocument/2006/relationships" id="264" r:id="R478853255423455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06ab975547f49b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971c650f1c48ad" /><Relationship Type="http://schemas.openxmlformats.org/officeDocument/2006/relationships/slideMaster" Target="/ppt/slideMasters/slideMaster1.xml" Id="R80d15104b323493f" /><Relationship Type="http://schemas.openxmlformats.org/officeDocument/2006/relationships/notesMaster" Target="/ppt/notesMasters/notesMaster1.xml" Id="R26e0abf5f7084a1e" /><Relationship Type="http://schemas.openxmlformats.org/officeDocument/2006/relationships/presProps" Target="/ppt/presProps.xml" Id="R498f8ffd78a441ba" /><Relationship Type="http://schemas.openxmlformats.org/officeDocument/2006/relationships/viewProps" Target="/ppt/viewProps.xml" Id="R03c1cdfd35f341e5" /><Relationship Type="http://schemas.openxmlformats.org/officeDocument/2006/relationships/tableStyles" Target="/ppt/tableStyles.xml" Id="R60c32a653293479f" /><Relationship Type="http://schemas.openxmlformats.org/officeDocument/2006/relationships/font" Target="/ppt/fonts/font.dat" Id="R706ab975547f49b9" /><Relationship Type="http://schemas.openxmlformats.org/officeDocument/2006/relationships/slide" Target="/ppt/slides/slide1.xml" Id="R19db17c6eda249c5" /><Relationship Type="http://schemas.openxmlformats.org/officeDocument/2006/relationships/slide" Target="/ppt/slides/slide2.xml" Id="R5bb9051b11674c95" /><Relationship Type="http://schemas.openxmlformats.org/officeDocument/2006/relationships/slide" Target="/ppt/slides/slide3.xml" Id="R2db6bd7bda3f4f95" /><Relationship Type="http://schemas.openxmlformats.org/officeDocument/2006/relationships/slide" Target="/ppt/slides/slide4.xml" Id="R44f2c1988b7d4222" /><Relationship Type="http://schemas.openxmlformats.org/officeDocument/2006/relationships/slide" Target="/ppt/slides/slide5.xml" Id="R7e8ecf91dd1d4d51" /><Relationship Type="http://schemas.openxmlformats.org/officeDocument/2006/relationships/slide" Target="/ppt/slides/slide6.xml" Id="R14d871f034c44676" /><Relationship Type="http://schemas.openxmlformats.org/officeDocument/2006/relationships/slide" Target="/ppt/slides/slide7.xml" Id="R5a1ee83c57654937" /><Relationship Type="http://schemas.openxmlformats.org/officeDocument/2006/relationships/slide" Target="/ppt/slides/slide8.xml" Id="R8a62f5c7f07541c0" /><Relationship Type="http://schemas.openxmlformats.org/officeDocument/2006/relationships/slide" Target="/ppt/slides/slide9.xml" Id="R47885325542345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8b90c3261b40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e9c1e708994be4" /><Relationship Type="http://schemas.openxmlformats.org/officeDocument/2006/relationships/notesMaster" Target="/ppt/notesMasters/notesMaster1.xml" Id="R3bd9152a18994a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c9161aced6442d" /><Relationship Type="http://schemas.openxmlformats.org/officeDocument/2006/relationships/notesMaster" Target="/ppt/notesMasters/notesMaster1.xml" Id="R5f9dfb199afe4f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cc104757124dae" /><Relationship Type="http://schemas.openxmlformats.org/officeDocument/2006/relationships/notesMaster" Target="/ppt/notesMasters/notesMaster1.xml" Id="Rf48b75d01bc94b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481c25b074434a" /><Relationship Type="http://schemas.openxmlformats.org/officeDocument/2006/relationships/notesMaster" Target="/ppt/notesMasters/notesMaster1.xml" Id="R9452bfc9163241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9aeab88f4744d9" /><Relationship Type="http://schemas.openxmlformats.org/officeDocument/2006/relationships/notesMaster" Target="/ppt/notesMasters/notesMaster1.xml" Id="R789413514d4b4d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8811eb68254ad7" /><Relationship Type="http://schemas.openxmlformats.org/officeDocument/2006/relationships/notesMaster" Target="/ppt/notesMasters/notesMaster1.xml" Id="R82a26dc317f34f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57c1da6f414b95" /><Relationship Type="http://schemas.openxmlformats.org/officeDocument/2006/relationships/notesMaster" Target="/ppt/notesMasters/notesMaster1.xml" Id="R91415addc66d48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38e35dccaf4424" /><Relationship Type="http://schemas.openxmlformats.org/officeDocument/2006/relationships/notesMaster" Target="/ppt/notesMasters/notesMaster1.xml" Id="R19ce25e32c8a49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3a0afc18924944" /><Relationship Type="http://schemas.openxmlformats.org/officeDocument/2006/relationships/notesMaster" Target="/ppt/notesMasters/notesMaster1.xml" Id="R28eb2d3fb8cd48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5a9b3c47754f25" /><Relationship Type="http://schemas.openxmlformats.org/officeDocument/2006/relationships/image" Target="/ppt/media/image.png" Id="R433bcb5f71f548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c7dcc47b3c4d0c" /><Relationship Type="http://schemas.openxmlformats.org/officeDocument/2006/relationships/image" Target="/ppt/media/image.png" Id="R74f6100797ae480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600a8b3e7f4c78" /><Relationship Type="http://schemas.openxmlformats.org/officeDocument/2006/relationships/image" Target="/ppt/media/image.png" Id="R08935583d3c14b4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a32a2b8f74835" /><Relationship Type="http://schemas.openxmlformats.org/officeDocument/2006/relationships/image" Target="/ppt/media/image.png" Id="Ra383387d4b0247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c6ce83d214c44" /><Relationship Type="http://schemas.openxmlformats.org/officeDocument/2006/relationships/image" Target="/ppt/media/image.png" Id="R9054c468864f4bc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116887b6da41c3" /><Relationship Type="http://schemas.openxmlformats.org/officeDocument/2006/relationships/image" Target="/ppt/media/image.png" Id="R8da1aa8c41cf471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022416b91c47f0" /><Relationship Type="http://schemas.openxmlformats.org/officeDocument/2006/relationships/image" Target="/ppt/media/image.png" Id="R3b9bcd77ccfc4ae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57ffe333794739" /><Relationship Type="http://schemas.openxmlformats.org/officeDocument/2006/relationships/image" Target="/ppt/media/image.png" Id="Re10fc92e4d8d4f9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ad548185b467f" /><Relationship Type="http://schemas.openxmlformats.org/officeDocument/2006/relationships/image" Target="/ppt/media/image.png" Id="Ra4eeaf6f59834a0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24428874f849c9" /><Relationship Type="http://schemas.openxmlformats.org/officeDocument/2006/relationships/image" Target="/ppt/media/image.png" Id="Rf769a3646299418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e6de7ba55a4f7c" /><Relationship Type="http://schemas.openxmlformats.org/officeDocument/2006/relationships/image" Target="/ppt/media/image.png" Id="R1bb4e439157e49b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3bcb5f71f548c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f6100797ae480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935583d3c14b4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83387d4b0247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54c468864f4b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a1aa8c41cf47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9bcd77ccfc4a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0fc92e4d8d4f9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eeaf6f59834a0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69a3646299418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b4e439157e49b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775f67533a49cc" /><Relationship Type="http://schemas.openxmlformats.org/officeDocument/2006/relationships/slideLayout" Target="/ppt/slideLayouts/slideLayout1.xml" Id="Recd1ad41809845dc" /><Relationship Type="http://schemas.openxmlformats.org/officeDocument/2006/relationships/slideLayout" Target="/ppt/slideLayouts/slideLayout2.xml" Id="Rae92b394ca85440a" /><Relationship Type="http://schemas.openxmlformats.org/officeDocument/2006/relationships/slideLayout" Target="/ppt/slideLayouts/slideLayout3.xml" Id="Rb2e1186ab7834082" /><Relationship Type="http://schemas.openxmlformats.org/officeDocument/2006/relationships/slideLayout" Target="/ppt/slideLayouts/slideLayout4.xml" Id="Rbb6c86b547d544bb" /><Relationship Type="http://schemas.openxmlformats.org/officeDocument/2006/relationships/slideLayout" Target="/ppt/slideLayouts/slideLayout5.xml" Id="R56b311659cf6452a" /><Relationship Type="http://schemas.openxmlformats.org/officeDocument/2006/relationships/slideLayout" Target="/ppt/slideLayouts/slideLayout6.xml" Id="R5768dfb2f7ba4d1e" /><Relationship Type="http://schemas.openxmlformats.org/officeDocument/2006/relationships/slideLayout" Target="/ppt/slideLayouts/slideLayout7.xml" Id="R4105c4265e314ac9" /><Relationship Type="http://schemas.openxmlformats.org/officeDocument/2006/relationships/slideLayout" Target="/ppt/slideLayouts/slideLayout8.xml" Id="Raf541ae82eae44aa" /><Relationship Type="http://schemas.openxmlformats.org/officeDocument/2006/relationships/slideLayout" Target="/ppt/slideLayouts/slideLayout9.xml" Id="R75784b025b6242da" /><Relationship Type="http://schemas.openxmlformats.org/officeDocument/2006/relationships/slideLayout" Target="/ppt/slideLayouts/slideLayout10.xml" Id="R5cd9188affd94feb" /><Relationship Type="http://schemas.openxmlformats.org/officeDocument/2006/relationships/slideLayout" Target="/ppt/slideLayouts/slideLayout11.xml" Id="R0a4b57cb6f424e0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d1ad41809845dc"/>
    <p:sldLayoutId xmlns:r="http://schemas.openxmlformats.org/officeDocument/2006/relationships" id="2147483650" r:id="Rae92b394ca85440a"/>
    <p:sldLayoutId xmlns:r="http://schemas.openxmlformats.org/officeDocument/2006/relationships" id="2147483651" r:id="Rb2e1186ab7834082"/>
    <p:sldLayoutId xmlns:r="http://schemas.openxmlformats.org/officeDocument/2006/relationships" id="2147483652" r:id="Rbb6c86b547d544bb"/>
    <p:sldLayoutId xmlns:r="http://schemas.openxmlformats.org/officeDocument/2006/relationships" id="2147483653" r:id="R56b311659cf6452a"/>
    <p:sldLayoutId xmlns:r="http://schemas.openxmlformats.org/officeDocument/2006/relationships" id="2147483654" r:id="R5768dfb2f7ba4d1e"/>
    <p:sldLayoutId xmlns:r="http://schemas.openxmlformats.org/officeDocument/2006/relationships" id="2147483655" r:id="R4105c4265e314ac9"/>
    <p:sldLayoutId xmlns:r="http://schemas.openxmlformats.org/officeDocument/2006/relationships" id="2147483656" r:id="Raf541ae82eae44aa"/>
    <p:sldLayoutId xmlns:r="http://schemas.openxmlformats.org/officeDocument/2006/relationships" id="2147483657" r:id="R75784b025b6242da"/>
    <p:sldLayoutId xmlns:r="http://schemas.openxmlformats.org/officeDocument/2006/relationships" id="2147483658" r:id="R5cd9188affd94feb"/>
    <p:sldLayoutId xmlns:r="http://schemas.openxmlformats.org/officeDocument/2006/relationships" id="2147483659" r:id="R0a4b57cb6f424e0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d287e5df94dc8" /><Relationship Type="http://schemas.openxmlformats.org/officeDocument/2006/relationships/notesSlide" Target="/ppt/notesSlides/notesSlide1.xml" Id="R3e0b1f023b2145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40e9a4fd214126" /><Relationship Type="http://schemas.openxmlformats.org/officeDocument/2006/relationships/notesSlide" Target="/ppt/notesSlides/notesSlide2.xml" Id="Re5a4e44d8e594e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e704a9dd0408e" /><Relationship Type="http://schemas.openxmlformats.org/officeDocument/2006/relationships/notesSlide" Target="/ppt/notesSlides/notesSlide3.xml" Id="Rb90c8a79596245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5c9fcceca14da4" /><Relationship Type="http://schemas.openxmlformats.org/officeDocument/2006/relationships/notesSlide" Target="/ppt/notesSlides/notesSlide4.xml" Id="R753f8eae196a4a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165d2ead77415b" /><Relationship Type="http://schemas.openxmlformats.org/officeDocument/2006/relationships/notesSlide" Target="/ppt/notesSlides/notesSlide5.xml" Id="Rd57006695a0043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ba0c81b46d47ce" /><Relationship Type="http://schemas.openxmlformats.org/officeDocument/2006/relationships/notesSlide" Target="/ppt/notesSlides/notesSlide6.xml" Id="R0fe4530201ba43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2552ae1fe14e29" /><Relationship Type="http://schemas.openxmlformats.org/officeDocument/2006/relationships/notesSlide" Target="/ppt/notesSlides/notesSlide7.xml" Id="Re2aa9e329d3b46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64bd8ad9c848d7" /><Relationship Type="http://schemas.openxmlformats.org/officeDocument/2006/relationships/notesSlide" Target="/ppt/notesSlides/notesSlide8.xml" Id="R84e8e9c6337844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80c6f1f9024cbc" /><Relationship Type="http://schemas.openxmlformats.org/officeDocument/2006/relationships/notesSlide" Target="/ppt/notesSlides/notesSlide9.xml" Id="Ra4060455fd5145b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Results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return different from print() when the caller needs to store the result?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add_score(7, 5) be used directly inside print() without first assigning the returned value to another variable?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When add_score(7, 5) runs, which values are stored in first, second and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complete message appears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the same function with two different pairs of scores. Before each run, work out the total you expect, then compare it with the returned value.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Capture the returned total in a variable named score and display a labelled result on the next line. The function itself should not print the answer.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small shop needs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total_cost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(price, delivery) function. Return the combined cost, store it, and display it with a clear label. For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total_cost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(12, 3), the result should be 15.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2026-08-26T04:07:31.5540000Z</dcterms:created>
  <dcterms:modified xsi:type="dcterms:W3CDTF">2026-08-26T04:07:31.5540000Z</dcterms:modified>
</coreProperties>
</file>