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16c50381a4b70" /><Relationship Type="http://schemas.openxmlformats.org/officeDocument/2006/relationships/extended-properties" Target="/docProps/app.xml" Id="R430732bf48a54282" /><Relationship Type="http://schemas.openxmlformats.org/officeDocument/2006/relationships/officeDocument" Target="/ppt/presentation.xml" Id="R8ec254fe51fe4ac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0eccc48b35949b0"/>
  </p:sldMasterIdLst>
  <p:notesMasterIdLst>
    <p:notesMasterId xmlns:r="http://schemas.openxmlformats.org/officeDocument/2006/relationships" r:id="Rfa8f3e3467e342e7"/>
  </p:notesMasterIdLst>
  <p:sldIdLst>
    <p:sldId xmlns:r="http://schemas.openxmlformats.org/officeDocument/2006/relationships" id="256" r:id="Rf2bfaaaea6fa48de"/>
    <p:sldId xmlns:r="http://schemas.openxmlformats.org/officeDocument/2006/relationships" id="257" r:id="R192db6ca800d49d4"/>
    <p:sldId xmlns:r="http://schemas.openxmlformats.org/officeDocument/2006/relationships" id="258" r:id="Rff6f24d004a14b61"/>
    <p:sldId xmlns:r="http://schemas.openxmlformats.org/officeDocument/2006/relationships" id="259" r:id="R7786925c9177478a"/>
    <p:sldId xmlns:r="http://schemas.openxmlformats.org/officeDocument/2006/relationships" id="260" r:id="R48410271088e4d7a"/>
    <p:sldId xmlns:r="http://schemas.openxmlformats.org/officeDocument/2006/relationships" id="261" r:id="R61d464f2f31847cf"/>
    <p:sldId xmlns:r="http://schemas.openxmlformats.org/officeDocument/2006/relationships" id="262" r:id="R3f1077b00eb04668"/>
    <p:sldId xmlns:r="http://schemas.openxmlformats.org/officeDocument/2006/relationships" id="263" r:id="Rc8beccc5757b4e07"/>
    <p:sldId xmlns:r="http://schemas.openxmlformats.org/officeDocument/2006/relationships" id="264" r:id="R0df94ccaef1140db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d01db7a7274248c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153f2767164389" /><Relationship Type="http://schemas.openxmlformats.org/officeDocument/2006/relationships/slideMaster" Target="/ppt/slideMasters/slideMaster1.xml" Id="R90eccc48b35949b0" /><Relationship Type="http://schemas.openxmlformats.org/officeDocument/2006/relationships/notesMaster" Target="/ppt/notesMasters/notesMaster1.xml" Id="Rfa8f3e3467e342e7" /><Relationship Type="http://schemas.openxmlformats.org/officeDocument/2006/relationships/presProps" Target="/ppt/presProps.xml" Id="R82d48952e6d04b0b" /><Relationship Type="http://schemas.openxmlformats.org/officeDocument/2006/relationships/viewProps" Target="/ppt/viewProps.xml" Id="Ra2db53bdf4af4d15" /><Relationship Type="http://schemas.openxmlformats.org/officeDocument/2006/relationships/tableStyles" Target="/ppt/tableStyles.xml" Id="R0d20f0c875dc4b1d" /><Relationship Type="http://schemas.openxmlformats.org/officeDocument/2006/relationships/font" Target="/ppt/fonts/font.dat" Id="Rd01db7a7274248c6" /><Relationship Type="http://schemas.openxmlformats.org/officeDocument/2006/relationships/slide" Target="/ppt/slides/slide1.xml" Id="Rf2bfaaaea6fa48de" /><Relationship Type="http://schemas.openxmlformats.org/officeDocument/2006/relationships/slide" Target="/ppt/slides/slide2.xml" Id="R192db6ca800d49d4" /><Relationship Type="http://schemas.openxmlformats.org/officeDocument/2006/relationships/slide" Target="/ppt/slides/slide3.xml" Id="Rff6f24d004a14b61" /><Relationship Type="http://schemas.openxmlformats.org/officeDocument/2006/relationships/slide" Target="/ppt/slides/slide4.xml" Id="R7786925c9177478a" /><Relationship Type="http://schemas.openxmlformats.org/officeDocument/2006/relationships/slide" Target="/ppt/slides/slide5.xml" Id="R48410271088e4d7a" /><Relationship Type="http://schemas.openxmlformats.org/officeDocument/2006/relationships/slide" Target="/ppt/slides/slide6.xml" Id="R61d464f2f31847cf" /><Relationship Type="http://schemas.openxmlformats.org/officeDocument/2006/relationships/slide" Target="/ppt/slides/slide7.xml" Id="R3f1077b00eb04668" /><Relationship Type="http://schemas.openxmlformats.org/officeDocument/2006/relationships/slide" Target="/ppt/slides/slide8.xml" Id="Rc8beccc5757b4e07" /><Relationship Type="http://schemas.openxmlformats.org/officeDocument/2006/relationships/slide" Target="/ppt/slides/slide9.xml" Id="R0df94ccaef11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75e687e30b41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d99bec5aa4fe8" /><Relationship Type="http://schemas.openxmlformats.org/officeDocument/2006/relationships/notesMaster" Target="/ppt/notesMasters/notesMaster1.xml" Id="Red9bc51d68e144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2328814254546" /><Relationship Type="http://schemas.openxmlformats.org/officeDocument/2006/relationships/notesMaster" Target="/ppt/notesMasters/notesMaster1.xml" Id="R76fd6ecabb8049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8ad803654479a" /><Relationship Type="http://schemas.openxmlformats.org/officeDocument/2006/relationships/notesMaster" Target="/ppt/notesMasters/notesMaster1.xml" Id="R32b0f2f11f56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f3dabec5d41f1" /><Relationship Type="http://schemas.openxmlformats.org/officeDocument/2006/relationships/notesMaster" Target="/ppt/notesMasters/notesMaster1.xml" Id="R4d96f4483de0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aec42aecd24174" /><Relationship Type="http://schemas.openxmlformats.org/officeDocument/2006/relationships/notesMaster" Target="/ppt/notesMasters/notesMaster1.xml" Id="R9e89bde1cf8c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903894e2c648d7" /><Relationship Type="http://schemas.openxmlformats.org/officeDocument/2006/relationships/notesMaster" Target="/ppt/notesMasters/notesMaster1.xml" Id="Rd6e0d833bfb942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7afa2e42d14429" /><Relationship Type="http://schemas.openxmlformats.org/officeDocument/2006/relationships/notesMaster" Target="/ppt/notesMasters/notesMaster1.xml" Id="Rbdda8d69367645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7d75bfd0cb406b" /><Relationship Type="http://schemas.openxmlformats.org/officeDocument/2006/relationships/notesMaster" Target="/ppt/notesMasters/notesMaster1.xml" Id="R62ec3bb12b764f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740ad918ad4f8e" /><Relationship Type="http://schemas.openxmlformats.org/officeDocument/2006/relationships/notesMaster" Target="/ppt/notesMasters/notesMaster1.xml" Id="Rdf7fc215c1ba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85a7657754283" /><Relationship Type="http://schemas.openxmlformats.org/officeDocument/2006/relationships/image" Target="/ppt/media/image.png" Id="Rcac72d4dda6648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b2eb326b34645" /><Relationship Type="http://schemas.openxmlformats.org/officeDocument/2006/relationships/image" Target="/ppt/media/image.png" Id="R5b46ab87f35a49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afa09978bb42aa" /><Relationship Type="http://schemas.openxmlformats.org/officeDocument/2006/relationships/image" Target="/ppt/media/image.png" Id="R311b88a61ba84c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058126fde42c8" /><Relationship Type="http://schemas.openxmlformats.org/officeDocument/2006/relationships/image" Target="/ppt/media/image.png" Id="R05d30e0f57d247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62c3955454465" /><Relationship Type="http://schemas.openxmlformats.org/officeDocument/2006/relationships/image" Target="/ppt/media/image.png" Id="R3ffc7d5f747d42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d030a6be0e4b57" /><Relationship Type="http://schemas.openxmlformats.org/officeDocument/2006/relationships/image" Target="/ppt/media/image.png" Id="R7656d44a80ef44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902e4b27c4a0a" /><Relationship Type="http://schemas.openxmlformats.org/officeDocument/2006/relationships/image" Target="/ppt/media/image.png" Id="R68b53c303935443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b061e1c904b5d" /><Relationship Type="http://schemas.openxmlformats.org/officeDocument/2006/relationships/image" Target="/ppt/media/image.png" Id="Rcb9e6b5348914c1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09122f4fb4b13" /><Relationship Type="http://schemas.openxmlformats.org/officeDocument/2006/relationships/image" Target="/ppt/media/image.png" Id="R79982c94175347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69c103d9f4c54" /><Relationship Type="http://schemas.openxmlformats.org/officeDocument/2006/relationships/image" Target="/ppt/media/image.png" Id="R06c94114aa0e43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12066dc0d4435" /><Relationship Type="http://schemas.openxmlformats.org/officeDocument/2006/relationships/image" Target="/ppt/media/image.png" Id="R79ad4f2622784aa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c72d4dda664868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46ab87f35a49e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1b88a61ba84cb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d30e0f57d247a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fc7d5f747d42c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56d44a80ef44e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b53c303935443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9e6b5348914c1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982c941753475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c94114aa0e433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ad4f2622784aa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426906081640e8" /><Relationship Type="http://schemas.openxmlformats.org/officeDocument/2006/relationships/slideLayout" Target="/ppt/slideLayouts/slideLayout1.xml" Id="Rd688c353d5664a4f" /><Relationship Type="http://schemas.openxmlformats.org/officeDocument/2006/relationships/slideLayout" Target="/ppt/slideLayouts/slideLayout2.xml" Id="R0cc0fca7c4564b01" /><Relationship Type="http://schemas.openxmlformats.org/officeDocument/2006/relationships/slideLayout" Target="/ppt/slideLayouts/slideLayout3.xml" Id="Rd51890c086e042b2" /><Relationship Type="http://schemas.openxmlformats.org/officeDocument/2006/relationships/slideLayout" Target="/ppt/slideLayouts/slideLayout4.xml" Id="R2acacf5e37284908" /><Relationship Type="http://schemas.openxmlformats.org/officeDocument/2006/relationships/slideLayout" Target="/ppt/slideLayouts/slideLayout5.xml" Id="Rb8dbfc61acac4697" /><Relationship Type="http://schemas.openxmlformats.org/officeDocument/2006/relationships/slideLayout" Target="/ppt/slideLayouts/slideLayout6.xml" Id="R028841a36d2e40dc" /><Relationship Type="http://schemas.openxmlformats.org/officeDocument/2006/relationships/slideLayout" Target="/ppt/slideLayouts/slideLayout7.xml" Id="R628e619c3d004378" /><Relationship Type="http://schemas.openxmlformats.org/officeDocument/2006/relationships/slideLayout" Target="/ppt/slideLayouts/slideLayout8.xml" Id="R51bfcb488d524fe2" /><Relationship Type="http://schemas.openxmlformats.org/officeDocument/2006/relationships/slideLayout" Target="/ppt/slideLayouts/slideLayout9.xml" Id="R2f3dc62efd64464c" /><Relationship Type="http://schemas.openxmlformats.org/officeDocument/2006/relationships/slideLayout" Target="/ppt/slideLayouts/slideLayout10.xml" Id="R12c66c73327848e6" /><Relationship Type="http://schemas.openxmlformats.org/officeDocument/2006/relationships/slideLayout" Target="/ppt/slideLayouts/slideLayout11.xml" Id="Rf0ccd08cd6d342e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8c353d5664a4f"/>
    <p:sldLayoutId xmlns:r="http://schemas.openxmlformats.org/officeDocument/2006/relationships" id="2147483650" r:id="R0cc0fca7c4564b01"/>
    <p:sldLayoutId xmlns:r="http://schemas.openxmlformats.org/officeDocument/2006/relationships" id="2147483651" r:id="Rd51890c086e042b2"/>
    <p:sldLayoutId xmlns:r="http://schemas.openxmlformats.org/officeDocument/2006/relationships" id="2147483652" r:id="R2acacf5e37284908"/>
    <p:sldLayoutId xmlns:r="http://schemas.openxmlformats.org/officeDocument/2006/relationships" id="2147483653" r:id="Rb8dbfc61acac4697"/>
    <p:sldLayoutId xmlns:r="http://schemas.openxmlformats.org/officeDocument/2006/relationships" id="2147483654" r:id="R028841a36d2e40dc"/>
    <p:sldLayoutId xmlns:r="http://schemas.openxmlformats.org/officeDocument/2006/relationships" id="2147483655" r:id="R628e619c3d004378"/>
    <p:sldLayoutId xmlns:r="http://schemas.openxmlformats.org/officeDocument/2006/relationships" id="2147483656" r:id="R51bfcb488d524fe2"/>
    <p:sldLayoutId xmlns:r="http://schemas.openxmlformats.org/officeDocument/2006/relationships" id="2147483657" r:id="R2f3dc62efd64464c"/>
    <p:sldLayoutId xmlns:r="http://schemas.openxmlformats.org/officeDocument/2006/relationships" id="2147483658" r:id="R12c66c73327848e6"/>
    <p:sldLayoutId xmlns:r="http://schemas.openxmlformats.org/officeDocument/2006/relationships" id="2147483659" r:id="Rf0ccd08cd6d342e3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f4fe7b7424482" /><Relationship Type="http://schemas.openxmlformats.org/officeDocument/2006/relationships/notesSlide" Target="/ppt/notesSlides/notesSlide1.xml" Id="R5f83c9b5e5994a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35b4c1b0dd4b13" /><Relationship Type="http://schemas.openxmlformats.org/officeDocument/2006/relationships/notesSlide" Target="/ppt/notesSlides/notesSlide2.xml" Id="Rc2b93147369945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c5df030394329" /><Relationship Type="http://schemas.openxmlformats.org/officeDocument/2006/relationships/notesSlide" Target="/ppt/notesSlides/notesSlide3.xml" Id="R9adcf59c615242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f5cfd80464419a" /><Relationship Type="http://schemas.openxmlformats.org/officeDocument/2006/relationships/notesSlide" Target="/ppt/notesSlides/notesSlide4.xml" Id="R5e769807662240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1b21bd03054014" /><Relationship Type="http://schemas.openxmlformats.org/officeDocument/2006/relationships/notesSlide" Target="/ppt/notesSlides/notesSlide5.xml" Id="R240200d514c940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a00d4fa0db43aa" /><Relationship Type="http://schemas.openxmlformats.org/officeDocument/2006/relationships/notesSlide" Target="/ppt/notesSlides/notesSlide6.xml" Id="Re78f218fdabc4d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94c5938af346db" /><Relationship Type="http://schemas.openxmlformats.org/officeDocument/2006/relationships/notesSlide" Target="/ppt/notesSlides/notesSlide7.xml" Id="Rf5591d1663d0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955d48122342b5" /><Relationship Type="http://schemas.openxmlformats.org/officeDocument/2006/relationships/notesSlide" Target="/ppt/notesSlides/notesSlide8.xml" Id="R11b09da6a19547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cfcc5ae88a4377" /><Relationship Type="http://schemas.openxmlformats.org/officeDocument/2006/relationships/notesSlide" Target="/ppt/notesSlides/notesSlide9.xml" Id="R4ab4cad80f1c41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Changing 2D List Rows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2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must a new record be added as one complete inner list rather than as separate outer-list items?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How do later row positions change after insert() adds a row at position 1?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to the position of a row after an earlier row is deleted?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What three rows are printed after the append, insert and delete operations finish?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deleted club is not lost. Before the del line, store clubs[0]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removed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After the deletion,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append()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add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removed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the end and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"Moved to end:"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its name before the loop. The loop should now end with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 12"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9268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user supplies the new club. Ask for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name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a whole-number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members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store them as a row in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new_club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append it. Remove the fixed Music insert. Ask for a row to delete from 0 to 2, then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the remaining clubs.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15 and 0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 18"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 15"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2D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schedule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with rows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"Talk"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1],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"Quiz"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2] and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"Demo"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3]. Ask for a position, an event name and a whole-number room, then insert the new row. Ask for a position to delete and delete that row. Use a </a:t>
            </a:r>
            <a:r>
              <a:rPr sz="2050" b="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display each event and room.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new_club =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(new_club)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clubs.insert(1, [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"Music"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9])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 </a:t>
            </a:r>
            <a:r>
              <a:rPr sz="1400">
                <a:solidFill>
                  <a:srgbClr val="C45E00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clubs:</a:t>
            </a:r>
            <a:b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(club[0], club[1])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.append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del clubs[0][0]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2026-09-28T09:10:44.4920000Z</dcterms:created>
  <dcterms:modified xsi:type="dcterms:W3CDTF">2026-09-28T09:10:44.4920000Z</dcterms:modified>
</coreProperties>
</file>