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c11c876ad64f90" /><Relationship Type="http://schemas.openxmlformats.org/officeDocument/2006/relationships/extended-properties" Target="/docProps/app.xml" Id="R1b84a1c57ecf4fb3" /><Relationship Type="http://schemas.openxmlformats.org/officeDocument/2006/relationships/officeDocument" Target="/ppt/presentation.xml" Id="R59c8fde0b680471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2cf70c515f04b29"/>
  </p:sldMasterIdLst>
  <p:notesMasterIdLst>
    <p:notesMasterId xmlns:r="http://schemas.openxmlformats.org/officeDocument/2006/relationships" r:id="Rc13ac12946b9430a"/>
  </p:notesMasterIdLst>
  <p:sldIdLst>
    <p:sldId xmlns:r="http://schemas.openxmlformats.org/officeDocument/2006/relationships" id="256" r:id="R566892d5fb0343aa"/>
    <p:sldId xmlns:r="http://schemas.openxmlformats.org/officeDocument/2006/relationships" id="257" r:id="R8c7d38846c4240c6"/>
    <p:sldId xmlns:r="http://schemas.openxmlformats.org/officeDocument/2006/relationships" id="258" r:id="R6158e1ee8db040dd"/>
    <p:sldId xmlns:r="http://schemas.openxmlformats.org/officeDocument/2006/relationships" id="259" r:id="Rb492ffefc86e4cfb"/>
    <p:sldId xmlns:r="http://schemas.openxmlformats.org/officeDocument/2006/relationships" id="260" r:id="Ra770e40eda4d42e3"/>
    <p:sldId xmlns:r="http://schemas.openxmlformats.org/officeDocument/2006/relationships" id="261" r:id="R252fef8bcaf5425a"/>
    <p:sldId xmlns:r="http://schemas.openxmlformats.org/officeDocument/2006/relationships" id="262" r:id="R1ead9bf332344b53"/>
    <p:sldId xmlns:r="http://schemas.openxmlformats.org/officeDocument/2006/relationships" id="263" r:id="R0f336a2ae2a24946"/>
    <p:sldId xmlns:r="http://schemas.openxmlformats.org/officeDocument/2006/relationships" id="264" r:id="Rf8854f954e2948b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6bdfbb99a91405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5dc39ac89947a7" /><Relationship Type="http://schemas.openxmlformats.org/officeDocument/2006/relationships/slideMaster" Target="/ppt/slideMasters/slideMaster1.xml" Id="R82cf70c515f04b29" /><Relationship Type="http://schemas.openxmlformats.org/officeDocument/2006/relationships/notesMaster" Target="/ppt/notesMasters/notesMaster1.xml" Id="Rc13ac12946b9430a" /><Relationship Type="http://schemas.openxmlformats.org/officeDocument/2006/relationships/presProps" Target="/ppt/presProps.xml" Id="R13bcde0110504b3f" /><Relationship Type="http://schemas.openxmlformats.org/officeDocument/2006/relationships/viewProps" Target="/ppt/viewProps.xml" Id="R36a5d66cc57d4456" /><Relationship Type="http://schemas.openxmlformats.org/officeDocument/2006/relationships/tableStyles" Target="/ppt/tableStyles.xml" Id="Rfd86928e8c524089" /><Relationship Type="http://schemas.openxmlformats.org/officeDocument/2006/relationships/font" Target="/ppt/fonts/font.dat" Id="Ra6bdfbb99a91405f" /><Relationship Type="http://schemas.openxmlformats.org/officeDocument/2006/relationships/slide" Target="/ppt/slides/slide1.xml" Id="R566892d5fb0343aa" /><Relationship Type="http://schemas.openxmlformats.org/officeDocument/2006/relationships/slide" Target="/ppt/slides/slide2.xml" Id="R8c7d38846c4240c6" /><Relationship Type="http://schemas.openxmlformats.org/officeDocument/2006/relationships/slide" Target="/ppt/slides/slide3.xml" Id="R6158e1ee8db040dd" /><Relationship Type="http://schemas.openxmlformats.org/officeDocument/2006/relationships/slide" Target="/ppt/slides/slide4.xml" Id="Rb492ffefc86e4cfb" /><Relationship Type="http://schemas.openxmlformats.org/officeDocument/2006/relationships/slide" Target="/ppt/slides/slide5.xml" Id="Ra770e40eda4d42e3" /><Relationship Type="http://schemas.openxmlformats.org/officeDocument/2006/relationships/slide" Target="/ppt/slides/slide6.xml" Id="R252fef8bcaf5425a" /><Relationship Type="http://schemas.openxmlformats.org/officeDocument/2006/relationships/slide" Target="/ppt/slides/slide7.xml" Id="R1ead9bf332344b53" /><Relationship Type="http://schemas.openxmlformats.org/officeDocument/2006/relationships/slide" Target="/ppt/slides/slide8.xml" Id="R0f336a2ae2a24946" /><Relationship Type="http://schemas.openxmlformats.org/officeDocument/2006/relationships/slide" Target="/ppt/slides/slide9.xml" Id="Rf8854f954e2948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a961a3fa0340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bb49f97b5b4f4c" /><Relationship Type="http://schemas.openxmlformats.org/officeDocument/2006/relationships/notesMaster" Target="/ppt/notesMasters/notesMaster1.xml" Id="Rc844bcc6c2a548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e2ebffe9044f40" /><Relationship Type="http://schemas.openxmlformats.org/officeDocument/2006/relationships/notesMaster" Target="/ppt/notesMasters/notesMaster1.xml" Id="R80f94e0ebc104d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095f3743f54ae9" /><Relationship Type="http://schemas.openxmlformats.org/officeDocument/2006/relationships/notesMaster" Target="/ppt/notesMasters/notesMaster1.xml" Id="Rc403ecaa954040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ca6482bb7a4efa" /><Relationship Type="http://schemas.openxmlformats.org/officeDocument/2006/relationships/notesMaster" Target="/ppt/notesMasters/notesMaster1.xml" Id="Re99165fd10eb44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e98141a4f34b83" /><Relationship Type="http://schemas.openxmlformats.org/officeDocument/2006/relationships/notesMaster" Target="/ppt/notesMasters/notesMaster1.xml" Id="R1747d09d0e8c4b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bfea1203844ff4" /><Relationship Type="http://schemas.openxmlformats.org/officeDocument/2006/relationships/notesMaster" Target="/ppt/notesMasters/notesMaster1.xml" Id="R5630a9846d274a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75dc6206f54e16" /><Relationship Type="http://schemas.openxmlformats.org/officeDocument/2006/relationships/notesMaster" Target="/ppt/notesMasters/notesMaster1.xml" Id="R59d3f14d4a9741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54994e747e4703" /><Relationship Type="http://schemas.openxmlformats.org/officeDocument/2006/relationships/notesMaster" Target="/ppt/notesMasters/notesMaster1.xml" Id="R818337823a904e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3119487439421d" /><Relationship Type="http://schemas.openxmlformats.org/officeDocument/2006/relationships/notesMaster" Target="/ppt/notesMasters/notesMaster1.xml" Id="Rdb40410a2ceb4b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6237b56db84c7a" /><Relationship Type="http://schemas.openxmlformats.org/officeDocument/2006/relationships/image" Target="/ppt/media/image.png" Id="R0b29937aac1540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efda72718241de" /><Relationship Type="http://schemas.openxmlformats.org/officeDocument/2006/relationships/image" Target="/ppt/media/image.png" Id="Re25a8e9ba2894a2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3dbf20e4ae4200" /><Relationship Type="http://schemas.openxmlformats.org/officeDocument/2006/relationships/image" Target="/ppt/media/image.png" Id="Rcefd2264c7fc4f4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177fe449b5462a" /><Relationship Type="http://schemas.openxmlformats.org/officeDocument/2006/relationships/image" Target="/ppt/media/image.png" Id="R75c62e9e38d84d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271ed22b342e4" /><Relationship Type="http://schemas.openxmlformats.org/officeDocument/2006/relationships/image" Target="/ppt/media/image.png" Id="Rd98c410fca4c436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ab32bcb3464078" /><Relationship Type="http://schemas.openxmlformats.org/officeDocument/2006/relationships/image" Target="/ppt/media/image.png" Id="R336ffe7448e0431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4e8c917ead4cb7" /><Relationship Type="http://schemas.openxmlformats.org/officeDocument/2006/relationships/image" Target="/ppt/media/image.png" Id="R6bbed140d771427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55689c449348d3" /><Relationship Type="http://schemas.openxmlformats.org/officeDocument/2006/relationships/image" Target="/ppt/media/image.png" Id="R25e76a860b60453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1fea3404d7432a" /><Relationship Type="http://schemas.openxmlformats.org/officeDocument/2006/relationships/image" Target="/ppt/media/image.png" Id="R5009b203be5a441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53593005794338" /><Relationship Type="http://schemas.openxmlformats.org/officeDocument/2006/relationships/image" Target="/ppt/media/image.png" Id="R6340905cbe8b4ce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18eb3a4f524cbf" /><Relationship Type="http://schemas.openxmlformats.org/officeDocument/2006/relationships/image" Target="/ppt/media/image.png" Id="R1810b55f69a3438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29937aac15408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5a8e9ba2894a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fd2264c7fc4f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c62e9e38d84d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8c410fca4c436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6ffe7448e043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bed140d771427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e76a860b6045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09b203be5a441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40905cbe8b4ce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10b55f69a3438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3c03bd5273460a" /><Relationship Type="http://schemas.openxmlformats.org/officeDocument/2006/relationships/slideLayout" Target="/ppt/slideLayouts/slideLayout1.xml" Id="R3822d91a35a648dc" /><Relationship Type="http://schemas.openxmlformats.org/officeDocument/2006/relationships/slideLayout" Target="/ppt/slideLayouts/slideLayout2.xml" Id="R59b4f624c7f14241" /><Relationship Type="http://schemas.openxmlformats.org/officeDocument/2006/relationships/slideLayout" Target="/ppt/slideLayouts/slideLayout3.xml" Id="R77b785a79a9d4291" /><Relationship Type="http://schemas.openxmlformats.org/officeDocument/2006/relationships/slideLayout" Target="/ppt/slideLayouts/slideLayout4.xml" Id="Rc0d46e1d42004408" /><Relationship Type="http://schemas.openxmlformats.org/officeDocument/2006/relationships/slideLayout" Target="/ppt/slideLayouts/slideLayout5.xml" Id="R262958ae8f364189" /><Relationship Type="http://schemas.openxmlformats.org/officeDocument/2006/relationships/slideLayout" Target="/ppt/slideLayouts/slideLayout6.xml" Id="R02a8a9c83adf43f4" /><Relationship Type="http://schemas.openxmlformats.org/officeDocument/2006/relationships/slideLayout" Target="/ppt/slideLayouts/slideLayout7.xml" Id="Rd28be6bd215244ed" /><Relationship Type="http://schemas.openxmlformats.org/officeDocument/2006/relationships/slideLayout" Target="/ppt/slideLayouts/slideLayout8.xml" Id="R9a9fac53059d445a" /><Relationship Type="http://schemas.openxmlformats.org/officeDocument/2006/relationships/slideLayout" Target="/ppt/slideLayouts/slideLayout9.xml" Id="Rb97f06b90ba041db" /><Relationship Type="http://schemas.openxmlformats.org/officeDocument/2006/relationships/slideLayout" Target="/ppt/slideLayouts/slideLayout10.xml" Id="Rd6d363c933184b75" /><Relationship Type="http://schemas.openxmlformats.org/officeDocument/2006/relationships/slideLayout" Target="/ppt/slideLayouts/slideLayout11.xml" Id="R20ddce08b4134fc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22d91a35a648dc"/>
    <p:sldLayoutId xmlns:r="http://schemas.openxmlformats.org/officeDocument/2006/relationships" id="2147483650" r:id="R59b4f624c7f14241"/>
    <p:sldLayoutId xmlns:r="http://schemas.openxmlformats.org/officeDocument/2006/relationships" id="2147483651" r:id="R77b785a79a9d4291"/>
    <p:sldLayoutId xmlns:r="http://schemas.openxmlformats.org/officeDocument/2006/relationships" id="2147483652" r:id="Rc0d46e1d42004408"/>
    <p:sldLayoutId xmlns:r="http://schemas.openxmlformats.org/officeDocument/2006/relationships" id="2147483653" r:id="R262958ae8f364189"/>
    <p:sldLayoutId xmlns:r="http://schemas.openxmlformats.org/officeDocument/2006/relationships" id="2147483654" r:id="R02a8a9c83adf43f4"/>
    <p:sldLayoutId xmlns:r="http://schemas.openxmlformats.org/officeDocument/2006/relationships" id="2147483655" r:id="Rd28be6bd215244ed"/>
    <p:sldLayoutId xmlns:r="http://schemas.openxmlformats.org/officeDocument/2006/relationships" id="2147483656" r:id="R9a9fac53059d445a"/>
    <p:sldLayoutId xmlns:r="http://schemas.openxmlformats.org/officeDocument/2006/relationships" id="2147483657" r:id="Rb97f06b90ba041db"/>
    <p:sldLayoutId xmlns:r="http://schemas.openxmlformats.org/officeDocument/2006/relationships" id="2147483658" r:id="Rd6d363c933184b75"/>
    <p:sldLayoutId xmlns:r="http://schemas.openxmlformats.org/officeDocument/2006/relationships" id="2147483659" r:id="R20ddce08b4134fc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2e6d27b41465d" /><Relationship Type="http://schemas.openxmlformats.org/officeDocument/2006/relationships/notesSlide" Target="/ppt/notesSlides/notesSlide1.xml" Id="R24d4aeb890ed40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9693b9709f47e1" /><Relationship Type="http://schemas.openxmlformats.org/officeDocument/2006/relationships/notesSlide" Target="/ppt/notesSlides/notesSlide2.xml" Id="R2a0f08d179d041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a8d11cfd404713" /><Relationship Type="http://schemas.openxmlformats.org/officeDocument/2006/relationships/notesSlide" Target="/ppt/notesSlides/notesSlide3.xml" Id="R094ec89742194d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b6ed0b2e634729" /><Relationship Type="http://schemas.openxmlformats.org/officeDocument/2006/relationships/notesSlide" Target="/ppt/notesSlides/notesSlide4.xml" Id="R769dc09bea4d48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6bd128bc654d8d" /><Relationship Type="http://schemas.openxmlformats.org/officeDocument/2006/relationships/notesSlide" Target="/ppt/notesSlides/notesSlide5.xml" Id="R36255d4e08094c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10326e0ea54cfe" /><Relationship Type="http://schemas.openxmlformats.org/officeDocument/2006/relationships/notesSlide" Target="/ppt/notesSlides/notesSlide6.xml" Id="R0d20dec8b5cd4e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a7bf5d49f74d52" /><Relationship Type="http://schemas.openxmlformats.org/officeDocument/2006/relationships/notesSlide" Target="/ppt/notesSlides/notesSlide7.xml" Id="R7c9335b72e9848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6bc44b26d94394" /><Relationship Type="http://schemas.openxmlformats.org/officeDocument/2006/relationships/notesSlide" Target="/ppt/notesSlides/notesSlide8.xml" Id="Rdd2800cf578942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46498301334e93" /><Relationship Type="http://schemas.openxmlformats.org/officeDocument/2006/relationships/notesSlide" Target="/ppt/notesSlides/notesSlide9.xml" Id="R988d7fad3dd243d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2D List Rows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new record be added as one complete inner list rather than as separate outer-list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How do later row positions change after insert() adds a row at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to the position of a row after an earlier row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three rows are printed after the append, insert and delete operations finish?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Insert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"Drama"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11] at row position 0 and remove the deletion line. The final output must begin Drama 11.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783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new club name and member count and store them in [name] and [members]. Store both values in [new_club], then append [new_club] to [clubs]. Ask for a deletion position from 0 to 2 and store it in [position], then delete that row.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each remaining club name and member count.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15 and position 0;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 18"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119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'Talk'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1],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'Quiz'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2] and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'Demo'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3] in [schedule]. Ask for an insertion position, event and room, then insert the new [event, room] row at that position. Ask for a different position and delete that row from the enlarged schedule. Use a counter called [number] to display each remaining position, event and room. Test inserting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'Workshop'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 at position 1 and deleting position 3;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"0 Talk 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 Workshop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 Quiz 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2026-08-28T09:25:53.3510000Z</dcterms:created>
  <dcterms:modified xsi:type="dcterms:W3CDTF">2026-08-28T09:25:53.3520000Z</dcterms:modified>
</coreProperties>
</file>