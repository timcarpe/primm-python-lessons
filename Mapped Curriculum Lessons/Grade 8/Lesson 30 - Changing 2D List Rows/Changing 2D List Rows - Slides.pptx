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a1930779cc4c7f" /><Relationship Type="http://schemas.openxmlformats.org/officeDocument/2006/relationships/extended-properties" Target="/docProps/app.xml" Id="Rd6602b25bc284530" /><Relationship Type="http://schemas.openxmlformats.org/officeDocument/2006/relationships/officeDocument" Target="/ppt/presentation.xml" Id="Rfb906eb951994fc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207c5cc744e4082"/>
  </p:sldMasterIdLst>
  <p:notesMasterIdLst>
    <p:notesMasterId xmlns:r="http://schemas.openxmlformats.org/officeDocument/2006/relationships" r:id="R9ee2a5aba42141f5"/>
  </p:notesMasterIdLst>
  <p:sldIdLst>
    <p:sldId xmlns:r="http://schemas.openxmlformats.org/officeDocument/2006/relationships" id="256" r:id="Rdd22b36c796e4d04"/>
    <p:sldId xmlns:r="http://schemas.openxmlformats.org/officeDocument/2006/relationships" id="257" r:id="R3c1a2636ca7e4a4f"/>
    <p:sldId xmlns:r="http://schemas.openxmlformats.org/officeDocument/2006/relationships" id="258" r:id="Ra431386bfc5b4e1d"/>
    <p:sldId xmlns:r="http://schemas.openxmlformats.org/officeDocument/2006/relationships" id="259" r:id="R35bb0089bb864b1e"/>
    <p:sldId xmlns:r="http://schemas.openxmlformats.org/officeDocument/2006/relationships" id="260" r:id="Rda4ec33750e34aaa"/>
    <p:sldId xmlns:r="http://schemas.openxmlformats.org/officeDocument/2006/relationships" id="261" r:id="Rd8ebab93fb684225"/>
    <p:sldId xmlns:r="http://schemas.openxmlformats.org/officeDocument/2006/relationships" id="262" r:id="R4c3e1b0a95ce4fb5"/>
    <p:sldId xmlns:r="http://schemas.openxmlformats.org/officeDocument/2006/relationships" id="263" r:id="R1c77aa842d704eea"/>
    <p:sldId xmlns:r="http://schemas.openxmlformats.org/officeDocument/2006/relationships" id="264" r:id="R5d547fc1d0cc4c5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84b2987a9394d8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da07a53a6041e5" /><Relationship Type="http://schemas.openxmlformats.org/officeDocument/2006/relationships/slideMaster" Target="/ppt/slideMasters/slideMaster1.xml" Id="Rc207c5cc744e4082" /><Relationship Type="http://schemas.openxmlformats.org/officeDocument/2006/relationships/notesMaster" Target="/ppt/notesMasters/notesMaster1.xml" Id="R9ee2a5aba42141f5" /><Relationship Type="http://schemas.openxmlformats.org/officeDocument/2006/relationships/presProps" Target="/ppt/presProps.xml" Id="R2bea619f1c114be0" /><Relationship Type="http://schemas.openxmlformats.org/officeDocument/2006/relationships/viewProps" Target="/ppt/viewProps.xml" Id="R5aada2d3f8be4437" /><Relationship Type="http://schemas.openxmlformats.org/officeDocument/2006/relationships/tableStyles" Target="/ppt/tableStyles.xml" Id="Rbcf5b97d129a4ba0" /><Relationship Type="http://schemas.openxmlformats.org/officeDocument/2006/relationships/font" Target="/ppt/fonts/font.dat" Id="Rd84b2987a9394d8a" /><Relationship Type="http://schemas.openxmlformats.org/officeDocument/2006/relationships/slide" Target="/ppt/slides/slide1.xml" Id="Rdd22b36c796e4d04" /><Relationship Type="http://schemas.openxmlformats.org/officeDocument/2006/relationships/slide" Target="/ppt/slides/slide2.xml" Id="R3c1a2636ca7e4a4f" /><Relationship Type="http://schemas.openxmlformats.org/officeDocument/2006/relationships/slide" Target="/ppt/slides/slide3.xml" Id="Ra431386bfc5b4e1d" /><Relationship Type="http://schemas.openxmlformats.org/officeDocument/2006/relationships/slide" Target="/ppt/slides/slide4.xml" Id="R35bb0089bb864b1e" /><Relationship Type="http://schemas.openxmlformats.org/officeDocument/2006/relationships/slide" Target="/ppt/slides/slide5.xml" Id="Rda4ec33750e34aaa" /><Relationship Type="http://schemas.openxmlformats.org/officeDocument/2006/relationships/slide" Target="/ppt/slides/slide6.xml" Id="Rd8ebab93fb684225" /><Relationship Type="http://schemas.openxmlformats.org/officeDocument/2006/relationships/slide" Target="/ppt/slides/slide7.xml" Id="R4c3e1b0a95ce4fb5" /><Relationship Type="http://schemas.openxmlformats.org/officeDocument/2006/relationships/slide" Target="/ppt/slides/slide8.xml" Id="R1c77aa842d704eea" /><Relationship Type="http://schemas.openxmlformats.org/officeDocument/2006/relationships/slide" Target="/ppt/slides/slide9.xml" Id="R5d547fc1d0cc4c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0398e0ee1846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1ebc1ca3194365" /><Relationship Type="http://schemas.openxmlformats.org/officeDocument/2006/relationships/notesMaster" Target="/ppt/notesMasters/notesMaster1.xml" Id="R87740394562948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e261f7ed2f448b" /><Relationship Type="http://schemas.openxmlformats.org/officeDocument/2006/relationships/notesMaster" Target="/ppt/notesMasters/notesMaster1.xml" Id="R3969a922e52d4a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3717ec525c48d4" /><Relationship Type="http://schemas.openxmlformats.org/officeDocument/2006/relationships/notesMaster" Target="/ppt/notesMasters/notesMaster1.xml" Id="R1d9a7e77b0c841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d00f0e71c54bdd" /><Relationship Type="http://schemas.openxmlformats.org/officeDocument/2006/relationships/notesMaster" Target="/ppt/notesMasters/notesMaster1.xml" Id="Rfb48d5506a7a4f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31a38e7e9f440b" /><Relationship Type="http://schemas.openxmlformats.org/officeDocument/2006/relationships/notesMaster" Target="/ppt/notesMasters/notesMaster1.xml" Id="Rdb0f47255d4a4f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bb07709859400d" /><Relationship Type="http://schemas.openxmlformats.org/officeDocument/2006/relationships/notesMaster" Target="/ppt/notesMasters/notesMaster1.xml" Id="R23b2a95f12dc44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1880208354431f" /><Relationship Type="http://schemas.openxmlformats.org/officeDocument/2006/relationships/notesMaster" Target="/ppt/notesMasters/notesMaster1.xml" Id="Re8767ffc4f004f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d3cb03305247f1" /><Relationship Type="http://schemas.openxmlformats.org/officeDocument/2006/relationships/notesMaster" Target="/ppt/notesMasters/notesMaster1.xml" Id="Rf436be4ccfcf47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82b793e02649ed" /><Relationship Type="http://schemas.openxmlformats.org/officeDocument/2006/relationships/notesMaster" Target="/ppt/notesMasters/notesMaster1.xml" Id="Rc3928f695de045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a43d48c0ee40da" /><Relationship Type="http://schemas.openxmlformats.org/officeDocument/2006/relationships/image" Target="/ppt/media/image.png" Id="R2f5f04cec56b48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08df306454c62" /><Relationship Type="http://schemas.openxmlformats.org/officeDocument/2006/relationships/image" Target="/ppt/media/image.png" Id="Rb20b68a45bcf496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93ba9c97584e7d" /><Relationship Type="http://schemas.openxmlformats.org/officeDocument/2006/relationships/image" Target="/ppt/media/image.png" Id="Rbe7720ae416c48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447aeb7f6f4ac7" /><Relationship Type="http://schemas.openxmlformats.org/officeDocument/2006/relationships/image" Target="/ppt/media/image.png" Id="R28442596828a496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98bb74a6d4df3" /><Relationship Type="http://schemas.openxmlformats.org/officeDocument/2006/relationships/image" Target="/ppt/media/image.png" Id="Rcdd260447312449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eae203e0584490" /><Relationship Type="http://schemas.openxmlformats.org/officeDocument/2006/relationships/image" Target="/ppt/media/image.png" Id="R2898d25ee33f45b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7cdc2deb94b28" /><Relationship Type="http://schemas.openxmlformats.org/officeDocument/2006/relationships/image" Target="/ppt/media/image.png" Id="R3c93c1f57ebc4ed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524dcbefaf4d1a" /><Relationship Type="http://schemas.openxmlformats.org/officeDocument/2006/relationships/image" Target="/ppt/media/image.png" Id="R4f35a6d543bf416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3af8b240794a59" /><Relationship Type="http://schemas.openxmlformats.org/officeDocument/2006/relationships/image" Target="/ppt/media/image.png" Id="R2d3d6bafc0e540e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e9670b69f04881" /><Relationship Type="http://schemas.openxmlformats.org/officeDocument/2006/relationships/image" Target="/ppt/media/image.png" Id="R1b474f57f9e749e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07ef72dfc64706" /><Relationship Type="http://schemas.openxmlformats.org/officeDocument/2006/relationships/image" Target="/ppt/media/image.png" Id="R1a27d0fc8d0a494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5f04cec56b48c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0b68a45bcf49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7720ae416c48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442596828a49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d26044731244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98d25ee33f45b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93c1f57ebc4e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35a6d543bf416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3d6bafc0e540e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474f57f9e749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27d0fc8d0a49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5515971bf94956" /><Relationship Type="http://schemas.openxmlformats.org/officeDocument/2006/relationships/slideLayout" Target="/ppt/slideLayouts/slideLayout1.xml" Id="R578fa7e37a7e4e12" /><Relationship Type="http://schemas.openxmlformats.org/officeDocument/2006/relationships/slideLayout" Target="/ppt/slideLayouts/slideLayout2.xml" Id="R74a1813afbd34c75" /><Relationship Type="http://schemas.openxmlformats.org/officeDocument/2006/relationships/slideLayout" Target="/ppt/slideLayouts/slideLayout3.xml" Id="Racf1efe4efce40fa" /><Relationship Type="http://schemas.openxmlformats.org/officeDocument/2006/relationships/slideLayout" Target="/ppt/slideLayouts/slideLayout4.xml" Id="Re31c7708783f49f2" /><Relationship Type="http://schemas.openxmlformats.org/officeDocument/2006/relationships/slideLayout" Target="/ppt/slideLayouts/slideLayout5.xml" Id="R92f64a5b963e4c8f" /><Relationship Type="http://schemas.openxmlformats.org/officeDocument/2006/relationships/slideLayout" Target="/ppt/slideLayouts/slideLayout6.xml" Id="R294ef00d343e4444" /><Relationship Type="http://schemas.openxmlformats.org/officeDocument/2006/relationships/slideLayout" Target="/ppt/slideLayouts/slideLayout7.xml" Id="R75e8013e51874c1e" /><Relationship Type="http://schemas.openxmlformats.org/officeDocument/2006/relationships/slideLayout" Target="/ppt/slideLayouts/slideLayout8.xml" Id="Re0c49e8bc99440f3" /><Relationship Type="http://schemas.openxmlformats.org/officeDocument/2006/relationships/slideLayout" Target="/ppt/slideLayouts/slideLayout9.xml" Id="R747e6aebbe314bfd" /><Relationship Type="http://schemas.openxmlformats.org/officeDocument/2006/relationships/slideLayout" Target="/ppt/slideLayouts/slideLayout10.xml" Id="Rb009d5a9a9fd4130" /><Relationship Type="http://schemas.openxmlformats.org/officeDocument/2006/relationships/slideLayout" Target="/ppt/slideLayouts/slideLayout11.xml" Id="Rea233914abb7461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8fa7e37a7e4e12"/>
    <p:sldLayoutId xmlns:r="http://schemas.openxmlformats.org/officeDocument/2006/relationships" id="2147483650" r:id="R74a1813afbd34c75"/>
    <p:sldLayoutId xmlns:r="http://schemas.openxmlformats.org/officeDocument/2006/relationships" id="2147483651" r:id="Racf1efe4efce40fa"/>
    <p:sldLayoutId xmlns:r="http://schemas.openxmlformats.org/officeDocument/2006/relationships" id="2147483652" r:id="Re31c7708783f49f2"/>
    <p:sldLayoutId xmlns:r="http://schemas.openxmlformats.org/officeDocument/2006/relationships" id="2147483653" r:id="R92f64a5b963e4c8f"/>
    <p:sldLayoutId xmlns:r="http://schemas.openxmlformats.org/officeDocument/2006/relationships" id="2147483654" r:id="R294ef00d343e4444"/>
    <p:sldLayoutId xmlns:r="http://schemas.openxmlformats.org/officeDocument/2006/relationships" id="2147483655" r:id="R75e8013e51874c1e"/>
    <p:sldLayoutId xmlns:r="http://schemas.openxmlformats.org/officeDocument/2006/relationships" id="2147483656" r:id="Re0c49e8bc99440f3"/>
    <p:sldLayoutId xmlns:r="http://schemas.openxmlformats.org/officeDocument/2006/relationships" id="2147483657" r:id="R747e6aebbe314bfd"/>
    <p:sldLayoutId xmlns:r="http://schemas.openxmlformats.org/officeDocument/2006/relationships" id="2147483658" r:id="Rb009d5a9a9fd4130"/>
    <p:sldLayoutId xmlns:r="http://schemas.openxmlformats.org/officeDocument/2006/relationships" id="2147483659" r:id="Rea233914abb7461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0ac62685a4588" /><Relationship Type="http://schemas.openxmlformats.org/officeDocument/2006/relationships/notesSlide" Target="/ppt/notesSlides/notesSlide1.xml" Id="R6532a083506641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63edc201bb4d94" /><Relationship Type="http://schemas.openxmlformats.org/officeDocument/2006/relationships/notesSlide" Target="/ppt/notesSlides/notesSlide2.xml" Id="R2af39ba5e4c340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74752b3e7f489d" /><Relationship Type="http://schemas.openxmlformats.org/officeDocument/2006/relationships/notesSlide" Target="/ppt/notesSlides/notesSlide3.xml" Id="Rcf82e11d0db34b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4f055835db4298" /><Relationship Type="http://schemas.openxmlformats.org/officeDocument/2006/relationships/notesSlide" Target="/ppt/notesSlides/notesSlide4.xml" Id="R860a121905eb4e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c2b8acdfb04a99" /><Relationship Type="http://schemas.openxmlformats.org/officeDocument/2006/relationships/notesSlide" Target="/ppt/notesSlides/notesSlide5.xml" Id="R5c6ee0ff664f46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ea67a454ae460e" /><Relationship Type="http://schemas.openxmlformats.org/officeDocument/2006/relationships/notesSlide" Target="/ppt/notesSlides/notesSlide6.xml" Id="Rf316b95c4ffd46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97f9483aaf46e4" /><Relationship Type="http://schemas.openxmlformats.org/officeDocument/2006/relationships/notesSlide" Target="/ppt/notesSlides/notesSlide7.xml" Id="R38f80b93a8d046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6a39da40be4d38" /><Relationship Type="http://schemas.openxmlformats.org/officeDocument/2006/relationships/notesSlide" Target="/ppt/notesSlides/notesSlide8.xml" Id="Reee43106d0b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33804cf735405d" /><Relationship Type="http://schemas.openxmlformats.org/officeDocument/2006/relationships/notesSlide" Target="/ppt/notesSlides/notesSlide9.xml" Id="R9da11c57629e450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2D List Rows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new record be added as one complete inner list rather than as separate outer-list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How do later row positions change after insert() adds a row at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to the position of a row after an earlier row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three rows are printed after the append, insert and delete operations finish?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deleted club is not lost. Before the del line, store clubs[0]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removed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deletion,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removed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end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to end:"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name before the loop. The loop should now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83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 supplies the new club.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 whole-number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them as a row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new_club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append it. Remove the fixed Music insert. Ask for a row to delete from 0 to 2,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the remaining clubs.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 and 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schedule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"Demo"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3]. Ask for a position, an event name and a whole-number room, then insert the new row. Ask for a position to delete and delete that row.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event and room.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2026-09-28T08:30:11.2130000Z</dcterms:created>
  <dcterms:modified xsi:type="dcterms:W3CDTF">2026-09-28T08:30:11.2130000Z</dcterms:modified>
</coreProperties>
</file>