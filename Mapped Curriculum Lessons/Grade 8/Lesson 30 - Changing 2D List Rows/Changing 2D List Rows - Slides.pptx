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1b91955f4e469a" /><Relationship Type="http://schemas.openxmlformats.org/officeDocument/2006/relationships/extended-properties" Target="/docProps/app.xml" Id="Ra6e5374f0766415f" /><Relationship Type="http://schemas.openxmlformats.org/officeDocument/2006/relationships/officeDocument" Target="/ppt/presentation.xml" Id="Rae22a4e11b3b4974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eda22e534df4eaa"/>
  </p:sldMasterIdLst>
  <p:notesMasterIdLst>
    <p:notesMasterId xmlns:r="http://schemas.openxmlformats.org/officeDocument/2006/relationships" r:id="Reb72087f228a424c"/>
  </p:notesMasterIdLst>
  <p:sldIdLst>
    <p:sldId xmlns:r="http://schemas.openxmlformats.org/officeDocument/2006/relationships" id="256" r:id="Rd8f75a7fb9204c65"/>
    <p:sldId xmlns:r="http://schemas.openxmlformats.org/officeDocument/2006/relationships" id="257" r:id="Recacfcfecb2e4bc6"/>
    <p:sldId xmlns:r="http://schemas.openxmlformats.org/officeDocument/2006/relationships" id="258" r:id="R7900b9bc0b54410a"/>
    <p:sldId xmlns:r="http://schemas.openxmlformats.org/officeDocument/2006/relationships" id="259" r:id="R3f6ad1acf9da4a9a"/>
    <p:sldId xmlns:r="http://schemas.openxmlformats.org/officeDocument/2006/relationships" id="260" r:id="R50e519b331ac49ee"/>
    <p:sldId xmlns:r="http://schemas.openxmlformats.org/officeDocument/2006/relationships" id="261" r:id="R1a37ca32074b42ba"/>
    <p:sldId xmlns:r="http://schemas.openxmlformats.org/officeDocument/2006/relationships" id="262" r:id="Rcb908bbec33c47c4"/>
    <p:sldId xmlns:r="http://schemas.openxmlformats.org/officeDocument/2006/relationships" id="263" r:id="R82e1c551e46a4673"/>
    <p:sldId xmlns:r="http://schemas.openxmlformats.org/officeDocument/2006/relationships" id="264" r:id="R54ac6cbe68d54f08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6a9dd421594a4159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35566e919ee4024" /><Relationship Type="http://schemas.openxmlformats.org/officeDocument/2006/relationships/slideMaster" Target="/ppt/slideMasters/slideMaster1.xml" Id="Rbeda22e534df4eaa" /><Relationship Type="http://schemas.openxmlformats.org/officeDocument/2006/relationships/notesMaster" Target="/ppt/notesMasters/notesMaster1.xml" Id="Reb72087f228a424c" /><Relationship Type="http://schemas.openxmlformats.org/officeDocument/2006/relationships/presProps" Target="/ppt/presProps.xml" Id="R246fbfc47a2d43ed" /><Relationship Type="http://schemas.openxmlformats.org/officeDocument/2006/relationships/viewProps" Target="/ppt/viewProps.xml" Id="Ref176c3fddec45c3" /><Relationship Type="http://schemas.openxmlformats.org/officeDocument/2006/relationships/tableStyles" Target="/ppt/tableStyles.xml" Id="Rb3fb918024f34215" /><Relationship Type="http://schemas.openxmlformats.org/officeDocument/2006/relationships/font" Target="/ppt/fonts/font.dat" Id="R6a9dd421594a4159" /><Relationship Type="http://schemas.openxmlformats.org/officeDocument/2006/relationships/slide" Target="/ppt/slides/slide1.xml" Id="Rd8f75a7fb9204c65" /><Relationship Type="http://schemas.openxmlformats.org/officeDocument/2006/relationships/slide" Target="/ppt/slides/slide2.xml" Id="Recacfcfecb2e4bc6" /><Relationship Type="http://schemas.openxmlformats.org/officeDocument/2006/relationships/slide" Target="/ppt/slides/slide3.xml" Id="R7900b9bc0b54410a" /><Relationship Type="http://schemas.openxmlformats.org/officeDocument/2006/relationships/slide" Target="/ppt/slides/slide4.xml" Id="R3f6ad1acf9da4a9a" /><Relationship Type="http://schemas.openxmlformats.org/officeDocument/2006/relationships/slide" Target="/ppt/slides/slide5.xml" Id="R50e519b331ac49ee" /><Relationship Type="http://schemas.openxmlformats.org/officeDocument/2006/relationships/slide" Target="/ppt/slides/slide6.xml" Id="R1a37ca32074b42ba" /><Relationship Type="http://schemas.openxmlformats.org/officeDocument/2006/relationships/slide" Target="/ppt/slides/slide7.xml" Id="Rcb908bbec33c47c4" /><Relationship Type="http://schemas.openxmlformats.org/officeDocument/2006/relationships/slide" Target="/ppt/slides/slide8.xml" Id="R82e1c551e46a4673" /><Relationship Type="http://schemas.openxmlformats.org/officeDocument/2006/relationships/slide" Target="/ppt/slides/slide9.xml" Id="R54ac6cbe68d54f0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17836d6dd6429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d08c7b08624300" /><Relationship Type="http://schemas.openxmlformats.org/officeDocument/2006/relationships/notesMaster" Target="/ppt/notesMasters/notesMaster1.xml" Id="R5e10c70d66ee4e9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0f84047b87d4bce" /><Relationship Type="http://schemas.openxmlformats.org/officeDocument/2006/relationships/notesMaster" Target="/ppt/notesMasters/notesMaster1.xml" Id="Rf314affff70643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2b2b2f94e945ec" /><Relationship Type="http://schemas.openxmlformats.org/officeDocument/2006/relationships/notesMaster" Target="/ppt/notesMasters/notesMaster1.xml" Id="Re69b6aef2599472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96be8d385f74950" /><Relationship Type="http://schemas.openxmlformats.org/officeDocument/2006/relationships/notesMaster" Target="/ppt/notesMasters/notesMaster1.xml" Id="R4ac85ddbe031444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b8e90ffb4a4adb" /><Relationship Type="http://schemas.openxmlformats.org/officeDocument/2006/relationships/notesMaster" Target="/ppt/notesMasters/notesMaster1.xml" Id="R95cc0fdd2e7747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97e8963f8bc42ff" /><Relationship Type="http://schemas.openxmlformats.org/officeDocument/2006/relationships/notesMaster" Target="/ppt/notesMasters/notesMaster1.xml" Id="R74a93cf96ad8402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5a760e83844d8a" /><Relationship Type="http://schemas.openxmlformats.org/officeDocument/2006/relationships/notesMaster" Target="/ppt/notesMasters/notesMaster1.xml" Id="Rb99fb037ef3d4e4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b129d7af604275" /><Relationship Type="http://schemas.openxmlformats.org/officeDocument/2006/relationships/notesMaster" Target="/ppt/notesMasters/notesMaster1.xml" Id="R6d1e9529313d450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cea510f8484add" /><Relationship Type="http://schemas.openxmlformats.org/officeDocument/2006/relationships/notesMaster" Target="/ppt/notesMasters/notesMaster1.xml" Id="R99b7db94cda14b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1ddc195dee4a40" /><Relationship Type="http://schemas.openxmlformats.org/officeDocument/2006/relationships/image" Target="/ppt/media/image.png" Id="R96d4fa1dcfed4ec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67b92039d84396" /><Relationship Type="http://schemas.openxmlformats.org/officeDocument/2006/relationships/image" Target="/ppt/media/image.png" Id="Rb43a246f0d48409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838517822147c8" /><Relationship Type="http://schemas.openxmlformats.org/officeDocument/2006/relationships/image" Target="/ppt/media/image.png" Id="R4116e4c40704485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57470226434945" /><Relationship Type="http://schemas.openxmlformats.org/officeDocument/2006/relationships/image" Target="/ppt/media/image.png" Id="R9f96dd29aff6404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caa8f61a254b85" /><Relationship Type="http://schemas.openxmlformats.org/officeDocument/2006/relationships/image" Target="/ppt/media/image.png" Id="R055b47b1207e4fd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b91dee163047bd" /><Relationship Type="http://schemas.openxmlformats.org/officeDocument/2006/relationships/image" Target="/ppt/media/image.png" Id="Rf7e37151e86f4f2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f36ceb4691479e" /><Relationship Type="http://schemas.openxmlformats.org/officeDocument/2006/relationships/image" Target="/ppt/media/image.png" Id="R7ac49de4f2a2447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459afdd1ce40a1" /><Relationship Type="http://schemas.openxmlformats.org/officeDocument/2006/relationships/image" Target="/ppt/media/image.png" Id="R3aabeb21e60549d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4b7455286e431f" /><Relationship Type="http://schemas.openxmlformats.org/officeDocument/2006/relationships/image" Target="/ppt/media/image.png" Id="Rdf1810310cea459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ccce83bafd459d" /><Relationship Type="http://schemas.openxmlformats.org/officeDocument/2006/relationships/image" Target="/ppt/media/image.png" Id="R93d675c441d44de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97e83c3c97489c" /><Relationship Type="http://schemas.openxmlformats.org/officeDocument/2006/relationships/image" Target="/ppt/media/image.png" Id="R8a421a1bd9b9499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d4fa1dcfed4ece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43a246f0d48409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116e4c40704485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f96dd29aff6404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55b47b1207e4fd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7e37151e86f4f2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ac49de4f2a2447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aabeb21e60549d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f1810310cea459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3d675c441d44de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a421a1bd9b9499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1a55177a73447b" /><Relationship Type="http://schemas.openxmlformats.org/officeDocument/2006/relationships/slideLayout" Target="/ppt/slideLayouts/slideLayout1.xml" Id="Rceecf09c438f4e90" /><Relationship Type="http://schemas.openxmlformats.org/officeDocument/2006/relationships/slideLayout" Target="/ppt/slideLayouts/slideLayout2.xml" Id="Rcae9d04c0c4440be" /><Relationship Type="http://schemas.openxmlformats.org/officeDocument/2006/relationships/slideLayout" Target="/ppt/slideLayouts/slideLayout3.xml" Id="Rcea51b50be794869" /><Relationship Type="http://schemas.openxmlformats.org/officeDocument/2006/relationships/slideLayout" Target="/ppt/slideLayouts/slideLayout4.xml" Id="Rc63113262672420b" /><Relationship Type="http://schemas.openxmlformats.org/officeDocument/2006/relationships/slideLayout" Target="/ppt/slideLayouts/slideLayout5.xml" Id="R30a8a99b462f4421" /><Relationship Type="http://schemas.openxmlformats.org/officeDocument/2006/relationships/slideLayout" Target="/ppt/slideLayouts/slideLayout6.xml" Id="R52a84259181848af" /><Relationship Type="http://schemas.openxmlformats.org/officeDocument/2006/relationships/slideLayout" Target="/ppt/slideLayouts/slideLayout7.xml" Id="R56249d390e114068" /><Relationship Type="http://schemas.openxmlformats.org/officeDocument/2006/relationships/slideLayout" Target="/ppt/slideLayouts/slideLayout8.xml" Id="Rb6ef7f99300b459c" /><Relationship Type="http://schemas.openxmlformats.org/officeDocument/2006/relationships/slideLayout" Target="/ppt/slideLayouts/slideLayout9.xml" Id="R5b8f9ffdaa274eb0" /><Relationship Type="http://schemas.openxmlformats.org/officeDocument/2006/relationships/slideLayout" Target="/ppt/slideLayouts/slideLayout10.xml" Id="R9c94f16fb8174c3b" /><Relationship Type="http://schemas.openxmlformats.org/officeDocument/2006/relationships/slideLayout" Target="/ppt/slideLayouts/slideLayout11.xml" Id="Rd8eac2aacb5f4c9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eecf09c438f4e90"/>
    <p:sldLayoutId xmlns:r="http://schemas.openxmlformats.org/officeDocument/2006/relationships" id="2147483650" r:id="Rcae9d04c0c4440be"/>
    <p:sldLayoutId xmlns:r="http://schemas.openxmlformats.org/officeDocument/2006/relationships" id="2147483651" r:id="Rcea51b50be794869"/>
    <p:sldLayoutId xmlns:r="http://schemas.openxmlformats.org/officeDocument/2006/relationships" id="2147483652" r:id="Rc63113262672420b"/>
    <p:sldLayoutId xmlns:r="http://schemas.openxmlformats.org/officeDocument/2006/relationships" id="2147483653" r:id="R30a8a99b462f4421"/>
    <p:sldLayoutId xmlns:r="http://schemas.openxmlformats.org/officeDocument/2006/relationships" id="2147483654" r:id="R52a84259181848af"/>
    <p:sldLayoutId xmlns:r="http://schemas.openxmlformats.org/officeDocument/2006/relationships" id="2147483655" r:id="R56249d390e114068"/>
    <p:sldLayoutId xmlns:r="http://schemas.openxmlformats.org/officeDocument/2006/relationships" id="2147483656" r:id="Rb6ef7f99300b459c"/>
    <p:sldLayoutId xmlns:r="http://schemas.openxmlformats.org/officeDocument/2006/relationships" id="2147483657" r:id="R5b8f9ffdaa274eb0"/>
    <p:sldLayoutId xmlns:r="http://schemas.openxmlformats.org/officeDocument/2006/relationships" id="2147483658" r:id="R9c94f16fb8174c3b"/>
    <p:sldLayoutId xmlns:r="http://schemas.openxmlformats.org/officeDocument/2006/relationships" id="2147483659" r:id="Rd8eac2aacb5f4c94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25a3f295d04d10" /><Relationship Type="http://schemas.openxmlformats.org/officeDocument/2006/relationships/notesSlide" Target="/ppt/notesSlides/notesSlide1.xml" Id="Rd783fa2c7e1044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3a3bd3ed41b40fd" /><Relationship Type="http://schemas.openxmlformats.org/officeDocument/2006/relationships/notesSlide" Target="/ppt/notesSlides/notesSlide2.xml" Id="Rdf8bb9bd6e02489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cbaeb7b2b746d8" /><Relationship Type="http://schemas.openxmlformats.org/officeDocument/2006/relationships/notesSlide" Target="/ppt/notesSlides/notesSlide3.xml" Id="R852f3419ea7444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c5bf7e5d8147d6" /><Relationship Type="http://schemas.openxmlformats.org/officeDocument/2006/relationships/notesSlide" Target="/ppt/notesSlides/notesSlide4.xml" Id="Rb0736c94a41d44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f71c01734a4434" /><Relationship Type="http://schemas.openxmlformats.org/officeDocument/2006/relationships/notesSlide" Target="/ppt/notesSlides/notesSlide5.xml" Id="Rbace3990459d471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6bd07a66a54fb5" /><Relationship Type="http://schemas.openxmlformats.org/officeDocument/2006/relationships/notesSlide" Target="/ppt/notesSlides/notesSlide6.xml" Id="Rbaa15027517e4a8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60ac4f3d934746" /><Relationship Type="http://schemas.openxmlformats.org/officeDocument/2006/relationships/notesSlide" Target="/ppt/notesSlides/notesSlide7.xml" Id="R80d30ff74d1c40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23d43d711f43ca" /><Relationship Type="http://schemas.openxmlformats.org/officeDocument/2006/relationships/notesSlide" Target="/ppt/notesSlides/notesSlide8.xml" Id="R788cd7221f5c433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4b5c7dec7d4686" /><Relationship Type="http://schemas.openxmlformats.org/officeDocument/2006/relationships/notesSlide" Target="/ppt/notesSlides/notesSlide9.xml" Id="Rd2a97adce1bb4e5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Changing 2D List Rows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30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must a new record be added as one complete inner list rather than as separate outer-list items?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How do later row positions change after insert() adds a row at position 1?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to the position of a row after an earlier row is deleted?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three rows are printed after the append, insert and delete operations finish?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deleted club is not lost. Before the del line, store clubs[0]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removed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After the deletion,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append()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add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removed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the end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"Moved to end:"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its name before the loop. The loop should now end with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 12"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2683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user supplies the new club. Ask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a whole-number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members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store them as a row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new_club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append it. Remove the fixed Music insert. Ask for a row to delete from 0 to 2, then use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the remaining clubs.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15 and 0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 18"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15"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2D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schedule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rows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"Talk"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1],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"Quiz"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2] and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"Demo"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3]. Ask for a position, an event name and a whole-number room, then insert the new row. Ask for a position to delete and delete that row. Use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each event and room.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2026-09-28T06:21:07.8330000Z</dcterms:created>
  <dcterms:modified xsi:type="dcterms:W3CDTF">2026-09-28T06:21:07.8330000Z</dcterms:modified>
</coreProperties>
</file>