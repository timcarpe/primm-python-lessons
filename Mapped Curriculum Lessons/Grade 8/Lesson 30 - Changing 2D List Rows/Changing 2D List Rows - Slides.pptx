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cfbce940d83474f" /><Relationship Type="http://schemas.openxmlformats.org/officeDocument/2006/relationships/extended-properties" Target="/docProps/app.xml" Id="Rd22b4a566bb94935" /><Relationship Type="http://schemas.openxmlformats.org/officeDocument/2006/relationships/officeDocument" Target="/ppt/presentation.xml" Id="Rae90c4a2750045f2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e7beebb586404a69"/>
  </p:sldMasterIdLst>
  <p:notesMasterIdLst>
    <p:notesMasterId xmlns:r="http://schemas.openxmlformats.org/officeDocument/2006/relationships" r:id="R98f8f7c6094744d3"/>
  </p:notesMasterIdLst>
  <p:sldIdLst>
    <p:sldId xmlns:r="http://schemas.openxmlformats.org/officeDocument/2006/relationships" id="256" r:id="R10309fa9655b423c"/>
    <p:sldId xmlns:r="http://schemas.openxmlformats.org/officeDocument/2006/relationships" id="257" r:id="Rf57042ba83b04608"/>
    <p:sldId xmlns:r="http://schemas.openxmlformats.org/officeDocument/2006/relationships" id="258" r:id="Rfe9a012c97a24e90"/>
    <p:sldId xmlns:r="http://schemas.openxmlformats.org/officeDocument/2006/relationships" id="259" r:id="R3c78ebb1283a4aa9"/>
    <p:sldId xmlns:r="http://schemas.openxmlformats.org/officeDocument/2006/relationships" id="260" r:id="R828456a381124d83"/>
    <p:sldId xmlns:r="http://schemas.openxmlformats.org/officeDocument/2006/relationships" id="261" r:id="R6a71af33eae440b1"/>
    <p:sldId xmlns:r="http://schemas.openxmlformats.org/officeDocument/2006/relationships" id="262" r:id="R59a5133bc8e94a30"/>
    <p:sldId xmlns:r="http://schemas.openxmlformats.org/officeDocument/2006/relationships" id="263" r:id="R2c639450b39a47c9"/>
    <p:sldId xmlns:r="http://schemas.openxmlformats.org/officeDocument/2006/relationships" id="264" r:id="R211dafaf12fd4021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0a36268090c3467e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2edd9d91b474f3c" /><Relationship Type="http://schemas.openxmlformats.org/officeDocument/2006/relationships/slideMaster" Target="/ppt/slideMasters/slideMaster1.xml" Id="Re7beebb586404a69" /><Relationship Type="http://schemas.openxmlformats.org/officeDocument/2006/relationships/notesMaster" Target="/ppt/notesMasters/notesMaster1.xml" Id="R98f8f7c6094744d3" /><Relationship Type="http://schemas.openxmlformats.org/officeDocument/2006/relationships/presProps" Target="/ppt/presProps.xml" Id="R03c78ea6217d4333" /><Relationship Type="http://schemas.openxmlformats.org/officeDocument/2006/relationships/viewProps" Target="/ppt/viewProps.xml" Id="R720db7b0a6b449e7" /><Relationship Type="http://schemas.openxmlformats.org/officeDocument/2006/relationships/tableStyles" Target="/ppt/tableStyles.xml" Id="R18f2c6aa980c4934" /><Relationship Type="http://schemas.openxmlformats.org/officeDocument/2006/relationships/font" Target="/ppt/fonts/font.dat" Id="R0a36268090c3467e" /><Relationship Type="http://schemas.openxmlformats.org/officeDocument/2006/relationships/slide" Target="/ppt/slides/slide1.xml" Id="R10309fa9655b423c" /><Relationship Type="http://schemas.openxmlformats.org/officeDocument/2006/relationships/slide" Target="/ppt/slides/slide2.xml" Id="Rf57042ba83b04608" /><Relationship Type="http://schemas.openxmlformats.org/officeDocument/2006/relationships/slide" Target="/ppt/slides/slide3.xml" Id="Rfe9a012c97a24e90" /><Relationship Type="http://schemas.openxmlformats.org/officeDocument/2006/relationships/slide" Target="/ppt/slides/slide4.xml" Id="R3c78ebb1283a4aa9" /><Relationship Type="http://schemas.openxmlformats.org/officeDocument/2006/relationships/slide" Target="/ppt/slides/slide5.xml" Id="R828456a381124d83" /><Relationship Type="http://schemas.openxmlformats.org/officeDocument/2006/relationships/slide" Target="/ppt/slides/slide6.xml" Id="R6a71af33eae440b1" /><Relationship Type="http://schemas.openxmlformats.org/officeDocument/2006/relationships/slide" Target="/ppt/slides/slide7.xml" Id="R59a5133bc8e94a30" /><Relationship Type="http://schemas.openxmlformats.org/officeDocument/2006/relationships/slide" Target="/ppt/slides/slide8.xml" Id="R2c639450b39a47c9" /><Relationship Type="http://schemas.openxmlformats.org/officeDocument/2006/relationships/slide" Target="/ppt/slides/slide9.xml" Id="R211dafaf12fd402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f44a6b7c421406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b294450ceb4877" /><Relationship Type="http://schemas.openxmlformats.org/officeDocument/2006/relationships/notesMaster" Target="/ppt/notesMasters/notesMaster1.xml" Id="R7501e714aa2a4b1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0c8b0f91a684d22" /><Relationship Type="http://schemas.openxmlformats.org/officeDocument/2006/relationships/notesMaster" Target="/ppt/notesMasters/notesMaster1.xml" Id="R457f13cf8c6440d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d6061ad090e42ae" /><Relationship Type="http://schemas.openxmlformats.org/officeDocument/2006/relationships/notesMaster" Target="/ppt/notesMasters/notesMaster1.xml" Id="R3c5171c44e8c4e7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40374213d654864" /><Relationship Type="http://schemas.openxmlformats.org/officeDocument/2006/relationships/notesMaster" Target="/ppt/notesMasters/notesMaster1.xml" Id="Ra95d5a265a53481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2cd792112904e61" /><Relationship Type="http://schemas.openxmlformats.org/officeDocument/2006/relationships/notesMaster" Target="/ppt/notesMasters/notesMaster1.xml" Id="Ra2910f4709f44be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125b74900f43a2" /><Relationship Type="http://schemas.openxmlformats.org/officeDocument/2006/relationships/notesMaster" Target="/ppt/notesMasters/notesMaster1.xml" Id="Redc0ca14d19b4e0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23b099f403a42f0" /><Relationship Type="http://schemas.openxmlformats.org/officeDocument/2006/relationships/notesMaster" Target="/ppt/notesMasters/notesMaster1.xml" Id="Rd7d0ce32fba545b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0ea8b755098406d" /><Relationship Type="http://schemas.openxmlformats.org/officeDocument/2006/relationships/notesMaster" Target="/ppt/notesMasters/notesMaster1.xml" Id="R70f0427053d6412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46349ecb3e04da1" /><Relationship Type="http://schemas.openxmlformats.org/officeDocument/2006/relationships/notesMaster" Target="/ppt/notesMasters/notesMaster1.xml" Id="R2ec0bae38e8a489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bad1b6741c4242" /><Relationship Type="http://schemas.openxmlformats.org/officeDocument/2006/relationships/image" Target="/ppt/media/image.png" Id="R7179579a5e334dd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620907deda4bd6" /><Relationship Type="http://schemas.openxmlformats.org/officeDocument/2006/relationships/image" Target="/ppt/media/image.png" Id="R52948c6700f34c3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6dd11f40e446c2" /><Relationship Type="http://schemas.openxmlformats.org/officeDocument/2006/relationships/image" Target="/ppt/media/image.png" Id="R3e7b49ba614841a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7b5a5c20c94a5c" /><Relationship Type="http://schemas.openxmlformats.org/officeDocument/2006/relationships/image" Target="/ppt/media/image.png" Id="R6553ced69f094ad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4b3fdbaef249ec" /><Relationship Type="http://schemas.openxmlformats.org/officeDocument/2006/relationships/image" Target="/ppt/media/image.png" Id="Ra6173a4f2b3b49e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798f79062c45d0" /><Relationship Type="http://schemas.openxmlformats.org/officeDocument/2006/relationships/image" Target="/ppt/media/image.png" Id="R4b10f2d208944fb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08acde074e4998" /><Relationship Type="http://schemas.openxmlformats.org/officeDocument/2006/relationships/image" Target="/ppt/media/image.png" Id="Rb1278066b4ae420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b9af7766c440c2" /><Relationship Type="http://schemas.openxmlformats.org/officeDocument/2006/relationships/image" Target="/ppt/media/image.png" Id="Ra3e6f915009f4f7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81f5ac4aaf4c74" /><Relationship Type="http://schemas.openxmlformats.org/officeDocument/2006/relationships/image" Target="/ppt/media/image.png" Id="R3af78b70be894ad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2999ee4d944211" /><Relationship Type="http://schemas.openxmlformats.org/officeDocument/2006/relationships/image" Target="/ppt/media/image.png" Id="Rf36e7aa1ca194e8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c4dde48b0146c1" /><Relationship Type="http://schemas.openxmlformats.org/officeDocument/2006/relationships/image" Target="/ppt/media/image.png" Id="Raa2e276e722c4055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179579a5e334dd2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2948c6700f34c3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e7b49ba614841a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553ced69f094ad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6173a4f2b3b49e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b10f2d208944fb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1278066b4ae420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3e6f915009f4f7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af78b70be894ad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36e7aa1ca194e8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a2e276e722c405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6c643b6af244df3" /><Relationship Type="http://schemas.openxmlformats.org/officeDocument/2006/relationships/slideLayout" Target="/ppt/slideLayouts/slideLayout1.xml" Id="R9790e06eb828441d" /><Relationship Type="http://schemas.openxmlformats.org/officeDocument/2006/relationships/slideLayout" Target="/ppt/slideLayouts/slideLayout2.xml" Id="Rd7d3e594b0d24099" /><Relationship Type="http://schemas.openxmlformats.org/officeDocument/2006/relationships/slideLayout" Target="/ppt/slideLayouts/slideLayout3.xml" Id="Radf914222cb2422d" /><Relationship Type="http://schemas.openxmlformats.org/officeDocument/2006/relationships/slideLayout" Target="/ppt/slideLayouts/slideLayout4.xml" Id="Rdb33e949344045e3" /><Relationship Type="http://schemas.openxmlformats.org/officeDocument/2006/relationships/slideLayout" Target="/ppt/slideLayouts/slideLayout5.xml" Id="R4d08ff18e04d4308" /><Relationship Type="http://schemas.openxmlformats.org/officeDocument/2006/relationships/slideLayout" Target="/ppt/slideLayouts/slideLayout6.xml" Id="R570e8fb8f1f44daf" /><Relationship Type="http://schemas.openxmlformats.org/officeDocument/2006/relationships/slideLayout" Target="/ppt/slideLayouts/slideLayout7.xml" Id="Rdb6b9c7c65d64d2b" /><Relationship Type="http://schemas.openxmlformats.org/officeDocument/2006/relationships/slideLayout" Target="/ppt/slideLayouts/slideLayout8.xml" Id="R48c0c34484d2472c" /><Relationship Type="http://schemas.openxmlformats.org/officeDocument/2006/relationships/slideLayout" Target="/ppt/slideLayouts/slideLayout9.xml" Id="Ra86cf08214c84f75" /><Relationship Type="http://schemas.openxmlformats.org/officeDocument/2006/relationships/slideLayout" Target="/ppt/slideLayouts/slideLayout10.xml" Id="Re938ce59bbe34e67" /><Relationship Type="http://schemas.openxmlformats.org/officeDocument/2006/relationships/slideLayout" Target="/ppt/slideLayouts/slideLayout11.xml" Id="R3c33c9ffad704b0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790e06eb828441d"/>
    <p:sldLayoutId xmlns:r="http://schemas.openxmlformats.org/officeDocument/2006/relationships" id="2147483650" r:id="Rd7d3e594b0d24099"/>
    <p:sldLayoutId xmlns:r="http://schemas.openxmlformats.org/officeDocument/2006/relationships" id="2147483651" r:id="Radf914222cb2422d"/>
    <p:sldLayoutId xmlns:r="http://schemas.openxmlformats.org/officeDocument/2006/relationships" id="2147483652" r:id="Rdb33e949344045e3"/>
    <p:sldLayoutId xmlns:r="http://schemas.openxmlformats.org/officeDocument/2006/relationships" id="2147483653" r:id="R4d08ff18e04d4308"/>
    <p:sldLayoutId xmlns:r="http://schemas.openxmlformats.org/officeDocument/2006/relationships" id="2147483654" r:id="R570e8fb8f1f44daf"/>
    <p:sldLayoutId xmlns:r="http://schemas.openxmlformats.org/officeDocument/2006/relationships" id="2147483655" r:id="Rdb6b9c7c65d64d2b"/>
    <p:sldLayoutId xmlns:r="http://schemas.openxmlformats.org/officeDocument/2006/relationships" id="2147483656" r:id="R48c0c34484d2472c"/>
    <p:sldLayoutId xmlns:r="http://schemas.openxmlformats.org/officeDocument/2006/relationships" id="2147483657" r:id="Ra86cf08214c84f75"/>
    <p:sldLayoutId xmlns:r="http://schemas.openxmlformats.org/officeDocument/2006/relationships" id="2147483658" r:id="Re938ce59bbe34e67"/>
    <p:sldLayoutId xmlns:r="http://schemas.openxmlformats.org/officeDocument/2006/relationships" id="2147483659" r:id="R3c33c9ffad704b05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bc2fb0c2224d55" /><Relationship Type="http://schemas.openxmlformats.org/officeDocument/2006/relationships/notesSlide" Target="/ppt/notesSlides/notesSlide1.xml" Id="R5716e9d721094fc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13c08b8d9d54101" /><Relationship Type="http://schemas.openxmlformats.org/officeDocument/2006/relationships/notesSlide" Target="/ppt/notesSlides/notesSlide2.xml" Id="R69f0e29eeb6a482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fbffb139214c95" /><Relationship Type="http://schemas.openxmlformats.org/officeDocument/2006/relationships/notesSlide" Target="/ppt/notesSlides/notesSlide3.xml" Id="R7e8e0cb2f0a9479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83a5b50a4e74dc5" /><Relationship Type="http://schemas.openxmlformats.org/officeDocument/2006/relationships/notesSlide" Target="/ppt/notesSlides/notesSlide4.xml" Id="Rbae97765d45949f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33493f57f994b74" /><Relationship Type="http://schemas.openxmlformats.org/officeDocument/2006/relationships/notesSlide" Target="/ppt/notesSlides/notesSlide5.xml" Id="Rc9b0b2b870754f0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0c40efe233417f" /><Relationship Type="http://schemas.openxmlformats.org/officeDocument/2006/relationships/notesSlide" Target="/ppt/notesSlides/notesSlide6.xml" Id="R86b981d0a89e464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f95ff6546624a2f" /><Relationship Type="http://schemas.openxmlformats.org/officeDocument/2006/relationships/notesSlide" Target="/ppt/notesSlides/notesSlide7.xml" Id="R8239c72acb044dd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de6b0d4a4274f1b" /><Relationship Type="http://schemas.openxmlformats.org/officeDocument/2006/relationships/notesSlide" Target="/ppt/notesSlides/notesSlide8.xml" Id="Re0fdc3c2b01f489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096c25f956479a" /><Relationship Type="http://schemas.openxmlformats.org/officeDocument/2006/relationships/notesSlide" Target="/ppt/notesSlides/notesSlide9.xml" Id="R2a49b8c837b74f8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Changing 2D List Rows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30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must a new record be added as one complete inner list rather than as separate outer-list items?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How do later row positions change after insert() adds a row at position 1?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to the position of a row after an earlier row is deleted?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three rows are printed after the append, insert and delete operations finish?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the deleted club is not lost. Before the del line, store clubs[0]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removed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After the deletion,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append()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add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removed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the end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"Moved to end:"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its name before the loop. The loop should now end with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 12"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92683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the user supplies the new club. Ask for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a whole-number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members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store them as a row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new_club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append it. Remove the fixed Music insert. Ask for a row to delete from 0 to 2, then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the remaining clubs.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15 and 0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 18"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 15"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2D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schedule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rows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"Talk"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1],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"Quiz"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2] and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"Demo"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3]. Ask for a position, an event name and a whole-number room, then insert the new row. Ask for a position to delete and delete that row.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each event and room.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new_club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(new_club)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clubs.insert(1,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9])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(club[0], club[1])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clubs[0][0]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(clubs)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2026-09-29T02:08:38.5890000Z</dcterms:created>
  <dcterms:modified xsi:type="dcterms:W3CDTF">2026-09-29T02:08:38.5890000Z</dcterms:modified>
</coreProperties>
</file>