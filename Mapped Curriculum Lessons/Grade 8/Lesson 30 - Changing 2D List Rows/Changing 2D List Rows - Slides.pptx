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ed3184544524f71" /><Relationship Type="http://schemas.openxmlformats.org/officeDocument/2006/relationships/extended-properties" Target="/docProps/app.xml" Id="Recb7b70fe8a244c8" /><Relationship Type="http://schemas.openxmlformats.org/officeDocument/2006/relationships/officeDocument" Target="/ppt/presentation.xml" Id="R03f6b75bbfdd4cd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35d16c6771904848"/>
  </p:sldMasterIdLst>
  <p:notesMasterIdLst>
    <p:notesMasterId xmlns:r="http://schemas.openxmlformats.org/officeDocument/2006/relationships" r:id="R755c6676602b41f7"/>
  </p:notesMasterIdLst>
  <p:sldIdLst>
    <p:sldId xmlns:r="http://schemas.openxmlformats.org/officeDocument/2006/relationships" id="256" r:id="R1fa4e63787f947c1"/>
    <p:sldId xmlns:r="http://schemas.openxmlformats.org/officeDocument/2006/relationships" id="257" r:id="Ra2fa8082b0a24966"/>
    <p:sldId xmlns:r="http://schemas.openxmlformats.org/officeDocument/2006/relationships" id="258" r:id="R078dd673d13448a7"/>
    <p:sldId xmlns:r="http://schemas.openxmlformats.org/officeDocument/2006/relationships" id="259" r:id="R5169097f9cb54cac"/>
    <p:sldId xmlns:r="http://schemas.openxmlformats.org/officeDocument/2006/relationships" id="260" r:id="Rd83a43660e764308"/>
    <p:sldId xmlns:r="http://schemas.openxmlformats.org/officeDocument/2006/relationships" id="261" r:id="R21aea94917fb460c"/>
    <p:sldId xmlns:r="http://schemas.openxmlformats.org/officeDocument/2006/relationships" id="262" r:id="Redba353425104490"/>
    <p:sldId xmlns:r="http://schemas.openxmlformats.org/officeDocument/2006/relationships" id="263" r:id="Re0ae995e912248cb"/>
    <p:sldId xmlns:r="http://schemas.openxmlformats.org/officeDocument/2006/relationships" id="264" r:id="Rae44ed3ea95a495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b9a94b277fb407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b9653b82da4a10" /><Relationship Type="http://schemas.openxmlformats.org/officeDocument/2006/relationships/slideMaster" Target="/ppt/slideMasters/slideMaster1.xml" Id="R35d16c6771904848" /><Relationship Type="http://schemas.openxmlformats.org/officeDocument/2006/relationships/notesMaster" Target="/ppt/notesMasters/notesMaster1.xml" Id="R755c6676602b41f7" /><Relationship Type="http://schemas.openxmlformats.org/officeDocument/2006/relationships/presProps" Target="/ppt/presProps.xml" Id="R335e9d1d23a1445e" /><Relationship Type="http://schemas.openxmlformats.org/officeDocument/2006/relationships/viewProps" Target="/ppt/viewProps.xml" Id="R2fe585d5a9354abb" /><Relationship Type="http://schemas.openxmlformats.org/officeDocument/2006/relationships/tableStyles" Target="/ppt/tableStyles.xml" Id="Rcde20210a3554f5a" /><Relationship Type="http://schemas.openxmlformats.org/officeDocument/2006/relationships/font" Target="/ppt/fonts/font.dat" Id="R3b9a94b277fb407f" /><Relationship Type="http://schemas.openxmlformats.org/officeDocument/2006/relationships/slide" Target="/ppt/slides/slide1.xml" Id="R1fa4e63787f947c1" /><Relationship Type="http://schemas.openxmlformats.org/officeDocument/2006/relationships/slide" Target="/ppt/slides/slide2.xml" Id="Ra2fa8082b0a24966" /><Relationship Type="http://schemas.openxmlformats.org/officeDocument/2006/relationships/slide" Target="/ppt/slides/slide3.xml" Id="R078dd673d13448a7" /><Relationship Type="http://schemas.openxmlformats.org/officeDocument/2006/relationships/slide" Target="/ppt/slides/slide4.xml" Id="R5169097f9cb54cac" /><Relationship Type="http://schemas.openxmlformats.org/officeDocument/2006/relationships/slide" Target="/ppt/slides/slide5.xml" Id="Rd83a43660e764308" /><Relationship Type="http://schemas.openxmlformats.org/officeDocument/2006/relationships/slide" Target="/ppt/slides/slide6.xml" Id="R21aea94917fb460c" /><Relationship Type="http://schemas.openxmlformats.org/officeDocument/2006/relationships/slide" Target="/ppt/slides/slide7.xml" Id="Redba353425104490" /><Relationship Type="http://schemas.openxmlformats.org/officeDocument/2006/relationships/slide" Target="/ppt/slides/slide8.xml" Id="Re0ae995e912248cb" /><Relationship Type="http://schemas.openxmlformats.org/officeDocument/2006/relationships/slide" Target="/ppt/slides/slide9.xml" Id="Rae44ed3ea95a49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8cde8ea35444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59fca0957a4c83" /><Relationship Type="http://schemas.openxmlformats.org/officeDocument/2006/relationships/notesMaster" Target="/ppt/notesMasters/notesMaster1.xml" Id="R5f9d0147263546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ad6e90bb654d58" /><Relationship Type="http://schemas.openxmlformats.org/officeDocument/2006/relationships/notesMaster" Target="/ppt/notesMasters/notesMaster1.xml" Id="R83a8a87361a748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66343300bdf4eea" /><Relationship Type="http://schemas.openxmlformats.org/officeDocument/2006/relationships/notesMaster" Target="/ppt/notesMasters/notesMaster1.xml" Id="R2917d5b0a0e94f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04286ed5af4012" /><Relationship Type="http://schemas.openxmlformats.org/officeDocument/2006/relationships/notesMaster" Target="/ppt/notesMasters/notesMaster1.xml" Id="R9ca6ca49cc4b43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a0f0951d9e44a0" /><Relationship Type="http://schemas.openxmlformats.org/officeDocument/2006/relationships/notesMaster" Target="/ppt/notesMasters/notesMaster1.xml" Id="Rd4721e8809c546c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d39bcd4bed4f94" /><Relationship Type="http://schemas.openxmlformats.org/officeDocument/2006/relationships/notesMaster" Target="/ppt/notesMasters/notesMaster1.xml" Id="Rcb340592803643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1f2644e26dd4a6a" /><Relationship Type="http://schemas.openxmlformats.org/officeDocument/2006/relationships/notesMaster" Target="/ppt/notesMasters/notesMaster1.xml" Id="R9ffde9511e7340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e81051be0bc4f4e" /><Relationship Type="http://schemas.openxmlformats.org/officeDocument/2006/relationships/notesMaster" Target="/ppt/notesMasters/notesMaster1.xml" Id="Ra7a900cca5064c1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99823f529654d3e" /><Relationship Type="http://schemas.openxmlformats.org/officeDocument/2006/relationships/notesMaster" Target="/ppt/notesMasters/notesMaster1.xml" Id="Ra5514b5df4814f0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7b1fe195e34e15" /><Relationship Type="http://schemas.openxmlformats.org/officeDocument/2006/relationships/image" Target="/ppt/media/image.png" Id="R3765eacbf13a47a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7ac64ac2fa46c9" /><Relationship Type="http://schemas.openxmlformats.org/officeDocument/2006/relationships/image" Target="/ppt/media/image.png" Id="R816ba9ca3a2f42d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42f08fb172462b" /><Relationship Type="http://schemas.openxmlformats.org/officeDocument/2006/relationships/image" Target="/ppt/media/image.png" Id="R02ae4625e50a480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ff777ff00e401b" /><Relationship Type="http://schemas.openxmlformats.org/officeDocument/2006/relationships/image" Target="/ppt/media/image.png" Id="R6332a4dab02d492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87a4ae6406498f" /><Relationship Type="http://schemas.openxmlformats.org/officeDocument/2006/relationships/image" Target="/ppt/media/image.png" Id="Ra29b9d78c0504c6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53de99910741bd" /><Relationship Type="http://schemas.openxmlformats.org/officeDocument/2006/relationships/image" Target="/ppt/media/image.png" Id="Rd92fa1909151487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af4e22ee5b48f9" /><Relationship Type="http://schemas.openxmlformats.org/officeDocument/2006/relationships/image" Target="/ppt/media/image.png" Id="R18c738095de5448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ea5cabab7948b6" /><Relationship Type="http://schemas.openxmlformats.org/officeDocument/2006/relationships/image" Target="/ppt/media/image.png" Id="R6ec259decb9349f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c3ad8c162249b0" /><Relationship Type="http://schemas.openxmlformats.org/officeDocument/2006/relationships/image" Target="/ppt/media/image.png" Id="R7aaa7bf4fa5a41f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8a46babb864691" /><Relationship Type="http://schemas.openxmlformats.org/officeDocument/2006/relationships/image" Target="/ppt/media/image.png" Id="R74fb22e85f8446c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bea366bd214348" /><Relationship Type="http://schemas.openxmlformats.org/officeDocument/2006/relationships/image" Target="/ppt/media/image.png" Id="R145de827d5ac46c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65eacbf13a47a4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16ba9ca3a2f42d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2ae4625e50a480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32a4dab02d492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29b9d78c0504c6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92fa1909151487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c738095de5448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c259decb9349f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aa7bf4fa5a41f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fb22e85f8446c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5de827d5ac46c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d946fcd1c34d54" /><Relationship Type="http://schemas.openxmlformats.org/officeDocument/2006/relationships/slideLayout" Target="/ppt/slideLayouts/slideLayout1.xml" Id="R0ac17df308224fdc" /><Relationship Type="http://schemas.openxmlformats.org/officeDocument/2006/relationships/slideLayout" Target="/ppt/slideLayouts/slideLayout2.xml" Id="Re00304133253434f" /><Relationship Type="http://schemas.openxmlformats.org/officeDocument/2006/relationships/slideLayout" Target="/ppt/slideLayouts/slideLayout3.xml" Id="R8d551b0c46cd4ebb" /><Relationship Type="http://schemas.openxmlformats.org/officeDocument/2006/relationships/slideLayout" Target="/ppt/slideLayouts/slideLayout4.xml" Id="R0b97ae934a874416" /><Relationship Type="http://schemas.openxmlformats.org/officeDocument/2006/relationships/slideLayout" Target="/ppt/slideLayouts/slideLayout5.xml" Id="Rbc462aeef0f24844" /><Relationship Type="http://schemas.openxmlformats.org/officeDocument/2006/relationships/slideLayout" Target="/ppt/slideLayouts/slideLayout6.xml" Id="R3483c65f0dc6464f" /><Relationship Type="http://schemas.openxmlformats.org/officeDocument/2006/relationships/slideLayout" Target="/ppt/slideLayouts/slideLayout7.xml" Id="R22d072a9f0fa466c" /><Relationship Type="http://schemas.openxmlformats.org/officeDocument/2006/relationships/slideLayout" Target="/ppt/slideLayouts/slideLayout8.xml" Id="R8e7c5adf014247f7" /><Relationship Type="http://schemas.openxmlformats.org/officeDocument/2006/relationships/slideLayout" Target="/ppt/slideLayouts/slideLayout9.xml" Id="Rcbed097ca35f46e8" /><Relationship Type="http://schemas.openxmlformats.org/officeDocument/2006/relationships/slideLayout" Target="/ppt/slideLayouts/slideLayout10.xml" Id="Re2d8c2bec9bf49fc" /><Relationship Type="http://schemas.openxmlformats.org/officeDocument/2006/relationships/slideLayout" Target="/ppt/slideLayouts/slideLayout11.xml" Id="Rc6ea4ff343fa492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c17df308224fdc"/>
    <p:sldLayoutId xmlns:r="http://schemas.openxmlformats.org/officeDocument/2006/relationships" id="2147483650" r:id="Re00304133253434f"/>
    <p:sldLayoutId xmlns:r="http://schemas.openxmlformats.org/officeDocument/2006/relationships" id="2147483651" r:id="R8d551b0c46cd4ebb"/>
    <p:sldLayoutId xmlns:r="http://schemas.openxmlformats.org/officeDocument/2006/relationships" id="2147483652" r:id="R0b97ae934a874416"/>
    <p:sldLayoutId xmlns:r="http://schemas.openxmlformats.org/officeDocument/2006/relationships" id="2147483653" r:id="Rbc462aeef0f24844"/>
    <p:sldLayoutId xmlns:r="http://schemas.openxmlformats.org/officeDocument/2006/relationships" id="2147483654" r:id="R3483c65f0dc6464f"/>
    <p:sldLayoutId xmlns:r="http://schemas.openxmlformats.org/officeDocument/2006/relationships" id="2147483655" r:id="R22d072a9f0fa466c"/>
    <p:sldLayoutId xmlns:r="http://schemas.openxmlformats.org/officeDocument/2006/relationships" id="2147483656" r:id="R8e7c5adf014247f7"/>
    <p:sldLayoutId xmlns:r="http://schemas.openxmlformats.org/officeDocument/2006/relationships" id="2147483657" r:id="Rcbed097ca35f46e8"/>
    <p:sldLayoutId xmlns:r="http://schemas.openxmlformats.org/officeDocument/2006/relationships" id="2147483658" r:id="Re2d8c2bec9bf49fc"/>
    <p:sldLayoutId xmlns:r="http://schemas.openxmlformats.org/officeDocument/2006/relationships" id="2147483659" r:id="Rc6ea4ff343fa492b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5323029e0d4be3" /><Relationship Type="http://schemas.openxmlformats.org/officeDocument/2006/relationships/notesSlide" Target="/ppt/notesSlides/notesSlide1.xml" Id="R5046e5fed4394ef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14361a49b749da" /><Relationship Type="http://schemas.openxmlformats.org/officeDocument/2006/relationships/notesSlide" Target="/ppt/notesSlides/notesSlide2.xml" Id="R696f617c9fc847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6f04cadc9c4d2a" /><Relationship Type="http://schemas.openxmlformats.org/officeDocument/2006/relationships/notesSlide" Target="/ppt/notesSlides/notesSlide3.xml" Id="R4c7f97ceb77445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c3f25ecfb94964" /><Relationship Type="http://schemas.openxmlformats.org/officeDocument/2006/relationships/notesSlide" Target="/ppt/notesSlides/notesSlide4.xml" Id="R80e36b0ad12349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9a79fdfb724a63" /><Relationship Type="http://schemas.openxmlformats.org/officeDocument/2006/relationships/notesSlide" Target="/ppt/notesSlides/notesSlide5.xml" Id="R81c9ae70d01e44f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c6fd3504f848a8" /><Relationship Type="http://schemas.openxmlformats.org/officeDocument/2006/relationships/notesSlide" Target="/ppt/notesSlides/notesSlide6.xml" Id="R46c27e8094c944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48aa2767404eb7" /><Relationship Type="http://schemas.openxmlformats.org/officeDocument/2006/relationships/notesSlide" Target="/ppt/notesSlides/notesSlide7.xml" Id="Ra9f15a1d7a1244b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3aeda187ed43b3" /><Relationship Type="http://schemas.openxmlformats.org/officeDocument/2006/relationships/notesSlide" Target="/ppt/notesSlides/notesSlide8.xml" Id="R01d4d5f5332949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8412802f3145be" /><Relationship Type="http://schemas.openxmlformats.org/officeDocument/2006/relationships/notesSlide" Target="/ppt/notesSlides/notesSlide9.xml" Id="R701fb1f134b44b9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Changing 2D List Rows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a new record be added as one complete inner list rather than as separate outer-list items?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How do later row positions change after insert() adds a row at position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to the position of a row after an earlier row is deleted?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three rows are printed after the append, insert and delete operations finish?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Insert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"Drama"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11] at row position 0 and remove the deletion line. The final output must begin Drama 11.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new club name and member count, build a two-field row, append it, then ask for one valid row position to delete. Display the remaining rows.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an event schedule editor with three [event, room] rows. Insert one user-created row at a valid position, delete a different valid row from the enlarged schedule, and display numbered remaining rows using a counter.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2026-08-27T03:55:30.4680000Z</dcterms:created>
  <dcterms:modified xsi:type="dcterms:W3CDTF">2026-08-27T03:55:30.4680000Z</dcterms:modified>
</coreProperties>
</file>