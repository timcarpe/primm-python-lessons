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f8b4a90ce749aa" /><Relationship Type="http://schemas.openxmlformats.org/officeDocument/2006/relationships/extended-properties" Target="/docProps/app.xml" Id="Ra9bd81239f724976" /><Relationship Type="http://schemas.openxmlformats.org/officeDocument/2006/relationships/officeDocument" Target="/ppt/presentation.xml" Id="Re7a97255a2ef4b7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130b05e03d84765"/>
  </p:sldMasterIdLst>
  <p:notesMasterIdLst>
    <p:notesMasterId xmlns:r="http://schemas.openxmlformats.org/officeDocument/2006/relationships" r:id="R26d18b80446e48c8"/>
  </p:notesMasterIdLst>
  <p:sldIdLst>
    <p:sldId xmlns:r="http://schemas.openxmlformats.org/officeDocument/2006/relationships" id="256" r:id="R5eedbc0ad8df4ef2"/>
    <p:sldId xmlns:r="http://schemas.openxmlformats.org/officeDocument/2006/relationships" id="257" r:id="R75f76ae78df74178"/>
    <p:sldId xmlns:r="http://schemas.openxmlformats.org/officeDocument/2006/relationships" id="258" r:id="R087f03323e7c4b50"/>
    <p:sldId xmlns:r="http://schemas.openxmlformats.org/officeDocument/2006/relationships" id="259" r:id="R910ecacb02454986"/>
    <p:sldId xmlns:r="http://schemas.openxmlformats.org/officeDocument/2006/relationships" id="260" r:id="R912942509b0e4aff"/>
    <p:sldId xmlns:r="http://schemas.openxmlformats.org/officeDocument/2006/relationships" id="261" r:id="R58de4d06eb104db7"/>
    <p:sldId xmlns:r="http://schemas.openxmlformats.org/officeDocument/2006/relationships" id="262" r:id="R0bbf732b7fda4d05"/>
    <p:sldId xmlns:r="http://schemas.openxmlformats.org/officeDocument/2006/relationships" id="263" r:id="Rdfe514508cf143be"/>
    <p:sldId xmlns:r="http://schemas.openxmlformats.org/officeDocument/2006/relationships" id="264" r:id="Rf5a2999a50414b0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6a82c9f6a4b4f8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ad97bc90ed4d04" /><Relationship Type="http://schemas.openxmlformats.org/officeDocument/2006/relationships/slideMaster" Target="/ppt/slideMasters/slideMaster1.xml" Id="R9130b05e03d84765" /><Relationship Type="http://schemas.openxmlformats.org/officeDocument/2006/relationships/notesMaster" Target="/ppt/notesMasters/notesMaster1.xml" Id="R26d18b80446e48c8" /><Relationship Type="http://schemas.openxmlformats.org/officeDocument/2006/relationships/presProps" Target="/ppt/presProps.xml" Id="Rb720f6ad31e3488a" /><Relationship Type="http://schemas.openxmlformats.org/officeDocument/2006/relationships/viewProps" Target="/ppt/viewProps.xml" Id="R1e488fd4ba354c21" /><Relationship Type="http://schemas.openxmlformats.org/officeDocument/2006/relationships/tableStyles" Target="/ppt/tableStyles.xml" Id="Rbba066e8eab34c1a" /><Relationship Type="http://schemas.openxmlformats.org/officeDocument/2006/relationships/font" Target="/ppt/fonts/font.dat" Id="Rc6a82c9f6a4b4f88" /><Relationship Type="http://schemas.openxmlformats.org/officeDocument/2006/relationships/slide" Target="/ppt/slides/slide1.xml" Id="R5eedbc0ad8df4ef2" /><Relationship Type="http://schemas.openxmlformats.org/officeDocument/2006/relationships/slide" Target="/ppt/slides/slide2.xml" Id="R75f76ae78df74178" /><Relationship Type="http://schemas.openxmlformats.org/officeDocument/2006/relationships/slide" Target="/ppt/slides/slide3.xml" Id="R087f03323e7c4b50" /><Relationship Type="http://schemas.openxmlformats.org/officeDocument/2006/relationships/slide" Target="/ppt/slides/slide4.xml" Id="R910ecacb02454986" /><Relationship Type="http://schemas.openxmlformats.org/officeDocument/2006/relationships/slide" Target="/ppt/slides/slide5.xml" Id="R912942509b0e4aff" /><Relationship Type="http://schemas.openxmlformats.org/officeDocument/2006/relationships/slide" Target="/ppt/slides/slide6.xml" Id="R58de4d06eb104db7" /><Relationship Type="http://schemas.openxmlformats.org/officeDocument/2006/relationships/slide" Target="/ppt/slides/slide7.xml" Id="R0bbf732b7fda4d05" /><Relationship Type="http://schemas.openxmlformats.org/officeDocument/2006/relationships/slide" Target="/ppt/slides/slide8.xml" Id="Rdfe514508cf143be" /><Relationship Type="http://schemas.openxmlformats.org/officeDocument/2006/relationships/slide" Target="/ppt/slides/slide9.xml" Id="Rf5a2999a50414b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202c6a93d642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bd7aea478b497b" /><Relationship Type="http://schemas.openxmlformats.org/officeDocument/2006/relationships/notesMaster" Target="/ppt/notesMasters/notesMaster1.xml" Id="R1032662e3c7f4a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793dfc748643cb" /><Relationship Type="http://schemas.openxmlformats.org/officeDocument/2006/relationships/notesMaster" Target="/ppt/notesMasters/notesMaster1.xml" Id="R198ec32573044e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1ffb8a5290452b" /><Relationship Type="http://schemas.openxmlformats.org/officeDocument/2006/relationships/notesMaster" Target="/ppt/notesMasters/notesMaster1.xml" Id="Rbd84db08b35b45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4b8c1ffafd4a98" /><Relationship Type="http://schemas.openxmlformats.org/officeDocument/2006/relationships/notesMaster" Target="/ppt/notesMasters/notesMaster1.xml" Id="Rc1ac6b77fb414f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161b5fd024388" /><Relationship Type="http://schemas.openxmlformats.org/officeDocument/2006/relationships/notesMaster" Target="/ppt/notesMasters/notesMaster1.xml" Id="R5688a46c1c4f43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935cd0377b4284" /><Relationship Type="http://schemas.openxmlformats.org/officeDocument/2006/relationships/notesMaster" Target="/ppt/notesMasters/notesMaster1.xml" Id="R839e4831cf1444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774a783b944987" /><Relationship Type="http://schemas.openxmlformats.org/officeDocument/2006/relationships/notesMaster" Target="/ppt/notesMasters/notesMaster1.xml" Id="Refc41dc5920949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c73b2903624dab" /><Relationship Type="http://schemas.openxmlformats.org/officeDocument/2006/relationships/notesMaster" Target="/ppt/notesMasters/notesMaster1.xml" Id="R0c2ac88f56974f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1b795689e140ef" /><Relationship Type="http://schemas.openxmlformats.org/officeDocument/2006/relationships/notesMaster" Target="/ppt/notesMasters/notesMaster1.xml" Id="R9857f6142a9b42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d376f08ca54489" /><Relationship Type="http://schemas.openxmlformats.org/officeDocument/2006/relationships/image" Target="/ppt/media/image.png" Id="R15e97a0d1f914c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137bcb39414bee" /><Relationship Type="http://schemas.openxmlformats.org/officeDocument/2006/relationships/image" Target="/ppt/media/image.png" Id="Rb7952b91506d41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48d75bb0c8406f" /><Relationship Type="http://schemas.openxmlformats.org/officeDocument/2006/relationships/image" Target="/ppt/media/image.png" Id="R4c8c5b5587e54c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2bffb8ceae4477" /><Relationship Type="http://schemas.openxmlformats.org/officeDocument/2006/relationships/image" Target="/ppt/media/image.png" Id="R681883f1e07b4d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8bcf805f0444f" /><Relationship Type="http://schemas.openxmlformats.org/officeDocument/2006/relationships/image" Target="/ppt/media/image.png" Id="Rd1798b5c762648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17eedb29a44da" /><Relationship Type="http://schemas.openxmlformats.org/officeDocument/2006/relationships/image" Target="/ppt/media/image.png" Id="R8c34943526f54fe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47152dc004087" /><Relationship Type="http://schemas.openxmlformats.org/officeDocument/2006/relationships/image" Target="/ppt/media/image.png" Id="R6a2a16d2e28940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b978abd58f4ccd" /><Relationship Type="http://schemas.openxmlformats.org/officeDocument/2006/relationships/image" Target="/ppt/media/image.png" Id="R6906286fe4ad4d6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2537fd6424713" /><Relationship Type="http://schemas.openxmlformats.org/officeDocument/2006/relationships/image" Target="/ppt/media/image.png" Id="R70b0a8c22ed9434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3b5b4990d4d6c" /><Relationship Type="http://schemas.openxmlformats.org/officeDocument/2006/relationships/image" Target="/ppt/media/image.png" Id="Rccd4797c0de5475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640510a7749d2" /><Relationship Type="http://schemas.openxmlformats.org/officeDocument/2006/relationships/image" Target="/ppt/media/image.png" Id="Rd6a3d4bb61d641c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e97a0d1f914c8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952b91506d41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8c5b5587e54c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1883f1e07b4d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798b5c762648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34943526f54f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2a16d2e28940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06286fe4ad4d6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b0a8c22ed943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d4797c0de547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a3d4bb61d641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e268f24da54535" /><Relationship Type="http://schemas.openxmlformats.org/officeDocument/2006/relationships/slideLayout" Target="/ppt/slideLayouts/slideLayout1.xml" Id="R77f8ef4606ca4af3" /><Relationship Type="http://schemas.openxmlformats.org/officeDocument/2006/relationships/slideLayout" Target="/ppt/slideLayouts/slideLayout2.xml" Id="R038ce4086cfe4ca3" /><Relationship Type="http://schemas.openxmlformats.org/officeDocument/2006/relationships/slideLayout" Target="/ppt/slideLayouts/slideLayout3.xml" Id="R7fddefd65dfe47b0" /><Relationship Type="http://schemas.openxmlformats.org/officeDocument/2006/relationships/slideLayout" Target="/ppt/slideLayouts/slideLayout4.xml" Id="R87dd474b679d4a5f" /><Relationship Type="http://schemas.openxmlformats.org/officeDocument/2006/relationships/slideLayout" Target="/ppt/slideLayouts/slideLayout5.xml" Id="R2b6cefdfe3b54059" /><Relationship Type="http://schemas.openxmlformats.org/officeDocument/2006/relationships/slideLayout" Target="/ppt/slideLayouts/slideLayout6.xml" Id="R0c2f823f833a4786" /><Relationship Type="http://schemas.openxmlformats.org/officeDocument/2006/relationships/slideLayout" Target="/ppt/slideLayouts/slideLayout7.xml" Id="R3c086127d9844c8f" /><Relationship Type="http://schemas.openxmlformats.org/officeDocument/2006/relationships/slideLayout" Target="/ppt/slideLayouts/slideLayout8.xml" Id="Rb607f9bce7b444a6" /><Relationship Type="http://schemas.openxmlformats.org/officeDocument/2006/relationships/slideLayout" Target="/ppt/slideLayouts/slideLayout9.xml" Id="R3ad076602577458e" /><Relationship Type="http://schemas.openxmlformats.org/officeDocument/2006/relationships/slideLayout" Target="/ppt/slideLayouts/slideLayout10.xml" Id="Rffa5735c24ad4db4" /><Relationship Type="http://schemas.openxmlformats.org/officeDocument/2006/relationships/slideLayout" Target="/ppt/slideLayouts/slideLayout11.xml" Id="R3be3b2b00706433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f8ef4606ca4af3"/>
    <p:sldLayoutId xmlns:r="http://schemas.openxmlformats.org/officeDocument/2006/relationships" id="2147483650" r:id="R038ce4086cfe4ca3"/>
    <p:sldLayoutId xmlns:r="http://schemas.openxmlformats.org/officeDocument/2006/relationships" id="2147483651" r:id="R7fddefd65dfe47b0"/>
    <p:sldLayoutId xmlns:r="http://schemas.openxmlformats.org/officeDocument/2006/relationships" id="2147483652" r:id="R87dd474b679d4a5f"/>
    <p:sldLayoutId xmlns:r="http://schemas.openxmlformats.org/officeDocument/2006/relationships" id="2147483653" r:id="R2b6cefdfe3b54059"/>
    <p:sldLayoutId xmlns:r="http://schemas.openxmlformats.org/officeDocument/2006/relationships" id="2147483654" r:id="R0c2f823f833a4786"/>
    <p:sldLayoutId xmlns:r="http://schemas.openxmlformats.org/officeDocument/2006/relationships" id="2147483655" r:id="R3c086127d9844c8f"/>
    <p:sldLayoutId xmlns:r="http://schemas.openxmlformats.org/officeDocument/2006/relationships" id="2147483656" r:id="Rb607f9bce7b444a6"/>
    <p:sldLayoutId xmlns:r="http://schemas.openxmlformats.org/officeDocument/2006/relationships" id="2147483657" r:id="R3ad076602577458e"/>
    <p:sldLayoutId xmlns:r="http://schemas.openxmlformats.org/officeDocument/2006/relationships" id="2147483658" r:id="Rffa5735c24ad4db4"/>
    <p:sldLayoutId xmlns:r="http://schemas.openxmlformats.org/officeDocument/2006/relationships" id="2147483659" r:id="R3be3b2b00706433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cbfb6c6e643e2" /><Relationship Type="http://schemas.openxmlformats.org/officeDocument/2006/relationships/notesSlide" Target="/ppt/notesSlides/notesSlide1.xml" Id="R59524a49711542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b69ab60f7e4944" /><Relationship Type="http://schemas.openxmlformats.org/officeDocument/2006/relationships/notesSlide" Target="/ppt/notesSlides/notesSlide2.xml" Id="R97312115b2294d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023b209e2046a0" /><Relationship Type="http://schemas.openxmlformats.org/officeDocument/2006/relationships/notesSlide" Target="/ppt/notesSlides/notesSlide3.xml" Id="R9542335a1ae841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c7745f3ec94911" /><Relationship Type="http://schemas.openxmlformats.org/officeDocument/2006/relationships/notesSlide" Target="/ppt/notesSlides/notesSlide4.xml" Id="Raf350e4d9cc74c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ca1331916f456d" /><Relationship Type="http://schemas.openxmlformats.org/officeDocument/2006/relationships/notesSlide" Target="/ppt/notesSlides/notesSlide5.xml" Id="Rc5b72607820348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498901b8b74b35" /><Relationship Type="http://schemas.openxmlformats.org/officeDocument/2006/relationships/notesSlide" Target="/ppt/notesSlides/notesSlide6.xml" Id="R39add7c8cb7344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9f1ea2de8c45b6" /><Relationship Type="http://schemas.openxmlformats.org/officeDocument/2006/relationships/notesSlide" Target="/ppt/notesSlides/notesSlide7.xml" Id="R9aa71baac07c41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7a6144dbe344db" /><Relationship Type="http://schemas.openxmlformats.org/officeDocument/2006/relationships/notesSlide" Target="/ppt/notesSlides/notesSlide8.xml" Id="R087f30bb19b649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e2d68b12ae4f76" /><Relationship Type="http://schemas.openxmlformats.org/officeDocument/2006/relationships/notesSlide" Target="/ppt/notesSlides/notesSlide9.xml" Id="R5d0983649b9c4e4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"Drama"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11] at row position 0 and remove the deletion line. The final output must begin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"Drama"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11.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new club name and member count, build a two-field row, append it, then ask for one valid row position to delete. Display the remaining rows.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an event schedule editor with three [event, room] rows. Insert one user-created row at a valid position, delete a different valid row from the enlarged schedule, and display numbered remaining rows using a counter.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2026-08-26T04:06:51.4220000Z</dcterms:created>
  <dcterms:modified xsi:type="dcterms:W3CDTF">2026-08-26T04:06:51.4220000Z</dcterms:modified>
</coreProperties>
</file>