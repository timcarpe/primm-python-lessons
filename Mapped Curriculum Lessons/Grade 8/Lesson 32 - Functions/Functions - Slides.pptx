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4a30b5d93f4fd4" /><Relationship Type="http://schemas.openxmlformats.org/officeDocument/2006/relationships/extended-properties" Target="/docProps/app.xml" Id="Rcf267fdaa7a04fc5" /><Relationship Type="http://schemas.openxmlformats.org/officeDocument/2006/relationships/officeDocument" Target="/ppt/presentation.xml" Id="Rf2cb3e487ea34b8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1ac1c1c6c064af5"/>
  </p:sldMasterIdLst>
  <p:notesMasterIdLst>
    <p:notesMasterId xmlns:r="http://schemas.openxmlformats.org/officeDocument/2006/relationships" r:id="R4825fd6e60bb464f"/>
  </p:notesMasterIdLst>
  <p:sldIdLst>
    <p:sldId xmlns:r="http://schemas.openxmlformats.org/officeDocument/2006/relationships" id="256" r:id="Rf00c603fa0104bed"/>
    <p:sldId xmlns:r="http://schemas.openxmlformats.org/officeDocument/2006/relationships" id="257" r:id="R24caa167a130446d"/>
    <p:sldId xmlns:r="http://schemas.openxmlformats.org/officeDocument/2006/relationships" id="258" r:id="R157c3231d9bd46f1"/>
    <p:sldId xmlns:r="http://schemas.openxmlformats.org/officeDocument/2006/relationships" id="259" r:id="Rffdadcf27df84337"/>
    <p:sldId xmlns:r="http://schemas.openxmlformats.org/officeDocument/2006/relationships" id="260" r:id="Rd853e3bbf4ee4769"/>
    <p:sldId xmlns:r="http://schemas.openxmlformats.org/officeDocument/2006/relationships" id="261" r:id="R66219515668245c3"/>
    <p:sldId xmlns:r="http://schemas.openxmlformats.org/officeDocument/2006/relationships" id="262" r:id="R3e0d086e7fad4529"/>
    <p:sldId xmlns:r="http://schemas.openxmlformats.org/officeDocument/2006/relationships" id="263" r:id="R52860938eede4e32"/>
    <p:sldId xmlns:r="http://schemas.openxmlformats.org/officeDocument/2006/relationships" id="264" r:id="R678058c79a5b49e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6f8e60a513842b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465ed16efa4edd" /><Relationship Type="http://schemas.openxmlformats.org/officeDocument/2006/relationships/slideMaster" Target="/ppt/slideMasters/slideMaster1.xml" Id="R31ac1c1c6c064af5" /><Relationship Type="http://schemas.openxmlformats.org/officeDocument/2006/relationships/notesMaster" Target="/ppt/notesMasters/notesMaster1.xml" Id="R4825fd6e60bb464f" /><Relationship Type="http://schemas.openxmlformats.org/officeDocument/2006/relationships/presProps" Target="/ppt/presProps.xml" Id="R06ae579394dc40c0" /><Relationship Type="http://schemas.openxmlformats.org/officeDocument/2006/relationships/viewProps" Target="/ppt/viewProps.xml" Id="R911d9a2a398b4f59" /><Relationship Type="http://schemas.openxmlformats.org/officeDocument/2006/relationships/tableStyles" Target="/ppt/tableStyles.xml" Id="R76a22cf56f1e4925" /><Relationship Type="http://schemas.openxmlformats.org/officeDocument/2006/relationships/font" Target="/ppt/fonts/font.dat" Id="R06f8e60a513842b6" /><Relationship Type="http://schemas.openxmlformats.org/officeDocument/2006/relationships/slide" Target="/ppt/slides/slide1.xml" Id="Rf00c603fa0104bed" /><Relationship Type="http://schemas.openxmlformats.org/officeDocument/2006/relationships/slide" Target="/ppt/slides/slide2.xml" Id="R24caa167a130446d" /><Relationship Type="http://schemas.openxmlformats.org/officeDocument/2006/relationships/slide" Target="/ppt/slides/slide3.xml" Id="R157c3231d9bd46f1" /><Relationship Type="http://schemas.openxmlformats.org/officeDocument/2006/relationships/slide" Target="/ppt/slides/slide4.xml" Id="Rffdadcf27df84337" /><Relationship Type="http://schemas.openxmlformats.org/officeDocument/2006/relationships/slide" Target="/ppt/slides/slide5.xml" Id="Rd853e3bbf4ee4769" /><Relationship Type="http://schemas.openxmlformats.org/officeDocument/2006/relationships/slide" Target="/ppt/slides/slide6.xml" Id="R66219515668245c3" /><Relationship Type="http://schemas.openxmlformats.org/officeDocument/2006/relationships/slide" Target="/ppt/slides/slide7.xml" Id="R3e0d086e7fad4529" /><Relationship Type="http://schemas.openxmlformats.org/officeDocument/2006/relationships/slide" Target="/ppt/slides/slide8.xml" Id="R52860938eede4e32" /><Relationship Type="http://schemas.openxmlformats.org/officeDocument/2006/relationships/slide" Target="/ppt/slides/slide9.xml" Id="R678058c79a5b49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eefda9fc1245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17488094b349bd" /><Relationship Type="http://schemas.openxmlformats.org/officeDocument/2006/relationships/notesMaster" Target="/ppt/notesMasters/notesMaster1.xml" Id="Re1f360544a5e4f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9d6e96607d4e08" /><Relationship Type="http://schemas.openxmlformats.org/officeDocument/2006/relationships/notesMaster" Target="/ppt/notesMasters/notesMaster1.xml" Id="R96dd984d337d4a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f5973d3e4e4449" /><Relationship Type="http://schemas.openxmlformats.org/officeDocument/2006/relationships/notesMaster" Target="/ppt/notesMasters/notesMaster1.xml" Id="R6e59350ee0bd48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f57e89d6d14166" /><Relationship Type="http://schemas.openxmlformats.org/officeDocument/2006/relationships/notesMaster" Target="/ppt/notesMasters/notesMaster1.xml" Id="Rc7375fd1d0a144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8fec6980ec4786" /><Relationship Type="http://schemas.openxmlformats.org/officeDocument/2006/relationships/notesMaster" Target="/ppt/notesMasters/notesMaster1.xml" Id="Rf7f9916f95d342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ec53aaa7e34df7" /><Relationship Type="http://schemas.openxmlformats.org/officeDocument/2006/relationships/notesMaster" Target="/ppt/notesMasters/notesMaster1.xml" Id="R97360fce409d4d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0c5b79cf454229" /><Relationship Type="http://schemas.openxmlformats.org/officeDocument/2006/relationships/notesMaster" Target="/ppt/notesMasters/notesMaster1.xml" Id="R8d3525e9197340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3133304674405a" /><Relationship Type="http://schemas.openxmlformats.org/officeDocument/2006/relationships/notesMaster" Target="/ppt/notesMasters/notesMaster1.xml" Id="R91253e79253747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9cd4ab72344e90" /><Relationship Type="http://schemas.openxmlformats.org/officeDocument/2006/relationships/notesMaster" Target="/ppt/notesMasters/notesMaster1.xml" Id="R6fe81e2addcf40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bd0eebf8943be" /><Relationship Type="http://schemas.openxmlformats.org/officeDocument/2006/relationships/image" Target="/ppt/media/image.png" Id="R60f98c0e2bf247c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3b0a4d5187481a" /><Relationship Type="http://schemas.openxmlformats.org/officeDocument/2006/relationships/image" Target="/ppt/media/image.png" Id="R855e432ad19842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8783e912f4b45" /><Relationship Type="http://schemas.openxmlformats.org/officeDocument/2006/relationships/image" Target="/ppt/media/image.png" Id="R7149699bba93407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c40f2d92694c63" /><Relationship Type="http://schemas.openxmlformats.org/officeDocument/2006/relationships/image" Target="/ppt/media/image.png" Id="Rc04bd1dc004a45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532b62594a4c66" /><Relationship Type="http://schemas.openxmlformats.org/officeDocument/2006/relationships/image" Target="/ppt/media/image.png" Id="R0dce24be23584f9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39bfb6c2b48ab" /><Relationship Type="http://schemas.openxmlformats.org/officeDocument/2006/relationships/image" Target="/ppt/media/image.png" Id="R17bf4e892773435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40d64e9d14043" /><Relationship Type="http://schemas.openxmlformats.org/officeDocument/2006/relationships/image" Target="/ppt/media/image.png" Id="R861a6a29c4e943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4f9acaf16430f" /><Relationship Type="http://schemas.openxmlformats.org/officeDocument/2006/relationships/image" Target="/ppt/media/image.png" Id="R8c6601f174844c6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013288b5904ef9" /><Relationship Type="http://schemas.openxmlformats.org/officeDocument/2006/relationships/image" Target="/ppt/media/image.png" Id="R3819194a77ab41d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0ff2ee95f461a" /><Relationship Type="http://schemas.openxmlformats.org/officeDocument/2006/relationships/image" Target="/ppt/media/image.png" Id="Re500e71fcda4486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43663c11ec4940" /><Relationship Type="http://schemas.openxmlformats.org/officeDocument/2006/relationships/image" Target="/ppt/media/image.png" Id="R5539c48069a046f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f98c0e2bf247c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5e432ad19842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49699bba9340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4bd1dc004a45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ce24be23584f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bf4e89277343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1a6a29c4e943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6601f174844c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19194a77ab41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00e71fcda4486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39c48069a046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9f5118541b4075" /><Relationship Type="http://schemas.openxmlformats.org/officeDocument/2006/relationships/slideLayout" Target="/ppt/slideLayouts/slideLayout1.xml" Id="Re7ebf9b6c04e4ac7" /><Relationship Type="http://schemas.openxmlformats.org/officeDocument/2006/relationships/slideLayout" Target="/ppt/slideLayouts/slideLayout2.xml" Id="R499efa219cd64193" /><Relationship Type="http://schemas.openxmlformats.org/officeDocument/2006/relationships/slideLayout" Target="/ppt/slideLayouts/slideLayout3.xml" Id="R6d25dfa37ebc4006" /><Relationship Type="http://schemas.openxmlformats.org/officeDocument/2006/relationships/slideLayout" Target="/ppt/slideLayouts/slideLayout4.xml" Id="R2373baa1272e450d" /><Relationship Type="http://schemas.openxmlformats.org/officeDocument/2006/relationships/slideLayout" Target="/ppt/slideLayouts/slideLayout5.xml" Id="R8134b2dc93654162" /><Relationship Type="http://schemas.openxmlformats.org/officeDocument/2006/relationships/slideLayout" Target="/ppt/slideLayouts/slideLayout6.xml" Id="R18cf068ae8ec4794" /><Relationship Type="http://schemas.openxmlformats.org/officeDocument/2006/relationships/slideLayout" Target="/ppt/slideLayouts/slideLayout7.xml" Id="R79387341364d406d" /><Relationship Type="http://schemas.openxmlformats.org/officeDocument/2006/relationships/slideLayout" Target="/ppt/slideLayouts/slideLayout8.xml" Id="R4365016c3df64d0b" /><Relationship Type="http://schemas.openxmlformats.org/officeDocument/2006/relationships/slideLayout" Target="/ppt/slideLayouts/slideLayout9.xml" Id="Rb490bf11b6fe44af" /><Relationship Type="http://schemas.openxmlformats.org/officeDocument/2006/relationships/slideLayout" Target="/ppt/slideLayouts/slideLayout10.xml" Id="Rbd85f784317e408f" /><Relationship Type="http://schemas.openxmlformats.org/officeDocument/2006/relationships/slideLayout" Target="/ppt/slideLayouts/slideLayout11.xml" Id="R3da4c2e9e54a41d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ebf9b6c04e4ac7"/>
    <p:sldLayoutId xmlns:r="http://schemas.openxmlformats.org/officeDocument/2006/relationships" id="2147483650" r:id="R499efa219cd64193"/>
    <p:sldLayoutId xmlns:r="http://schemas.openxmlformats.org/officeDocument/2006/relationships" id="2147483651" r:id="R6d25dfa37ebc4006"/>
    <p:sldLayoutId xmlns:r="http://schemas.openxmlformats.org/officeDocument/2006/relationships" id="2147483652" r:id="R2373baa1272e450d"/>
    <p:sldLayoutId xmlns:r="http://schemas.openxmlformats.org/officeDocument/2006/relationships" id="2147483653" r:id="R8134b2dc93654162"/>
    <p:sldLayoutId xmlns:r="http://schemas.openxmlformats.org/officeDocument/2006/relationships" id="2147483654" r:id="R18cf068ae8ec4794"/>
    <p:sldLayoutId xmlns:r="http://schemas.openxmlformats.org/officeDocument/2006/relationships" id="2147483655" r:id="R79387341364d406d"/>
    <p:sldLayoutId xmlns:r="http://schemas.openxmlformats.org/officeDocument/2006/relationships" id="2147483656" r:id="R4365016c3df64d0b"/>
    <p:sldLayoutId xmlns:r="http://schemas.openxmlformats.org/officeDocument/2006/relationships" id="2147483657" r:id="Rb490bf11b6fe44af"/>
    <p:sldLayoutId xmlns:r="http://schemas.openxmlformats.org/officeDocument/2006/relationships" id="2147483658" r:id="Rbd85f784317e408f"/>
    <p:sldLayoutId xmlns:r="http://schemas.openxmlformats.org/officeDocument/2006/relationships" id="2147483659" r:id="R3da4c2e9e54a41d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4a4b4501f4718" /><Relationship Type="http://schemas.openxmlformats.org/officeDocument/2006/relationships/notesSlide" Target="/ppt/notesSlides/notesSlide1.xml" Id="R2dff3ad4bb9d45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6cd0832801470d" /><Relationship Type="http://schemas.openxmlformats.org/officeDocument/2006/relationships/notesSlide" Target="/ppt/notesSlides/notesSlide2.xml" Id="Red4bc8cc2a4144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38223ce59d4542" /><Relationship Type="http://schemas.openxmlformats.org/officeDocument/2006/relationships/notesSlide" Target="/ppt/notesSlides/notesSlide3.xml" Id="Rdfd2351a32b747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c77671e92f4e2f" /><Relationship Type="http://schemas.openxmlformats.org/officeDocument/2006/relationships/notesSlide" Target="/ppt/notesSlides/notesSlide4.xml" Id="Rd654ace218ac40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a1179b9bf14a2b" /><Relationship Type="http://schemas.openxmlformats.org/officeDocument/2006/relationships/notesSlide" Target="/ppt/notesSlides/notesSlide5.xml" Id="R0c811ae307b249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b33f8ab2f94702" /><Relationship Type="http://schemas.openxmlformats.org/officeDocument/2006/relationships/notesSlide" Target="/ppt/notesSlides/notesSlide6.xml" Id="R21daf31e11e543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138a49fc4048ad" /><Relationship Type="http://schemas.openxmlformats.org/officeDocument/2006/relationships/notesSlide" Target="/ppt/notesSlides/notesSlide7.xml" Id="Ra66811400c5b4c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a4a0bdee2c4758" /><Relationship Type="http://schemas.openxmlformats.org/officeDocument/2006/relationships/notesSlide" Target="/ppt/notesSlides/notesSlide8.xml" Id="Rbaecdafcd4da46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74c5e907414494" /><Relationship Type="http://schemas.openxmlformats.org/officeDocument/2006/relationships/notesSlide" Target="/ppt/notesSlides/notesSlide9.xml" Id="R360fe8cd8fe942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Rename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show_welcome()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update the function call. The two original messages must still appear in the same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greeting is useful more than once.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second time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appears twice. Keep the final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message. Predict the number of greetings before you run the program.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one no-input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show_tip()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Python tip of your choice. Call it twice; the same tip should appear two times.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2026-08-27T03:55:56.8070000Z</dcterms:created>
  <dcterms:modified xsi:type="dcterms:W3CDTF">2026-08-27T03:55:56.8070000Z</dcterms:modified>
</coreProperties>
</file>