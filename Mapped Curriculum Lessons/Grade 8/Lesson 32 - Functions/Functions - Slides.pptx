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e557f17849b4daf" /><Relationship Type="http://schemas.openxmlformats.org/officeDocument/2006/relationships/extended-properties" Target="/docProps/app.xml" Id="Rc83d112012ac4143" /><Relationship Type="http://schemas.openxmlformats.org/officeDocument/2006/relationships/officeDocument" Target="/ppt/presentation.xml" Id="R2eb8709c94a443b2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1a043dff898147f3"/>
  </p:sldMasterIdLst>
  <p:notesMasterIdLst>
    <p:notesMasterId xmlns:r="http://schemas.openxmlformats.org/officeDocument/2006/relationships" r:id="R541b3b55e5f544d7"/>
  </p:notesMasterIdLst>
  <p:sldIdLst>
    <p:sldId xmlns:r="http://schemas.openxmlformats.org/officeDocument/2006/relationships" id="256" r:id="Rb6f41731bd9a46d4"/>
    <p:sldId xmlns:r="http://schemas.openxmlformats.org/officeDocument/2006/relationships" id="257" r:id="R6f7fd9bab25e4422"/>
    <p:sldId xmlns:r="http://schemas.openxmlformats.org/officeDocument/2006/relationships" id="258" r:id="R367e7e4ccc944258"/>
    <p:sldId xmlns:r="http://schemas.openxmlformats.org/officeDocument/2006/relationships" id="259" r:id="R24fb5521f105439e"/>
    <p:sldId xmlns:r="http://schemas.openxmlformats.org/officeDocument/2006/relationships" id="260" r:id="Rb823f92515ac470f"/>
    <p:sldId xmlns:r="http://schemas.openxmlformats.org/officeDocument/2006/relationships" id="261" r:id="Rdc2e9a46698d44d4"/>
    <p:sldId xmlns:r="http://schemas.openxmlformats.org/officeDocument/2006/relationships" id="262" r:id="Ra5f419b91a0f4316"/>
    <p:sldId xmlns:r="http://schemas.openxmlformats.org/officeDocument/2006/relationships" id="263" r:id="R608bcf04caad4253"/>
    <p:sldId xmlns:r="http://schemas.openxmlformats.org/officeDocument/2006/relationships" id="264" r:id="Rc6adfbe915264407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576e6626a6fc43b1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65cd2c0384040c4" /><Relationship Type="http://schemas.openxmlformats.org/officeDocument/2006/relationships/slideMaster" Target="/ppt/slideMasters/slideMaster1.xml" Id="R1a043dff898147f3" /><Relationship Type="http://schemas.openxmlformats.org/officeDocument/2006/relationships/notesMaster" Target="/ppt/notesMasters/notesMaster1.xml" Id="R541b3b55e5f544d7" /><Relationship Type="http://schemas.openxmlformats.org/officeDocument/2006/relationships/presProps" Target="/ppt/presProps.xml" Id="R568726feaee04792" /><Relationship Type="http://schemas.openxmlformats.org/officeDocument/2006/relationships/viewProps" Target="/ppt/viewProps.xml" Id="Rb207dac718a640ba" /><Relationship Type="http://schemas.openxmlformats.org/officeDocument/2006/relationships/tableStyles" Target="/ppt/tableStyles.xml" Id="R9c62dc3288234ba6" /><Relationship Type="http://schemas.openxmlformats.org/officeDocument/2006/relationships/font" Target="/ppt/fonts/font.dat" Id="R576e6626a6fc43b1" /><Relationship Type="http://schemas.openxmlformats.org/officeDocument/2006/relationships/slide" Target="/ppt/slides/slide1.xml" Id="Rb6f41731bd9a46d4" /><Relationship Type="http://schemas.openxmlformats.org/officeDocument/2006/relationships/slide" Target="/ppt/slides/slide2.xml" Id="R6f7fd9bab25e4422" /><Relationship Type="http://schemas.openxmlformats.org/officeDocument/2006/relationships/slide" Target="/ppt/slides/slide3.xml" Id="R367e7e4ccc944258" /><Relationship Type="http://schemas.openxmlformats.org/officeDocument/2006/relationships/slide" Target="/ppt/slides/slide4.xml" Id="R24fb5521f105439e" /><Relationship Type="http://schemas.openxmlformats.org/officeDocument/2006/relationships/slide" Target="/ppt/slides/slide5.xml" Id="Rb823f92515ac470f" /><Relationship Type="http://schemas.openxmlformats.org/officeDocument/2006/relationships/slide" Target="/ppt/slides/slide6.xml" Id="Rdc2e9a46698d44d4" /><Relationship Type="http://schemas.openxmlformats.org/officeDocument/2006/relationships/slide" Target="/ppt/slides/slide7.xml" Id="Ra5f419b91a0f4316" /><Relationship Type="http://schemas.openxmlformats.org/officeDocument/2006/relationships/slide" Target="/ppt/slides/slide8.xml" Id="R608bcf04caad4253" /><Relationship Type="http://schemas.openxmlformats.org/officeDocument/2006/relationships/slide" Target="/ppt/slides/slide9.xml" Id="Rc6adfbe91526440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5faf0b47d8e431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4dcfcc8fedd452e" /><Relationship Type="http://schemas.openxmlformats.org/officeDocument/2006/relationships/notesMaster" Target="/ppt/notesMasters/notesMaster1.xml" Id="R0f0ca8d85dc24ba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b17a2b18dff4400" /><Relationship Type="http://schemas.openxmlformats.org/officeDocument/2006/relationships/notesMaster" Target="/ppt/notesMasters/notesMaster1.xml" Id="Raeb23bab633447e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2e30973ede74491" /><Relationship Type="http://schemas.openxmlformats.org/officeDocument/2006/relationships/notesMaster" Target="/ppt/notesMasters/notesMaster1.xml" Id="Rb660e317f5a946c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67aacbc43c7457e" /><Relationship Type="http://schemas.openxmlformats.org/officeDocument/2006/relationships/notesMaster" Target="/ppt/notesMasters/notesMaster1.xml" Id="Re76cc829af1142c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7411aea559e47b2" /><Relationship Type="http://schemas.openxmlformats.org/officeDocument/2006/relationships/notesMaster" Target="/ppt/notesMasters/notesMaster1.xml" Id="R9fad860fcc524e0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cf35f7e1dd14b68" /><Relationship Type="http://schemas.openxmlformats.org/officeDocument/2006/relationships/notesMaster" Target="/ppt/notesMasters/notesMaster1.xml" Id="R6ed20837a0454a7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f75a5eaeaa24d9a" /><Relationship Type="http://schemas.openxmlformats.org/officeDocument/2006/relationships/notesMaster" Target="/ppt/notesMasters/notesMaster1.xml" Id="Rb524bc9f462a425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2e36d5535da4002" /><Relationship Type="http://schemas.openxmlformats.org/officeDocument/2006/relationships/notesMaster" Target="/ppt/notesMasters/notesMaster1.xml" Id="R081818a0b98146d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5692f30637f44c6" /><Relationship Type="http://schemas.openxmlformats.org/officeDocument/2006/relationships/notesMaster" Target="/ppt/notesMasters/notesMaster1.xml" Id="R606195d41161451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6a847e247b4170" /><Relationship Type="http://schemas.openxmlformats.org/officeDocument/2006/relationships/image" Target="/ppt/media/image.png" Id="Rf50384c1644a4ec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b7d6a136f64c1e" /><Relationship Type="http://schemas.openxmlformats.org/officeDocument/2006/relationships/image" Target="/ppt/media/image.png" Id="R3ab0a7786493413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2172bc3f9d4752" /><Relationship Type="http://schemas.openxmlformats.org/officeDocument/2006/relationships/image" Target="/ppt/media/image.png" Id="R9be74861e5934be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003c5b00524fbb" /><Relationship Type="http://schemas.openxmlformats.org/officeDocument/2006/relationships/image" Target="/ppt/media/image.png" Id="R11dd7d78420543c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a63743d84a4e8f" /><Relationship Type="http://schemas.openxmlformats.org/officeDocument/2006/relationships/image" Target="/ppt/media/image.png" Id="Rfd8d248c255e487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2177d0620a4c07" /><Relationship Type="http://schemas.openxmlformats.org/officeDocument/2006/relationships/image" Target="/ppt/media/image.png" Id="Rf8ec0968dc64420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21ae5ee5bb4b04" /><Relationship Type="http://schemas.openxmlformats.org/officeDocument/2006/relationships/image" Target="/ppt/media/image.png" Id="Rb8a0cd37c974483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a5faa626c0431e" /><Relationship Type="http://schemas.openxmlformats.org/officeDocument/2006/relationships/image" Target="/ppt/media/image.png" Id="R4c4cc1447a9340b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a1298b68bc4694" /><Relationship Type="http://schemas.openxmlformats.org/officeDocument/2006/relationships/image" Target="/ppt/media/image.png" Id="R3d85b7593bba4ac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cd15177c994496" /><Relationship Type="http://schemas.openxmlformats.org/officeDocument/2006/relationships/image" Target="/ppt/media/image.png" Id="R0b79b26c12594a0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eafd793fea49b5" /><Relationship Type="http://schemas.openxmlformats.org/officeDocument/2006/relationships/image" Target="/ppt/media/image.png" Id="R63babb2df45f43a4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50384c1644a4ec0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ab0a7786493413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be74861e5934be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1dd7d78420543c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d8d248c255e487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8ec0968dc64420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8a0cd37c974483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c4cc1447a9340b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d85b7593bba4ac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b79b26c12594a0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3babb2df45f43a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4f9a44bfedb4bca" /><Relationship Type="http://schemas.openxmlformats.org/officeDocument/2006/relationships/slideLayout" Target="/ppt/slideLayouts/slideLayout1.xml" Id="R9b26f5bf2b4f4bc6" /><Relationship Type="http://schemas.openxmlformats.org/officeDocument/2006/relationships/slideLayout" Target="/ppt/slideLayouts/slideLayout2.xml" Id="R3f0e4154621f4090" /><Relationship Type="http://schemas.openxmlformats.org/officeDocument/2006/relationships/slideLayout" Target="/ppt/slideLayouts/slideLayout3.xml" Id="Rf8c6b47d2ce24854" /><Relationship Type="http://schemas.openxmlformats.org/officeDocument/2006/relationships/slideLayout" Target="/ppt/slideLayouts/slideLayout4.xml" Id="Rbaaf4d9df8b846a2" /><Relationship Type="http://schemas.openxmlformats.org/officeDocument/2006/relationships/slideLayout" Target="/ppt/slideLayouts/slideLayout5.xml" Id="R912483d2437d4132" /><Relationship Type="http://schemas.openxmlformats.org/officeDocument/2006/relationships/slideLayout" Target="/ppt/slideLayouts/slideLayout6.xml" Id="R210f902bbba54c53" /><Relationship Type="http://schemas.openxmlformats.org/officeDocument/2006/relationships/slideLayout" Target="/ppt/slideLayouts/slideLayout7.xml" Id="R937a14b8e0464612" /><Relationship Type="http://schemas.openxmlformats.org/officeDocument/2006/relationships/slideLayout" Target="/ppt/slideLayouts/slideLayout8.xml" Id="Ra2a45e6185514290" /><Relationship Type="http://schemas.openxmlformats.org/officeDocument/2006/relationships/slideLayout" Target="/ppt/slideLayouts/slideLayout9.xml" Id="Rea3c354156a04c1e" /><Relationship Type="http://schemas.openxmlformats.org/officeDocument/2006/relationships/slideLayout" Target="/ppt/slideLayouts/slideLayout10.xml" Id="Rd267c1ee158846e7" /><Relationship Type="http://schemas.openxmlformats.org/officeDocument/2006/relationships/slideLayout" Target="/ppt/slideLayouts/slideLayout11.xml" Id="R2c6cc5ed5e9740f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b26f5bf2b4f4bc6"/>
    <p:sldLayoutId xmlns:r="http://schemas.openxmlformats.org/officeDocument/2006/relationships" id="2147483650" r:id="R3f0e4154621f4090"/>
    <p:sldLayoutId xmlns:r="http://schemas.openxmlformats.org/officeDocument/2006/relationships" id="2147483651" r:id="Rf8c6b47d2ce24854"/>
    <p:sldLayoutId xmlns:r="http://schemas.openxmlformats.org/officeDocument/2006/relationships" id="2147483652" r:id="Rbaaf4d9df8b846a2"/>
    <p:sldLayoutId xmlns:r="http://schemas.openxmlformats.org/officeDocument/2006/relationships" id="2147483653" r:id="R912483d2437d4132"/>
    <p:sldLayoutId xmlns:r="http://schemas.openxmlformats.org/officeDocument/2006/relationships" id="2147483654" r:id="R210f902bbba54c53"/>
    <p:sldLayoutId xmlns:r="http://schemas.openxmlformats.org/officeDocument/2006/relationships" id="2147483655" r:id="R937a14b8e0464612"/>
    <p:sldLayoutId xmlns:r="http://schemas.openxmlformats.org/officeDocument/2006/relationships" id="2147483656" r:id="Ra2a45e6185514290"/>
    <p:sldLayoutId xmlns:r="http://schemas.openxmlformats.org/officeDocument/2006/relationships" id="2147483657" r:id="Rea3c354156a04c1e"/>
    <p:sldLayoutId xmlns:r="http://schemas.openxmlformats.org/officeDocument/2006/relationships" id="2147483658" r:id="Rd267c1ee158846e7"/>
    <p:sldLayoutId xmlns:r="http://schemas.openxmlformats.org/officeDocument/2006/relationships" id="2147483659" r:id="R2c6cc5ed5e9740f5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c783803f2d4c22" /><Relationship Type="http://schemas.openxmlformats.org/officeDocument/2006/relationships/notesSlide" Target="/ppt/notesSlides/notesSlide1.xml" Id="Rf7f1a57036954c6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2367a42c14b47a5" /><Relationship Type="http://schemas.openxmlformats.org/officeDocument/2006/relationships/notesSlide" Target="/ppt/notesSlides/notesSlide2.xml" Id="Rf0c77c17424e46b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d87bacaa554b33" /><Relationship Type="http://schemas.openxmlformats.org/officeDocument/2006/relationships/notesSlide" Target="/ppt/notesSlides/notesSlide3.xml" Id="R303d013f6c454e7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2b4eaca1db54180" /><Relationship Type="http://schemas.openxmlformats.org/officeDocument/2006/relationships/notesSlide" Target="/ppt/notesSlides/notesSlide4.xml" Id="Rda1ff394d3fe4f4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a09639bf04842d5" /><Relationship Type="http://schemas.openxmlformats.org/officeDocument/2006/relationships/notesSlide" Target="/ppt/notesSlides/notesSlide5.xml" Id="R6ad9d1a5995946f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5c1b2eb31248e7" /><Relationship Type="http://schemas.openxmlformats.org/officeDocument/2006/relationships/notesSlide" Target="/ppt/notesSlides/notesSlide6.xml" Id="R3b09878f00b5457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67dbaac31f34902" /><Relationship Type="http://schemas.openxmlformats.org/officeDocument/2006/relationships/notesSlide" Target="/ppt/notesSlides/notesSlide7.xml" Id="R8be4fb9ae53a499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aec3c45ebc64a13" /><Relationship Type="http://schemas.openxmlformats.org/officeDocument/2006/relationships/notesSlide" Target="/ppt/notesSlides/notesSlide8.xml" Id="R52d91fd4de85466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01f754ad8e4828" /><Relationship Type="http://schemas.openxmlformats.org/officeDocument/2006/relationships/notesSlide" Target="/ppt/notesSlides/notesSlide9.xml" Id="R852f9a48387a440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Functions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32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Python not run a function body when it first reads the def statement?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the function name is written without parentheses where a call is intended?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must the function body be indented?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Which two messages appear, and in what order?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by adding a second function called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show_rules()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that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 your work often."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"Ask for help when stuck."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show_rules()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before the final message.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with a function called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show_line()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that displays a line of dashes. Call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show_line()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before and after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so the greeting appears inside a banner.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program with two functions: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show_intro()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a welcome message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show_goodbye()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a farewell. In the main program, call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show_intro()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ask for the user's name,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"Nice to meet you,"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name, then call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show_goodbye()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(greeting_message)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2026-09-28T06:21:32.6530000Z</dcterms:created>
  <dcterms:modified xsi:type="dcterms:W3CDTF">2026-09-28T06:21:32.6530000Z</dcterms:modified>
</coreProperties>
</file>