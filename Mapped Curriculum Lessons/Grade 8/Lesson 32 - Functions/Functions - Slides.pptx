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0730b21fc3483a" /><Relationship Type="http://schemas.openxmlformats.org/officeDocument/2006/relationships/extended-properties" Target="/docProps/app.xml" Id="Raeb4b0283a9d47d5" /><Relationship Type="http://schemas.openxmlformats.org/officeDocument/2006/relationships/officeDocument" Target="/ppt/presentation.xml" Id="Ref82118df9d04f7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bfdabfb66524ec8"/>
  </p:sldMasterIdLst>
  <p:notesMasterIdLst>
    <p:notesMasterId xmlns:r="http://schemas.openxmlformats.org/officeDocument/2006/relationships" r:id="Rc4663411889d4026"/>
  </p:notesMasterIdLst>
  <p:sldIdLst>
    <p:sldId xmlns:r="http://schemas.openxmlformats.org/officeDocument/2006/relationships" id="256" r:id="Ra422cf5d60134086"/>
    <p:sldId xmlns:r="http://schemas.openxmlformats.org/officeDocument/2006/relationships" id="257" r:id="R97724f003f944974"/>
    <p:sldId xmlns:r="http://schemas.openxmlformats.org/officeDocument/2006/relationships" id="258" r:id="R33c6927e94f44c7f"/>
    <p:sldId xmlns:r="http://schemas.openxmlformats.org/officeDocument/2006/relationships" id="259" r:id="R612dec67240a4992"/>
    <p:sldId xmlns:r="http://schemas.openxmlformats.org/officeDocument/2006/relationships" id="260" r:id="R1fef0e4c60704dbb"/>
    <p:sldId xmlns:r="http://schemas.openxmlformats.org/officeDocument/2006/relationships" id="261" r:id="R33b8712b21cd44b7"/>
    <p:sldId xmlns:r="http://schemas.openxmlformats.org/officeDocument/2006/relationships" id="262" r:id="Reb95c86a669d4d8f"/>
    <p:sldId xmlns:r="http://schemas.openxmlformats.org/officeDocument/2006/relationships" id="263" r:id="R0f70a829be854b85"/>
    <p:sldId xmlns:r="http://schemas.openxmlformats.org/officeDocument/2006/relationships" id="264" r:id="R5c9f749c18914b1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5be8b66d60f4dd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19c68de5a14692" /><Relationship Type="http://schemas.openxmlformats.org/officeDocument/2006/relationships/slideMaster" Target="/ppt/slideMasters/slideMaster1.xml" Id="Rabfdabfb66524ec8" /><Relationship Type="http://schemas.openxmlformats.org/officeDocument/2006/relationships/notesMaster" Target="/ppt/notesMasters/notesMaster1.xml" Id="Rc4663411889d4026" /><Relationship Type="http://schemas.openxmlformats.org/officeDocument/2006/relationships/presProps" Target="/ppt/presProps.xml" Id="Rd6628e34a1f64b83" /><Relationship Type="http://schemas.openxmlformats.org/officeDocument/2006/relationships/viewProps" Target="/ppt/viewProps.xml" Id="R265316d766f340e5" /><Relationship Type="http://schemas.openxmlformats.org/officeDocument/2006/relationships/tableStyles" Target="/ppt/tableStyles.xml" Id="Rd8f4ec97f8e948b8" /><Relationship Type="http://schemas.openxmlformats.org/officeDocument/2006/relationships/font" Target="/ppt/fonts/font.dat" Id="Re5be8b66d60f4ddf" /><Relationship Type="http://schemas.openxmlformats.org/officeDocument/2006/relationships/slide" Target="/ppt/slides/slide1.xml" Id="Ra422cf5d60134086" /><Relationship Type="http://schemas.openxmlformats.org/officeDocument/2006/relationships/slide" Target="/ppt/slides/slide2.xml" Id="R97724f003f944974" /><Relationship Type="http://schemas.openxmlformats.org/officeDocument/2006/relationships/slide" Target="/ppt/slides/slide3.xml" Id="R33c6927e94f44c7f" /><Relationship Type="http://schemas.openxmlformats.org/officeDocument/2006/relationships/slide" Target="/ppt/slides/slide4.xml" Id="R612dec67240a4992" /><Relationship Type="http://schemas.openxmlformats.org/officeDocument/2006/relationships/slide" Target="/ppt/slides/slide5.xml" Id="R1fef0e4c60704dbb" /><Relationship Type="http://schemas.openxmlformats.org/officeDocument/2006/relationships/slide" Target="/ppt/slides/slide6.xml" Id="R33b8712b21cd44b7" /><Relationship Type="http://schemas.openxmlformats.org/officeDocument/2006/relationships/slide" Target="/ppt/slides/slide7.xml" Id="Reb95c86a669d4d8f" /><Relationship Type="http://schemas.openxmlformats.org/officeDocument/2006/relationships/slide" Target="/ppt/slides/slide8.xml" Id="R0f70a829be854b85" /><Relationship Type="http://schemas.openxmlformats.org/officeDocument/2006/relationships/slide" Target="/ppt/slides/slide9.xml" Id="R5c9f749c18914b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85fcb0bab847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c508353e964fd3" /><Relationship Type="http://schemas.openxmlformats.org/officeDocument/2006/relationships/notesMaster" Target="/ppt/notesMasters/notesMaster1.xml" Id="Re634a49556ed41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3f4041ad704db5" /><Relationship Type="http://schemas.openxmlformats.org/officeDocument/2006/relationships/notesMaster" Target="/ppt/notesMasters/notesMaster1.xml" Id="Rd38aa27aea2542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c1423d8d6e42f9" /><Relationship Type="http://schemas.openxmlformats.org/officeDocument/2006/relationships/notesMaster" Target="/ppt/notesMasters/notesMaster1.xml" Id="Rbc7f5d96076f43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640850ba3c448c" /><Relationship Type="http://schemas.openxmlformats.org/officeDocument/2006/relationships/notesMaster" Target="/ppt/notesMasters/notesMaster1.xml" Id="Rd7caf58262cc4d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0d1b0f321a4578" /><Relationship Type="http://schemas.openxmlformats.org/officeDocument/2006/relationships/notesMaster" Target="/ppt/notesMasters/notesMaster1.xml" Id="R20a0eb3c19754c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e3f1a15ede4da0" /><Relationship Type="http://schemas.openxmlformats.org/officeDocument/2006/relationships/notesMaster" Target="/ppt/notesMasters/notesMaster1.xml" Id="Re33efdc1f34a4b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38140f9804495b" /><Relationship Type="http://schemas.openxmlformats.org/officeDocument/2006/relationships/notesMaster" Target="/ppt/notesMasters/notesMaster1.xml" Id="R5c2dcd731f6b41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0d549a616c4b47" /><Relationship Type="http://schemas.openxmlformats.org/officeDocument/2006/relationships/notesMaster" Target="/ppt/notesMasters/notesMaster1.xml" Id="Rd7eda209758d45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ca23429e474292" /><Relationship Type="http://schemas.openxmlformats.org/officeDocument/2006/relationships/notesMaster" Target="/ppt/notesMasters/notesMaster1.xml" Id="R0d2b19f4fe8f49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504c782644bfb" /><Relationship Type="http://schemas.openxmlformats.org/officeDocument/2006/relationships/image" Target="/ppt/media/image.png" Id="Rc8eaa26332ed45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f50f65a2c4990" /><Relationship Type="http://schemas.openxmlformats.org/officeDocument/2006/relationships/image" Target="/ppt/media/image.png" Id="R46973a5b263f42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9059ef8ce9401f" /><Relationship Type="http://schemas.openxmlformats.org/officeDocument/2006/relationships/image" Target="/ppt/media/image.png" Id="Rdaed7030269a4c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5d6ac0c6b04adf" /><Relationship Type="http://schemas.openxmlformats.org/officeDocument/2006/relationships/image" Target="/ppt/media/image.png" Id="R3d95b46a25674b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acbcc1820c4a8c" /><Relationship Type="http://schemas.openxmlformats.org/officeDocument/2006/relationships/image" Target="/ppt/media/image.png" Id="R57b269ab78bb435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93e248a87441d" /><Relationship Type="http://schemas.openxmlformats.org/officeDocument/2006/relationships/image" Target="/ppt/media/image.png" Id="R20cf61df7dbe41c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e4eab49ddf4b06" /><Relationship Type="http://schemas.openxmlformats.org/officeDocument/2006/relationships/image" Target="/ppt/media/image.png" Id="R40808d12d2274fd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b7f9cee354e2d" /><Relationship Type="http://schemas.openxmlformats.org/officeDocument/2006/relationships/image" Target="/ppt/media/image.png" Id="R2bd78f41975b448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ce50600864bd1" /><Relationship Type="http://schemas.openxmlformats.org/officeDocument/2006/relationships/image" Target="/ppt/media/image.png" Id="R8f620e5123f4466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644a8b532e4daf" /><Relationship Type="http://schemas.openxmlformats.org/officeDocument/2006/relationships/image" Target="/ppt/media/image.png" Id="Rddeaa6693a954d9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9cd326d0e04a86" /><Relationship Type="http://schemas.openxmlformats.org/officeDocument/2006/relationships/image" Target="/ppt/media/image.png" Id="Rae8c26afecd54eb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eaa26332ed45f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973a5b263f42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ed7030269a4c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95b46a25674b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b269ab78bb435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cf61df7dbe41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808d12d2274f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d78f41975b44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620e5123f4466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eaa6693a954d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8c26afecd54e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56016787ef4502" /><Relationship Type="http://schemas.openxmlformats.org/officeDocument/2006/relationships/slideLayout" Target="/ppt/slideLayouts/slideLayout1.xml" Id="Rb07911c9e823465d" /><Relationship Type="http://schemas.openxmlformats.org/officeDocument/2006/relationships/slideLayout" Target="/ppt/slideLayouts/slideLayout2.xml" Id="R7c0462e105f14bac" /><Relationship Type="http://schemas.openxmlformats.org/officeDocument/2006/relationships/slideLayout" Target="/ppt/slideLayouts/slideLayout3.xml" Id="Re1b9e9348432475c" /><Relationship Type="http://schemas.openxmlformats.org/officeDocument/2006/relationships/slideLayout" Target="/ppt/slideLayouts/slideLayout4.xml" Id="R5f452b674eb14f38" /><Relationship Type="http://schemas.openxmlformats.org/officeDocument/2006/relationships/slideLayout" Target="/ppt/slideLayouts/slideLayout5.xml" Id="R8a126b5799fa4a3c" /><Relationship Type="http://schemas.openxmlformats.org/officeDocument/2006/relationships/slideLayout" Target="/ppt/slideLayouts/slideLayout6.xml" Id="R50bdb227f7cb42e8" /><Relationship Type="http://schemas.openxmlformats.org/officeDocument/2006/relationships/slideLayout" Target="/ppt/slideLayouts/slideLayout7.xml" Id="Rbc24884ec17c4a23" /><Relationship Type="http://schemas.openxmlformats.org/officeDocument/2006/relationships/slideLayout" Target="/ppt/slideLayouts/slideLayout8.xml" Id="R2af68a1362ec4681" /><Relationship Type="http://schemas.openxmlformats.org/officeDocument/2006/relationships/slideLayout" Target="/ppt/slideLayouts/slideLayout9.xml" Id="Rc61184ed0df44c9b" /><Relationship Type="http://schemas.openxmlformats.org/officeDocument/2006/relationships/slideLayout" Target="/ppt/slideLayouts/slideLayout10.xml" Id="Rfda2af9303b448c4" /><Relationship Type="http://schemas.openxmlformats.org/officeDocument/2006/relationships/slideLayout" Target="/ppt/slideLayouts/slideLayout11.xml" Id="Rfc5c19d9d62c46c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7911c9e823465d"/>
    <p:sldLayoutId xmlns:r="http://schemas.openxmlformats.org/officeDocument/2006/relationships" id="2147483650" r:id="R7c0462e105f14bac"/>
    <p:sldLayoutId xmlns:r="http://schemas.openxmlformats.org/officeDocument/2006/relationships" id="2147483651" r:id="Re1b9e9348432475c"/>
    <p:sldLayoutId xmlns:r="http://schemas.openxmlformats.org/officeDocument/2006/relationships" id="2147483652" r:id="R5f452b674eb14f38"/>
    <p:sldLayoutId xmlns:r="http://schemas.openxmlformats.org/officeDocument/2006/relationships" id="2147483653" r:id="R8a126b5799fa4a3c"/>
    <p:sldLayoutId xmlns:r="http://schemas.openxmlformats.org/officeDocument/2006/relationships" id="2147483654" r:id="R50bdb227f7cb42e8"/>
    <p:sldLayoutId xmlns:r="http://schemas.openxmlformats.org/officeDocument/2006/relationships" id="2147483655" r:id="Rbc24884ec17c4a23"/>
    <p:sldLayoutId xmlns:r="http://schemas.openxmlformats.org/officeDocument/2006/relationships" id="2147483656" r:id="R2af68a1362ec4681"/>
    <p:sldLayoutId xmlns:r="http://schemas.openxmlformats.org/officeDocument/2006/relationships" id="2147483657" r:id="Rc61184ed0df44c9b"/>
    <p:sldLayoutId xmlns:r="http://schemas.openxmlformats.org/officeDocument/2006/relationships" id="2147483658" r:id="Rfda2af9303b448c4"/>
    <p:sldLayoutId xmlns:r="http://schemas.openxmlformats.org/officeDocument/2006/relationships" id="2147483659" r:id="Rfc5c19d9d62c46c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b713ebbddf456a" /><Relationship Type="http://schemas.openxmlformats.org/officeDocument/2006/relationships/notesSlide" Target="/ppt/notesSlides/notesSlide1.xml" Id="R4cad591ae80441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657da9a6804ffc" /><Relationship Type="http://schemas.openxmlformats.org/officeDocument/2006/relationships/notesSlide" Target="/ppt/notesSlides/notesSlide2.xml" Id="Rfd8c35accaff44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88278a7db740a5" /><Relationship Type="http://schemas.openxmlformats.org/officeDocument/2006/relationships/notesSlide" Target="/ppt/notesSlides/notesSlide3.xml" Id="R9e1e4dfc2cc54c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8fa12d200b45c7" /><Relationship Type="http://schemas.openxmlformats.org/officeDocument/2006/relationships/notesSlide" Target="/ppt/notesSlides/notesSlide4.xml" Id="R0f38d1981dcc40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3114be96294bcc" /><Relationship Type="http://schemas.openxmlformats.org/officeDocument/2006/relationships/notesSlide" Target="/ppt/notesSlides/notesSlide5.xml" Id="R911015e124114f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b9c18598ef470d" /><Relationship Type="http://schemas.openxmlformats.org/officeDocument/2006/relationships/notesSlide" Target="/ppt/notesSlides/notesSlide6.xml" Id="R7f88289819da49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ddd731287b4ad7" /><Relationship Type="http://schemas.openxmlformats.org/officeDocument/2006/relationships/notesSlide" Target="/ppt/notesSlides/notesSlide7.xml" Id="R11860be8fdb949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f54e2679584ef2" /><Relationship Type="http://schemas.openxmlformats.org/officeDocument/2006/relationships/notesSlide" Target="/ppt/notesSlides/notesSlide8.xml" Id="R3a21995db7494b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dfc44729074e52" /><Relationship Type="http://schemas.openxmlformats.org/officeDocument/2006/relationships/notesSlide" Target="/ppt/notesSlides/notesSlide9.xml" Id="Rad2cdd6fc73646e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Python not run a function body when it first reads the def statement?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function name is written without parentheses where a call is intended?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function body be indented?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Which two messages appear, and in what order?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by adding a second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show_rules()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 your work often."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"Ask for help when stuck."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show_rules()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before the final message.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show_line()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a line of dashes.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show_line()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and after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greeting appears inside a banner.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with two functions: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show_intro()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a welcome message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show_goodbye()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a farewell. In the main program,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show_intro()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the user's name,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"Nice to meet you,"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name, then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show_goodbye()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(greeting_message)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2026-09-28T09:11:09.5130000Z</dcterms:created>
  <dcterms:modified xsi:type="dcterms:W3CDTF">2026-09-28T09:11:09.5130000Z</dcterms:modified>
</coreProperties>
</file>