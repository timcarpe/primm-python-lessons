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694ea2623e47b9" /><Relationship Type="http://schemas.openxmlformats.org/officeDocument/2006/relationships/extended-properties" Target="/docProps/app.xml" Id="R711976e97fcc4b95" /><Relationship Type="http://schemas.openxmlformats.org/officeDocument/2006/relationships/officeDocument" Target="/ppt/presentation.xml" Id="R49171fce9f55490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74fda9b51574fa1"/>
  </p:sldMasterIdLst>
  <p:notesMasterIdLst>
    <p:notesMasterId xmlns:r="http://schemas.openxmlformats.org/officeDocument/2006/relationships" r:id="R6daadd8259844281"/>
  </p:notesMasterIdLst>
  <p:sldIdLst>
    <p:sldId xmlns:r="http://schemas.openxmlformats.org/officeDocument/2006/relationships" id="256" r:id="R52914550408a4843"/>
    <p:sldId xmlns:r="http://schemas.openxmlformats.org/officeDocument/2006/relationships" id="257" r:id="Rf83265278390471d"/>
    <p:sldId xmlns:r="http://schemas.openxmlformats.org/officeDocument/2006/relationships" id="258" r:id="R4d5513c944c74505"/>
    <p:sldId xmlns:r="http://schemas.openxmlformats.org/officeDocument/2006/relationships" id="259" r:id="R5180d3f462f64ee8"/>
    <p:sldId xmlns:r="http://schemas.openxmlformats.org/officeDocument/2006/relationships" id="260" r:id="Rbd91967704a7444a"/>
    <p:sldId xmlns:r="http://schemas.openxmlformats.org/officeDocument/2006/relationships" id="261" r:id="R8a285e52e16b47f0"/>
    <p:sldId xmlns:r="http://schemas.openxmlformats.org/officeDocument/2006/relationships" id="262" r:id="R605c3a429d094011"/>
    <p:sldId xmlns:r="http://schemas.openxmlformats.org/officeDocument/2006/relationships" id="263" r:id="R26dc1d92c2694472"/>
    <p:sldId xmlns:r="http://schemas.openxmlformats.org/officeDocument/2006/relationships" id="264" r:id="Rece6ac2dc5ec41b7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4286b357b4ac48a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00002511134321" /><Relationship Type="http://schemas.openxmlformats.org/officeDocument/2006/relationships/slideMaster" Target="/ppt/slideMasters/slideMaster1.xml" Id="Rf74fda9b51574fa1" /><Relationship Type="http://schemas.openxmlformats.org/officeDocument/2006/relationships/notesMaster" Target="/ppt/notesMasters/notesMaster1.xml" Id="R6daadd8259844281" /><Relationship Type="http://schemas.openxmlformats.org/officeDocument/2006/relationships/presProps" Target="/ppt/presProps.xml" Id="Rf49c94dc8f144c99" /><Relationship Type="http://schemas.openxmlformats.org/officeDocument/2006/relationships/viewProps" Target="/ppt/viewProps.xml" Id="R1e145dbc5bdd4ab1" /><Relationship Type="http://schemas.openxmlformats.org/officeDocument/2006/relationships/tableStyles" Target="/ppt/tableStyles.xml" Id="R51cff661f5484ba9" /><Relationship Type="http://schemas.openxmlformats.org/officeDocument/2006/relationships/font" Target="/ppt/fonts/font.dat" Id="R4286b357b4ac48ad" /><Relationship Type="http://schemas.openxmlformats.org/officeDocument/2006/relationships/slide" Target="/ppt/slides/slide1.xml" Id="R52914550408a4843" /><Relationship Type="http://schemas.openxmlformats.org/officeDocument/2006/relationships/slide" Target="/ppt/slides/slide2.xml" Id="Rf83265278390471d" /><Relationship Type="http://schemas.openxmlformats.org/officeDocument/2006/relationships/slide" Target="/ppt/slides/slide3.xml" Id="R4d5513c944c74505" /><Relationship Type="http://schemas.openxmlformats.org/officeDocument/2006/relationships/slide" Target="/ppt/slides/slide4.xml" Id="R5180d3f462f64ee8" /><Relationship Type="http://schemas.openxmlformats.org/officeDocument/2006/relationships/slide" Target="/ppt/slides/slide5.xml" Id="Rbd91967704a7444a" /><Relationship Type="http://schemas.openxmlformats.org/officeDocument/2006/relationships/slide" Target="/ppt/slides/slide6.xml" Id="R8a285e52e16b47f0" /><Relationship Type="http://schemas.openxmlformats.org/officeDocument/2006/relationships/slide" Target="/ppt/slides/slide7.xml" Id="R605c3a429d094011" /><Relationship Type="http://schemas.openxmlformats.org/officeDocument/2006/relationships/slide" Target="/ppt/slides/slide8.xml" Id="R26dc1d92c2694472" /><Relationship Type="http://schemas.openxmlformats.org/officeDocument/2006/relationships/slide" Target="/ppt/slides/slide9.xml" Id="Rece6ac2dc5ec41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9566fa61eb45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f21372d4ea465b" /><Relationship Type="http://schemas.openxmlformats.org/officeDocument/2006/relationships/notesMaster" Target="/ppt/notesMasters/notesMaster1.xml" Id="Rfbc44875620f44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cb50a582644762" /><Relationship Type="http://schemas.openxmlformats.org/officeDocument/2006/relationships/notesMaster" Target="/ppt/notesMasters/notesMaster1.xml" Id="Rde6af11aa1b740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593cf2aa4a442c" /><Relationship Type="http://schemas.openxmlformats.org/officeDocument/2006/relationships/notesMaster" Target="/ppt/notesMasters/notesMaster1.xml" Id="R35999ad96bad4b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d54da3f31e4cac" /><Relationship Type="http://schemas.openxmlformats.org/officeDocument/2006/relationships/notesMaster" Target="/ppt/notesMasters/notesMaster1.xml" Id="R99ba0d01343248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015c9415b04e22" /><Relationship Type="http://schemas.openxmlformats.org/officeDocument/2006/relationships/notesMaster" Target="/ppt/notesMasters/notesMaster1.xml" Id="Rba92adb266c449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48afcad84f4b93" /><Relationship Type="http://schemas.openxmlformats.org/officeDocument/2006/relationships/notesMaster" Target="/ppt/notesMasters/notesMaster1.xml" Id="R109ac845081442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cec14bb3494ca5" /><Relationship Type="http://schemas.openxmlformats.org/officeDocument/2006/relationships/notesMaster" Target="/ppt/notesMasters/notesMaster1.xml" Id="Ra14310725b0e43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f480a1dbe243f1" /><Relationship Type="http://schemas.openxmlformats.org/officeDocument/2006/relationships/notesMaster" Target="/ppt/notesMasters/notesMaster1.xml" Id="R297a098e2f3049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0199b2387d4659" /><Relationship Type="http://schemas.openxmlformats.org/officeDocument/2006/relationships/notesMaster" Target="/ppt/notesMasters/notesMaster1.xml" Id="Ra7bbe048486143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cca3e9f04a42f2" /><Relationship Type="http://schemas.openxmlformats.org/officeDocument/2006/relationships/image" Target="/ppt/media/image.png" Id="R6835dab2268749a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e54d325dbf422c" /><Relationship Type="http://schemas.openxmlformats.org/officeDocument/2006/relationships/image" Target="/ppt/media/image.png" Id="Rbe9fd70e765644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48fd1d41a742be" /><Relationship Type="http://schemas.openxmlformats.org/officeDocument/2006/relationships/image" Target="/ppt/media/image.png" Id="R21ccfb0b690744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849f7ad5e845e2" /><Relationship Type="http://schemas.openxmlformats.org/officeDocument/2006/relationships/image" Target="/ppt/media/image.png" Id="R3dc89bc4004a47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edb2ffd1ce45e0" /><Relationship Type="http://schemas.openxmlformats.org/officeDocument/2006/relationships/image" Target="/ppt/media/image.png" Id="Re630d30351974bc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0974ad55b148a7" /><Relationship Type="http://schemas.openxmlformats.org/officeDocument/2006/relationships/image" Target="/ppt/media/image.png" Id="R97d9e25e5ebb464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05350b0fb41e4" /><Relationship Type="http://schemas.openxmlformats.org/officeDocument/2006/relationships/image" Target="/ppt/media/image.png" Id="Rd93104acf90d4c8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1e8bfe5da944d0" /><Relationship Type="http://schemas.openxmlformats.org/officeDocument/2006/relationships/image" Target="/ppt/media/image.png" Id="R56ae5a734dee443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7774f4e9a84a9d" /><Relationship Type="http://schemas.openxmlformats.org/officeDocument/2006/relationships/image" Target="/ppt/media/image.png" Id="R27aabcbadca9424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ae0cdf6e01427d" /><Relationship Type="http://schemas.openxmlformats.org/officeDocument/2006/relationships/image" Target="/ppt/media/image.png" Id="R482dc6a5dfb1431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0dc736988d455e" /><Relationship Type="http://schemas.openxmlformats.org/officeDocument/2006/relationships/image" Target="/ppt/media/image.png" Id="Rf578948f20e849b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835dab2268749ac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9fd70e7656446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ccfb0b6907447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dc89bc4004a47e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30d30351974bc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7d9e25e5ebb464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3104acf90d4c8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6ae5a734dee443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7aabcbadca9424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2dc6a5dfb1431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578948f20e849b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0124fc1ba0433c" /><Relationship Type="http://schemas.openxmlformats.org/officeDocument/2006/relationships/slideLayout" Target="/ppt/slideLayouts/slideLayout1.xml" Id="Ra095204ac6834482" /><Relationship Type="http://schemas.openxmlformats.org/officeDocument/2006/relationships/slideLayout" Target="/ppt/slideLayouts/slideLayout2.xml" Id="R6ad085b4b8994cc0" /><Relationship Type="http://schemas.openxmlformats.org/officeDocument/2006/relationships/slideLayout" Target="/ppt/slideLayouts/slideLayout3.xml" Id="R2916f4d98ed14c00" /><Relationship Type="http://schemas.openxmlformats.org/officeDocument/2006/relationships/slideLayout" Target="/ppt/slideLayouts/slideLayout4.xml" Id="R19132b24eee1486d" /><Relationship Type="http://schemas.openxmlformats.org/officeDocument/2006/relationships/slideLayout" Target="/ppt/slideLayouts/slideLayout5.xml" Id="Rf554d3c17b514ec4" /><Relationship Type="http://schemas.openxmlformats.org/officeDocument/2006/relationships/slideLayout" Target="/ppt/slideLayouts/slideLayout6.xml" Id="Rcdac417d0e32407b" /><Relationship Type="http://schemas.openxmlformats.org/officeDocument/2006/relationships/slideLayout" Target="/ppt/slideLayouts/slideLayout7.xml" Id="Rf35eecbfec3e4687" /><Relationship Type="http://schemas.openxmlformats.org/officeDocument/2006/relationships/slideLayout" Target="/ppt/slideLayouts/slideLayout8.xml" Id="R1be366a1e8924ccc" /><Relationship Type="http://schemas.openxmlformats.org/officeDocument/2006/relationships/slideLayout" Target="/ppt/slideLayouts/slideLayout9.xml" Id="Rd953927a664845c5" /><Relationship Type="http://schemas.openxmlformats.org/officeDocument/2006/relationships/slideLayout" Target="/ppt/slideLayouts/slideLayout10.xml" Id="Rf81de7c557b3425c" /><Relationship Type="http://schemas.openxmlformats.org/officeDocument/2006/relationships/slideLayout" Target="/ppt/slideLayouts/slideLayout11.xml" Id="R003debcf1b3a4dd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95204ac6834482"/>
    <p:sldLayoutId xmlns:r="http://schemas.openxmlformats.org/officeDocument/2006/relationships" id="2147483650" r:id="R6ad085b4b8994cc0"/>
    <p:sldLayoutId xmlns:r="http://schemas.openxmlformats.org/officeDocument/2006/relationships" id="2147483651" r:id="R2916f4d98ed14c00"/>
    <p:sldLayoutId xmlns:r="http://schemas.openxmlformats.org/officeDocument/2006/relationships" id="2147483652" r:id="R19132b24eee1486d"/>
    <p:sldLayoutId xmlns:r="http://schemas.openxmlformats.org/officeDocument/2006/relationships" id="2147483653" r:id="Rf554d3c17b514ec4"/>
    <p:sldLayoutId xmlns:r="http://schemas.openxmlformats.org/officeDocument/2006/relationships" id="2147483654" r:id="Rcdac417d0e32407b"/>
    <p:sldLayoutId xmlns:r="http://schemas.openxmlformats.org/officeDocument/2006/relationships" id="2147483655" r:id="Rf35eecbfec3e4687"/>
    <p:sldLayoutId xmlns:r="http://schemas.openxmlformats.org/officeDocument/2006/relationships" id="2147483656" r:id="R1be366a1e8924ccc"/>
    <p:sldLayoutId xmlns:r="http://schemas.openxmlformats.org/officeDocument/2006/relationships" id="2147483657" r:id="Rd953927a664845c5"/>
    <p:sldLayoutId xmlns:r="http://schemas.openxmlformats.org/officeDocument/2006/relationships" id="2147483658" r:id="Rf81de7c557b3425c"/>
    <p:sldLayoutId xmlns:r="http://schemas.openxmlformats.org/officeDocument/2006/relationships" id="2147483659" r:id="R003debcf1b3a4dd1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d669b73f8467f" /><Relationship Type="http://schemas.openxmlformats.org/officeDocument/2006/relationships/notesSlide" Target="/ppt/notesSlides/notesSlide1.xml" Id="R9500bd820bed40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fd32ae25ccc432c" /><Relationship Type="http://schemas.openxmlformats.org/officeDocument/2006/relationships/notesSlide" Target="/ppt/notesSlides/notesSlide2.xml" Id="Rb09b57ed5da642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1cd82a5c1e4290" /><Relationship Type="http://schemas.openxmlformats.org/officeDocument/2006/relationships/notesSlide" Target="/ppt/notesSlides/notesSlide3.xml" Id="R0a1bfb7df02242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29517c2bb541be" /><Relationship Type="http://schemas.openxmlformats.org/officeDocument/2006/relationships/notesSlide" Target="/ppt/notesSlides/notesSlide4.xml" Id="R6beabb93cb4c4d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5af806bbb74306" /><Relationship Type="http://schemas.openxmlformats.org/officeDocument/2006/relationships/notesSlide" Target="/ppt/notesSlides/notesSlide5.xml" Id="R0ce095e4960a4f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889454a4c345ed" /><Relationship Type="http://schemas.openxmlformats.org/officeDocument/2006/relationships/notesSlide" Target="/ppt/notesSlides/notesSlide6.xml" Id="R7ae9c46bd83646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e3151d656340fd" /><Relationship Type="http://schemas.openxmlformats.org/officeDocument/2006/relationships/notesSlide" Target="/ppt/notesSlides/notesSlide7.xml" Id="R99029dc7cc094b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d0a9b86f084064" /><Relationship Type="http://schemas.openxmlformats.org/officeDocument/2006/relationships/notesSlide" Target="/ppt/notesSlides/notesSlide8.xml" Id="Rcfb5884da9c549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ed8f9c044642fb" /><Relationship Type="http://schemas.openxmlformats.org/officeDocument/2006/relationships/notesSlide" Target="/ppt/notesSlides/notesSlide9.xml" Id="R8f15753e95934a5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Functions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32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show_greeting():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 Python learner!"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show_greeting()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"Welcome to Python."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show_greeting():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 Python learner!"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show_greeting()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"Welcome to Python."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show_greeting():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 Python learner!"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show_greeting()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"Welcome to Python."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does Python not run a function body when it first reads the def statement?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What happens if the function name is written without parentheses where a call is intended?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Why must the function body be indented?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Which two messages appear, and in what order?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show_greeting():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 Python learner!"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show_greeting()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"Welcome to Python."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by adding a second function called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show_rules()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that displays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"Save your work often."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"Ask for help when stuck."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Call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show_rules()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after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before the final message.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show_greeting():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 Python learner!"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show_greeting()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"Welcome to Python."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Extend the example with a function called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show_line()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that displays a line of dashes. Call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show_line()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before and after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so the greeting appears inside a banner.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show_greeting():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 Python learner!"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show_greeting()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"Welcome to Python."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program with two functions: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show_intro()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displays a welcome message and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show_goodbye()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displays a farewell. In the main program, call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show_intro()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ask for the user's name,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"Nice to meet you,"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followed by the name, then call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show_goodbye()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show_greeting():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 Python learner!"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show_greeting()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"Welcome to Python."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89177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show_greeting():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(greeting_message)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show_greeting()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"Welcome to Python."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2026-09-29T02:09:03.8970000Z</dcterms:created>
  <dcterms:modified xsi:type="dcterms:W3CDTF">2026-09-29T02:09:03.8970000Z</dcterms:modified>
</coreProperties>
</file>