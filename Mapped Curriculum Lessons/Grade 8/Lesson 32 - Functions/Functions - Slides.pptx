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474ee7de984c51" /><Relationship Type="http://schemas.openxmlformats.org/officeDocument/2006/relationships/extended-properties" Target="/docProps/app.xml" Id="Rfc9924263b7249ce" /><Relationship Type="http://schemas.openxmlformats.org/officeDocument/2006/relationships/officeDocument" Target="/ppt/presentation.xml" Id="R758b9d8bccf546d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5a358977962464a"/>
  </p:sldMasterIdLst>
  <p:notesMasterIdLst>
    <p:notesMasterId xmlns:r="http://schemas.openxmlformats.org/officeDocument/2006/relationships" r:id="Rc6c499530b34440f"/>
  </p:notesMasterIdLst>
  <p:sldIdLst>
    <p:sldId xmlns:r="http://schemas.openxmlformats.org/officeDocument/2006/relationships" id="256" r:id="Rfd8a91a3f3314e7f"/>
    <p:sldId xmlns:r="http://schemas.openxmlformats.org/officeDocument/2006/relationships" id="257" r:id="R6980b8079aaf4617"/>
    <p:sldId xmlns:r="http://schemas.openxmlformats.org/officeDocument/2006/relationships" id="258" r:id="R3d90df64d8e64e22"/>
    <p:sldId xmlns:r="http://schemas.openxmlformats.org/officeDocument/2006/relationships" id="259" r:id="R0b4f9210bf824a03"/>
    <p:sldId xmlns:r="http://schemas.openxmlformats.org/officeDocument/2006/relationships" id="260" r:id="Rbd1b64300f114da4"/>
    <p:sldId xmlns:r="http://schemas.openxmlformats.org/officeDocument/2006/relationships" id="261" r:id="R040318237bce484a"/>
    <p:sldId xmlns:r="http://schemas.openxmlformats.org/officeDocument/2006/relationships" id="262" r:id="Rf85765e1276945f9"/>
    <p:sldId xmlns:r="http://schemas.openxmlformats.org/officeDocument/2006/relationships" id="263" r:id="Rdbddd9f8d3a844ed"/>
    <p:sldId xmlns:r="http://schemas.openxmlformats.org/officeDocument/2006/relationships" id="264" r:id="R3ba9e8867262403b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7b80e7426ff6481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ab470caec24127" /><Relationship Type="http://schemas.openxmlformats.org/officeDocument/2006/relationships/slideMaster" Target="/ppt/slideMasters/slideMaster1.xml" Id="R75a358977962464a" /><Relationship Type="http://schemas.openxmlformats.org/officeDocument/2006/relationships/notesMaster" Target="/ppt/notesMasters/notesMaster1.xml" Id="Rc6c499530b34440f" /><Relationship Type="http://schemas.openxmlformats.org/officeDocument/2006/relationships/presProps" Target="/ppt/presProps.xml" Id="R6cfacd1e16bd417a" /><Relationship Type="http://schemas.openxmlformats.org/officeDocument/2006/relationships/viewProps" Target="/ppt/viewProps.xml" Id="R555a64663bb94f86" /><Relationship Type="http://schemas.openxmlformats.org/officeDocument/2006/relationships/tableStyles" Target="/ppt/tableStyles.xml" Id="R39c14aa3bcf545a2" /><Relationship Type="http://schemas.openxmlformats.org/officeDocument/2006/relationships/font" Target="/ppt/fonts/font.dat" Id="R7b80e7426ff6481e" /><Relationship Type="http://schemas.openxmlformats.org/officeDocument/2006/relationships/slide" Target="/ppt/slides/slide1.xml" Id="Rfd8a91a3f3314e7f" /><Relationship Type="http://schemas.openxmlformats.org/officeDocument/2006/relationships/slide" Target="/ppt/slides/slide2.xml" Id="R6980b8079aaf4617" /><Relationship Type="http://schemas.openxmlformats.org/officeDocument/2006/relationships/slide" Target="/ppt/slides/slide3.xml" Id="R3d90df64d8e64e22" /><Relationship Type="http://schemas.openxmlformats.org/officeDocument/2006/relationships/slide" Target="/ppt/slides/slide4.xml" Id="R0b4f9210bf824a03" /><Relationship Type="http://schemas.openxmlformats.org/officeDocument/2006/relationships/slide" Target="/ppt/slides/slide5.xml" Id="Rbd1b64300f114da4" /><Relationship Type="http://schemas.openxmlformats.org/officeDocument/2006/relationships/slide" Target="/ppt/slides/slide6.xml" Id="R040318237bce484a" /><Relationship Type="http://schemas.openxmlformats.org/officeDocument/2006/relationships/slide" Target="/ppt/slides/slide7.xml" Id="Rf85765e1276945f9" /><Relationship Type="http://schemas.openxmlformats.org/officeDocument/2006/relationships/slide" Target="/ppt/slides/slide8.xml" Id="Rdbddd9f8d3a844ed" /><Relationship Type="http://schemas.openxmlformats.org/officeDocument/2006/relationships/slide" Target="/ppt/slides/slide9.xml" Id="R3ba9e886726240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6a80053aed474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a77fab0a53430d" /><Relationship Type="http://schemas.openxmlformats.org/officeDocument/2006/relationships/notesMaster" Target="/ppt/notesMasters/notesMaster1.xml" Id="R71fb38091acf44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28590f86c654a4e" /><Relationship Type="http://schemas.openxmlformats.org/officeDocument/2006/relationships/notesMaster" Target="/ppt/notesMasters/notesMaster1.xml" Id="R7bb67558c9d640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78513e837f4649" /><Relationship Type="http://schemas.openxmlformats.org/officeDocument/2006/relationships/notesMaster" Target="/ppt/notesMasters/notesMaster1.xml" Id="R9496ff0ffc024b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b7fffd0a32477a" /><Relationship Type="http://schemas.openxmlformats.org/officeDocument/2006/relationships/notesMaster" Target="/ppt/notesMasters/notesMaster1.xml" Id="Ra1085a79494a49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f6bf3dcba6e44c7" /><Relationship Type="http://schemas.openxmlformats.org/officeDocument/2006/relationships/notesMaster" Target="/ppt/notesMasters/notesMaster1.xml" Id="R9b385724c8be47e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e9531f8ac346e3" /><Relationship Type="http://schemas.openxmlformats.org/officeDocument/2006/relationships/notesMaster" Target="/ppt/notesMasters/notesMaster1.xml" Id="R5b34f30a226543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afd1503eb9c4f43" /><Relationship Type="http://schemas.openxmlformats.org/officeDocument/2006/relationships/notesMaster" Target="/ppt/notesMasters/notesMaster1.xml" Id="Rf30a074bfa1041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02fe87fd54848b8" /><Relationship Type="http://schemas.openxmlformats.org/officeDocument/2006/relationships/notesMaster" Target="/ppt/notesMasters/notesMaster1.xml" Id="Rcaef92ee78224f0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80496bc4de74a10" /><Relationship Type="http://schemas.openxmlformats.org/officeDocument/2006/relationships/notesMaster" Target="/ppt/notesMasters/notesMaster1.xml" Id="Rb70b08cc6ccb43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65801c740e4cf0" /><Relationship Type="http://schemas.openxmlformats.org/officeDocument/2006/relationships/image" Target="/ppt/media/image.png" Id="R699985d9b0034a2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7bb29ffe714c7a" /><Relationship Type="http://schemas.openxmlformats.org/officeDocument/2006/relationships/image" Target="/ppt/media/image.png" Id="R846e399867814ad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62c17c3f744b7c" /><Relationship Type="http://schemas.openxmlformats.org/officeDocument/2006/relationships/image" Target="/ppt/media/image.png" Id="R2ebb09686cb04b8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286bc96f944537" /><Relationship Type="http://schemas.openxmlformats.org/officeDocument/2006/relationships/image" Target="/ppt/media/image.png" Id="R0128ad9f451e480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26234eb64b4567" /><Relationship Type="http://schemas.openxmlformats.org/officeDocument/2006/relationships/image" Target="/ppt/media/image.png" Id="R38563a5e914844a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81ad5f5dee4ef8" /><Relationship Type="http://schemas.openxmlformats.org/officeDocument/2006/relationships/image" Target="/ppt/media/image.png" Id="Rd9fdd1ee1488455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0b385c1e694fbe" /><Relationship Type="http://schemas.openxmlformats.org/officeDocument/2006/relationships/image" Target="/ppt/media/image.png" Id="R3a7efdd1ddd943f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5ee10e77d34c27" /><Relationship Type="http://schemas.openxmlformats.org/officeDocument/2006/relationships/image" Target="/ppt/media/image.png" Id="R4d08ed9b1a8e41f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85be993a6c45bc" /><Relationship Type="http://schemas.openxmlformats.org/officeDocument/2006/relationships/image" Target="/ppt/media/image.png" Id="Ra87c69726010456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55bf45fd204866" /><Relationship Type="http://schemas.openxmlformats.org/officeDocument/2006/relationships/image" Target="/ppt/media/image.png" Id="Rec8bb1f51c2243e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405b4cd9154e7d" /><Relationship Type="http://schemas.openxmlformats.org/officeDocument/2006/relationships/image" Target="/ppt/media/image.png" Id="Rbd073574d05643b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9985d9b0034a2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6e399867814ad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bb09686cb04b8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28ad9f451e480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8563a5e914844a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9fdd1ee1488455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a7efdd1ddd943f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d08ed9b1a8e41f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87c69726010456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8bb1f51c2243e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073574d05643b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31ee09430e488d" /><Relationship Type="http://schemas.openxmlformats.org/officeDocument/2006/relationships/slideLayout" Target="/ppt/slideLayouts/slideLayout1.xml" Id="Rbbe15879fd9f4f34" /><Relationship Type="http://schemas.openxmlformats.org/officeDocument/2006/relationships/slideLayout" Target="/ppt/slideLayouts/slideLayout2.xml" Id="R23df5150e9b442a1" /><Relationship Type="http://schemas.openxmlformats.org/officeDocument/2006/relationships/slideLayout" Target="/ppt/slideLayouts/slideLayout3.xml" Id="Rb9ac3f7015634b39" /><Relationship Type="http://schemas.openxmlformats.org/officeDocument/2006/relationships/slideLayout" Target="/ppt/slideLayouts/slideLayout4.xml" Id="Rc3d43cda6181496a" /><Relationship Type="http://schemas.openxmlformats.org/officeDocument/2006/relationships/slideLayout" Target="/ppt/slideLayouts/slideLayout5.xml" Id="R00c557597a804fba" /><Relationship Type="http://schemas.openxmlformats.org/officeDocument/2006/relationships/slideLayout" Target="/ppt/slideLayouts/slideLayout6.xml" Id="R562aeb069c494a06" /><Relationship Type="http://schemas.openxmlformats.org/officeDocument/2006/relationships/slideLayout" Target="/ppt/slideLayouts/slideLayout7.xml" Id="Rda6d572694ff4b09" /><Relationship Type="http://schemas.openxmlformats.org/officeDocument/2006/relationships/slideLayout" Target="/ppt/slideLayouts/slideLayout8.xml" Id="Raec892a7beb5476f" /><Relationship Type="http://schemas.openxmlformats.org/officeDocument/2006/relationships/slideLayout" Target="/ppt/slideLayouts/slideLayout9.xml" Id="Rba35dd45bf9e443c" /><Relationship Type="http://schemas.openxmlformats.org/officeDocument/2006/relationships/slideLayout" Target="/ppt/slideLayouts/slideLayout10.xml" Id="Rbf9b9e95b4294b19" /><Relationship Type="http://schemas.openxmlformats.org/officeDocument/2006/relationships/slideLayout" Target="/ppt/slideLayouts/slideLayout11.xml" Id="R93346a7e7385461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e15879fd9f4f34"/>
    <p:sldLayoutId xmlns:r="http://schemas.openxmlformats.org/officeDocument/2006/relationships" id="2147483650" r:id="R23df5150e9b442a1"/>
    <p:sldLayoutId xmlns:r="http://schemas.openxmlformats.org/officeDocument/2006/relationships" id="2147483651" r:id="Rb9ac3f7015634b39"/>
    <p:sldLayoutId xmlns:r="http://schemas.openxmlformats.org/officeDocument/2006/relationships" id="2147483652" r:id="Rc3d43cda6181496a"/>
    <p:sldLayoutId xmlns:r="http://schemas.openxmlformats.org/officeDocument/2006/relationships" id="2147483653" r:id="R00c557597a804fba"/>
    <p:sldLayoutId xmlns:r="http://schemas.openxmlformats.org/officeDocument/2006/relationships" id="2147483654" r:id="R562aeb069c494a06"/>
    <p:sldLayoutId xmlns:r="http://schemas.openxmlformats.org/officeDocument/2006/relationships" id="2147483655" r:id="Rda6d572694ff4b09"/>
    <p:sldLayoutId xmlns:r="http://schemas.openxmlformats.org/officeDocument/2006/relationships" id="2147483656" r:id="Raec892a7beb5476f"/>
    <p:sldLayoutId xmlns:r="http://schemas.openxmlformats.org/officeDocument/2006/relationships" id="2147483657" r:id="Rba35dd45bf9e443c"/>
    <p:sldLayoutId xmlns:r="http://schemas.openxmlformats.org/officeDocument/2006/relationships" id="2147483658" r:id="Rbf9b9e95b4294b19"/>
    <p:sldLayoutId xmlns:r="http://schemas.openxmlformats.org/officeDocument/2006/relationships" id="2147483659" r:id="R93346a7e7385461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7e2684ea0a4bbf" /><Relationship Type="http://schemas.openxmlformats.org/officeDocument/2006/relationships/notesSlide" Target="/ppt/notesSlides/notesSlide1.xml" Id="R56bb5be8b6c84b2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6fe4f629db84992" /><Relationship Type="http://schemas.openxmlformats.org/officeDocument/2006/relationships/notesSlide" Target="/ppt/notesSlides/notesSlide2.xml" Id="R9f91ebcb87dc42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a4a6f3bfcc49c1" /><Relationship Type="http://schemas.openxmlformats.org/officeDocument/2006/relationships/notesSlide" Target="/ppt/notesSlides/notesSlide3.xml" Id="R1925aca562e443c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43322ee35346db" /><Relationship Type="http://schemas.openxmlformats.org/officeDocument/2006/relationships/notesSlide" Target="/ppt/notesSlides/notesSlide4.xml" Id="R9f7a73da78db406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55c2af303e4fc0" /><Relationship Type="http://schemas.openxmlformats.org/officeDocument/2006/relationships/notesSlide" Target="/ppt/notesSlides/notesSlide5.xml" Id="R2c923e6a541d43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a16812010d41b9" /><Relationship Type="http://schemas.openxmlformats.org/officeDocument/2006/relationships/notesSlide" Target="/ppt/notesSlides/notesSlide6.xml" Id="R67b8a4f6fb974f8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6dfe668fb74891" /><Relationship Type="http://schemas.openxmlformats.org/officeDocument/2006/relationships/notesSlide" Target="/ppt/notesSlides/notesSlide7.xml" Id="R706f762ad8c14e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c4dd745ac24e18" /><Relationship Type="http://schemas.openxmlformats.org/officeDocument/2006/relationships/notesSlide" Target="/ppt/notesSlides/notesSlide8.xml" Id="Rad01449505b64b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0a3236d5384006" /><Relationship Type="http://schemas.openxmlformats.org/officeDocument/2006/relationships/notesSlide" Target="/ppt/notesSlides/notesSlide9.xml" Id="R7e279e711c5842d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Python not run a function body when it first reads the def statement?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function name is written without parentheses where a call is intended?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function body be indented?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Which two messages appear, and in what order?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by adding a second function called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show_rules()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that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 your work often."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"Ask for help when stuck."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show_rules()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before the final message.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with a function called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show_line()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that displays a line of dashes.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show_line()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and after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the greeting appears inside a banner.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program with two functions: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show_intro()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a welcome message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show_goodbye()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a farewell. In the main program,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show_intro()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the user's name,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"Nice to meet you,"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name, then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show_goodbye()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(greeting_message)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2026-09-28T08:30:35.9470000Z</dcterms:created>
  <dcterms:modified xsi:type="dcterms:W3CDTF">2026-09-28T08:30:35.9470000Z</dcterms:modified>
</coreProperties>
</file>