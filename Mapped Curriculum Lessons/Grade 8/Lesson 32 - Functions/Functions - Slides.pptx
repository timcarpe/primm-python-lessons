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cac571948040b8" /><Relationship Type="http://schemas.openxmlformats.org/officeDocument/2006/relationships/extended-properties" Target="/docProps/app.xml" Id="R232807c652124e1b" /><Relationship Type="http://schemas.openxmlformats.org/officeDocument/2006/relationships/officeDocument" Target="/ppt/presentation.xml" Id="R231b79c3fe0c47c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1b4be22609f47fa"/>
  </p:sldMasterIdLst>
  <p:notesMasterIdLst>
    <p:notesMasterId xmlns:r="http://schemas.openxmlformats.org/officeDocument/2006/relationships" r:id="Rdf7625a0cdf14871"/>
  </p:notesMasterIdLst>
  <p:sldIdLst>
    <p:sldId xmlns:r="http://schemas.openxmlformats.org/officeDocument/2006/relationships" id="256" r:id="R66375c1d26504e23"/>
    <p:sldId xmlns:r="http://schemas.openxmlformats.org/officeDocument/2006/relationships" id="257" r:id="Rb0229df428484db8"/>
    <p:sldId xmlns:r="http://schemas.openxmlformats.org/officeDocument/2006/relationships" id="258" r:id="R93420375da6e4f94"/>
    <p:sldId xmlns:r="http://schemas.openxmlformats.org/officeDocument/2006/relationships" id="259" r:id="Rc92210fb09014cb2"/>
    <p:sldId xmlns:r="http://schemas.openxmlformats.org/officeDocument/2006/relationships" id="260" r:id="R19f45cc1587d463f"/>
    <p:sldId xmlns:r="http://schemas.openxmlformats.org/officeDocument/2006/relationships" id="261" r:id="Rd52dafb8f29c4309"/>
    <p:sldId xmlns:r="http://schemas.openxmlformats.org/officeDocument/2006/relationships" id="262" r:id="R458dca51f0f245d8"/>
    <p:sldId xmlns:r="http://schemas.openxmlformats.org/officeDocument/2006/relationships" id="263" r:id="Rd1819c1928044c1d"/>
    <p:sldId xmlns:r="http://schemas.openxmlformats.org/officeDocument/2006/relationships" id="264" r:id="R864a22f71672405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6ec2ae1daa1435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6138ea78ad4e3f" /><Relationship Type="http://schemas.openxmlformats.org/officeDocument/2006/relationships/slideMaster" Target="/ppt/slideMasters/slideMaster1.xml" Id="Rb1b4be22609f47fa" /><Relationship Type="http://schemas.openxmlformats.org/officeDocument/2006/relationships/notesMaster" Target="/ppt/notesMasters/notesMaster1.xml" Id="Rdf7625a0cdf14871" /><Relationship Type="http://schemas.openxmlformats.org/officeDocument/2006/relationships/presProps" Target="/ppt/presProps.xml" Id="Rc3ef8af015ff469c" /><Relationship Type="http://schemas.openxmlformats.org/officeDocument/2006/relationships/viewProps" Target="/ppt/viewProps.xml" Id="R757b16e023e4466a" /><Relationship Type="http://schemas.openxmlformats.org/officeDocument/2006/relationships/tableStyles" Target="/ppt/tableStyles.xml" Id="Ra024b19de81745f9" /><Relationship Type="http://schemas.openxmlformats.org/officeDocument/2006/relationships/font" Target="/ppt/fonts/font.dat" Id="R06ec2ae1daa1435a" /><Relationship Type="http://schemas.openxmlformats.org/officeDocument/2006/relationships/slide" Target="/ppt/slides/slide1.xml" Id="R66375c1d26504e23" /><Relationship Type="http://schemas.openxmlformats.org/officeDocument/2006/relationships/slide" Target="/ppt/slides/slide2.xml" Id="Rb0229df428484db8" /><Relationship Type="http://schemas.openxmlformats.org/officeDocument/2006/relationships/slide" Target="/ppt/slides/slide3.xml" Id="R93420375da6e4f94" /><Relationship Type="http://schemas.openxmlformats.org/officeDocument/2006/relationships/slide" Target="/ppt/slides/slide4.xml" Id="Rc92210fb09014cb2" /><Relationship Type="http://schemas.openxmlformats.org/officeDocument/2006/relationships/slide" Target="/ppt/slides/slide5.xml" Id="R19f45cc1587d463f" /><Relationship Type="http://schemas.openxmlformats.org/officeDocument/2006/relationships/slide" Target="/ppt/slides/slide6.xml" Id="Rd52dafb8f29c4309" /><Relationship Type="http://schemas.openxmlformats.org/officeDocument/2006/relationships/slide" Target="/ppt/slides/slide7.xml" Id="R458dca51f0f245d8" /><Relationship Type="http://schemas.openxmlformats.org/officeDocument/2006/relationships/slide" Target="/ppt/slides/slide8.xml" Id="Rd1819c1928044c1d" /><Relationship Type="http://schemas.openxmlformats.org/officeDocument/2006/relationships/slide" Target="/ppt/slides/slide9.xml" Id="R864a22f7167240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ac2cc1781548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b52f59a0bd422c" /><Relationship Type="http://schemas.openxmlformats.org/officeDocument/2006/relationships/notesMaster" Target="/ppt/notesMasters/notesMaster1.xml" Id="Rf04b03edf91b4b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62131c134c43ef" /><Relationship Type="http://schemas.openxmlformats.org/officeDocument/2006/relationships/notesMaster" Target="/ppt/notesMasters/notesMaster1.xml" Id="Rf4e1e4e0a4d644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99cee0c91e4046" /><Relationship Type="http://schemas.openxmlformats.org/officeDocument/2006/relationships/notesMaster" Target="/ppt/notesMasters/notesMaster1.xml" Id="Re9820af8714d4d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d48420929946b3" /><Relationship Type="http://schemas.openxmlformats.org/officeDocument/2006/relationships/notesMaster" Target="/ppt/notesMasters/notesMaster1.xml" Id="R5445b87d3bd9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ebf52590fa4077" /><Relationship Type="http://schemas.openxmlformats.org/officeDocument/2006/relationships/notesMaster" Target="/ppt/notesMasters/notesMaster1.xml" Id="R044c0c87767a45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5f4cc622cd47aa" /><Relationship Type="http://schemas.openxmlformats.org/officeDocument/2006/relationships/notesMaster" Target="/ppt/notesMasters/notesMaster1.xml" Id="R79812c2b5f5942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7537e4ae4a4f59" /><Relationship Type="http://schemas.openxmlformats.org/officeDocument/2006/relationships/notesMaster" Target="/ppt/notesMasters/notesMaster1.xml" Id="Rcb22e285c46a44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1ef1f0974b4937" /><Relationship Type="http://schemas.openxmlformats.org/officeDocument/2006/relationships/notesMaster" Target="/ppt/notesMasters/notesMaster1.xml" Id="R799a2d0bce7a4c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3326e95f1a409f" /><Relationship Type="http://schemas.openxmlformats.org/officeDocument/2006/relationships/notesMaster" Target="/ppt/notesMasters/notesMaster1.xml" Id="R7217c60fd3c346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a3ec87b2674319" /><Relationship Type="http://schemas.openxmlformats.org/officeDocument/2006/relationships/image" Target="/ppt/media/image.png" Id="R3da09579b8a64f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5105cf7f3487e" /><Relationship Type="http://schemas.openxmlformats.org/officeDocument/2006/relationships/image" Target="/ppt/media/image.png" Id="Rfd88ecfb563242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c06f05dc94ef8" /><Relationship Type="http://schemas.openxmlformats.org/officeDocument/2006/relationships/image" Target="/ppt/media/image.png" Id="Rfe3535c911514c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89b8753b8e4529" /><Relationship Type="http://schemas.openxmlformats.org/officeDocument/2006/relationships/image" Target="/ppt/media/image.png" Id="Rd45164ce60484f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8386d14f4d4d36" /><Relationship Type="http://schemas.openxmlformats.org/officeDocument/2006/relationships/image" Target="/ppt/media/image.png" Id="R70c83314f6cd43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e5056086840b5" /><Relationship Type="http://schemas.openxmlformats.org/officeDocument/2006/relationships/image" Target="/ppt/media/image.png" Id="Rbf070952fef34da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2a4e5ff3f40c9" /><Relationship Type="http://schemas.openxmlformats.org/officeDocument/2006/relationships/image" Target="/ppt/media/image.png" Id="R88e67252f4874da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20bee4099405d" /><Relationship Type="http://schemas.openxmlformats.org/officeDocument/2006/relationships/image" Target="/ppt/media/image.png" Id="R27b0510d8a734fa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21f0b85cec4abf" /><Relationship Type="http://schemas.openxmlformats.org/officeDocument/2006/relationships/image" Target="/ppt/media/image.png" Id="R8da162526e644d4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5ca70d7e444e4" /><Relationship Type="http://schemas.openxmlformats.org/officeDocument/2006/relationships/image" Target="/ppt/media/image.png" Id="R9d5dfe9365ab4d1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2b79d35de4bcc" /><Relationship Type="http://schemas.openxmlformats.org/officeDocument/2006/relationships/image" Target="/ppt/media/image.png" Id="R80be485699d74d4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a09579b8a64fe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88ecfb563242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3535c911514c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5164ce60484fc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c83314f6cd43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070952fef34d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e67252f4874d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b0510d8a734f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a162526e644d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5dfe9365ab4d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be485699d74d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baeffc9f4042ff" /><Relationship Type="http://schemas.openxmlformats.org/officeDocument/2006/relationships/slideLayout" Target="/ppt/slideLayouts/slideLayout1.xml" Id="R070f4628a0e7495a" /><Relationship Type="http://schemas.openxmlformats.org/officeDocument/2006/relationships/slideLayout" Target="/ppt/slideLayouts/slideLayout2.xml" Id="R1574b59e6354464a" /><Relationship Type="http://schemas.openxmlformats.org/officeDocument/2006/relationships/slideLayout" Target="/ppt/slideLayouts/slideLayout3.xml" Id="R3d9f9717dbea4e17" /><Relationship Type="http://schemas.openxmlformats.org/officeDocument/2006/relationships/slideLayout" Target="/ppt/slideLayouts/slideLayout4.xml" Id="Rbf16bead7e554204" /><Relationship Type="http://schemas.openxmlformats.org/officeDocument/2006/relationships/slideLayout" Target="/ppt/slideLayouts/slideLayout5.xml" Id="R8975d0726c7743bf" /><Relationship Type="http://schemas.openxmlformats.org/officeDocument/2006/relationships/slideLayout" Target="/ppt/slideLayouts/slideLayout6.xml" Id="R7c70313e2eb04853" /><Relationship Type="http://schemas.openxmlformats.org/officeDocument/2006/relationships/slideLayout" Target="/ppt/slideLayouts/slideLayout7.xml" Id="R4934cae92fba4336" /><Relationship Type="http://schemas.openxmlformats.org/officeDocument/2006/relationships/slideLayout" Target="/ppt/slideLayouts/slideLayout8.xml" Id="R8917b3ad459242d2" /><Relationship Type="http://schemas.openxmlformats.org/officeDocument/2006/relationships/slideLayout" Target="/ppt/slideLayouts/slideLayout9.xml" Id="Rdb073d73cb064dc4" /><Relationship Type="http://schemas.openxmlformats.org/officeDocument/2006/relationships/slideLayout" Target="/ppt/slideLayouts/slideLayout10.xml" Id="R4278f3b0a6ae46a3" /><Relationship Type="http://schemas.openxmlformats.org/officeDocument/2006/relationships/slideLayout" Target="/ppt/slideLayouts/slideLayout11.xml" Id="R20bc3a38a39f423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0f4628a0e7495a"/>
    <p:sldLayoutId xmlns:r="http://schemas.openxmlformats.org/officeDocument/2006/relationships" id="2147483650" r:id="R1574b59e6354464a"/>
    <p:sldLayoutId xmlns:r="http://schemas.openxmlformats.org/officeDocument/2006/relationships" id="2147483651" r:id="R3d9f9717dbea4e17"/>
    <p:sldLayoutId xmlns:r="http://schemas.openxmlformats.org/officeDocument/2006/relationships" id="2147483652" r:id="Rbf16bead7e554204"/>
    <p:sldLayoutId xmlns:r="http://schemas.openxmlformats.org/officeDocument/2006/relationships" id="2147483653" r:id="R8975d0726c7743bf"/>
    <p:sldLayoutId xmlns:r="http://schemas.openxmlformats.org/officeDocument/2006/relationships" id="2147483654" r:id="R7c70313e2eb04853"/>
    <p:sldLayoutId xmlns:r="http://schemas.openxmlformats.org/officeDocument/2006/relationships" id="2147483655" r:id="R4934cae92fba4336"/>
    <p:sldLayoutId xmlns:r="http://schemas.openxmlformats.org/officeDocument/2006/relationships" id="2147483656" r:id="R8917b3ad459242d2"/>
    <p:sldLayoutId xmlns:r="http://schemas.openxmlformats.org/officeDocument/2006/relationships" id="2147483657" r:id="Rdb073d73cb064dc4"/>
    <p:sldLayoutId xmlns:r="http://schemas.openxmlformats.org/officeDocument/2006/relationships" id="2147483658" r:id="R4278f3b0a6ae46a3"/>
    <p:sldLayoutId xmlns:r="http://schemas.openxmlformats.org/officeDocument/2006/relationships" id="2147483659" r:id="R20bc3a38a39f423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04893c27747bd" /><Relationship Type="http://schemas.openxmlformats.org/officeDocument/2006/relationships/notesSlide" Target="/ppt/notesSlides/notesSlide1.xml" Id="R2ddc7b0122c54d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7ae161656741b3" /><Relationship Type="http://schemas.openxmlformats.org/officeDocument/2006/relationships/notesSlide" Target="/ppt/notesSlides/notesSlide2.xml" Id="Rfd1df9e8fa034a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1d446512714743" /><Relationship Type="http://schemas.openxmlformats.org/officeDocument/2006/relationships/notesSlide" Target="/ppt/notesSlides/notesSlide3.xml" Id="R78d308a2ab9c41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2138319592475a" /><Relationship Type="http://schemas.openxmlformats.org/officeDocument/2006/relationships/notesSlide" Target="/ppt/notesSlides/notesSlide4.xml" Id="Rafe21f6b52d545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f18507a4da42f5" /><Relationship Type="http://schemas.openxmlformats.org/officeDocument/2006/relationships/notesSlide" Target="/ppt/notesSlides/notesSlide5.xml" Id="R4fa816b5337c4a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691cd5d79f470d" /><Relationship Type="http://schemas.openxmlformats.org/officeDocument/2006/relationships/notesSlide" Target="/ppt/notesSlides/notesSlide6.xml" Id="R7cec483ddf1840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20b612ab884133" /><Relationship Type="http://schemas.openxmlformats.org/officeDocument/2006/relationships/notesSlide" Target="/ppt/notesSlides/notesSlide7.xml" Id="Ra63c23436efa4b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4f8f7365ea424f" /><Relationship Type="http://schemas.openxmlformats.org/officeDocument/2006/relationships/notesSlide" Target="/ppt/notesSlides/notesSlide8.xml" Id="Rf9ac32b15e2a43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befcdd70e648f4" /><Relationship Type="http://schemas.openxmlformats.org/officeDocument/2006/relationships/notesSlide" Target="/ppt/notesSlides/notesSlide9.xml" Id="R8675780c62484c4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Rename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show_welcome()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update the function call. The two original messages must still appear in the same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greeting is useful more than once.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second time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appears twice. Keep the final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message. Predict the number of greetings before you run the program.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one no-input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show_tip()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Python tip of your choice. Call it twice; the same tip should appear two times.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2026-08-26T04:07:18.9290000Z</dcterms:created>
  <dcterms:modified xsi:type="dcterms:W3CDTF">2026-08-26T04:07:18.9290000Z</dcterms:modified>
</coreProperties>
</file>