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c31d83e9b0d4c5c" /><Relationship Type="http://schemas.openxmlformats.org/officeDocument/2006/relationships/extended-properties" Target="/docProps/app.xml" Id="R5de8866a8bb14708" /><Relationship Type="http://schemas.openxmlformats.org/officeDocument/2006/relationships/officeDocument" Target="/ppt/presentation.xml" Id="Rde7cb0c7e6a74dd7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2c4e09d8e6424701"/>
  </p:sldMasterIdLst>
  <p:notesMasterIdLst>
    <p:notesMasterId xmlns:r="http://schemas.openxmlformats.org/officeDocument/2006/relationships" r:id="R7fbacad089cd4494"/>
  </p:notesMasterIdLst>
  <p:sldIdLst>
    <p:sldId xmlns:r="http://schemas.openxmlformats.org/officeDocument/2006/relationships" id="256" r:id="R20377c7fe96240fb"/>
    <p:sldId xmlns:r="http://schemas.openxmlformats.org/officeDocument/2006/relationships" id="257" r:id="R7ebc6da01ae947df"/>
    <p:sldId xmlns:r="http://schemas.openxmlformats.org/officeDocument/2006/relationships" id="258" r:id="Rf9553ac868384e23"/>
    <p:sldId xmlns:r="http://schemas.openxmlformats.org/officeDocument/2006/relationships" id="259" r:id="R67650ac5150a47f7"/>
    <p:sldId xmlns:r="http://schemas.openxmlformats.org/officeDocument/2006/relationships" id="260" r:id="Re603b22737224b0c"/>
    <p:sldId xmlns:r="http://schemas.openxmlformats.org/officeDocument/2006/relationships" id="261" r:id="Rcff28c23c61849c8"/>
    <p:sldId xmlns:r="http://schemas.openxmlformats.org/officeDocument/2006/relationships" id="262" r:id="Rcb47162ad04b4285"/>
    <p:sldId xmlns:r="http://schemas.openxmlformats.org/officeDocument/2006/relationships" id="263" r:id="Rdff3ba6568594693"/>
    <p:sldId xmlns:r="http://schemas.openxmlformats.org/officeDocument/2006/relationships" id="264" r:id="R0489eb554b0b440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57b10bf0e6d844e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8bb1907ddac41a9" /><Relationship Type="http://schemas.openxmlformats.org/officeDocument/2006/relationships/slideMaster" Target="/ppt/slideMasters/slideMaster1.xml" Id="R2c4e09d8e6424701" /><Relationship Type="http://schemas.openxmlformats.org/officeDocument/2006/relationships/notesMaster" Target="/ppt/notesMasters/notesMaster1.xml" Id="R7fbacad089cd4494" /><Relationship Type="http://schemas.openxmlformats.org/officeDocument/2006/relationships/presProps" Target="/ppt/presProps.xml" Id="Rcef37ceba3824368" /><Relationship Type="http://schemas.openxmlformats.org/officeDocument/2006/relationships/viewProps" Target="/ppt/viewProps.xml" Id="Rddc4069f0ad449b4" /><Relationship Type="http://schemas.openxmlformats.org/officeDocument/2006/relationships/tableStyles" Target="/ppt/tableStyles.xml" Id="R83927ad0d1304586" /><Relationship Type="http://schemas.openxmlformats.org/officeDocument/2006/relationships/font" Target="/ppt/fonts/font.dat" Id="R57b10bf0e6d844e7" /><Relationship Type="http://schemas.openxmlformats.org/officeDocument/2006/relationships/slide" Target="/ppt/slides/slide1.xml" Id="R20377c7fe96240fb" /><Relationship Type="http://schemas.openxmlformats.org/officeDocument/2006/relationships/slide" Target="/ppt/slides/slide2.xml" Id="R7ebc6da01ae947df" /><Relationship Type="http://schemas.openxmlformats.org/officeDocument/2006/relationships/slide" Target="/ppt/slides/slide3.xml" Id="Rf9553ac868384e23" /><Relationship Type="http://schemas.openxmlformats.org/officeDocument/2006/relationships/slide" Target="/ppt/slides/slide4.xml" Id="R67650ac5150a47f7" /><Relationship Type="http://schemas.openxmlformats.org/officeDocument/2006/relationships/slide" Target="/ppt/slides/slide5.xml" Id="Re603b22737224b0c" /><Relationship Type="http://schemas.openxmlformats.org/officeDocument/2006/relationships/slide" Target="/ppt/slides/slide6.xml" Id="Rcff28c23c61849c8" /><Relationship Type="http://schemas.openxmlformats.org/officeDocument/2006/relationships/slide" Target="/ppt/slides/slide7.xml" Id="Rcb47162ad04b4285" /><Relationship Type="http://schemas.openxmlformats.org/officeDocument/2006/relationships/slide" Target="/ppt/slides/slide8.xml" Id="Rdff3ba6568594693" /><Relationship Type="http://schemas.openxmlformats.org/officeDocument/2006/relationships/slide" Target="/ppt/slides/slide9.xml" Id="R0489eb554b0b44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e547b47eea0424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adc7a7db8ef4794" /><Relationship Type="http://schemas.openxmlformats.org/officeDocument/2006/relationships/notesMaster" Target="/ppt/notesMasters/notesMaster1.xml" Id="Rfe3d68f0f56f470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8719a0ecca4288" /><Relationship Type="http://schemas.openxmlformats.org/officeDocument/2006/relationships/notesMaster" Target="/ppt/notesMasters/notesMaster1.xml" Id="R60c1af3cc7c844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f2f188f7df4e7e" /><Relationship Type="http://schemas.openxmlformats.org/officeDocument/2006/relationships/notesMaster" Target="/ppt/notesMasters/notesMaster1.xml" Id="R377b07c00ca04ae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e06059f3eeb47d6" /><Relationship Type="http://schemas.openxmlformats.org/officeDocument/2006/relationships/notesMaster" Target="/ppt/notesMasters/notesMaster1.xml" Id="R307374dc6c43420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9610d8c7574c69" /><Relationship Type="http://schemas.openxmlformats.org/officeDocument/2006/relationships/notesMaster" Target="/ppt/notesMasters/notesMaster1.xml" Id="R87e0eac5ae0947d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715619cc204944" /><Relationship Type="http://schemas.openxmlformats.org/officeDocument/2006/relationships/notesMaster" Target="/ppt/notesMasters/notesMaster1.xml" Id="R9f6c982c7b1842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1dfab1f6ccd4a89" /><Relationship Type="http://schemas.openxmlformats.org/officeDocument/2006/relationships/notesMaster" Target="/ppt/notesMasters/notesMaster1.xml" Id="R67a9cc95e34a47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c16deb6845441e" /><Relationship Type="http://schemas.openxmlformats.org/officeDocument/2006/relationships/notesMaster" Target="/ppt/notesMasters/notesMaster1.xml" Id="Rfc43761e9dac497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1e2d4e7f91947a6" /><Relationship Type="http://schemas.openxmlformats.org/officeDocument/2006/relationships/notesMaster" Target="/ppt/notesMasters/notesMaster1.xml" Id="R3208557930894b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e0882dd3a244c6" /><Relationship Type="http://schemas.openxmlformats.org/officeDocument/2006/relationships/image" Target="/ppt/media/image.png" Id="R81a7b75434c841f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c8dc9223844f98" /><Relationship Type="http://schemas.openxmlformats.org/officeDocument/2006/relationships/image" Target="/ppt/media/image.png" Id="R9d3404316db240d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386199dd1483f" /><Relationship Type="http://schemas.openxmlformats.org/officeDocument/2006/relationships/image" Target="/ppt/media/image.png" Id="Rfa3bcbace9a14a1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8e919923b347e6" /><Relationship Type="http://schemas.openxmlformats.org/officeDocument/2006/relationships/image" Target="/ppt/media/image.png" Id="R045984c518334c6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96e3359d004bd8" /><Relationship Type="http://schemas.openxmlformats.org/officeDocument/2006/relationships/image" Target="/ppt/media/image.png" Id="R2c27ae9280924bc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600eda34204cb9" /><Relationship Type="http://schemas.openxmlformats.org/officeDocument/2006/relationships/image" Target="/ppt/media/image.png" Id="R481943729f42405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91abdd173d4eab" /><Relationship Type="http://schemas.openxmlformats.org/officeDocument/2006/relationships/image" Target="/ppt/media/image.png" Id="Rcfab6077f896452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c633fef0694829" /><Relationship Type="http://schemas.openxmlformats.org/officeDocument/2006/relationships/image" Target="/ppt/media/image.png" Id="R2ffda3f9306242f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f2c6fbcbe44770" /><Relationship Type="http://schemas.openxmlformats.org/officeDocument/2006/relationships/image" Target="/ppt/media/image.png" Id="R1af19f6230f6447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53359469264072" /><Relationship Type="http://schemas.openxmlformats.org/officeDocument/2006/relationships/image" Target="/ppt/media/image.png" Id="R684ef37edd4e4ef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2505c516e442d9" /><Relationship Type="http://schemas.openxmlformats.org/officeDocument/2006/relationships/image" Target="/ppt/media/image.png" Id="Rbf35686b34d143a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1a7b75434c841f0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d3404316db240d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a3bcbace9a14a1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45984c518334c6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c27ae9280924bc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81943729f42405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fab6077f896452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ffda3f9306242f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af19f6230f6447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84ef37edd4e4ef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f35686b34d143a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f70bb3b62b4bda" /><Relationship Type="http://schemas.openxmlformats.org/officeDocument/2006/relationships/slideLayout" Target="/ppt/slideLayouts/slideLayout1.xml" Id="Rdc65254919594325" /><Relationship Type="http://schemas.openxmlformats.org/officeDocument/2006/relationships/slideLayout" Target="/ppt/slideLayouts/slideLayout2.xml" Id="R380d6f323e3d4d04" /><Relationship Type="http://schemas.openxmlformats.org/officeDocument/2006/relationships/slideLayout" Target="/ppt/slideLayouts/slideLayout3.xml" Id="Red41022a6ef045eb" /><Relationship Type="http://schemas.openxmlformats.org/officeDocument/2006/relationships/slideLayout" Target="/ppt/slideLayouts/slideLayout4.xml" Id="R2055eaee1d9746f1" /><Relationship Type="http://schemas.openxmlformats.org/officeDocument/2006/relationships/slideLayout" Target="/ppt/slideLayouts/slideLayout5.xml" Id="R7d1893ed096f429d" /><Relationship Type="http://schemas.openxmlformats.org/officeDocument/2006/relationships/slideLayout" Target="/ppt/slideLayouts/slideLayout6.xml" Id="Rb1f4db5bc69246a1" /><Relationship Type="http://schemas.openxmlformats.org/officeDocument/2006/relationships/slideLayout" Target="/ppt/slideLayouts/slideLayout7.xml" Id="Rca7e689210384479" /><Relationship Type="http://schemas.openxmlformats.org/officeDocument/2006/relationships/slideLayout" Target="/ppt/slideLayouts/slideLayout8.xml" Id="R2b2a902799bf4fbe" /><Relationship Type="http://schemas.openxmlformats.org/officeDocument/2006/relationships/slideLayout" Target="/ppt/slideLayouts/slideLayout9.xml" Id="R7d62547d56334a4a" /><Relationship Type="http://schemas.openxmlformats.org/officeDocument/2006/relationships/slideLayout" Target="/ppt/slideLayouts/slideLayout10.xml" Id="R5acbde1d36334675" /><Relationship Type="http://schemas.openxmlformats.org/officeDocument/2006/relationships/slideLayout" Target="/ppt/slideLayouts/slideLayout11.xml" Id="R18a66f97a97e499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65254919594325"/>
    <p:sldLayoutId xmlns:r="http://schemas.openxmlformats.org/officeDocument/2006/relationships" id="2147483650" r:id="R380d6f323e3d4d04"/>
    <p:sldLayoutId xmlns:r="http://schemas.openxmlformats.org/officeDocument/2006/relationships" id="2147483651" r:id="Red41022a6ef045eb"/>
    <p:sldLayoutId xmlns:r="http://schemas.openxmlformats.org/officeDocument/2006/relationships" id="2147483652" r:id="R2055eaee1d9746f1"/>
    <p:sldLayoutId xmlns:r="http://schemas.openxmlformats.org/officeDocument/2006/relationships" id="2147483653" r:id="R7d1893ed096f429d"/>
    <p:sldLayoutId xmlns:r="http://schemas.openxmlformats.org/officeDocument/2006/relationships" id="2147483654" r:id="Rb1f4db5bc69246a1"/>
    <p:sldLayoutId xmlns:r="http://schemas.openxmlformats.org/officeDocument/2006/relationships" id="2147483655" r:id="Rca7e689210384479"/>
    <p:sldLayoutId xmlns:r="http://schemas.openxmlformats.org/officeDocument/2006/relationships" id="2147483656" r:id="R2b2a902799bf4fbe"/>
    <p:sldLayoutId xmlns:r="http://schemas.openxmlformats.org/officeDocument/2006/relationships" id="2147483657" r:id="R7d62547d56334a4a"/>
    <p:sldLayoutId xmlns:r="http://schemas.openxmlformats.org/officeDocument/2006/relationships" id="2147483658" r:id="R5acbde1d36334675"/>
    <p:sldLayoutId xmlns:r="http://schemas.openxmlformats.org/officeDocument/2006/relationships" id="2147483659" r:id="R18a66f97a97e4998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fa2241863e47bd" /><Relationship Type="http://schemas.openxmlformats.org/officeDocument/2006/relationships/notesSlide" Target="/ppt/notesSlides/notesSlide1.xml" Id="R64a16bed7c6948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dfbc50d2a4547cb" /><Relationship Type="http://schemas.openxmlformats.org/officeDocument/2006/relationships/notesSlide" Target="/ppt/notesSlides/notesSlide2.xml" Id="Ra007bec9460e4a0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43b37b74e54e1b" /><Relationship Type="http://schemas.openxmlformats.org/officeDocument/2006/relationships/notesSlide" Target="/ppt/notesSlides/notesSlide3.xml" Id="R8a66b61ae44a4f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3ecaf061af4005" /><Relationship Type="http://schemas.openxmlformats.org/officeDocument/2006/relationships/notesSlide" Target="/ppt/notesSlides/notesSlide4.xml" Id="R959e1a3026934a2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813ad0a3d04aaf" /><Relationship Type="http://schemas.openxmlformats.org/officeDocument/2006/relationships/notesSlide" Target="/ppt/notesSlides/notesSlide5.xml" Id="R43df2f385b0343c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9e165ce8414096" /><Relationship Type="http://schemas.openxmlformats.org/officeDocument/2006/relationships/notesSlide" Target="/ppt/notesSlides/notesSlide6.xml" Id="R1687d22d76aa4cb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3c69e2d2584889" /><Relationship Type="http://schemas.openxmlformats.org/officeDocument/2006/relationships/notesSlide" Target="/ppt/notesSlides/notesSlide7.xml" Id="Rb14efca57920425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de36bd28c947e1" /><Relationship Type="http://schemas.openxmlformats.org/officeDocument/2006/relationships/notesSlide" Target="/ppt/notesSlides/notesSlide8.xml" Id="R40a50ef0ac65499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130c4831304e43" /><Relationship Type="http://schemas.openxmlformats.org/officeDocument/2006/relationships/notesSlide" Target="/ppt/notesSlides/notesSlide9.xml" Id="R59c8abba17e6469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Functions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Python not run a function body when it first reads the def statement?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the function name is written without parentheses where a call is intended?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function body be indented?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Which two messages appear, and in what order?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Rename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show_welcome()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update the function call. The two original messages must still appear in the same order.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 greeting is useful more than once. Call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 second time so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appears twice. Keep the final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message. Predict the number of greetings before you run the program.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one no-input function called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show_tip()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that displays a Python tip of your choice. Call it twice; the same tip should appear two times.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Python learner!"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show_greeting():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(greeting_message)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show_greeting()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"Welcome to Python."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2026-08-28T09:26:20.3160000Z</dcterms:created>
  <dcterms:modified xsi:type="dcterms:W3CDTF">2026-08-28T09:26:20.3160000Z</dcterms:modified>
</coreProperties>
</file>