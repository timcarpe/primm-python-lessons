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48ac98ec63404b" /><Relationship Type="http://schemas.openxmlformats.org/officeDocument/2006/relationships/extended-properties" Target="/docProps/app.xml" Id="R99233b71dc8047db" /><Relationship Type="http://schemas.openxmlformats.org/officeDocument/2006/relationships/officeDocument" Target="/ppt/presentation.xml" Id="Rfeb35ee140ad473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7a1e4bfd24445b8"/>
  </p:sldMasterIdLst>
  <p:notesMasterIdLst>
    <p:notesMasterId xmlns:r="http://schemas.openxmlformats.org/officeDocument/2006/relationships" r:id="R28f563b8dff24984"/>
  </p:notesMasterIdLst>
  <p:sldIdLst>
    <p:sldId xmlns:r="http://schemas.openxmlformats.org/officeDocument/2006/relationships" id="256" r:id="R8b4e251b2385451d"/>
    <p:sldId xmlns:r="http://schemas.openxmlformats.org/officeDocument/2006/relationships" id="257" r:id="R4d554c4a62244de8"/>
    <p:sldId xmlns:r="http://schemas.openxmlformats.org/officeDocument/2006/relationships" id="258" r:id="R1f444de747c64b04"/>
    <p:sldId xmlns:r="http://schemas.openxmlformats.org/officeDocument/2006/relationships" id="259" r:id="R49e4d9554977453f"/>
    <p:sldId xmlns:r="http://schemas.openxmlformats.org/officeDocument/2006/relationships" id="260" r:id="R446bb5cd540c4099"/>
    <p:sldId xmlns:r="http://schemas.openxmlformats.org/officeDocument/2006/relationships" id="261" r:id="Rc287432cdafc4ba2"/>
    <p:sldId xmlns:r="http://schemas.openxmlformats.org/officeDocument/2006/relationships" id="262" r:id="R51c3f9a7f1fb418a"/>
    <p:sldId xmlns:r="http://schemas.openxmlformats.org/officeDocument/2006/relationships" id="263" r:id="Rf350c94f9fbd4755"/>
    <p:sldId xmlns:r="http://schemas.openxmlformats.org/officeDocument/2006/relationships" id="264" r:id="R24cabfb5cd6b4c81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c6b2b0805b6248a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2a2c2b882f4d9e" /><Relationship Type="http://schemas.openxmlformats.org/officeDocument/2006/relationships/slideMaster" Target="/ppt/slideMasters/slideMaster1.xml" Id="Rc7a1e4bfd24445b8" /><Relationship Type="http://schemas.openxmlformats.org/officeDocument/2006/relationships/notesMaster" Target="/ppt/notesMasters/notesMaster1.xml" Id="R28f563b8dff24984" /><Relationship Type="http://schemas.openxmlformats.org/officeDocument/2006/relationships/presProps" Target="/ppt/presProps.xml" Id="R8919d7f2f3644c71" /><Relationship Type="http://schemas.openxmlformats.org/officeDocument/2006/relationships/viewProps" Target="/ppt/viewProps.xml" Id="R394ecd381362419c" /><Relationship Type="http://schemas.openxmlformats.org/officeDocument/2006/relationships/tableStyles" Target="/ppt/tableStyles.xml" Id="R70fbdd8e9e344a47" /><Relationship Type="http://schemas.openxmlformats.org/officeDocument/2006/relationships/font" Target="/ppt/fonts/font.dat" Id="Rc6b2b0805b6248a4" /><Relationship Type="http://schemas.openxmlformats.org/officeDocument/2006/relationships/slide" Target="/ppt/slides/slide1.xml" Id="R8b4e251b2385451d" /><Relationship Type="http://schemas.openxmlformats.org/officeDocument/2006/relationships/slide" Target="/ppt/slides/slide2.xml" Id="R4d554c4a62244de8" /><Relationship Type="http://schemas.openxmlformats.org/officeDocument/2006/relationships/slide" Target="/ppt/slides/slide3.xml" Id="R1f444de747c64b04" /><Relationship Type="http://schemas.openxmlformats.org/officeDocument/2006/relationships/slide" Target="/ppt/slides/slide4.xml" Id="R49e4d9554977453f" /><Relationship Type="http://schemas.openxmlformats.org/officeDocument/2006/relationships/slide" Target="/ppt/slides/slide5.xml" Id="R446bb5cd540c4099" /><Relationship Type="http://schemas.openxmlformats.org/officeDocument/2006/relationships/slide" Target="/ppt/slides/slide6.xml" Id="Rc287432cdafc4ba2" /><Relationship Type="http://schemas.openxmlformats.org/officeDocument/2006/relationships/slide" Target="/ppt/slides/slide7.xml" Id="R51c3f9a7f1fb418a" /><Relationship Type="http://schemas.openxmlformats.org/officeDocument/2006/relationships/slide" Target="/ppt/slides/slide8.xml" Id="Rf350c94f9fbd4755" /><Relationship Type="http://schemas.openxmlformats.org/officeDocument/2006/relationships/slide" Target="/ppt/slides/slide9.xml" Id="R24cabfb5cd6b4c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cb8d99b44043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05fa3d459e4fc6" /><Relationship Type="http://schemas.openxmlformats.org/officeDocument/2006/relationships/notesMaster" Target="/ppt/notesMasters/notesMaster1.xml" Id="Ra2ef5b18d5c449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134d46ff85438b" /><Relationship Type="http://schemas.openxmlformats.org/officeDocument/2006/relationships/notesMaster" Target="/ppt/notesMasters/notesMaster1.xml" Id="R6f6a6f6a1361475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b07d0b28bb459e" /><Relationship Type="http://schemas.openxmlformats.org/officeDocument/2006/relationships/notesMaster" Target="/ppt/notesMasters/notesMaster1.xml" Id="R918869b45e5c4e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4e5fd306164c42" /><Relationship Type="http://schemas.openxmlformats.org/officeDocument/2006/relationships/notesMaster" Target="/ppt/notesMasters/notesMaster1.xml" Id="R25338395c8af4f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49026ce1bc4d25" /><Relationship Type="http://schemas.openxmlformats.org/officeDocument/2006/relationships/notesMaster" Target="/ppt/notesMasters/notesMaster1.xml" Id="R96938cc181c24e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9a27a3469c47fd" /><Relationship Type="http://schemas.openxmlformats.org/officeDocument/2006/relationships/notesMaster" Target="/ppt/notesMasters/notesMaster1.xml" Id="Rbb2aa163436948c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3fd66a5f6f4367" /><Relationship Type="http://schemas.openxmlformats.org/officeDocument/2006/relationships/notesMaster" Target="/ppt/notesMasters/notesMaster1.xml" Id="Re733395206ea4a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d61f0a3f6644fa" /><Relationship Type="http://schemas.openxmlformats.org/officeDocument/2006/relationships/notesMaster" Target="/ppt/notesMasters/notesMaster1.xml" Id="R1b2dffb3d3bd49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6676d371d441c0" /><Relationship Type="http://schemas.openxmlformats.org/officeDocument/2006/relationships/notesMaster" Target="/ppt/notesMasters/notesMaster1.xml" Id="Rf12fc48635d54f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1e1e1272314137" /><Relationship Type="http://schemas.openxmlformats.org/officeDocument/2006/relationships/image" Target="/ppt/media/image.png" Id="R9f0f6ee335bf45c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a24c66c43f4b44" /><Relationship Type="http://schemas.openxmlformats.org/officeDocument/2006/relationships/image" Target="/ppt/media/image.png" Id="Rce4143545e81442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6b520735e34e8f" /><Relationship Type="http://schemas.openxmlformats.org/officeDocument/2006/relationships/image" Target="/ppt/media/image.png" Id="R6ac8450019964e9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b5fc4d435b4531" /><Relationship Type="http://schemas.openxmlformats.org/officeDocument/2006/relationships/image" Target="/ppt/media/image.png" Id="R9671fb38460040d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6557e51ee74934" /><Relationship Type="http://schemas.openxmlformats.org/officeDocument/2006/relationships/image" Target="/ppt/media/image.png" Id="Rc764e602284748c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607c1851c342e6" /><Relationship Type="http://schemas.openxmlformats.org/officeDocument/2006/relationships/image" Target="/ppt/media/image.png" Id="R6f88c8e9c896412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887c31bb9f4762" /><Relationship Type="http://schemas.openxmlformats.org/officeDocument/2006/relationships/image" Target="/ppt/media/image.png" Id="Re80afcc87e9c4c4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deb189bdc94c72" /><Relationship Type="http://schemas.openxmlformats.org/officeDocument/2006/relationships/image" Target="/ppt/media/image.png" Id="Re7e8efbcb8fe427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09e14484284e67" /><Relationship Type="http://schemas.openxmlformats.org/officeDocument/2006/relationships/image" Target="/ppt/media/image.png" Id="R201f178913d04ec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20d0b950114061" /><Relationship Type="http://schemas.openxmlformats.org/officeDocument/2006/relationships/image" Target="/ppt/media/image.png" Id="Rd71c5699d9c1489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effd8f4d434d8a" /><Relationship Type="http://schemas.openxmlformats.org/officeDocument/2006/relationships/image" Target="/ppt/media/image.png" Id="R01052693078945c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0f6ee335bf45cf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4143545e81442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c8450019964e9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71fb38460040d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64e602284748c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88c8e9c896412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0afcc87e9c4c4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e8efbcb8fe427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1f178913d04ec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1c5699d9c1489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052693078945c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e83410f55944a2" /><Relationship Type="http://schemas.openxmlformats.org/officeDocument/2006/relationships/slideLayout" Target="/ppt/slideLayouts/slideLayout1.xml" Id="R469e70e60e344c9f" /><Relationship Type="http://schemas.openxmlformats.org/officeDocument/2006/relationships/slideLayout" Target="/ppt/slideLayouts/slideLayout2.xml" Id="Rf1cde7126dc045cf" /><Relationship Type="http://schemas.openxmlformats.org/officeDocument/2006/relationships/slideLayout" Target="/ppt/slideLayouts/slideLayout3.xml" Id="R35016cab54d54b32" /><Relationship Type="http://schemas.openxmlformats.org/officeDocument/2006/relationships/slideLayout" Target="/ppt/slideLayouts/slideLayout4.xml" Id="R360597c9f8a84b7b" /><Relationship Type="http://schemas.openxmlformats.org/officeDocument/2006/relationships/slideLayout" Target="/ppt/slideLayouts/slideLayout5.xml" Id="Rac264a7ad83c4b4f" /><Relationship Type="http://schemas.openxmlformats.org/officeDocument/2006/relationships/slideLayout" Target="/ppt/slideLayouts/slideLayout6.xml" Id="R81cd9a702ce84780" /><Relationship Type="http://schemas.openxmlformats.org/officeDocument/2006/relationships/slideLayout" Target="/ppt/slideLayouts/slideLayout7.xml" Id="Rb938c9b5260c4752" /><Relationship Type="http://schemas.openxmlformats.org/officeDocument/2006/relationships/slideLayout" Target="/ppt/slideLayouts/slideLayout8.xml" Id="Rbd3f5d15f1c64cd9" /><Relationship Type="http://schemas.openxmlformats.org/officeDocument/2006/relationships/slideLayout" Target="/ppt/slideLayouts/slideLayout9.xml" Id="R0711479370cc4bc1" /><Relationship Type="http://schemas.openxmlformats.org/officeDocument/2006/relationships/slideLayout" Target="/ppt/slideLayouts/slideLayout10.xml" Id="R54b529271d8c450d" /><Relationship Type="http://schemas.openxmlformats.org/officeDocument/2006/relationships/slideLayout" Target="/ppt/slideLayouts/slideLayout11.xml" Id="R53a13733f4174a5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9e70e60e344c9f"/>
    <p:sldLayoutId xmlns:r="http://schemas.openxmlformats.org/officeDocument/2006/relationships" id="2147483650" r:id="Rf1cde7126dc045cf"/>
    <p:sldLayoutId xmlns:r="http://schemas.openxmlformats.org/officeDocument/2006/relationships" id="2147483651" r:id="R35016cab54d54b32"/>
    <p:sldLayoutId xmlns:r="http://schemas.openxmlformats.org/officeDocument/2006/relationships" id="2147483652" r:id="R360597c9f8a84b7b"/>
    <p:sldLayoutId xmlns:r="http://schemas.openxmlformats.org/officeDocument/2006/relationships" id="2147483653" r:id="Rac264a7ad83c4b4f"/>
    <p:sldLayoutId xmlns:r="http://schemas.openxmlformats.org/officeDocument/2006/relationships" id="2147483654" r:id="R81cd9a702ce84780"/>
    <p:sldLayoutId xmlns:r="http://schemas.openxmlformats.org/officeDocument/2006/relationships" id="2147483655" r:id="Rb938c9b5260c4752"/>
    <p:sldLayoutId xmlns:r="http://schemas.openxmlformats.org/officeDocument/2006/relationships" id="2147483656" r:id="Rbd3f5d15f1c64cd9"/>
    <p:sldLayoutId xmlns:r="http://schemas.openxmlformats.org/officeDocument/2006/relationships" id="2147483657" r:id="R0711479370cc4bc1"/>
    <p:sldLayoutId xmlns:r="http://schemas.openxmlformats.org/officeDocument/2006/relationships" id="2147483658" r:id="R54b529271d8c450d"/>
    <p:sldLayoutId xmlns:r="http://schemas.openxmlformats.org/officeDocument/2006/relationships" id="2147483659" r:id="R53a13733f4174a5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0aff54ec3f4529" /><Relationship Type="http://schemas.openxmlformats.org/officeDocument/2006/relationships/notesSlide" Target="/ppt/notesSlides/notesSlide1.xml" Id="R22ffbcb5ce2c4f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257c2dd4b94199" /><Relationship Type="http://schemas.openxmlformats.org/officeDocument/2006/relationships/notesSlide" Target="/ppt/notesSlides/notesSlide2.xml" Id="Rc4f4a26e812149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dae6842b944f14" /><Relationship Type="http://schemas.openxmlformats.org/officeDocument/2006/relationships/notesSlide" Target="/ppt/notesSlides/notesSlide3.xml" Id="R1aaf8d5047a842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0590f1885c4731" /><Relationship Type="http://schemas.openxmlformats.org/officeDocument/2006/relationships/notesSlide" Target="/ppt/notesSlides/notesSlide4.xml" Id="R3210d991b27049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8cd1bf09c94043" /><Relationship Type="http://schemas.openxmlformats.org/officeDocument/2006/relationships/notesSlide" Target="/ppt/notesSlides/notesSlide5.xml" Id="R330bb686842846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f5a7a64dd649ec" /><Relationship Type="http://schemas.openxmlformats.org/officeDocument/2006/relationships/notesSlide" Target="/ppt/notesSlides/notesSlide6.xml" Id="Rfa0ec9ec073b4d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c726bf30f544ef" /><Relationship Type="http://schemas.openxmlformats.org/officeDocument/2006/relationships/notesSlide" Target="/ppt/notesSlides/notesSlide7.xml" Id="R047be51425a145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15e0882b5c445f" /><Relationship Type="http://schemas.openxmlformats.org/officeDocument/2006/relationships/notesSlide" Target="/ppt/notesSlides/notesSlide8.xml" Id="R0f1c75a44fd3445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34e721c3664953" /><Relationship Type="http://schemas.openxmlformats.org/officeDocument/2006/relationships/notesSlide" Target="/ppt/notesSlides/notesSlide9.xml" Id="R16fe9626d240468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Several Functions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separate job is performed by double() and square()?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choice is compared with the number 1 even though input() returned the string "1"?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user enters 3, and why does the else branch call square() for that unexpected choice?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the choice is 1 and the number is 6, what result appears?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example's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square()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function into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triple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(number), which should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number * 3. Update the menu text and the function call so option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triples.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6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 18"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half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(number), which should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number / 2, and menu option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"3: half"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call the matching function,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"Invalid choice."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5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 2.5"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room calculator with three functions: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show_menu()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area, 2: perimeter"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area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(length, width)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perimeter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(length, width) each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 result.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show_menu()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choice, a length and a width, then call the matching function.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"Invalid choice."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6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(double)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(squared(value))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2026-09-29T02:09:29.7190000Z</dcterms:created>
  <dcterms:modified xsi:type="dcterms:W3CDTF">2026-09-29T02:09:29.7190000Z</dcterms:modified>
</coreProperties>
</file>