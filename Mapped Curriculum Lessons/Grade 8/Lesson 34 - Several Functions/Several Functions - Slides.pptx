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0ab4ac1dc449bd" /><Relationship Type="http://schemas.openxmlformats.org/officeDocument/2006/relationships/extended-properties" Target="/docProps/app.xml" Id="R1764f820a7db4b06" /><Relationship Type="http://schemas.openxmlformats.org/officeDocument/2006/relationships/officeDocument" Target="/ppt/presentation.xml" Id="R950c41517f9d48d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45ffe869a63f4c96"/>
  </p:sldMasterIdLst>
  <p:notesMasterIdLst>
    <p:notesMasterId xmlns:r="http://schemas.openxmlformats.org/officeDocument/2006/relationships" r:id="Re5bc289951e94848"/>
  </p:notesMasterIdLst>
  <p:sldIdLst>
    <p:sldId xmlns:r="http://schemas.openxmlformats.org/officeDocument/2006/relationships" id="256" r:id="Rbdfa514a8d144a2c"/>
    <p:sldId xmlns:r="http://schemas.openxmlformats.org/officeDocument/2006/relationships" id="257" r:id="R0459351472cb472e"/>
    <p:sldId xmlns:r="http://schemas.openxmlformats.org/officeDocument/2006/relationships" id="258" r:id="R345b265596ce4054"/>
    <p:sldId xmlns:r="http://schemas.openxmlformats.org/officeDocument/2006/relationships" id="259" r:id="Rc14e0d567411460d"/>
    <p:sldId xmlns:r="http://schemas.openxmlformats.org/officeDocument/2006/relationships" id="260" r:id="R329648580a574155"/>
    <p:sldId xmlns:r="http://schemas.openxmlformats.org/officeDocument/2006/relationships" id="261" r:id="Ra1b31507783646c6"/>
    <p:sldId xmlns:r="http://schemas.openxmlformats.org/officeDocument/2006/relationships" id="262" r:id="Rb6472a912367452d"/>
    <p:sldId xmlns:r="http://schemas.openxmlformats.org/officeDocument/2006/relationships" id="263" r:id="Rf248d7f78fa64101"/>
    <p:sldId xmlns:r="http://schemas.openxmlformats.org/officeDocument/2006/relationships" id="264" r:id="R44e48fe08a8e45cc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94ee8ff948a14d13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6cfaa21a826499d" /><Relationship Type="http://schemas.openxmlformats.org/officeDocument/2006/relationships/slideMaster" Target="/ppt/slideMasters/slideMaster1.xml" Id="R45ffe869a63f4c96" /><Relationship Type="http://schemas.openxmlformats.org/officeDocument/2006/relationships/notesMaster" Target="/ppt/notesMasters/notesMaster1.xml" Id="Re5bc289951e94848" /><Relationship Type="http://schemas.openxmlformats.org/officeDocument/2006/relationships/presProps" Target="/ppt/presProps.xml" Id="Rf77248ad5dec44cf" /><Relationship Type="http://schemas.openxmlformats.org/officeDocument/2006/relationships/viewProps" Target="/ppt/viewProps.xml" Id="Ra9ef8e169ce24409" /><Relationship Type="http://schemas.openxmlformats.org/officeDocument/2006/relationships/tableStyles" Target="/ppt/tableStyles.xml" Id="R9da2768742bd4c75" /><Relationship Type="http://schemas.openxmlformats.org/officeDocument/2006/relationships/font" Target="/ppt/fonts/font.dat" Id="R94ee8ff948a14d13" /><Relationship Type="http://schemas.openxmlformats.org/officeDocument/2006/relationships/slide" Target="/ppt/slides/slide1.xml" Id="Rbdfa514a8d144a2c" /><Relationship Type="http://schemas.openxmlformats.org/officeDocument/2006/relationships/slide" Target="/ppt/slides/slide2.xml" Id="R0459351472cb472e" /><Relationship Type="http://schemas.openxmlformats.org/officeDocument/2006/relationships/slide" Target="/ppt/slides/slide3.xml" Id="R345b265596ce4054" /><Relationship Type="http://schemas.openxmlformats.org/officeDocument/2006/relationships/slide" Target="/ppt/slides/slide4.xml" Id="Rc14e0d567411460d" /><Relationship Type="http://schemas.openxmlformats.org/officeDocument/2006/relationships/slide" Target="/ppt/slides/slide5.xml" Id="R329648580a574155" /><Relationship Type="http://schemas.openxmlformats.org/officeDocument/2006/relationships/slide" Target="/ppt/slides/slide6.xml" Id="Ra1b31507783646c6" /><Relationship Type="http://schemas.openxmlformats.org/officeDocument/2006/relationships/slide" Target="/ppt/slides/slide7.xml" Id="Rb6472a912367452d" /><Relationship Type="http://schemas.openxmlformats.org/officeDocument/2006/relationships/slide" Target="/ppt/slides/slide8.xml" Id="Rf248d7f78fa64101" /><Relationship Type="http://schemas.openxmlformats.org/officeDocument/2006/relationships/slide" Target="/ppt/slides/slide9.xml" Id="R44e48fe08a8e45c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30d9bc608d4e1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a1cf0b5eff94ee8" /><Relationship Type="http://schemas.openxmlformats.org/officeDocument/2006/relationships/notesMaster" Target="/ppt/notesMasters/notesMaster1.xml" Id="R2dd4cfc6fdf245a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579e6585a204ede" /><Relationship Type="http://schemas.openxmlformats.org/officeDocument/2006/relationships/notesMaster" Target="/ppt/notesMasters/notesMaster1.xml" Id="Rb4465c0f0a4e4d1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f378c1a9d03470b" /><Relationship Type="http://schemas.openxmlformats.org/officeDocument/2006/relationships/notesMaster" Target="/ppt/notesMasters/notesMaster1.xml" Id="R55d8fdeefe9a4a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94f116f83b94e8f" /><Relationship Type="http://schemas.openxmlformats.org/officeDocument/2006/relationships/notesMaster" Target="/ppt/notesMasters/notesMaster1.xml" Id="R14563e0a3b9a431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e3d8d6330ab41ce" /><Relationship Type="http://schemas.openxmlformats.org/officeDocument/2006/relationships/notesMaster" Target="/ppt/notesMasters/notesMaster1.xml" Id="Rf242abc39577432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b54d84a2fa4d23" /><Relationship Type="http://schemas.openxmlformats.org/officeDocument/2006/relationships/notesMaster" Target="/ppt/notesMasters/notesMaster1.xml" Id="Rca6095fda2544bc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d68931aae214941" /><Relationship Type="http://schemas.openxmlformats.org/officeDocument/2006/relationships/notesMaster" Target="/ppt/notesMasters/notesMaster1.xml" Id="Rde46a00b43ad459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1fd799d48554b62" /><Relationship Type="http://schemas.openxmlformats.org/officeDocument/2006/relationships/notesMaster" Target="/ppt/notesMasters/notesMaster1.xml" Id="R592f80e5b7a34f4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7dd25f5cab4f21" /><Relationship Type="http://schemas.openxmlformats.org/officeDocument/2006/relationships/notesMaster" Target="/ppt/notesMasters/notesMaster1.xml" Id="R3d6d0fd73d4444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754d421f324385" /><Relationship Type="http://schemas.openxmlformats.org/officeDocument/2006/relationships/image" Target="/ppt/media/image.png" Id="R57054305f33946a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e577eafa8748a7" /><Relationship Type="http://schemas.openxmlformats.org/officeDocument/2006/relationships/image" Target="/ppt/media/image.png" Id="Rff00d1551db14ce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8572dc26364055" /><Relationship Type="http://schemas.openxmlformats.org/officeDocument/2006/relationships/image" Target="/ppt/media/image.png" Id="R2d8469a7d7c84a4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75bb6279774cfb" /><Relationship Type="http://schemas.openxmlformats.org/officeDocument/2006/relationships/image" Target="/ppt/media/image.png" Id="R8a2078b4468b420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5401f034c0474e" /><Relationship Type="http://schemas.openxmlformats.org/officeDocument/2006/relationships/image" Target="/ppt/media/image.png" Id="R2008bbdc780343f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55e14892d344e9" /><Relationship Type="http://schemas.openxmlformats.org/officeDocument/2006/relationships/image" Target="/ppt/media/image.png" Id="R253b84dc1b5b437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dcaa9194fa497f" /><Relationship Type="http://schemas.openxmlformats.org/officeDocument/2006/relationships/image" Target="/ppt/media/image.png" Id="R7a48d4b586fe426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e48fb3ecc749a6" /><Relationship Type="http://schemas.openxmlformats.org/officeDocument/2006/relationships/image" Target="/ppt/media/image.png" Id="R0434315b86c7498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66ef3f4c504140" /><Relationship Type="http://schemas.openxmlformats.org/officeDocument/2006/relationships/image" Target="/ppt/media/image.png" Id="R7cce93803806475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3ab2de3df54af9" /><Relationship Type="http://schemas.openxmlformats.org/officeDocument/2006/relationships/image" Target="/ppt/media/image.png" Id="R0ba15e93714444e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95a6254f984e6c" /><Relationship Type="http://schemas.openxmlformats.org/officeDocument/2006/relationships/image" Target="/ppt/media/image.png" Id="R65ac0b43aa5f45a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7054305f33946a8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f00d1551db14ce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d8469a7d7c84a4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a2078b4468b420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008bbdc780343f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53b84dc1b5b437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a48d4b586fe426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434315b86c7498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cce93803806475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ba15e93714444e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5ac0b43aa5f45a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a3feddc41da4386" /><Relationship Type="http://schemas.openxmlformats.org/officeDocument/2006/relationships/slideLayout" Target="/ppt/slideLayouts/slideLayout1.xml" Id="Rf2946a541e284372" /><Relationship Type="http://schemas.openxmlformats.org/officeDocument/2006/relationships/slideLayout" Target="/ppt/slideLayouts/slideLayout2.xml" Id="R3fa25fb34be84239" /><Relationship Type="http://schemas.openxmlformats.org/officeDocument/2006/relationships/slideLayout" Target="/ppt/slideLayouts/slideLayout3.xml" Id="R85c9ae4b4fec4318" /><Relationship Type="http://schemas.openxmlformats.org/officeDocument/2006/relationships/slideLayout" Target="/ppt/slideLayouts/slideLayout4.xml" Id="R1b2b0146f99f4760" /><Relationship Type="http://schemas.openxmlformats.org/officeDocument/2006/relationships/slideLayout" Target="/ppt/slideLayouts/slideLayout5.xml" Id="R53b944c9f2334b5c" /><Relationship Type="http://schemas.openxmlformats.org/officeDocument/2006/relationships/slideLayout" Target="/ppt/slideLayouts/slideLayout6.xml" Id="R99e71ef4f61c4372" /><Relationship Type="http://schemas.openxmlformats.org/officeDocument/2006/relationships/slideLayout" Target="/ppt/slideLayouts/slideLayout7.xml" Id="R077a04e139c74bc0" /><Relationship Type="http://schemas.openxmlformats.org/officeDocument/2006/relationships/slideLayout" Target="/ppt/slideLayouts/slideLayout8.xml" Id="R99749ca92d6344ae" /><Relationship Type="http://schemas.openxmlformats.org/officeDocument/2006/relationships/slideLayout" Target="/ppt/slideLayouts/slideLayout9.xml" Id="Rb4aee104bf524c4f" /><Relationship Type="http://schemas.openxmlformats.org/officeDocument/2006/relationships/slideLayout" Target="/ppt/slideLayouts/slideLayout10.xml" Id="R3f662266912e4887" /><Relationship Type="http://schemas.openxmlformats.org/officeDocument/2006/relationships/slideLayout" Target="/ppt/slideLayouts/slideLayout11.xml" Id="Rb9df7c9c3d8a461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2946a541e284372"/>
    <p:sldLayoutId xmlns:r="http://schemas.openxmlformats.org/officeDocument/2006/relationships" id="2147483650" r:id="R3fa25fb34be84239"/>
    <p:sldLayoutId xmlns:r="http://schemas.openxmlformats.org/officeDocument/2006/relationships" id="2147483651" r:id="R85c9ae4b4fec4318"/>
    <p:sldLayoutId xmlns:r="http://schemas.openxmlformats.org/officeDocument/2006/relationships" id="2147483652" r:id="R1b2b0146f99f4760"/>
    <p:sldLayoutId xmlns:r="http://schemas.openxmlformats.org/officeDocument/2006/relationships" id="2147483653" r:id="R53b944c9f2334b5c"/>
    <p:sldLayoutId xmlns:r="http://schemas.openxmlformats.org/officeDocument/2006/relationships" id="2147483654" r:id="R99e71ef4f61c4372"/>
    <p:sldLayoutId xmlns:r="http://schemas.openxmlformats.org/officeDocument/2006/relationships" id="2147483655" r:id="R077a04e139c74bc0"/>
    <p:sldLayoutId xmlns:r="http://schemas.openxmlformats.org/officeDocument/2006/relationships" id="2147483656" r:id="R99749ca92d6344ae"/>
    <p:sldLayoutId xmlns:r="http://schemas.openxmlformats.org/officeDocument/2006/relationships" id="2147483657" r:id="Rb4aee104bf524c4f"/>
    <p:sldLayoutId xmlns:r="http://schemas.openxmlformats.org/officeDocument/2006/relationships" id="2147483658" r:id="R3f662266912e4887"/>
    <p:sldLayoutId xmlns:r="http://schemas.openxmlformats.org/officeDocument/2006/relationships" id="2147483659" r:id="Rb9df7c9c3d8a461b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7ade2519684136" /><Relationship Type="http://schemas.openxmlformats.org/officeDocument/2006/relationships/notesSlide" Target="/ppt/notesSlides/notesSlide1.xml" Id="Rd74d8a4c6b074a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d105b8fddf54b8a" /><Relationship Type="http://schemas.openxmlformats.org/officeDocument/2006/relationships/notesSlide" Target="/ppt/notesSlides/notesSlide2.xml" Id="Rb3ca399fa45f48e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e6f88e9861478d" /><Relationship Type="http://schemas.openxmlformats.org/officeDocument/2006/relationships/notesSlide" Target="/ppt/notesSlides/notesSlide3.xml" Id="Rfc461daffe8a42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a623a82a8e4ef2" /><Relationship Type="http://schemas.openxmlformats.org/officeDocument/2006/relationships/notesSlide" Target="/ppt/notesSlides/notesSlide4.xml" Id="R724bde34a5a64e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bfbb1874d04660" /><Relationship Type="http://schemas.openxmlformats.org/officeDocument/2006/relationships/notesSlide" Target="/ppt/notesSlides/notesSlide5.xml" Id="Rb07f02abdb244fa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f732cd6d834a52" /><Relationship Type="http://schemas.openxmlformats.org/officeDocument/2006/relationships/notesSlide" Target="/ppt/notesSlides/notesSlide6.xml" Id="Raa5e48abd461470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b896fd03ec4ab0" /><Relationship Type="http://schemas.openxmlformats.org/officeDocument/2006/relationships/notesSlide" Target="/ppt/notesSlides/notesSlide7.xml" Id="Ra10841ef39f4447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55828d4fe14c15" /><Relationship Type="http://schemas.openxmlformats.org/officeDocument/2006/relationships/notesSlide" Target="/ppt/notesSlides/notesSlide8.xml" Id="Rab62d555dbc64b0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347d75679a4710" /><Relationship Type="http://schemas.openxmlformats.org/officeDocument/2006/relationships/notesSlide" Target="/ppt/notesSlides/notesSlide9.xml" Id="R8267ae41037046a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Several Functions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What separate job is performed by double() and square()?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choice is compared with the number 1 even though input() returned the string "1"?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the user enters 3, and why does the else branch call square() for that unexpected choice?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the choice is 1 and the number is 6, what result appears?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Rename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square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(number) to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triple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(number) and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number * 3. Change menu option 2 from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"square"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"triple"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call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triple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(value) when [choice] is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6;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 18"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a function called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half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(number) that returns number / 2. Add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"3: half"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the menu and use an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condition to call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half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(value) when [choice] is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Add an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block that displays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"Invalid choice."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5;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 2.5"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5;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"Invalid choice."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6855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Write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show_menu()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area, 2: perimeter"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Write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area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(length, width) to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length * width. Write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perimeter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(length, width) to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2 * length + 2 * width. In the main program, call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show_menu()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ask for [choice], [length] and [width].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"Area:"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when [choice] is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"Perimeter:"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when [choice] is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"Invalid choice."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any other value.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4 and 3;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"Area: 12.0"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4 and 3;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"Perimeter: 14.0"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4 and 3;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"Invalid choice."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6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(double)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(squared(value))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2026-08-28T09:26:51.1350000Z</dcterms:created>
  <dcterms:modified xsi:type="dcterms:W3CDTF">2026-08-28T09:26:51.1350000Z</dcterms:modified>
</coreProperties>
</file>