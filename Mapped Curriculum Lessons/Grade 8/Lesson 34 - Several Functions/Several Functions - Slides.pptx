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dat" ContentType="application/x-fontdata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cb8ff0f8c4c46aa" /><Relationship Type="http://schemas.openxmlformats.org/officeDocument/2006/relationships/extended-properties" Target="/docProps/app.xml" Id="R357444bfb70b4214" /><Relationship Type="http://schemas.openxmlformats.org/officeDocument/2006/relationships/officeDocument" Target="/ppt/presentation.xml" Id="R5a37b3b9db074c79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5fe03c37d29a44d8"/>
  </p:sldMasterIdLst>
  <p:notesMasterIdLst>
    <p:notesMasterId xmlns:r="http://schemas.openxmlformats.org/officeDocument/2006/relationships" r:id="R6c35eb6d084f48ad"/>
  </p:notesMasterIdLst>
  <p:sldIdLst>
    <p:sldId xmlns:r="http://schemas.openxmlformats.org/officeDocument/2006/relationships" id="256" r:id="Rd4b616a9de1f4a03"/>
    <p:sldId xmlns:r="http://schemas.openxmlformats.org/officeDocument/2006/relationships" id="257" r:id="Ra8bb95132f274869"/>
    <p:sldId xmlns:r="http://schemas.openxmlformats.org/officeDocument/2006/relationships" id="258" r:id="Rff9fbbb302c24aae"/>
    <p:sldId xmlns:r="http://schemas.openxmlformats.org/officeDocument/2006/relationships" id="259" r:id="R4a287d86ec524ee3"/>
    <p:sldId xmlns:r="http://schemas.openxmlformats.org/officeDocument/2006/relationships" id="260" r:id="R9b9dce2571f74110"/>
    <p:sldId xmlns:r="http://schemas.openxmlformats.org/officeDocument/2006/relationships" id="261" r:id="Rdbc6b6b77a3e4b1e"/>
    <p:sldId xmlns:r="http://schemas.openxmlformats.org/officeDocument/2006/relationships" id="262" r:id="R8c263e72a4a64f67"/>
    <p:sldId xmlns:r="http://schemas.openxmlformats.org/officeDocument/2006/relationships" id="263" r:id="R24f9253208e2473a"/>
    <p:sldId xmlns:r="http://schemas.openxmlformats.org/officeDocument/2006/relationships" id="264" r:id="R5b60d7e9a9de419e"/>
  </p:sldIdLst>
  <p:sldSz cx="12192000" cy="6858000"/>
  <p:notesSz cx="6858000" cy="9144000"/>
  <p:embeddedFontLst>
    <p:embeddedFont>
      <p:font typeface="JetBrains Mono"/>
      <p:regular xmlns:r="http://schemas.openxmlformats.org/officeDocument/2006/relationships" r:id="R477a054f92b945c2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2a9883e696f4572" /><Relationship Type="http://schemas.openxmlformats.org/officeDocument/2006/relationships/slideMaster" Target="/ppt/slideMasters/slideMaster1.xml" Id="R5fe03c37d29a44d8" /><Relationship Type="http://schemas.openxmlformats.org/officeDocument/2006/relationships/notesMaster" Target="/ppt/notesMasters/notesMaster1.xml" Id="R6c35eb6d084f48ad" /><Relationship Type="http://schemas.openxmlformats.org/officeDocument/2006/relationships/presProps" Target="/ppt/presProps.xml" Id="R8b41337f19c5473a" /><Relationship Type="http://schemas.openxmlformats.org/officeDocument/2006/relationships/viewProps" Target="/ppt/viewProps.xml" Id="Rba7095161b2342df" /><Relationship Type="http://schemas.openxmlformats.org/officeDocument/2006/relationships/tableStyles" Target="/ppt/tableStyles.xml" Id="R80ab34edd94f4384" /><Relationship Type="http://schemas.openxmlformats.org/officeDocument/2006/relationships/font" Target="/ppt/fonts/font.dat" Id="R477a054f92b945c2" /><Relationship Type="http://schemas.openxmlformats.org/officeDocument/2006/relationships/slide" Target="/ppt/slides/slide1.xml" Id="Rd4b616a9de1f4a03" /><Relationship Type="http://schemas.openxmlformats.org/officeDocument/2006/relationships/slide" Target="/ppt/slides/slide2.xml" Id="Ra8bb95132f274869" /><Relationship Type="http://schemas.openxmlformats.org/officeDocument/2006/relationships/slide" Target="/ppt/slides/slide3.xml" Id="Rff9fbbb302c24aae" /><Relationship Type="http://schemas.openxmlformats.org/officeDocument/2006/relationships/slide" Target="/ppt/slides/slide4.xml" Id="R4a287d86ec524ee3" /><Relationship Type="http://schemas.openxmlformats.org/officeDocument/2006/relationships/slide" Target="/ppt/slides/slide5.xml" Id="R9b9dce2571f74110" /><Relationship Type="http://schemas.openxmlformats.org/officeDocument/2006/relationships/slide" Target="/ppt/slides/slide6.xml" Id="Rdbc6b6b77a3e4b1e" /><Relationship Type="http://schemas.openxmlformats.org/officeDocument/2006/relationships/slide" Target="/ppt/slides/slide7.xml" Id="R8c263e72a4a64f67" /><Relationship Type="http://schemas.openxmlformats.org/officeDocument/2006/relationships/slide" Target="/ppt/slides/slide8.xml" Id="R24f9253208e2473a" /><Relationship Type="http://schemas.openxmlformats.org/officeDocument/2006/relationships/slide" Target="/ppt/slides/slide9.xml" Id="R5b60d7e9a9de419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0ba6537294f46e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ec8fbb8bae24cd2" /><Relationship Type="http://schemas.openxmlformats.org/officeDocument/2006/relationships/notesMaster" Target="/ppt/notesMasters/notesMaster1.xml" Id="R7b3c79b8966346e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a616777372d430e" /><Relationship Type="http://schemas.openxmlformats.org/officeDocument/2006/relationships/notesMaster" Target="/ppt/notesMasters/notesMaster1.xml" Id="R325722e3d27d474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93774297dbf42b1" /><Relationship Type="http://schemas.openxmlformats.org/officeDocument/2006/relationships/notesMaster" Target="/ppt/notesMasters/notesMaster1.xml" Id="R22d3862cc1d6495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f957f0cb0fa40e7" /><Relationship Type="http://schemas.openxmlformats.org/officeDocument/2006/relationships/notesMaster" Target="/ppt/notesMasters/notesMaster1.xml" Id="R392e48ec59f74a2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9ce044168244707" /><Relationship Type="http://schemas.openxmlformats.org/officeDocument/2006/relationships/notesMaster" Target="/ppt/notesMasters/notesMaster1.xml" Id="R000b262a7f49479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79a74104c764b5f" /><Relationship Type="http://schemas.openxmlformats.org/officeDocument/2006/relationships/notesMaster" Target="/ppt/notesMasters/notesMaster1.xml" Id="R7779893cde7e4d4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86da464566e437c" /><Relationship Type="http://schemas.openxmlformats.org/officeDocument/2006/relationships/notesMaster" Target="/ppt/notesMasters/notesMaster1.xml" Id="R61a856434df64c3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34fd679a5fd641b0" /><Relationship Type="http://schemas.openxmlformats.org/officeDocument/2006/relationships/notesMaster" Target="/ppt/notesMasters/notesMaster1.xml" Id="Rda59b261cf3c4b35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f3b9c4e96e7a4ea4" /><Relationship Type="http://schemas.openxmlformats.org/officeDocument/2006/relationships/notesMaster" Target="/ppt/notesMasters/notesMaster1.xml" Id="R1bf320e7d926481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dc3a1c2cf7e46c8" /><Relationship Type="http://schemas.openxmlformats.org/officeDocument/2006/relationships/image" Target="/ppt/media/image.png" Id="Rbb55ee32063c4fe9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cac7432c4a54bdb" /><Relationship Type="http://schemas.openxmlformats.org/officeDocument/2006/relationships/image" Target="/ppt/media/image.png" Id="R9534da39267d4749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1fc33feec724fa1" /><Relationship Type="http://schemas.openxmlformats.org/officeDocument/2006/relationships/image" Target="/ppt/media/image.png" Id="R5d063770a68348a9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07942cc9d7448d1" /><Relationship Type="http://schemas.openxmlformats.org/officeDocument/2006/relationships/image" Target="/ppt/media/image.png" Id="R57f9e8c453b14b05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a4442e7b17340bf" /><Relationship Type="http://schemas.openxmlformats.org/officeDocument/2006/relationships/image" Target="/ppt/media/image.png" Id="R9a443d2b688f4e14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a63ba12825243ef" /><Relationship Type="http://schemas.openxmlformats.org/officeDocument/2006/relationships/image" Target="/ppt/media/image.png" Id="R1cfcb5b90bf24cbc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beaa66f0e124dec" /><Relationship Type="http://schemas.openxmlformats.org/officeDocument/2006/relationships/image" Target="/ppt/media/image.png" Id="R0af4c7cb8f9f4f75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000f8ecfd5a4ed9" /><Relationship Type="http://schemas.openxmlformats.org/officeDocument/2006/relationships/image" Target="/ppt/media/image.png" Id="Rb123856b23dd4ba1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6f67d48edd24128" /><Relationship Type="http://schemas.openxmlformats.org/officeDocument/2006/relationships/image" Target="/ppt/media/image.png" Id="R7f51b23069fe4473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24f3c79b4864a42" /><Relationship Type="http://schemas.openxmlformats.org/officeDocument/2006/relationships/image" Target="/ppt/media/image.png" Id="Rcbb4561251b94615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156dccc96ed4161" /><Relationship Type="http://schemas.openxmlformats.org/officeDocument/2006/relationships/image" Target="/ppt/media/image.png" Id="Rffcc9011057a4f1f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b55ee32063c4fe9"/>
          <a:stretch xmlns:a="http://schemas.openxmlformats.org/drawingml/2006/main"/>
        </p:blipFill>
        <p:spPr>
          <a:xfrm xmlns:a="http://schemas.openxmlformats.org/drawingml/2006/main" flipH="1">
            <a:off x="9886209" y="4538703"/>
            <a:ext cx="2305791" cy="1808464"/>
          </a:xfrm>
          <a:prstGeom xmlns:a="http://schemas.openxmlformats.org/drawingml/2006/main" prst="rect">
            <a:avLst/>
          </a:prstGeom>
        </p:spPr>
      </p:pic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DFF6CC-43FC-990C-9B6B-9217A2FD674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8F1D1E5-61EC-84C2-68FB-37DA30B7C33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7481232-E342-60AC-0C19-E932E468DAF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9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451A462-1188-9829-7D1E-417EB327429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8AED0F6-839A-B9DC-89D0-453455FF7C4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B58F53C-9EF7-92DC-D765-8C886206A74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2000"/>
            </a:lvl1pPr>
            <a:lvl2pPr>
              <a:buNone/>
              <a:defRPr sz="1800"/>
            </a:lvl2pPr>
            <a:lvl3pPr>
              <a:buNone/>
              <a:defRPr sz="1600"/>
            </a:lvl3pPr>
            <a:lvl4pPr>
              <a:buNone/>
              <a:defRPr sz="1400"/>
            </a:lvl4pPr>
            <a:lvl5pPr>
              <a:buNone/>
              <a:defRPr sz="1400"/>
            </a:lvl5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CBFC8B0-5A0E-12F0-38B4-11A4F3EF9A8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06D73EA-21DB-DB97-4D76-9405B6C179F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534da39267d4749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FC867F-56FF-F385-7E21-9E50A476D1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0BBECC5-631B-7421-97E1-98B9F359D5A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E8F7E75-9E44-2A95-FBD3-0072178142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860958F-0114-E4CB-62D5-0B058DD7DCD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5d063770a68348a9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3B01DDD-AD72-5492-F320-2E7CE01CE0B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909B796-7446-F558-30BA-08587FEC72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22B2085-44DC-514D-64F8-CF9AAAFC60B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39ABB85-F6F1-0C19-E67F-0640F2AD98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53A55-7744-6468-2338-E73DDA32AA8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57f9e8c453b14b05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FFB4B2B-EBD7-897A-C262-268EC4BE965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51E813C-3E6C-AE68-B226-C6FD3EFE476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66CD796-C40A-1020-B4D5-B344846D29D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B8914628-58A6-DA78-A619-B9BF81D2BCF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4F7B6B7-25B8-12E8-AF86-BF2C33C0744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7AD47AF6-33A9-6B39-7A72-07C6D36764E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0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793A1B9-3B80-9879-3F5C-508512892F5F}"/>
              </a:ext>
            </a:extLst>
          </p:cNvPr>
          <p:cNvSpPr>
            <a:spLocks xmlns:a="http://schemas.openxmlformats.org/drawingml/2006/main" noGrp="1"/>
          </p:cNvSpPr>
          <p:nvPr>
            <p:ph type="ftr" idx="1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9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a443d2b688f4e14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FCEB483-C8E4-1939-38E2-143E8C2C465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146295CF-961A-17C4-4422-5FAAD161AA7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6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8F76D-7C9E-684E-83A2-F78F7204BB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5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cfcb5b90bf24cbc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A2153FD-6EE3-927D-E92C-AD8A725CBED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817CC06-6DDB-43E3-DC6C-5B8757B339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4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0af4c7cb8f9f4f75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09BE86E-8041-6262-7462-5F74302C6B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028E74F-C33A-2B50-1388-4D9B8C90B9A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3BB12FA-7CBC-383A-FB9A-76C44F3BFED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41DD9D1-AA59-4234-5101-B7789D2F77C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7516DE9-6B09-3815-23C9-1128F36E2F0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123856b23dd4ba1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CFA6B7-9D69-735A-E926-4416D17716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C86DB7F7-4E31-55AE-507B-BF19F2D4F507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910AB72-D347-A0D1-09AD-464CA22BA74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CAC0EC3-9A02-6817-1AD1-E884E7BA54C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CC35688-CEE5-57AE-D35E-231B71BD0AC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7f51b23069fe4473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FD1B9AF-39AC-B0C4-144B-75DC396DA23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7274C17-AC95-6D65-E5F5-345957FDC0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48C1558-F77E-F6C8-CF31-C04964B8E4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76EA422-06F7-D957-5CC8-8F1F313EC97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bb4561251b94615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DB701E9E-F58B-AB7A-4F4A-7CF22B8DF10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08B1211-BEE6-97FE-18F8-0091FB8F779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643978-8BED-40E0-988F-1E41DB3473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3512B7D-FB40-4AD4-49F8-ABCCF2DAB55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ffcc9011057a4f1f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e24498052ba47c3" /><Relationship Type="http://schemas.openxmlformats.org/officeDocument/2006/relationships/slideLayout" Target="/ppt/slideLayouts/slideLayout1.xml" Id="Rc0351ac7dbca4256" /><Relationship Type="http://schemas.openxmlformats.org/officeDocument/2006/relationships/slideLayout" Target="/ppt/slideLayouts/slideLayout2.xml" Id="Re6cd73feaee341d7" /><Relationship Type="http://schemas.openxmlformats.org/officeDocument/2006/relationships/slideLayout" Target="/ppt/slideLayouts/slideLayout3.xml" Id="Rd199f14e25d24c92" /><Relationship Type="http://schemas.openxmlformats.org/officeDocument/2006/relationships/slideLayout" Target="/ppt/slideLayouts/slideLayout4.xml" Id="Rcff4866724514919" /><Relationship Type="http://schemas.openxmlformats.org/officeDocument/2006/relationships/slideLayout" Target="/ppt/slideLayouts/slideLayout5.xml" Id="R57158e7a5ea94f19" /><Relationship Type="http://schemas.openxmlformats.org/officeDocument/2006/relationships/slideLayout" Target="/ppt/slideLayouts/slideLayout6.xml" Id="R861cc8acf3d94f4e" /><Relationship Type="http://schemas.openxmlformats.org/officeDocument/2006/relationships/slideLayout" Target="/ppt/slideLayouts/slideLayout7.xml" Id="R9890ce925d3f4838" /><Relationship Type="http://schemas.openxmlformats.org/officeDocument/2006/relationships/slideLayout" Target="/ppt/slideLayouts/slideLayout8.xml" Id="Ra7444683f62b4d91" /><Relationship Type="http://schemas.openxmlformats.org/officeDocument/2006/relationships/slideLayout" Target="/ppt/slideLayouts/slideLayout9.xml" Id="R60286c5eb56a4082" /><Relationship Type="http://schemas.openxmlformats.org/officeDocument/2006/relationships/slideLayout" Target="/ppt/slideLayouts/slideLayout10.xml" Id="Ra2ba984c72f94b21" /><Relationship Type="http://schemas.openxmlformats.org/officeDocument/2006/relationships/slideLayout" Target="/ppt/slideLayouts/slideLayout11.xml" Id="Ra86136ea93194167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0F1E21F5-9F35-B093-A31C-887A66DCF4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132DE42-434F-8FAC-25DC-394A4A94E5F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68EFC8B-5FB5-A137-F95A-878BCA4FEDCF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825222" y="6510367"/>
            <a:ext cx="374325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/>
                </a:solidFill>
              </a:defRPr>
            </a:lvl1pPr>
          </a:lstStyle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E2C9504-6A79-6DD8-74E5-098CA9D6E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615" y="6492875"/>
            <a:ext cx="6095010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700">
                <a:solidFill>
                  <a:schemeClr val="bg2">
                    <a:lumMod val="90000"/>
                  </a:schemeClr>
                </a:solidFill>
              </a:rPr>
              <a:t>© Tim Carpenter 2024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0351ac7dbca4256"/>
    <p:sldLayoutId xmlns:r="http://schemas.openxmlformats.org/officeDocument/2006/relationships" id="2147483650" r:id="Re6cd73feaee341d7"/>
    <p:sldLayoutId xmlns:r="http://schemas.openxmlformats.org/officeDocument/2006/relationships" id="2147483651" r:id="Rd199f14e25d24c92"/>
    <p:sldLayoutId xmlns:r="http://schemas.openxmlformats.org/officeDocument/2006/relationships" id="2147483652" r:id="Rcff4866724514919"/>
    <p:sldLayoutId xmlns:r="http://schemas.openxmlformats.org/officeDocument/2006/relationships" id="2147483653" r:id="R57158e7a5ea94f19"/>
    <p:sldLayoutId xmlns:r="http://schemas.openxmlformats.org/officeDocument/2006/relationships" id="2147483654" r:id="R861cc8acf3d94f4e"/>
    <p:sldLayoutId xmlns:r="http://schemas.openxmlformats.org/officeDocument/2006/relationships" id="2147483655" r:id="R9890ce925d3f4838"/>
    <p:sldLayoutId xmlns:r="http://schemas.openxmlformats.org/officeDocument/2006/relationships" id="2147483656" r:id="Ra7444683f62b4d91"/>
    <p:sldLayoutId xmlns:r="http://schemas.openxmlformats.org/officeDocument/2006/relationships" id="2147483657" r:id="R60286c5eb56a4082"/>
    <p:sldLayoutId xmlns:r="http://schemas.openxmlformats.org/officeDocument/2006/relationships" id="2147483658" r:id="Ra2ba984c72f94b21"/>
    <p:sldLayoutId xmlns:r="http://schemas.openxmlformats.org/officeDocument/2006/relationships" id="2147483659" r:id="Ra86136ea93194167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n-lt"/>
          <a:ea typeface="+mn-lt"/>
          <a:cs typeface="+mn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ecf2f334ef0465e" /><Relationship Type="http://schemas.openxmlformats.org/officeDocument/2006/relationships/notesSlide" Target="/ppt/notesSlides/notesSlide1.xml" Id="R6edb2aa6969f44f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992af1831384b3d" /><Relationship Type="http://schemas.openxmlformats.org/officeDocument/2006/relationships/notesSlide" Target="/ppt/notesSlides/notesSlide2.xml" Id="Rf7182a1ed40749a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4d7ca1f40c942d4" /><Relationship Type="http://schemas.openxmlformats.org/officeDocument/2006/relationships/notesSlide" Target="/ppt/notesSlides/notesSlide3.xml" Id="R4325e1c2f7584a1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edc0d1dbc7b48a7" /><Relationship Type="http://schemas.openxmlformats.org/officeDocument/2006/relationships/notesSlide" Target="/ppt/notesSlides/notesSlide4.xml" Id="R07047f8838e94fa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b6cdb1deb244f7b" /><Relationship Type="http://schemas.openxmlformats.org/officeDocument/2006/relationships/notesSlide" Target="/ppt/notesSlides/notesSlide5.xml" Id="R6531dbe196b44bf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0bf08aa85654bfc" /><Relationship Type="http://schemas.openxmlformats.org/officeDocument/2006/relationships/notesSlide" Target="/ppt/notesSlides/notesSlide6.xml" Id="Rd7f4eab542cc472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f6e65133ee54418" /><Relationship Type="http://schemas.openxmlformats.org/officeDocument/2006/relationships/notesSlide" Target="/ppt/notesSlides/notesSlide7.xml" Id="R97603761642c497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9c7853953544748" /><Relationship Type="http://schemas.openxmlformats.org/officeDocument/2006/relationships/notesSlide" Target="/ppt/notesSlides/notesSlide8.xml" Id="Ra07b58a7e8bc4084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ec59d269905472b" /><Relationship Type="http://schemas.openxmlformats.org/officeDocument/2006/relationships/notesSlide" Target="/ppt/notesSlides/notesSlide9.xml" Id="R8cae5c08ed694c36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89DEFA5-464B-5CD3-16E7-8CA8E9D38CF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>
                <a:latin typeface="+mn-lt"/>
                <a:ea typeface="+mn-lt"/>
                <a:cs typeface="+mn-lt"/>
              </a:rPr>
              <a:t>Several Functions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6EB4471D-A6DC-90AA-7CE6-A3673F8BDA8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Lesson 34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BE4468F-4F18-FF8F-2544-E216C0ACCB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D75FED6-38D0-DE9C-92C0-6E7FA635581C}" type="slidenum">
              <a:t>1</a:t>
            </a:fld>
          </a:p>
        </p:txBody>
      </p:sp>
    </p:spTree>
    <p:extLst>
      <p:ext uri="{BB962C8B-B14F-4D97-AF65-F5344CB8AC3E}">
        <p14:creationId xmlns:p14="http://schemas.microsoft.com/office/powerpoint/2010/main" val="3800850190"/>
      </p:ext>
    </p:extLst>
  </p:cSld>
</p:sld>
</file>

<file path=ppt/slides/slide2.xml><?xml version="1.0" encoding="utf-8"?>
<p:sld xmlns:p="http://schemas.openxmlformats.org/presentationml/2006/main" show="0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4E72FCF-5E06-85EB-F7FD-E1261A305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577" y="1749737"/>
            <a:ext cx="10956846" cy="19389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def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double(number):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return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number * 2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def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square(number):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return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number * number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"1: double\n2: square"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choice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"Choice: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value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"Number: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choice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"1"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"Result:"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double(value))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"Result:"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square(value))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0BA63F-E9FE-C334-C48D-C94A3747F5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191766019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2E218C-699D-6EC5-2CB5-B8B2CF083A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Look at this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26873F0-29A2-F81A-C501-1BA80955C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def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double(number):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return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number * 2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def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square(number):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return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number * number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"1: double\n2: square"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choice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"Choice: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value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"Number: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choice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"1"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"Result:"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double(value))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"Result:"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square(value))</a:t>
            </a:r>
          </a:p>
        </p:txBody>
      </p:sp>
      <p:sp>
        <p:nvSpPr>
          <p:cNvPr id="13" name="Slide Number Placeholder 12">
            <a:extLst xmlns:a="http://schemas.openxmlformats.org/drawingml/2006/main">
              <a:ext uri="{FF2B5EF4-FFF2-40B4-BE49-F238E27FC236}">
                <a16:creationId xmlns:a16="http://schemas.microsoft.com/office/drawing/2014/main" id="{D887D507-89E7-7D8D-8C34-78ACD3DB74E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</a:p>
        </p:txBody>
      </p:sp>
    </p:spTree>
    <p:extLst>
      <p:ext uri="{BB962C8B-B14F-4D97-AF65-F5344CB8AC3E}">
        <p14:creationId xmlns:p14="http://schemas.microsoft.com/office/powerpoint/2010/main" val="72665308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E5F9C57-C2E5-F6D8-D85A-2011D9F51DB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What do you think this code will do?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4A964A3-7CB4-7BBD-D3F2-79A86FCF2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def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double(number):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return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number * 2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def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square(number):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return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number * number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"1: double\n2: square"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choice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"Choice: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value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"Number: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choice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"1"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"Result:"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double(value))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"Result:"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square(value))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DDDBE35E-DE92-4B4D-75A9-891D3E276B0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</a:p>
        </p:txBody>
      </p:sp>
    </p:spTree>
    <p:extLst>
      <p:ext uri="{BB962C8B-B14F-4D97-AF65-F5344CB8AC3E}">
        <p14:creationId xmlns:p14="http://schemas.microsoft.com/office/powerpoint/2010/main" val="351797978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CB5EA7E-2DAD-0491-950A-43E595A22E4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b="1"/>
              <a:t>Let’s investigate.</a:t>
            </a:r>
          </a:p>
        </p:txBody>
      </p:sp>
      <p:sp>
        <p:nvSpPr>
          <p:cNvPr id="4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998CA8A-BAE1-D919-AD2C-1043AF60E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2794"/>
            <a:ext cx="10182101" cy="33855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ctr">
            <a:normAutofit fontScale="100000"/>
          </a:bodyPr>
          <a:lstStyle xmlns:a="http://schemas.openxmlformats.org/drawingml/2006/main">
            <a:lvl1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indent="0">
              <a:spcAft>
                <a:spcPts val="16"/>
              </a:spcAft>
              <a:buNone/>
            </a:pPr>
            <a:r>
              <a:rPr sz="2600" b="1"/>
              <a:t>Answer the questions: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1. What separate job is performed by double() and square()?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2. What happens if choice is compared with the number 1 even though input() returned the string "1"?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3. What happens if the user enters 3, and why does the else branch call square() for that unexpected choice?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4. If the choice is 1 and the number is 6, what result appears?</a:t>
            </a:r>
          </a:p>
        </p:txBody>
      </p:sp>
      <p:sp>
        <p:nvSpPr>
          <p:cNvPr id="7" name="Rectangle 1">
            <a:extLst xmlns:a="http://schemas.openxmlformats.org/drawingml/2006/main">
              <a:ext uri="{FF2B5EF4-FFF2-40B4-BE49-F238E27FC236}">
                <a16:creationId xmlns:a16="http://schemas.microsoft.com/office/drawing/2014/main" id="{A313224D-AAE9-19C6-3D76-BCDB1D377AE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954446" y="1280160"/>
            <a:ext cx="6474775" cy="1645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def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double(number):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return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number * 2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def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square(number):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return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number * number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"1: double\n2: square"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choice =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"Choice: 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value =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"Number: 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choice </a:t>
            </a:r>
            <a:r>
              <a:rPr sz="11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"1"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"Result:"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double(value))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"Result:"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square(value))</a:t>
            </a:r>
          </a:p>
        </p:txBody>
      </p:sp>
    </p:spTree>
    <p:extLst>
      <p:ext uri="{BB962C8B-B14F-4D97-AF65-F5344CB8AC3E}">
        <p14:creationId xmlns:p14="http://schemas.microsoft.com/office/powerpoint/2010/main" val="394132350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CFD3ACF-F271-8980-D873-F9D6FB9FB0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1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E010D74-B7EC-9185-C8DF-767A2EA671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Change </a:t>
            </a:r>
            <a:r>
              <a:rPr sz="240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square()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into </a:t>
            </a:r>
            <a:r>
              <a:rPr sz="240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triple()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update menu route 2, and make choice 2 with value 6 display Result: 18.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0156456-F916-2DFA-3233-CF36D6126AC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C8A6263-CC79-FF3D-FD4C-FA1A647B7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222A94C-9EF0-110A-E446-C6FE28AB0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def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double(number):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return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number * 2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def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square(number):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return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number * number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"1: double\n2: square"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choice =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"Choice: 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value =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"Number: 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choice </a:t>
            </a:r>
            <a:r>
              <a:rPr sz="11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"1"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"Result:"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double(value))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"Result:"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square(value))</a:t>
            </a:r>
          </a:p>
        </p:txBody>
      </p:sp>
    </p:spTree>
    <p:extLst>
      <p:ext uri="{BB962C8B-B14F-4D97-AF65-F5344CB8AC3E}">
        <p14:creationId xmlns:p14="http://schemas.microsoft.com/office/powerpoint/2010/main" val="252308453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6F32E09-610F-3EC3-B786-50BDF0372E6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2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9C6027A-1FB5-B72A-C3EC-60CC3C954B3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Add a third function called </a:t>
            </a:r>
            <a:r>
              <a:rPr sz="240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half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(number) that returns number / 2. Add menu route 3 and an invalid-choice message. Test 3 with 5 and x with 5.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0D6E3A5-7CB1-FEBE-DD06-6569C8628B9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196B955-0246-808C-A71A-D2BB9AF54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EBE2FD6-88DA-C59D-A3CB-7D8ADC682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def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double(number):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return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number * 2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def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square(number):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return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number * number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"1: double\n2: square"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choice =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"Choice: 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value =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"Number: 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choice </a:t>
            </a:r>
            <a:r>
              <a:rPr sz="11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"1"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"Result:"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double(value))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"Result:"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square(value))</a:t>
            </a:r>
          </a:p>
        </p:txBody>
      </p:sp>
    </p:spTree>
    <p:extLst>
      <p:ext uri="{BB962C8B-B14F-4D97-AF65-F5344CB8AC3E}">
        <p14:creationId xmlns:p14="http://schemas.microsoft.com/office/powerpoint/2010/main" val="130731557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4A55FF9-C519-C841-BC1B-5A0F8233806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3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0A78088-1A9E-9140-1446-FCCFF01522D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Build a measurement helper with separate functions to show a menu, calculate rectangle area, and calculate rectangle perimeter. The main program collects length and width, selects one calculation, and displays a labelled result; include an invalid route.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6969061-E293-66B3-2505-D44FC70B8ED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8315360-7E37-4E61-CFB3-15B4BF185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CFC9096-19D0-8DB5-A52D-780B3819F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def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double(number):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return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number * 2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def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square(number):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return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number * number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"1: double\n2: square"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choice =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"Choice: 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value =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"Number: 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choice </a:t>
            </a:r>
            <a:r>
              <a:rPr sz="11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"1"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"Result:"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double(value))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"Result:"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square(value))</a:t>
            </a:r>
          </a:p>
        </p:txBody>
      </p:sp>
    </p:spTree>
    <p:extLst>
      <p:ext uri="{BB962C8B-B14F-4D97-AF65-F5344CB8AC3E}">
        <p14:creationId xmlns:p14="http://schemas.microsoft.com/office/powerpoint/2010/main" val="337394513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4DFBD71-FEF6-6EBF-BF05-0ED86228F7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Fix the code!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DC8E91D-B482-1BE2-7466-89F6C23BCF1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54933" lnSpcReduction="2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800" b="1">
                <a:solidFill>
                  <a:srgbClr val="FF0000"/>
                </a:solidFill>
              </a:rPr>
              <a:t>This code has errors!</a:t>
            </a:r>
            <a:r>
              <a:rPr sz="2800" b="1">
                <a:solidFill>
                  <a:srgbClr val="080808"/>
                </a:solidFill>
              </a:rPr>
              <a:t> Look closely at the code to find the problems: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def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double(number):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number * 2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def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square(number):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return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number * number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value = 6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(double)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(squared(value))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4F0ADF4-CBA1-F217-15B9-2DF889C0761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</a:p>
        </p:txBody>
      </p:sp>
    </p:spTree>
    <p:extLst>
      <p:ext uri="{BB962C8B-B14F-4D97-AF65-F5344CB8AC3E}">
        <p14:creationId xmlns:p14="http://schemas.microsoft.com/office/powerpoint/2010/main" val="33621571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2026-08-27T03:56:24.3500000Z</dcterms:created>
  <dcterms:modified xsi:type="dcterms:W3CDTF">2026-08-27T03:56:24.3500000Z</dcterms:modified>
</coreProperties>
</file>