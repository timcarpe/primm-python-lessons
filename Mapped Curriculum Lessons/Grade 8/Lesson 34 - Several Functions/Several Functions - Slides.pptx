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5ce199b2a64d55" /><Relationship Type="http://schemas.openxmlformats.org/officeDocument/2006/relationships/extended-properties" Target="/docProps/app.xml" Id="Rcdb4af9bb9fa4a78" /><Relationship Type="http://schemas.openxmlformats.org/officeDocument/2006/relationships/officeDocument" Target="/ppt/presentation.xml" Id="R310343d5dfae480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a903587065f4c58"/>
  </p:sldMasterIdLst>
  <p:notesMasterIdLst>
    <p:notesMasterId xmlns:r="http://schemas.openxmlformats.org/officeDocument/2006/relationships" r:id="Rb173e8bdb0a54089"/>
  </p:notesMasterIdLst>
  <p:sldIdLst>
    <p:sldId xmlns:r="http://schemas.openxmlformats.org/officeDocument/2006/relationships" id="256" r:id="R48331dadbf5747ab"/>
    <p:sldId xmlns:r="http://schemas.openxmlformats.org/officeDocument/2006/relationships" id="257" r:id="R737ae14eb0d64906"/>
    <p:sldId xmlns:r="http://schemas.openxmlformats.org/officeDocument/2006/relationships" id="258" r:id="R78c623d36b7e4ce2"/>
    <p:sldId xmlns:r="http://schemas.openxmlformats.org/officeDocument/2006/relationships" id="259" r:id="R4e8438d375a74672"/>
    <p:sldId xmlns:r="http://schemas.openxmlformats.org/officeDocument/2006/relationships" id="260" r:id="R9f6ba7805e914a0a"/>
    <p:sldId xmlns:r="http://schemas.openxmlformats.org/officeDocument/2006/relationships" id="261" r:id="R28a48ecd5b2f40ae"/>
    <p:sldId xmlns:r="http://schemas.openxmlformats.org/officeDocument/2006/relationships" id="262" r:id="Rd20f429fe14e4b5d"/>
    <p:sldId xmlns:r="http://schemas.openxmlformats.org/officeDocument/2006/relationships" id="263" r:id="R26148cd9b6e74793"/>
    <p:sldId xmlns:r="http://schemas.openxmlformats.org/officeDocument/2006/relationships" id="264" r:id="R414c5f3626574b5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f1ec91fd2a9492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f0d3176b8241bc" /><Relationship Type="http://schemas.openxmlformats.org/officeDocument/2006/relationships/slideMaster" Target="/ppt/slideMasters/slideMaster1.xml" Id="Rfa903587065f4c58" /><Relationship Type="http://schemas.openxmlformats.org/officeDocument/2006/relationships/notesMaster" Target="/ppt/notesMasters/notesMaster1.xml" Id="Rb173e8bdb0a54089" /><Relationship Type="http://schemas.openxmlformats.org/officeDocument/2006/relationships/presProps" Target="/ppt/presProps.xml" Id="R10ff08e5c57c4cdc" /><Relationship Type="http://schemas.openxmlformats.org/officeDocument/2006/relationships/viewProps" Target="/ppt/viewProps.xml" Id="R1bc5cf2480df4bb6" /><Relationship Type="http://schemas.openxmlformats.org/officeDocument/2006/relationships/tableStyles" Target="/ppt/tableStyles.xml" Id="R0332c159f9394fc4" /><Relationship Type="http://schemas.openxmlformats.org/officeDocument/2006/relationships/font" Target="/ppt/fonts/font.dat" Id="R5f1ec91fd2a9492a" /><Relationship Type="http://schemas.openxmlformats.org/officeDocument/2006/relationships/slide" Target="/ppt/slides/slide1.xml" Id="R48331dadbf5747ab" /><Relationship Type="http://schemas.openxmlformats.org/officeDocument/2006/relationships/slide" Target="/ppt/slides/slide2.xml" Id="R737ae14eb0d64906" /><Relationship Type="http://schemas.openxmlformats.org/officeDocument/2006/relationships/slide" Target="/ppt/slides/slide3.xml" Id="R78c623d36b7e4ce2" /><Relationship Type="http://schemas.openxmlformats.org/officeDocument/2006/relationships/slide" Target="/ppt/slides/slide4.xml" Id="R4e8438d375a74672" /><Relationship Type="http://schemas.openxmlformats.org/officeDocument/2006/relationships/slide" Target="/ppt/slides/slide5.xml" Id="R9f6ba7805e914a0a" /><Relationship Type="http://schemas.openxmlformats.org/officeDocument/2006/relationships/slide" Target="/ppt/slides/slide6.xml" Id="R28a48ecd5b2f40ae" /><Relationship Type="http://schemas.openxmlformats.org/officeDocument/2006/relationships/slide" Target="/ppt/slides/slide7.xml" Id="Rd20f429fe14e4b5d" /><Relationship Type="http://schemas.openxmlformats.org/officeDocument/2006/relationships/slide" Target="/ppt/slides/slide8.xml" Id="R26148cd9b6e74793" /><Relationship Type="http://schemas.openxmlformats.org/officeDocument/2006/relationships/slide" Target="/ppt/slides/slide9.xml" Id="R414c5f3626574b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2e5a99dcb849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83c056867e44ca" /><Relationship Type="http://schemas.openxmlformats.org/officeDocument/2006/relationships/notesMaster" Target="/ppt/notesMasters/notesMaster1.xml" Id="R2bf22e13e5104d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590c6476d943e2" /><Relationship Type="http://schemas.openxmlformats.org/officeDocument/2006/relationships/notesMaster" Target="/ppt/notesMasters/notesMaster1.xml" Id="R7aaf0319d5ca43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5ac273c39e407a" /><Relationship Type="http://schemas.openxmlformats.org/officeDocument/2006/relationships/notesMaster" Target="/ppt/notesMasters/notesMaster1.xml" Id="Rffebee2e913941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094be0acfb4139" /><Relationship Type="http://schemas.openxmlformats.org/officeDocument/2006/relationships/notesMaster" Target="/ppt/notesMasters/notesMaster1.xml" Id="Rfd45d1c05fef47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ca4f0a56dd4b92" /><Relationship Type="http://schemas.openxmlformats.org/officeDocument/2006/relationships/notesMaster" Target="/ppt/notesMasters/notesMaster1.xml" Id="R0cb5d5ae60e34a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398ca7bf854f4e" /><Relationship Type="http://schemas.openxmlformats.org/officeDocument/2006/relationships/notesMaster" Target="/ppt/notesMasters/notesMaster1.xml" Id="R9b2fe5e7599a4d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b39fc698544139" /><Relationship Type="http://schemas.openxmlformats.org/officeDocument/2006/relationships/notesMaster" Target="/ppt/notesMasters/notesMaster1.xml" Id="R500af1d82a9547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88af4ee55c4f19" /><Relationship Type="http://schemas.openxmlformats.org/officeDocument/2006/relationships/notesMaster" Target="/ppt/notesMasters/notesMaster1.xml" Id="Re4eb467a280b41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052299ae9a4d9b" /><Relationship Type="http://schemas.openxmlformats.org/officeDocument/2006/relationships/notesMaster" Target="/ppt/notesMasters/notesMaster1.xml" Id="R448f52db160942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3f355f1ee843fb" /><Relationship Type="http://schemas.openxmlformats.org/officeDocument/2006/relationships/image" Target="/ppt/media/image.png" Id="R11333d02287140b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cdfc2308ae45b3" /><Relationship Type="http://schemas.openxmlformats.org/officeDocument/2006/relationships/image" Target="/ppt/media/image.png" Id="Re1dfc1d498ee49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985b82120944bb" /><Relationship Type="http://schemas.openxmlformats.org/officeDocument/2006/relationships/image" Target="/ppt/media/image.png" Id="Re8c034cde4d64c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455b03a9e74cc1" /><Relationship Type="http://schemas.openxmlformats.org/officeDocument/2006/relationships/image" Target="/ppt/media/image.png" Id="Rca4e8718fa8440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12851c81804029" /><Relationship Type="http://schemas.openxmlformats.org/officeDocument/2006/relationships/image" Target="/ppt/media/image.png" Id="Rf263d02074214a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c487c35994310" /><Relationship Type="http://schemas.openxmlformats.org/officeDocument/2006/relationships/image" Target="/ppt/media/image.png" Id="Rc0f3b751fa85414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0f99a7e1be481b" /><Relationship Type="http://schemas.openxmlformats.org/officeDocument/2006/relationships/image" Target="/ppt/media/image.png" Id="Re2bac2acdfe246d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676738516f4a54" /><Relationship Type="http://schemas.openxmlformats.org/officeDocument/2006/relationships/image" Target="/ppt/media/image.png" Id="Rbe8705aff2a84bf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b939b283094d18" /><Relationship Type="http://schemas.openxmlformats.org/officeDocument/2006/relationships/image" Target="/ppt/media/image.png" Id="Rd3ff8a332a26418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72c87a09d4617" /><Relationship Type="http://schemas.openxmlformats.org/officeDocument/2006/relationships/image" Target="/ppt/media/image.png" Id="R9d5d921273f847b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242bf5bc24d5f" /><Relationship Type="http://schemas.openxmlformats.org/officeDocument/2006/relationships/image" Target="/ppt/media/image.png" Id="Rc839ec6724ac487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333d02287140b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dfc1d498ee494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c034cde4d64c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4e8718fa8440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63d02074214a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f3b751fa8541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bac2acdfe246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8705aff2a84b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ff8a332a2641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5d921273f847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39ec6724ac48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13b5274c3a4aa3" /><Relationship Type="http://schemas.openxmlformats.org/officeDocument/2006/relationships/slideLayout" Target="/ppt/slideLayouts/slideLayout1.xml" Id="R84296a9d27554e0d" /><Relationship Type="http://schemas.openxmlformats.org/officeDocument/2006/relationships/slideLayout" Target="/ppt/slideLayouts/slideLayout2.xml" Id="R57ffef56beb44381" /><Relationship Type="http://schemas.openxmlformats.org/officeDocument/2006/relationships/slideLayout" Target="/ppt/slideLayouts/slideLayout3.xml" Id="R7376a7f293ee4f0d" /><Relationship Type="http://schemas.openxmlformats.org/officeDocument/2006/relationships/slideLayout" Target="/ppt/slideLayouts/slideLayout4.xml" Id="R7a2a5b1edaba4533" /><Relationship Type="http://schemas.openxmlformats.org/officeDocument/2006/relationships/slideLayout" Target="/ppt/slideLayouts/slideLayout5.xml" Id="Rd85f8426d40940ed" /><Relationship Type="http://schemas.openxmlformats.org/officeDocument/2006/relationships/slideLayout" Target="/ppt/slideLayouts/slideLayout6.xml" Id="R25acfad297c14328" /><Relationship Type="http://schemas.openxmlformats.org/officeDocument/2006/relationships/slideLayout" Target="/ppt/slideLayouts/slideLayout7.xml" Id="R301b7257297a40d1" /><Relationship Type="http://schemas.openxmlformats.org/officeDocument/2006/relationships/slideLayout" Target="/ppt/slideLayouts/slideLayout8.xml" Id="R6ef648f1865147b8" /><Relationship Type="http://schemas.openxmlformats.org/officeDocument/2006/relationships/slideLayout" Target="/ppt/slideLayouts/slideLayout9.xml" Id="R7292238953a94888" /><Relationship Type="http://schemas.openxmlformats.org/officeDocument/2006/relationships/slideLayout" Target="/ppt/slideLayouts/slideLayout10.xml" Id="Rc295349bc264429c" /><Relationship Type="http://schemas.openxmlformats.org/officeDocument/2006/relationships/slideLayout" Target="/ppt/slideLayouts/slideLayout11.xml" Id="R1b265d772f8749d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296a9d27554e0d"/>
    <p:sldLayoutId xmlns:r="http://schemas.openxmlformats.org/officeDocument/2006/relationships" id="2147483650" r:id="R57ffef56beb44381"/>
    <p:sldLayoutId xmlns:r="http://schemas.openxmlformats.org/officeDocument/2006/relationships" id="2147483651" r:id="R7376a7f293ee4f0d"/>
    <p:sldLayoutId xmlns:r="http://schemas.openxmlformats.org/officeDocument/2006/relationships" id="2147483652" r:id="R7a2a5b1edaba4533"/>
    <p:sldLayoutId xmlns:r="http://schemas.openxmlformats.org/officeDocument/2006/relationships" id="2147483653" r:id="Rd85f8426d40940ed"/>
    <p:sldLayoutId xmlns:r="http://schemas.openxmlformats.org/officeDocument/2006/relationships" id="2147483654" r:id="R25acfad297c14328"/>
    <p:sldLayoutId xmlns:r="http://schemas.openxmlformats.org/officeDocument/2006/relationships" id="2147483655" r:id="R301b7257297a40d1"/>
    <p:sldLayoutId xmlns:r="http://schemas.openxmlformats.org/officeDocument/2006/relationships" id="2147483656" r:id="R6ef648f1865147b8"/>
    <p:sldLayoutId xmlns:r="http://schemas.openxmlformats.org/officeDocument/2006/relationships" id="2147483657" r:id="R7292238953a94888"/>
    <p:sldLayoutId xmlns:r="http://schemas.openxmlformats.org/officeDocument/2006/relationships" id="2147483658" r:id="Rc295349bc264429c"/>
    <p:sldLayoutId xmlns:r="http://schemas.openxmlformats.org/officeDocument/2006/relationships" id="2147483659" r:id="R1b265d772f8749d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262759c4c4eaa" /><Relationship Type="http://schemas.openxmlformats.org/officeDocument/2006/relationships/notesSlide" Target="/ppt/notesSlides/notesSlide1.xml" Id="R829d92bc518544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d37353ff3c44ae" /><Relationship Type="http://schemas.openxmlformats.org/officeDocument/2006/relationships/notesSlide" Target="/ppt/notesSlides/notesSlide2.xml" Id="R3790d76f296448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033b04d3c74d7f" /><Relationship Type="http://schemas.openxmlformats.org/officeDocument/2006/relationships/notesSlide" Target="/ppt/notesSlides/notesSlide3.xml" Id="R1a306165d3f041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c5bfd8ce204956" /><Relationship Type="http://schemas.openxmlformats.org/officeDocument/2006/relationships/notesSlide" Target="/ppt/notesSlides/notesSlide4.xml" Id="Rcf07eb0ce4a74c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5f293d27e34f16" /><Relationship Type="http://schemas.openxmlformats.org/officeDocument/2006/relationships/notesSlide" Target="/ppt/notesSlides/notesSlide5.xml" Id="Rc69b30d1d88e47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af5b9e857c4782" /><Relationship Type="http://schemas.openxmlformats.org/officeDocument/2006/relationships/notesSlide" Target="/ppt/notesSlides/notesSlide6.xml" Id="Redcc9334c18c43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635e33d4a24456" /><Relationship Type="http://schemas.openxmlformats.org/officeDocument/2006/relationships/notesSlide" Target="/ppt/notesSlides/notesSlide7.xml" Id="Rc3beaece4b9c4c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0c30a4b21142ec" /><Relationship Type="http://schemas.openxmlformats.org/officeDocument/2006/relationships/notesSlide" Target="/ppt/notesSlides/notesSlide8.xml" Id="Rd3c43ba180114f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56d81558944cd1" /><Relationship Type="http://schemas.openxmlformats.org/officeDocument/2006/relationships/notesSlide" Target="/ppt/notesSlides/notesSlide9.xml" Id="Ra213751b362847f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Several 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separate job is performed by double() and square()?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choice is compared with the number 1 even though input() returned the string "1"?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enters 3, and why does the else branch call square() for that unexpected choice?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choice is 1 and the number is 6, what result appears?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square()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function into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(number), which should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* 3. Update the menu text and the function call so option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triples.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6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(number), which should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number / 2, and menu option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half"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call the matching function,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 2.5"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room calculator with three functions: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area, 2: perimeter"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perimeter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each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result.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show_menu()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choice, a length and a width, then call the matching function.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"Invalid choice."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6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(double)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(squared(value))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2026-09-28T08:31:01.8340000Z</dcterms:created>
  <dcterms:modified xsi:type="dcterms:W3CDTF">2026-09-28T08:31:01.8340000Z</dcterms:modified>
</coreProperties>
</file>