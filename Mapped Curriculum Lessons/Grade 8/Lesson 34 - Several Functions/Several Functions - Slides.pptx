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a9cefa6c52b465a" /><Relationship Type="http://schemas.openxmlformats.org/officeDocument/2006/relationships/extended-properties" Target="/docProps/app.xml" Id="R77f6dacd08ff4cc5" /><Relationship Type="http://schemas.openxmlformats.org/officeDocument/2006/relationships/officeDocument" Target="/ppt/presentation.xml" Id="R3aa9888920f54faf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e585eb625de840ee"/>
  </p:sldMasterIdLst>
  <p:notesMasterIdLst>
    <p:notesMasterId xmlns:r="http://schemas.openxmlformats.org/officeDocument/2006/relationships" r:id="R4ba32c2dfe434c8d"/>
  </p:notesMasterIdLst>
  <p:sldIdLst>
    <p:sldId xmlns:r="http://schemas.openxmlformats.org/officeDocument/2006/relationships" id="256" r:id="Ra4325281b3a24f9d"/>
    <p:sldId xmlns:r="http://schemas.openxmlformats.org/officeDocument/2006/relationships" id="257" r:id="R7d86e8ce62864202"/>
    <p:sldId xmlns:r="http://schemas.openxmlformats.org/officeDocument/2006/relationships" id="258" r:id="Rd2f1857d93e145e9"/>
    <p:sldId xmlns:r="http://schemas.openxmlformats.org/officeDocument/2006/relationships" id="259" r:id="Rafaf8f541f314df8"/>
    <p:sldId xmlns:r="http://schemas.openxmlformats.org/officeDocument/2006/relationships" id="260" r:id="Rb68ba8dd64a84126"/>
    <p:sldId xmlns:r="http://schemas.openxmlformats.org/officeDocument/2006/relationships" id="261" r:id="Rdbffcb66a99c4187"/>
    <p:sldId xmlns:r="http://schemas.openxmlformats.org/officeDocument/2006/relationships" id="262" r:id="R9dec86f3fda64a41"/>
    <p:sldId xmlns:r="http://schemas.openxmlformats.org/officeDocument/2006/relationships" id="263" r:id="R4a1053cbe71e4c61"/>
    <p:sldId xmlns:r="http://schemas.openxmlformats.org/officeDocument/2006/relationships" id="264" r:id="Re894e70df4fa4d55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9ea4eb2f37a349a3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cafd34716ac440e" /><Relationship Type="http://schemas.openxmlformats.org/officeDocument/2006/relationships/slideMaster" Target="/ppt/slideMasters/slideMaster1.xml" Id="Re585eb625de840ee" /><Relationship Type="http://schemas.openxmlformats.org/officeDocument/2006/relationships/notesMaster" Target="/ppt/notesMasters/notesMaster1.xml" Id="R4ba32c2dfe434c8d" /><Relationship Type="http://schemas.openxmlformats.org/officeDocument/2006/relationships/presProps" Target="/ppt/presProps.xml" Id="Ra552300767ff4ce2" /><Relationship Type="http://schemas.openxmlformats.org/officeDocument/2006/relationships/viewProps" Target="/ppt/viewProps.xml" Id="Rfc5348c20d7743e0" /><Relationship Type="http://schemas.openxmlformats.org/officeDocument/2006/relationships/tableStyles" Target="/ppt/tableStyles.xml" Id="Rc93c5980fd854c0f" /><Relationship Type="http://schemas.openxmlformats.org/officeDocument/2006/relationships/font" Target="/ppt/fonts/font.dat" Id="R9ea4eb2f37a349a3" /><Relationship Type="http://schemas.openxmlformats.org/officeDocument/2006/relationships/slide" Target="/ppt/slides/slide1.xml" Id="Ra4325281b3a24f9d" /><Relationship Type="http://schemas.openxmlformats.org/officeDocument/2006/relationships/slide" Target="/ppt/slides/slide2.xml" Id="R7d86e8ce62864202" /><Relationship Type="http://schemas.openxmlformats.org/officeDocument/2006/relationships/slide" Target="/ppt/slides/slide3.xml" Id="Rd2f1857d93e145e9" /><Relationship Type="http://schemas.openxmlformats.org/officeDocument/2006/relationships/slide" Target="/ppt/slides/slide4.xml" Id="Rafaf8f541f314df8" /><Relationship Type="http://schemas.openxmlformats.org/officeDocument/2006/relationships/slide" Target="/ppt/slides/slide5.xml" Id="Rb68ba8dd64a84126" /><Relationship Type="http://schemas.openxmlformats.org/officeDocument/2006/relationships/slide" Target="/ppt/slides/slide6.xml" Id="Rdbffcb66a99c4187" /><Relationship Type="http://schemas.openxmlformats.org/officeDocument/2006/relationships/slide" Target="/ppt/slides/slide7.xml" Id="R9dec86f3fda64a41" /><Relationship Type="http://schemas.openxmlformats.org/officeDocument/2006/relationships/slide" Target="/ppt/slides/slide8.xml" Id="R4a1053cbe71e4c61" /><Relationship Type="http://schemas.openxmlformats.org/officeDocument/2006/relationships/slide" Target="/ppt/slides/slide9.xml" Id="Re894e70df4fa4d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13aabe26f1c438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4eacd82a29949fd" /><Relationship Type="http://schemas.openxmlformats.org/officeDocument/2006/relationships/notesMaster" Target="/ppt/notesMasters/notesMaster1.xml" Id="Re3331a8c2e724b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9fd488f2554b99" /><Relationship Type="http://schemas.openxmlformats.org/officeDocument/2006/relationships/notesMaster" Target="/ppt/notesMasters/notesMaster1.xml" Id="Rcd14cbe1e487409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1c2c132c4da489a" /><Relationship Type="http://schemas.openxmlformats.org/officeDocument/2006/relationships/notesMaster" Target="/ppt/notesMasters/notesMaster1.xml" Id="R03fef303b08f4b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b5fadd5bbb4426d" /><Relationship Type="http://schemas.openxmlformats.org/officeDocument/2006/relationships/notesMaster" Target="/ppt/notesMasters/notesMaster1.xml" Id="Rb3ca2aabc34748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278252b641e4df2" /><Relationship Type="http://schemas.openxmlformats.org/officeDocument/2006/relationships/notesMaster" Target="/ppt/notesMasters/notesMaster1.xml" Id="Rf40381196f364e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5248f2856f4ad1" /><Relationship Type="http://schemas.openxmlformats.org/officeDocument/2006/relationships/notesMaster" Target="/ppt/notesMasters/notesMaster1.xml" Id="Rbd585ddeda354ab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06dd967276c45a7" /><Relationship Type="http://schemas.openxmlformats.org/officeDocument/2006/relationships/notesMaster" Target="/ppt/notesMasters/notesMaster1.xml" Id="R6546b60c73394df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c3c17cbbd174116" /><Relationship Type="http://schemas.openxmlformats.org/officeDocument/2006/relationships/notesMaster" Target="/ppt/notesMasters/notesMaster1.xml" Id="R7115d59947c74ec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971aef912c54704" /><Relationship Type="http://schemas.openxmlformats.org/officeDocument/2006/relationships/notesMaster" Target="/ppt/notesMasters/notesMaster1.xml" Id="Rbbad72944ef847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cec3e5146f444a" /><Relationship Type="http://schemas.openxmlformats.org/officeDocument/2006/relationships/image" Target="/ppt/media/image.png" Id="Re0ddf90c7e7e4c5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7d453fb0454955" /><Relationship Type="http://schemas.openxmlformats.org/officeDocument/2006/relationships/image" Target="/ppt/media/image.png" Id="R3a0cfd4d406443d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3c945d2a3946c8" /><Relationship Type="http://schemas.openxmlformats.org/officeDocument/2006/relationships/image" Target="/ppt/media/image.png" Id="Rec92430a2d0a463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e5e37dda1946bb" /><Relationship Type="http://schemas.openxmlformats.org/officeDocument/2006/relationships/image" Target="/ppt/media/image.png" Id="R6187acb4b0574c1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849de443ff4365" /><Relationship Type="http://schemas.openxmlformats.org/officeDocument/2006/relationships/image" Target="/ppt/media/image.png" Id="R043004ca11014e5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aedd289d454491" /><Relationship Type="http://schemas.openxmlformats.org/officeDocument/2006/relationships/image" Target="/ppt/media/image.png" Id="Rd446b4512e384d1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f43438b33346bf" /><Relationship Type="http://schemas.openxmlformats.org/officeDocument/2006/relationships/image" Target="/ppt/media/image.png" Id="R709692f51d3a4fc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724ffb8f5742f1" /><Relationship Type="http://schemas.openxmlformats.org/officeDocument/2006/relationships/image" Target="/ppt/media/image.png" Id="R7c741308fd1a46f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1e5865612c4254" /><Relationship Type="http://schemas.openxmlformats.org/officeDocument/2006/relationships/image" Target="/ppt/media/image.png" Id="R2e7994e51c4f4bb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66a34799184f47" /><Relationship Type="http://schemas.openxmlformats.org/officeDocument/2006/relationships/image" Target="/ppt/media/image.png" Id="Refc4789796144c5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cfe702a4944947" /><Relationship Type="http://schemas.openxmlformats.org/officeDocument/2006/relationships/image" Target="/ppt/media/image.png" Id="R7be1375b4a9d49e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0ddf90c7e7e4c5f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a0cfd4d406443d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92430a2d0a463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187acb4b0574c1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43004ca11014e5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446b4512e384d1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09692f51d3a4fc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c741308fd1a46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e7994e51c4f4bb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fc4789796144c5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be1375b4a9d49e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085718838649c7" /><Relationship Type="http://schemas.openxmlformats.org/officeDocument/2006/relationships/slideLayout" Target="/ppt/slideLayouts/slideLayout1.xml" Id="Rfd496646d5bb4ae3" /><Relationship Type="http://schemas.openxmlformats.org/officeDocument/2006/relationships/slideLayout" Target="/ppt/slideLayouts/slideLayout2.xml" Id="Rf92a4291433e4037" /><Relationship Type="http://schemas.openxmlformats.org/officeDocument/2006/relationships/slideLayout" Target="/ppt/slideLayouts/slideLayout3.xml" Id="R268f75acba51470a" /><Relationship Type="http://schemas.openxmlformats.org/officeDocument/2006/relationships/slideLayout" Target="/ppt/slideLayouts/slideLayout4.xml" Id="R43e2963171484975" /><Relationship Type="http://schemas.openxmlformats.org/officeDocument/2006/relationships/slideLayout" Target="/ppt/slideLayouts/slideLayout5.xml" Id="R0562bc2652dd4f23" /><Relationship Type="http://schemas.openxmlformats.org/officeDocument/2006/relationships/slideLayout" Target="/ppt/slideLayouts/slideLayout6.xml" Id="R4ad516a50abb43df" /><Relationship Type="http://schemas.openxmlformats.org/officeDocument/2006/relationships/slideLayout" Target="/ppt/slideLayouts/slideLayout7.xml" Id="Rc59c2298f8f24240" /><Relationship Type="http://schemas.openxmlformats.org/officeDocument/2006/relationships/slideLayout" Target="/ppt/slideLayouts/slideLayout8.xml" Id="Rd0768b9936254fd3" /><Relationship Type="http://schemas.openxmlformats.org/officeDocument/2006/relationships/slideLayout" Target="/ppt/slideLayouts/slideLayout9.xml" Id="R890cf5de060d4ced" /><Relationship Type="http://schemas.openxmlformats.org/officeDocument/2006/relationships/slideLayout" Target="/ppt/slideLayouts/slideLayout10.xml" Id="R4b0fe9ba86774d22" /><Relationship Type="http://schemas.openxmlformats.org/officeDocument/2006/relationships/slideLayout" Target="/ppt/slideLayouts/slideLayout11.xml" Id="R3d4ccdf7d5d7405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496646d5bb4ae3"/>
    <p:sldLayoutId xmlns:r="http://schemas.openxmlformats.org/officeDocument/2006/relationships" id="2147483650" r:id="Rf92a4291433e4037"/>
    <p:sldLayoutId xmlns:r="http://schemas.openxmlformats.org/officeDocument/2006/relationships" id="2147483651" r:id="R268f75acba51470a"/>
    <p:sldLayoutId xmlns:r="http://schemas.openxmlformats.org/officeDocument/2006/relationships" id="2147483652" r:id="R43e2963171484975"/>
    <p:sldLayoutId xmlns:r="http://schemas.openxmlformats.org/officeDocument/2006/relationships" id="2147483653" r:id="R0562bc2652dd4f23"/>
    <p:sldLayoutId xmlns:r="http://schemas.openxmlformats.org/officeDocument/2006/relationships" id="2147483654" r:id="R4ad516a50abb43df"/>
    <p:sldLayoutId xmlns:r="http://schemas.openxmlformats.org/officeDocument/2006/relationships" id="2147483655" r:id="Rc59c2298f8f24240"/>
    <p:sldLayoutId xmlns:r="http://schemas.openxmlformats.org/officeDocument/2006/relationships" id="2147483656" r:id="Rd0768b9936254fd3"/>
    <p:sldLayoutId xmlns:r="http://schemas.openxmlformats.org/officeDocument/2006/relationships" id="2147483657" r:id="R890cf5de060d4ced"/>
    <p:sldLayoutId xmlns:r="http://schemas.openxmlformats.org/officeDocument/2006/relationships" id="2147483658" r:id="R4b0fe9ba86774d22"/>
    <p:sldLayoutId xmlns:r="http://schemas.openxmlformats.org/officeDocument/2006/relationships" id="2147483659" r:id="R3d4ccdf7d5d74057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1233a102744804" /><Relationship Type="http://schemas.openxmlformats.org/officeDocument/2006/relationships/notesSlide" Target="/ppt/notesSlides/notesSlide1.xml" Id="Rb2f01622a44046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24d2997e5ae410a" /><Relationship Type="http://schemas.openxmlformats.org/officeDocument/2006/relationships/notesSlide" Target="/ppt/notesSlides/notesSlide2.xml" Id="Rd11ee0436d59427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b70b76e09a4b94" /><Relationship Type="http://schemas.openxmlformats.org/officeDocument/2006/relationships/notesSlide" Target="/ppt/notesSlides/notesSlide3.xml" Id="R3019b33b571f46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2540b74a2d427e" /><Relationship Type="http://schemas.openxmlformats.org/officeDocument/2006/relationships/notesSlide" Target="/ppt/notesSlides/notesSlide4.xml" Id="Rbfa5d65d571e4b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60559600fb413b" /><Relationship Type="http://schemas.openxmlformats.org/officeDocument/2006/relationships/notesSlide" Target="/ppt/notesSlides/notesSlide5.xml" Id="R0c41067e049846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d864f8bbcd45aa" /><Relationship Type="http://schemas.openxmlformats.org/officeDocument/2006/relationships/notesSlide" Target="/ppt/notesSlides/notesSlide6.xml" Id="R68c58b3a082c4ce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ca40a5790d49ff" /><Relationship Type="http://schemas.openxmlformats.org/officeDocument/2006/relationships/notesSlide" Target="/ppt/notesSlides/notesSlide7.xml" Id="R4fde66742e1c4c9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2f2cd9e3314bf8" /><Relationship Type="http://schemas.openxmlformats.org/officeDocument/2006/relationships/notesSlide" Target="/ppt/notesSlides/notesSlide8.xml" Id="R4efa8a6fdf90488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aa60320f244c48" /><Relationship Type="http://schemas.openxmlformats.org/officeDocument/2006/relationships/notesSlide" Target="/ppt/notesSlides/notesSlide9.xml" Id="Rb1cae8610574493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Several Functions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What separate job is performed by double() and square()?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choice is compared with the number 1 even though input() returned the string "1"?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the user enters 3, and why does the else branch call square() for that unexpected choice?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the choice is 1 and the number is 6, what result appears?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example's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square()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function into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triple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(number), which should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number * 3. Update the menu text and the function call so option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triples.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6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 18"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half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(number), which should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number / 2, and menu option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"3: half"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call the matching function,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"Invalid choice."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5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 2.5"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room calculator with three functions: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show_menu()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area, 2: perimeter"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area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(length, width)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perimeter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(length, width) each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 result.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show_menu()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choice, a length and a width, then call the matching function.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"Invalid choice."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6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(double)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(squared(value))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2026-09-28T06:21:58.2340000Z</dcterms:created>
  <dcterms:modified xsi:type="dcterms:W3CDTF">2026-09-28T06:21:58.2350000Z</dcterms:modified>
</coreProperties>
</file>