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f1ba3ff4b2c46e1" /><Relationship Type="http://schemas.openxmlformats.org/officeDocument/2006/relationships/extended-properties" Target="/docProps/app.xml" Id="R659e66f327194380" /><Relationship Type="http://schemas.openxmlformats.org/officeDocument/2006/relationships/officeDocument" Target="/ppt/presentation.xml" Id="R297e2491b8fd43ab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aad8b359ba0e4461"/>
  </p:sldMasterIdLst>
  <p:notesMasterIdLst>
    <p:notesMasterId xmlns:r="http://schemas.openxmlformats.org/officeDocument/2006/relationships" r:id="Rb4ae807931d0497e"/>
  </p:notesMasterIdLst>
  <p:sldIdLst>
    <p:sldId xmlns:r="http://schemas.openxmlformats.org/officeDocument/2006/relationships" id="256" r:id="R7d23ec34d7c34f21"/>
    <p:sldId xmlns:r="http://schemas.openxmlformats.org/officeDocument/2006/relationships" id="257" r:id="Rc20d65f745334ce3"/>
    <p:sldId xmlns:r="http://schemas.openxmlformats.org/officeDocument/2006/relationships" id="258" r:id="R2e07cbc2922d4182"/>
    <p:sldId xmlns:r="http://schemas.openxmlformats.org/officeDocument/2006/relationships" id="259" r:id="R6de1f4390c1c409b"/>
    <p:sldId xmlns:r="http://schemas.openxmlformats.org/officeDocument/2006/relationships" id="260" r:id="Rf47f9fdd9410444d"/>
    <p:sldId xmlns:r="http://schemas.openxmlformats.org/officeDocument/2006/relationships" id="261" r:id="Rd4f161a1fa3b402f"/>
    <p:sldId xmlns:r="http://schemas.openxmlformats.org/officeDocument/2006/relationships" id="262" r:id="R7b52201eff194a85"/>
    <p:sldId xmlns:r="http://schemas.openxmlformats.org/officeDocument/2006/relationships" id="263" r:id="R2cdccdd31a5e4169"/>
    <p:sldId xmlns:r="http://schemas.openxmlformats.org/officeDocument/2006/relationships" id="264" r:id="Rf8c51b85f12d4df8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ba766e9521fc479a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6c536a89f954c29" /><Relationship Type="http://schemas.openxmlformats.org/officeDocument/2006/relationships/slideMaster" Target="/ppt/slideMasters/slideMaster1.xml" Id="Raad8b359ba0e4461" /><Relationship Type="http://schemas.openxmlformats.org/officeDocument/2006/relationships/notesMaster" Target="/ppt/notesMasters/notesMaster1.xml" Id="Rb4ae807931d0497e" /><Relationship Type="http://schemas.openxmlformats.org/officeDocument/2006/relationships/presProps" Target="/ppt/presProps.xml" Id="Ra1f366e18d5740d6" /><Relationship Type="http://schemas.openxmlformats.org/officeDocument/2006/relationships/viewProps" Target="/ppt/viewProps.xml" Id="Rf61dfc165f9f4abf" /><Relationship Type="http://schemas.openxmlformats.org/officeDocument/2006/relationships/tableStyles" Target="/ppt/tableStyles.xml" Id="R506a88c564d14e0b" /><Relationship Type="http://schemas.openxmlformats.org/officeDocument/2006/relationships/font" Target="/ppt/fonts/font.dat" Id="Rba766e9521fc479a" /><Relationship Type="http://schemas.openxmlformats.org/officeDocument/2006/relationships/slide" Target="/ppt/slides/slide1.xml" Id="R7d23ec34d7c34f21" /><Relationship Type="http://schemas.openxmlformats.org/officeDocument/2006/relationships/slide" Target="/ppt/slides/slide2.xml" Id="Rc20d65f745334ce3" /><Relationship Type="http://schemas.openxmlformats.org/officeDocument/2006/relationships/slide" Target="/ppt/slides/slide3.xml" Id="R2e07cbc2922d4182" /><Relationship Type="http://schemas.openxmlformats.org/officeDocument/2006/relationships/slide" Target="/ppt/slides/slide4.xml" Id="R6de1f4390c1c409b" /><Relationship Type="http://schemas.openxmlformats.org/officeDocument/2006/relationships/slide" Target="/ppt/slides/slide5.xml" Id="Rf47f9fdd9410444d" /><Relationship Type="http://schemas.openxmlformats.org/officeDocument/2006/relationships/slide" Target="/ppt/slides/slide6.xml" Id="Rd4f161a1fa3b402f" /><Relationship Type="http://schemas.openxmlformats.org/officeDocument/2006/relationships/slide" Target="/ppt/slides/slide7.xml" Id="R7b52201eff194a85" /><Relationship Type="http://schemas.openxmlformats.org/officeDocument/2006/relationships/slide" Target="/ppt/slides/slide8.xml" Id="R2cdccdd31a5e4169" /><Relationship Type="http://schemas.openxmlformats.org/officeDocument/2006/relationships/slide" Target="/ppt/slides/slide9.xml" Id="Rf8c51b85f12d4df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3393f0383fa485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b3100624a204c4f" /><Relationship Type="http://schemas.openxmlformats.org/officeDocument/2006/relationships/notesMaster" Target="/ppt/notesMasters/notesMaster1.xml" Id="Rca6b7a2570024a2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7f527f39d3a4f52" /><Relationship Type="http://schemas.openxmlformats.org/officeDocument/2006/relationships/notesMaster" Target="/ppt/notesMasters/notesMaster1.xml" Id="R8c0d335cc2c84f9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15b82366d1f4ae1" /><Relationship Type="http://schemas.openxmlformats.org/officeDocument/2006/relationships/notesMaster" Target="/ppt/notesMasters/notesMaster1.xml" Id="R8c7f28f9c09d4fb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0dcd6ef22294b3e" /><Relationship Type="http://schemas.openxmlformats.org/officeDocument/2006/relationships/notesMaster" Target="/ppt/notesMasters/notesMaster1.xml" Id="R7bd8b498893247e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46c9b41c49147d2" /><Relationship Type="http://schemas.openxmlformats.org/officeDocument/2006/relationships/notesMaster" Target="/ppt/notesMasters/notesMaster1.xml" Id="Re36f46e589b440d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009bd59dcef453f" /><Relationship Type="http://schemas.openxmlformats.org/officeDocument/2006/relationships/notesMaster" Target="/ppt/notesMasters/notesMaster1.xml" Id="R0336985cc6fc4a0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6f160b1f00c451d" /><Relationship Type="http://schemas.openxmlformats.org/officeDocument/2006/relationships/notesMaster" Target="/ppt/notesMasters/notesMaster1.xml" Id="Rfbee750c35d64bf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9f541f9c3f442f3" /><Relationship Type="http://schemas.openxmlformats.org/officeDocument/2006/relationships/notesMaster" Target="/ppt/notesMasters/notesMaster1.xml" Id="R1fd2234eac8247f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0e81f98ef784293" /><Relationship Type="http://schemas.openxmlformats.org/officeDocument/2006/relationships/notesMaster" Target="/ppt/notesMasters/notesMaster1.xml" Id="R68e9f50f54b5448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f5289306fe746a3" /><Relationship Type="http://schemas.openxmlformats.org/officeDocument/2006/relationships/image" Target="/ppt/media/image.png" Id="R3e9ec45a40ad46d9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498e1e631114839" /><Relationship Type="http://schemas.openxmlformats.org/officeDocument/2006/relationships/image" Target="/ppt/media/image.png" Id="R4a7b7670d7ca43de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4284d3759ac4141" /><Relationship Type="http://schemas.openxmlformats.org/officeDocument/2006/relationships/image" Target="/ppt/media/image.png" Id="R8a32089cc6654ada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75201fce8a5419f" /><Relationship Type="http://schemas.openxmlformats.org/officeDocument/2006/relationships/image" Target="/ppt/media/image.png" Id="R9d55e9e87c2e4828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492d80d8c12439b" /><Relationship Type="http://schemas.openxmlformats.org/officeDocument/2006/relationships/image" Target="/ppt/media/image.png" Id="Rb1e3322bc7324c47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67c9fedb99e4df4" /><Relationship Type="http://schemas.openxmlformats.org/officeDocument/2006/relationships/image" Target="/ppt/media/image.png" Id="Rf944ffd83e6e4697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baa94dcc463406e" /><Relationship Type="http://schemas.openxmlformats.org/officeDocument/2006/relationships/image" Target="/ppt/media/image.png" Id="R860fcd97ef9b40fc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10003fa74c04c8a" /><Relationship Type="http://schemas.openxmlformats.org/officeDocument/2006/relationships/image" Target="/ppt/media/image.png" Id="R197220c20cae4914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aea8a9894b143ec" /><Relationship Type="http://schemas.openxmlformats.org/officeDocument/2006/relationships/image" Target="/ppt/media/image.png" Id="R21650c002eb84f05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cce87f3dd064abf" /><Relationship Type="http://schemas.openxmlformats.org/officeDocument/2006/relationships/image" Target="/ppt/media/image.png" Id="R1dcbee2891f24171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9af160ae84c4e1d" /><Relationship Type="http://schemas.openxmlformats.org/officeDocument/2006/relationships/image" Target="/ppt/media/image.png" Id="R11afe0e23162422e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e9ec45a40ad46d9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a7b7670d7ca43de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a32089cc6654ada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d55e9e87c2e4828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1e3322bc7324c47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944ffd83e6e4697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60fcd97ef9b40fc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97220c20cae4914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1650c002eb84f05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dcbee2891f24171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1afe0e23162422e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36da27232554ccf" /><Relationship Type="http://schemas.openxmlformats.org/officeDocument/2006/relationships/slideLayout" Target="/ppt/slideLayouts/slideLayout1.xml" Id="Rd116eff2628f48ee" /><Relationship Type="http://schemas.openxmlformats.org/officeDocument/2006/relationships/slideLayout" Target="/ppt/slideLayouts/slideLayout2.xml" Id="Ra6eebc9c82114bb9" /><Relationship Type="http://schemas.openxmlformats.org/officeDocument/2006/relationships/slideLayout" Target="/ppt/slideLayouts/slideLayout3.xml" Id="R269adb412cdd42ef" /><Relationship Type="http://schemas.openxmlformats.org/officeDocument/2006/relationships/slideLayout" Target="/ppt/slideLayouts/slideLayout4.xml" Id="R27a5327d2b034ded" /><Relationship Type="http://schemas.openxmlformats.org/officeDocument/2006/relationships/slideLayout" Target="/ppt/slideLayouts/slideLayout5.xml" Id="Rb7d1590c227048d3" /><Relationship Type="http://schemas.openxmlformats.org/officeDocument/2006/relationships/slideLayout" Target="/ppt/slideLayouts/slideLayout6.xml" Id="Ra044540fb4e644d9" /><Relationship Type="http://schemas.openxmlformats.org/officeDocument/2006/relationships/slideLayout" Target="/ppt/slideLayouts/slideLayout7.xml" Id="R497992eba98d4abd" /><Relationship Type="http://schemas.openxmlformats.org/officeDocument/2006/relationships/slideLayout" Target="/ppt/slideLayouts/slideLayout8.xml" Id="Rcbed21a8558644e4" /><Relationship Type="http://schemas.openxmlformats.org/officeDocument/2006/relationships/slideLayout" Target="/ppt/slideLayouts/slideLayout9.xml" Id="Rb57f028d46ba4a11" /><Relationship Type="http://schemas.openxmlformats.org/officeDocument/2006/relationships/slideLayout" Target="/ppt/slideLayouts/slideLayout10.xml" Id="Ra1f407e33c414dd5" /><Relationship Type="http://schemas.openxmlformats.org/officeDocument/2006/relationships/slideLayout" Target="/ppt/slideLayouts/slideLayout11.xml" Id="R1ac5757f859e4ecf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116eff2628f48ee"/>
    <p:sldLayoutId xmlns:r="http://schemas.openxmlformats.org/officeDocument/2006/relationships" id="2147483650" r:id="Ra6eebc9c82114bb9"/>
    <p:sldLayoutId xmlns:r="http://schemas.openxmlformats.org/officeDocument/2006/relationships" id="2147483651" r:id="R269adb412cdd42ef"/>
    <p:sldLayoutId xmlns:r="http://schemas.openxmlformats.org/officeDocument/2006/relationships" id="2147483652" r:id="R27a5327d2b034ded"/>
    <p:sldLayoutId xmlns:r="http://schemas.openxmlformats.org/officeDocument/2006/relationships" id="2147483653" r:id="Rb7d1590c227048d3"/>
    <p:sldLayoutId xmlns:r="http://schemas.openxmlformats.org/officeDocument/2006/relationships" id="2147483654" r:id="Ra044540fb4e644d9"/>
    <p:sldLayoutId xmlns:r="http://schemas.openxmlformats.org/officeDocument/2006/relationships" id="2147483655" r:id="R497992eba98d4abd"/>
    <p:sldLayoutId xmlns:r="http://schemas.openxmlformats.org/officeDocument/2006/relationships" id="2147483656" r:id="Rcbed21a8558644e4"/>
    <p:sldLayoutId xmlns:r="http://schemas.openxmlformats.org/officeDocument/2006/relationships" id="2147483657" r:id="Rb57f028d46ba4a11"/>
    <p:sldLayoutId xmlns:r="http://schemas.openxmlformats.org/officeDocument/2006/relationships" id="2147483658" r:id="Ra1f407e33c414dd5"/>
    <p:sldLayoutId xmlns:r="http://schemas.openxmlformats.org/officeDocument/2006/relationships" id="2147483659" r:id="R1ac5757f859e4ecf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8cd11cf0c84077" /><Relationship Type="http://schemas.openxmlformats.org/officeDocument/2006/relationships/notesSlide" Target="/ppt/notesSlides/notesSlide1.xml" Id="R28e3f39bffda415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5a3656794ce4563" /><Relationship Type="http://schemas.openxmlformats.org/officeDocument/2006/relationships/notesSlide" Target="/ppt/notesSlides/notesSlide2.xml" Id="R0f18af637598482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ee229387761488b" /><Relationship Type="http://schemas.openxmlformats.org/officeDocument/2006/relationships/notesSlide" Target="/ppt/notesSlides/notesSlide3.xml" Id="R99a3c2ae6406475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92b2c2d3f954652" /><Relationship Type="http://schemas.openxmlformats.org/officeDocument/2006/relationships/notesSlide" Target="/ppt/notesSlides/notesSlide4.xml" Id="R1f41e96ff3604b9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63a19a1a2304f12" /><Relationship Type="http://schemas.openxmlformats.org/officeDocument/2006/relationships/notesSlide" Target="/ppt/notesSlides/notesSlide5.xml" Id="R401b12df03e84fa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4f72aa6287d4eff" /><Relationship Type="http://schemas.openxmlformats.org/officeDocument/2006/relationships/notesSlide" Target="/ppt/notesSlides/notesSlide6.xml" Id="Re4816247fbec4b3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53bb06f35384ac9" /><Relationship Type="http://schemas.openxmlformats.org/officeDocument/2006/relationships/notesSlide" Target="/ppt/notesSlides/notesSlide7.xml" Id="Rd2032375b2dc4ea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6c72e753fdd41b5" /><Relationship Type="http://schemas.openxmlformats.org/officeDocument/2006/relationships/notesSlide" Target="/ppt/notesSlides/notesSlide8.xml" Id="R7045127d9b95451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77734fa22df484b" /><Relationship Type="http://schemas.openxmlformats.org/officeDocument/2006/relationships/notesSlide" Target="/ppt/notesSlides/notesSlide9.xml" Id="R2acae9613b784b27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Several Functions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34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double(number):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number * 2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square(number):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number * number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"1: double\n2: square"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choice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"Choice: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value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"Number: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"Result:"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double(value))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"Result:"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square(value))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double(number):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number * 2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square(number):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number * number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"1: double\n2: square"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choice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"Choice: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value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"Number: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"Result:"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double(value))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"Result:"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square(value))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double(number):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number * 2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square(number):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number * number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"1: double\n2: square"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choice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"Choice: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value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"Number: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"Result:"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double(value))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"Result:"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square(value))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What separate job is performed by double() and square()?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What happens if choice is compared with the number 1 even though input() returned the string "1"?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What happens if the user enters 3, and why does the else branch call square() for that unexpected choice?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4. If the choice is 1 and the number is 6, what result appears?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double(number):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number * 2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square(number):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number * number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"1: double\n2: square"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choice =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"Choice: 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value =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"Number: 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11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"Result:"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double(value))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"Result:"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square(value))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square()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into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triple()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update menu route 2, and make choice 2 with value 6 display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"Result:"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18.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double(number):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number * 2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square(number):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number * number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"1: double\n2: square"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choice =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"Choice: 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value =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"Number: 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11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"Result:"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double(value))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"Result:"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square(value))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Add a third function called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half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(number) that returns number / 2. Add menu route 3 and an invalid-choice message. Test 3 with 5 and x with 5.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double(number):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number * 2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square(number):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number * number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"1: double\n2: square"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choice =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"Choice: 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value =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"Number: 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11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"Result:"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double(value))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"Result:"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square(value))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Build a measurement helper with separate functions to show a menu, calculate rectangle area, and calculate rectangle perimeter. The main program collects length and width, selects one calculation, and displays a labelled result; include an invalid route.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double(number):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number * 2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square(number):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number * number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"1: double\n2: square"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choice =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"Choice: 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value =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"Number: 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11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"Result:"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double(value))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"Result:"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square(value))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54933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double(number):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number * 2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square(number):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number * number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value = 6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(double)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(squared(value))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2026-08-26T04:07:44.6810000Z</dcterms:created>
  <dcterms:modified xsi:type="dcterms:W3CDTF">2026-08-26T04:07:44.6810000Z</dcterms:modified>
</coreProperties>
</file>