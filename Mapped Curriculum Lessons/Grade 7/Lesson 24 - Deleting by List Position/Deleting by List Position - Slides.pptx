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72d3e0a4734bb8" /><Relationship Type="http://schemas.openxmlformats.org/officeDocument/2006/relationships/extended-properties" Target="/docProps/app.xml" Id="R6bd628f773fd4425" /><Relationship Type="http://schemas.openxmlformats.org/officeDocument/2006/relationships/officeDocument" Target="/ppt/presentation.xml" Id="R701f1138cfa641e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13721a52fd44f6c"/>
  </p:sldMasterIdLst>
  <p:notesMasterIdLst>
    <p:notesMasterId xmlns:r="http://schemas.openxmlformats.org/officeDocument/2006/relationships" r:id="Rd9ceadfa415743b7"/>
  </p:notesMasterIdLst>
  <p:sldIdLst>
    <p:sldId xmlns:r="http://schemas.openxmlformats.org/officeDocument/2006/relationships" id="256" r:id="Rac48b4dc71dc452e"/>
    <p:sldId xmlns:r="http://schemas.openxmlformats.org/officeDocument/2006/relationships" id="257" r:id="Rabbafda655b3467c"/>
    <p:sldId xmlns:r="http://schemas.openxmlformats.org/officeDocument/2006/relationships" id="258" r:id="R515e827f68fb4bbd"/>
    <p:sldId xmlns:r="http://schemas.openxmlformats.org/officeDocument/2006/relationships" id="259" r:id="Re115f5fc44de4f73"/>
    <p:sldId xmlns:r="http://schemas.openxmlformats.org/officeDocument/2006/relationships" id="260" r:id="R0c1b02848a3b4646"/>
    <p:sldId xmlns:r="http://schemas.openxmlformats.org/officeDocument/2006/relationships" id="261" r:id="Rec7305b403cf4ccc"/>
    <p:sldId xmlns:r="http://schemas.openxmlformats.org/officeDocument/2006/relationships" id="262" r:id="Rf3bf5d4e8bc44571"/>
    <p:sldId xmlns:r="http://schemas.openxmlformats.org/officeDocument/2006/relationships" id="263" r:id="Rda3d7cf66d9c4051"/>
    <p:sldId xmlns:r="http://schemas.openxmlformats.org/officeDocument/2006/relationships" id="264" r:id="Rc5943be4e5cc4cd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9fbacd4ee9d4f9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8b614975d448f7" /><Relationship Type="http://schemas.openxmlformats.org/officeDocument/2006/relationships/slideMaster" Target="/ppt/slideMasters/slideMaster1.xml" Id="R913721a52fd44f6c" /><Relationship Type="http://schemas.openxmlformats.org/officeDocument/2006/relationships/notesMaster" Target="/ppt/notesMasters/notesMaster1.xml" Id="Rd9ceadfa415743b7" /><Relationship Type="http://schemas.openxmlformats.org/officeDocument/2006/relationships/presProps" Target="/ppt/presProps.xml" Id="R419f7a559c7041db" /><Relationship Type="http://schemas.openxmlformats.org/officeDocument/2006/relationships/viewProps" Target="/ppt/viewProps.xml" Id="R9b054521a48a4d9b" /><Relationship Type="http://schemas.openxmlformats.org/officeDocument/2006/relationships/tableStyles" Target="/ppt/tableStyles.xml" Id="Redeacb3a80284552" /><Relationship Type="http://schemas.openxmlformats.org/officeDocument/2006/relationships/font" Target="/ppt/fonts/font.dat" Id="R29fbacd4ee9d4f9b" /><Relationship Type="http://schemas.openxmlformats.org/officeDocument/2006/relationships/slide" Target="/ppt/slides/slide1.xml" Id="Rac48b4dc71dc452e" /><Relationship Type="http://schemas.openxmlformats.org/officeDocument/2006/relationships/slide" Target="/ppt/slides/slide2.xml" Id="Rabbafda655b3467c" /><Relationship Type="http://schemas.openxmlformats.org/officeDocument/2006/relationships/slide" Target="/ppt/slides/slide3.xml" Id="R515e827f68fb4bbd" /><Relationship Type="http://schemas.openxmlformats.org/officeDocument/2006/relationships/slide" Target="/ppt/slides/slide4.xml" Id="Re115f5fc44de4f73" /><Relationship Type="http://schemas.openxmlformats.org/officeDocument/2006/relationships/slide" Target="/ppt/slides/slide5.xml" Id="R0c1b02848a3b4646" /><Relationship Type="http://schemas.openxmlformats.org/officeDocument/2006/relationships/slide" Target="/ppt/slides/slide6.xml" Id="Rec7305b403cf4ccc" /><Relationship Type="http://schemas.openxmlformats.org/officeDocument/2006/relationships/slide" Target="/ppt/slides/slide7.xml" Id="Rf3bf5d4e8bc44571" /><Relationship Type="http://schemas.openxmlformats.org/officeDocument/2006/relationships/slide" Target="/ppt/slides/slide8.xml" Id="Rda3d7cf66d9c4051" /><Relationship Type="http://schemas.openxmlformats.org/officeDocument/2006/relationships/slide" Target="/ppt/slides/slide9.xml" Id="Rc5943be4e5cc4c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15ae1726b74d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84918ce9394cb1" /><Relationship Type="http://schemas.openxmlformats.org/officeDocument/2006/relationships/notesMaster" Target="/ppt/notesMasters/notesMaster1.xml" Id="Radfd1c97e7434f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f700780eeb4447" /><Relationship Type="http://schemas.openxmlformats.org/officeDocument/2006/relationships/notesMaster" Target="/ppt/notesMasters/notesMaster1.xml" Id="R3cd755b247ba47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7a306b72524627" /><Relationship Type="http://schemas.openxmlformats.org/officeDocument/2006/relationships/notesMaster" Target="/ppt/notesMasters/notesMaster1.xml" Id="R215a9689aa714d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8ed8c489f84699" /><Relationship Type="http://schemas.openxmlformats.org/officeDocument/2006/relationships/notesMaster" Target="/ppt/notesMasters/notesMaster1.xml" Id="Rd72dac68fe7d4b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5c05c2bbac41fd" /><Relationship Type="http://schemas.openxmlformats.org/officeDocument/2006/relationships/notesMaster" Target="/ppt/notesMasters/notesMaster1.xml" Id="R07fc6eabe7414b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216cd7886c4ab5" /><Relationship Type="http://schemas.openxmlformats.org/officeDocument/2006/relationships/notesMaster" Target="/ppt/notesMasters/notesMaster1.xml" Id="R01643c38b61342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4a3f87caee4312" /><Relationship Type="http://schemas.openxmlformats.org/officeDocument/2006/relationships/notesMaster" Target="/ppt/notesMasters/notesMaster1.xml" Id="Rae680fa55fda4d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4fb1831cf44ba0" /><Relationship Type="http://schemas.openxmlformats.org/officeDocument/2006/relationships/notesMaster" Target="/ppt/notesMasters/notesMaster1.xml" Id="R2f2920f34c944b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0baf5c7bc943a8" /><Relationship Type="http://schemas.openxmlformats.org/officeDocument/2006/relationships/notesMaster" Target="/ppt/notesMasters/notesMaster1.xml" Id="R1500b88489bd48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c13c74cf024e97" /><Relationship Type="http://schemas.openxmlformats.org/officeDocument/2006/relationships/image" Target="/ppt/media/image.png" Id="Rb586be9e61124f6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b8f4188cc64943" /><Relationship Type="http://schemas.openxmlformats.org/officeDocument/2006/relationships/image" Target="/ppt/media/image.png" Id="Rafc3056155d9417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84a746c094519" /><Relationship Type="http://schemas.openxmlformats.org/officeDocument/2006/relationships/image" Target="/ppt/media/image.png" Id="R9c29f7ad5c5640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fba34018d34205" /><Relationship Type="http://schemas.openxmlformats.org/officeDocument/2006/relationships/image" Target="/ppt/media/image.png" Id="Rf11a3330056e43a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cc5ffb1704602" /><Relationship Type="http://schemas.openxmlformats.org/officeDocument/2006/relationships/image" Target="/ppt/media/image.png" Id="Rc96ce90119de403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4a9a75c45d4c29" /><Relationship Type="http://schemas.openxmlformats.org/officeDocument/2006/relationships/image" Target="/ppt/media/image.png" Id="R35ffc6be0308483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9a474f7f2d4a6e" /><Relationship Type="http://schemas.openxmlformats.org/officeDocument/2006/relationships/image" Target="/ppt/media/image.png" Id="Reb2f308f1cd34c9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7904ffaaf34e37" /><Relationship Type="http://schemas.openxmlformats.org/officeDocument/2006/relationships/image" Target="/ppt/media/image.png" Id="R4fb713afbd4648f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2a145295e645b6" /><Relationship Type="http://schemas.openxmlformats.org/officeDocument/2006/relationships/image" Target="/ppt/media/image.png" Id="Raa3dca2e553b4e3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52c794c66f4dda" /><Relationship Type="http://schemas.openxmlformats.org/officeDocument/2006/relationships/image" Target="/ppt/media/image.png" Id="Rea6fb2dd547e432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25be4dd50749f8" /><Relationship Type="http://schemas.openxmlformats.org/officeDocument/2006/relationships/image" Target="/ppt/media/image.png" Id="Rbb0f09b25fb94ad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86be9e61124f6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c3056155d941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29f7ad5c5640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1a3330056e43a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6ce90119de40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ffc6be0308483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2f308f1cd34c9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b713afbd4648f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3dca2e553b4e3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6fb2dd547e43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0f09b25fb94ad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e3ef5b0ad94edf" /><Relationship Type="http://schemas.openxmlformats.org/officeDocument/2006/relationships/slideLayout" Target="/ppt/slideLayouts/slideLayout1.xml" Id="Rc1ab48a38ee1461c" /><Relationship Type="http://schemas.openxmlformats.org/officeDocument/2006/relationships/slideLayout" Target="/ppt/slideLayouts/slideLayout2.xml" Id="R3504e23348d744d9" /><Relationship Type="http://schemas.openxmlformats.org/officeDocument/2006/relationships/slideLayout" Target="/ppt/slideLayouts/slideLayout3.xml" Id="Rd25b81c11ebf4744" /><Relationship Type="http://schemas.openxmlformats.org/officeDocument/2006/relationships/slideLayout" Target="/ppt/slideLayouts/slideLayout4.xml" Id="Rc06a2410fe82495b" /><Relationship Type="http://schemas.openxmlformats.org/officeDocument/2006/relationships/slideLayout" Target="/ppt/slideLayouts/slideLayout5.xml" Id="Rd66d5ceabb0d4457" /><Relationship Type="http://schemas.openxmlformats.org/officeDocument/2006/relationships/slideLayout" Target="/ppt/slideLayouts/slideLayout6.xml" Id="R017a72ddbb2b4b14" /><Relationship Type="http://schemas.openxmlformats.org/officeDocument/2006/relationships/slideLayout" Target="/ppt/slideLayouts/slideLayout7.xml" Id="R287073e71c444778" /><Relationship Type="http://schemas.openxmlformats.org/officeDocument/2006/relationships/slideLayout" Target="/ppt/slideLayouts/slideLayout8.xml" Id="R66e21610aae346a8" /><Relationship Type="http://schemas.openxmlformats.org/officeDocument/2006/relationships/slideLayout" Target="/ppt/slideLayouts/slideLayout9.xml" Id="Rc7b3b341ae5e4f2d" /><Relationship Type="http://schemas.openxmlformats.org/officeDocument/2006/relationships/slideLayout" Target="/ppt/slideLayouts/slideLayout10.xml" Id="R2bd71dc0fc8d43b5" /><Relationship Type="http://schemas.openxmlformats.org/officeDocument/2006/relationships/slideLayout" Target="/ppt/slideLayouts/slideLayout11.xml" Id="R668a441427cc448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ab48a38ee1461c"/>
    <p:sldLayoutId xmlns:r="http://schemas.openxmlformats.org/officeDocument/2006/relationships" id="2147483650" r:id="R3504e23348d744d9"/>
    <p:sldLayoutId xmlns:r="http://schemas.openxmlformats.org/officeDocument/2006/relationships" id="2147483651" r:id="Rd25b81c11ebf4744"/>
    <p:sldLayoutId xmlns:r="http://schemas.openxmlformats.org/officeDocument/2006/relationships" id="2147483652" r:id="Rc06a2410fe82495b"/>
    <p:sldLayoutId xmlns:r="http://schemas.openxmlformats.org/officeDocument/2006/relationships" id="2147483653" r:id="Rd66d5ceabb0d4457"/>
    <p:sldLayoutId xmlns:r="http://schemas.openxmlformats.org/officeDocument/2006/relationships" id="2147483654" r:id="R017a72ddbb2b4b14"/>
    <p:sldLayoutId xmlns:r="http://schemas.openxmlformats.org/officeDocument/2006/relationships" id="2147483655" r:id="R287073e71c444778"/>
    <p:sldLayoutId xmlns:r="http://schemas.openxmlformats.org/officeDocument/2006/relationships" id="2147483656" r:id="R66e21610aae346a8"/>
    <p:sldLayoutId xmlns:r="http://schemas.openxmlformats.org/officeDocument/2006/relationships" id="2147483657" r:id="Rc7b3b341ae5e4f2d"/>
    <p:sldLayoutId xmlns:r="http://schemas.openxmlformats.org/officeDocument/2006/relationships" id="2147483658" r:id="R2bd71dc0fc8d43b5"/>
    <p:sldLayoutId xmlns:r="http://schemas.openxmlformats.org/officeDocument/2006/relationships" id="2147483659" r:id="R668a441427cc448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9366f8c744501" /><Relationship Type="http://schemas.openxmlformats.org/officeDocument/2006/relationships/notesSlide" Target="/ppt/notesSlides/notesSlide1.xml" Id="R89f8506ffa0f4b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475236be6b4910" /><Relationship Type="http://schemas.openxmlformats.org/officeDocument/2006/relationships/notesSlide" Target="/ppt/notesSlides/notesSlide2.xml" Id="R1490c49470a04b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47af8cd1b946af" /><Relationship Type="http://schemas.openxmlformats.org/officeDocument/2006/relationships/notesSlide" Target="/ppt/notesSlides/notesSlide3.xml" Id="R68663ab408c149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4e91df7ade425f" /><Relationship Type="http://schemas.openxmlformats.org/officeDocument/2006/relationships/notesSlide" Target="/ppt/notesSlides/notesSlide4.xml" Id="R781f2f7677004b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558ad763c842a0" /><Relationship Type="http://schemas.openxmlformats.org/officeDocument/2006/relationships/notesSlide" Target="/ppt/notesSlides/notesSlide5.xml" Id="R21584508651a46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392a04d8964682" /><Relationship Type="http://schemas.openxmlformats.org/officeDocument/2006/relationships/notesSlide" Target="/ppt/notesSlides/notesSlide6.xml" Id="Rf63f1a6fa7494b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746413d5804a00" /><Relationship Type="http://schemas.openxmlformats.org/officeDocument/2006/relationships/notesSlide" Target="/ppt/notesSlides/notesSlide7.xml" Id="R3d30873138ef46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4f0d476dcd414f" /><Relationship Type="http://schemas.openxmlformats.org/officeDocument/2006/relationships/notesSlide" Target="/ppt/notesSlides/notesSlide8.xml" Id="R1511fdfeeb0a41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a6755344c84384" /><Relationship Type="http://schemas.openxmlformats.org/officeDocument/2006/relationships/notesSlide" Target="/ppt/notesSlides/notesSlide9.xml" Id="R5eb41bc105c045f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Deleting by List Position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070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item stored before del removes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del uses a position that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How do later positions change after an item is deleted?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position 1, what are the exact Completed and Remaining lines?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Keep the user's deletion. Display the new first task with the label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position 0;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should be completed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should be next.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After the first deletion, ask for a second valid position in the shortened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Label and delete that item, then display what remains. Test the program by entering 1 for both positions.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queue editor with four names. Ask for one valid cancellation position, store and delete that name, then traverse the remaining queue with numbered positions using a counter.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 position 0 to 3: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 tasks[position]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"Completed:"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completed)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"Remaining:"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tasks)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tasks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"email"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"design"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"test"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"publish"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completed = tasks(position)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del(tasks[position])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(tasks)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2026-08-27T03:54:21.9430000Z</dcterms:created>
  <dcterms:modified xsi:type="dcterms:W3CDTF">2026-08-27T03:54:21.9430000Z</dcterms:modified>
</coreProperties>
</file>