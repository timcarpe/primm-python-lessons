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106b78b4c340ef" /><Relationship Type="http://schemas.openxmlformats.org/officeDocument/2006/relationships/extended-properties" Target="/docProps/app.xml" Id="R6671815e85fb4d62" /><Relationship Type="http://schemas.openxmlformats.org/officeDocument/2006/relationships/officeDocument" Target="/ppt/presentation.xml" Id="Rfd1694ba4c294d8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7f99efa4db149bb"/>
  </p:sldMasterIdLst>
  <p:notesMasterIdLst>
    <p:notesMasterId xmlns:r="http://schemas.openxmlformats.org/officeDocument/2006/relationships" r:id="R61fcd32897904631"/>
  </p:notesMasterIdLst>
  <p:sldIdLst>
    <p:sldId xmlns:r="http://schemas.openxmlformats.org/officeDocument/2006/relationships" id="256" r:id="Rdd383876ad524a7f"/>
    <p:sldId xmlns:r="http://schemas.openxmlformats.org/officeDocument/2006/relationships" id="257" r:id="R23718ed2446446ba"/>
    <p:sldId xmlns:r="http://schemas.openxmlformats.org/officeDocument/2006/relationships" id="258" r:id="R8e462275ba2c4b3e"/>
    <p:sldId xmlns:r="http://schemas.openxmlformats.org/officeDocument/2006/relationships" id="259" r:id="R3f501080122b4c44"/>
    <p:sldId xmlns:r="http://schemas.openxmlformats.org/officeDocument/2006/relationships" id="260" r:id="R86cac1a33b3549d3"/>
    <p:sldId xmlns:r="http://schemas.openxmlformats.org/officeDocument/2006/relationships" id="261" r:id="R51b9c3a436474500"/>
    <p:sldId xmlns:r="http://schemas.openxmlformats.org/officeDocument/2006/relationships" id="262" r:id="R3f8f2601e2b94d0d"/>
    <p:sldId xmlns:r="http://schemas.openxmlformats.org/officeDocument/2006/relationships" id="263" r:id="R384364d1a05844f5"/>
    <p:sldId xmlns:r="http://schemas.openxmlformats.org/officeDocument/2006/relationships" id="264" r:id="R4f53aaa5f6454002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ccdf67ef382b420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8eec5a92f14f6c" /><Relationship Type="http://schemas.openxmlformats.org/officeDocument/2006/relationships/slideMaster" Target="/ppt/slideMasters/slideMaster1.xml" Id="Rf7f99efa4db149bb" /><Relationship Type="http://schemas.openxmlformats.org/officeDocument/2006/relationships/notesMaster" Target="/ppt/notesMasters/notesMaster1.xml" Id="R61fcd32897904631" /><Relationship Type="http://schemas.openxmlformats.org/officeDocument/2006/relationships/presProps" Target="/ppt/presProps.xml" Id="Re80c2bb1452048ae" /><Relationship Type="http://schemas.openxmlformats.org/officeDocument/2006/relationships/viewProps" Target="/ppt/viewProps.xml" Id="Rd6a6faf523a54162" /><Relationship Type="http://schemas.openxmlformats.org/officeDocument/2006/relationships/tableStyles" Target="/ppt/tableStyles.xml" Id="R986f01bd0a604e0a" /><Relationship Type="http://schemas.openxmlformats.org/officeDocument/2006/relationships/font" Target="/ppt/fonts/font.dat" Id="Rccdf67ef382b4201" /><Relationship Type="http://schemas.openxmlformats.org/officeDocument/2006/relationships/slide" Target="/ppt/slides/slide1.xml" Id="Rdd383876ad524a7f" /><Relationship Type="http://schemas.openxmlformats.org/officeDocument/2006/relationships/slide" Target="/ppt/slides/slide2.xml" Id="R23718ed2446446ba" /><Relationship Type="http://schemas.openxmlformats.org/officeDocument/2006/relationships/slide" Target="/ppt/slides/slide3.xml" Id="R8e462275ba2c4b3e" /><Relationship Type="http://schemas.openxmlformats.org/officeDocument/2006/relationships/slide" Target="/ppt/slides/slide4.xml" Id="R3f501080122b4c44" /><Relationship Type="http://schemas.openxmlformats.org/officeDocument/2006/relationships/slide" Target="/ppt/slides/slide5.xml" Id="R86cac1a33b3549d3" /><Relationship Type="http://schemas.openxmlformats.org/officeDocument/2006/relationships/slide" Target="/ppt/slides/slide6.xml" Id="R51b9c3a436474500" /><Relationship Type="http://schemas.openxmlformats.org/officeDocument/2006/relationships/slide" Target="/ppt/slides/slide7.xml" Id="R3f8f2601e2b94d0d" /><Relationship Type="http://schemas.openxmlformats.org/officeDocument/2006/relationships/slide" Target="/ppt/slides/slide8.xml" Id="R384364d1a05844f5" /><Relationship Type="http://schemas.openxmlformats.org/officeDocument/2006/relationships/slide" Target="/ppt/slides/slide9.xml" Id="R4f53aaa5f64540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e190cbe6df423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74d45b1ee44d24" /><Relationship Type="http://schemas.openxmlformats.org/officeDocument/2006/relationships/notesMaster" Target="/ppt/notesMasters/notesMaster1.xml" Id="R3fa23d8161b247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a819656a4c4180" /><Relationship Type="http://schemas.openxmlformats.org/officeDocument/2006/relationships/notesMaster" Target="/ppt/notesMasters/notesMaster1.xml" Id="Re4adff91f2fd46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3a7f6b404e49b4" /><Relationship Type="http://schemas.openxmlformats.org/officeDocument/2006/relationships/notesMaster" Target="/ppt/notesMasters/notesMaster1.xml" Id="R17e0c54ad45b4c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f1d7a1c1034f88" /><Relationship Type="http://schemas.openxmlformats.org/officeDocument/2006/relationships/notesMaster" Target="/ppt/notesMasters/notesMaster1.xml" Id="R6b1d006057f345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1e312da8bc646aa" /><Relationship Type="http://schemas.openxmlformats.org/officeDocument/2006/relationships/notesMaster" Target="/ppt/notesMasters/notesMaster1.xml" Id="R5510ed03bd5844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0bd34c5f66c439c" /><Relationship Type="http://schemas.openxmlformats.org/officeDocument/2006/relationships/notesMaster" Target="/ppt/notesMasters/notesMaster1.xml" Id="R47fdcbfc584744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63523ab5b544b3" /><Relationship Type="http://schemas.openxmlformats.org/officeDocument/2006/relationships/notesMaster" Target="/ppt/notesMasters/notesMaster1.xml" Id="R6f0bd089e83143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99a042cc3d45a4" /><Relationship Type="http://schemas.openxmlformats.org/officeDocument/2006/relationships/notesMaster" Target="/ppt/notesMasters/notesMaster1.xml" Id="R0d8d916e789a42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e20d873f1146c2" /><Relationship Type="http://schemas.openxmlformats.org/officeDocument/2006/relationships/notesMaster" Target="/ppt/notesMasters/notesMaster1.xml" Id="R1d93173d156d4a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60a5a6e7d34360" /><Relationship Type="http://schemas.openxmlformats.org/officeDocument/2006/relationships/image" Target="/ppt/media/image.png" Id="Rb968661d8dac441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a9c9b8eb5f4f9f" /><Relationship Type="http://schemas.openxmlformats.org/officeDocument/2006/relationships/image" Target="/ppt/media/image.png" Id="R75aafe8c426f43f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ae1989557b4907" /><Relationship Type="http://schemas.openxmlformats.org/officeDocument/2006/relationships/image" Target="/ppt/media/image.png" Id="Rd58e6dbf699848d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b1ff41767a4f59" /><Relationship Type="http://schemas.openxmlformats.org/officeDocument/2006/relationships/image" Target="/ppt/media/image.png" Id="R03fb68b298da45f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f5212eb5ef4079" /><Relationship Type="http://schemas.openxmlformats.org/officeDocument/2006/relationships/image" Target="/ppt/media/image.png" Id="Re2e76093acde4a5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3253e1637f4df8" /><Relationship Type="http://schemas.openxmlformats.org/officeDocument/2006/relationships/image" Target="/ppt/media/image.png" Id="Rae7c144ef23f4be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27ea62a18e412d" /><Relationship Type="http://schemas.openxmlformats.org/officeDocument/2006/relationships/image" Target="/ppt/media/image.png" Id="R7e50d0a4b73e43d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9f414c90d54741" /><Relationship Type="http://schemas.openxmlformats.org/officeDocument/2006/relationships/image" Target="/ppt/media/image.png" Id="R78c724f58f574ab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33c82ab4f14b8e" /><Relationship Type="http://schemas.openxmlformats.org/officeDocument/2006/relationships/image" Target="/ppt/media/image.png" Id="Rf5b3b38ef3fb479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e6df899d0e461e" /><Relationship Type="http://schemas.openxmlformats.org/officeDocument/2006/relationships/image" Target="/ppt/media/image.png" Id="R70f9cccd693c438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b6b6e040e44e9d" /><Relationship Type="http://schemas.openxmlformats.org/officeDocument/2006/relationships/image" Target="/ppt/media/image.png" Id="R5fc49ea921c9470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68661d8dac4413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5aafe8c426f43f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58e6dbf699848d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fb68b298da45f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e76093acde4a5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7c144ef23f4be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e50d0a4b73e43d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8c724f58f574ab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b3b38ef3fb479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f9cccd693c438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c49ea921c9470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2f00d11339e4d59" /><Relationship Type="http://schemas.openxmlformats.org/officeDocument/2006/relationships/slideLayout" Target="/ppt/slideLayouts/slideLayout1.xml" Id="Rb729aef4bf814a7c" /><Relationship Type="http://schemas.openxmlformats.org/officeDocument/2006/relationships/slideLayout" Target="/ppt/slideLayouts/slideLayout2.xml" Id="R3450817dfbb74ebb" /><Relationship Type="http://schemas.openxmlformats.org/officeDocument/2006/relationships/slideLayout" Target="/ppt/slideLayouts/slideLayout3.xml" Id="R2b9da8c28d4148f5" /><Relationship Type="http://schemas.openxmlformats.org/officeDocument/2006/relationships/slideLayout" Target="/ppt/slideLayouts/slideLayout4.xml" Id="Rdb18bf000bb84b09" /><Relationship Type="http://schemas.openxmlformats.org/officeDocument/2006/relationships/slideLayout" Target="/ppt/slideLayouts/slideLayout5.xml" Id="Rbfe3c060faf440ae" /><Relationship Type="http://schemas.openxmlformats.org/officeDocument/2006/relationships/slideLayout" Target="/ppt/slideLayouts/slideLayout6.xml" Id="Raf76490fabe34775" /><Relationship Type="http://schemas.openxmlformats.org/officeDocument/2006/relationships/slideLayout" Target="/ppt/slideLayouts/slideLayout7.xml" Id="Rd48100419c4e41cd" /><Relationship Type="http://schemas.openxmlformats.org/officeDocument/2006/relationships/slideLayout" Target="/ppt/slideLayouts/slideLayout8.xml" Id="R37d6cd4a83184265" /><Relationship Type="http://schemas.openxmlformats.org/officeDocument/2006/relationships/slideLayout" Target="/ppt/slideLayouts/slideLayout9.xml" Id="R667701c88e2f4ceb" /><Relationship Type="http://schemas.openxmlformats.org/officeDocument/2006/relationships/slideLayout" Target="/ppt/slideLayouts/slideLayout10.xml" Id="R9d8141686b8945ef" /><Relationship Type="http://schemas.openxmlformats.org/officeDocument/2006/relationships/slideLayout" Target="/ppt/slideLayouts/slideLayout11.xml" Id="Rca368ad8d12a4b5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29aef4bf814a7c"/>
    <p:sldLayoutId xmlns:r="http://schemas.openxmlformats.org/officeDocument/2006/relationships" id="2147483650" r:id="R3450817dfbb74ebb"/>
    <p:sldLayoutId xmlns:r="http://schemas.openxmlformats.org/officeDocument/2006/relationships" id="2147483651" r:id="R2b9da8c28d4148f5"/>
    <p:sldLayoutId xmlns:r="http://schemas.openxmlformats.org/officeDocument/2006/relationships" id="2147483652" r:id="Rdb18bf000bb84b09"/>
    <p:sldLayoutId xmlns:r="http://schemas.openxmlformats.org/officeDocument/2006/relationships" id="2147483653" r:id="Rbfe3c060faf440ae"/>
    <p:sldLayoutId xmlns:r="http://schemas.openxmlformats.org/officeDocument/2006/relationships" id="2147483654" r:id="Raf76490fabe34775"/>
    <p:sldLayoutId xmlns:r="http://schemas.openxmlformats.org/officeDocument/2006/relationships" id="2147483655" r:id="Rd48100419c4e41cd"/>
    <p:sldLayoutId xmlns:r="http://schemas.openxmlformats.org/officeDocument/2006/relationships" id="2147483656" r:id="R37d6cd4a83184265"/>
    <p:sldLayoutId xmlns:r="http://schemas.openxmlformats.org/officeDocument/2006/relationships" id="2147483657" r:id="R667701c88e2f4ceb"/>
    <p:sldLayoutId xmlns:r="http://schemas.openxmlformats.org/officeDocument/2006/relationships" id="2147483658" r:id="R9d8141686b8945ef"/>
    <p:sldLayoutId xmlns:r="http://schemas.openxmlformats.org/officeDocument/2006/relationships" id="2147483659" r:id="Rca368ad8d12a4b5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5ebe3a51e844fa" /><Relationship Type="http://schemas.openxmlformats.org/officeDocument/2006/relationships/notesSlide" Target="/ppt/notesSlides/notesSlide1.xml" Id="Raa7e3e6fea974f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e429d665e54203" /><Relationship Type="http://schemas.openxmlformats.org/officeDocument/2006/relationships/notesSlide" Target="/ppt/notesSlides/notesSlide2.xml" Id="R67046309e85b40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8bde65bdc943ea" /><Relationship Type="http://schemas.openxmlformats.org/officeDocument/2006/relationships/notesSlide" Target="/ppt/notesSlides/notesSlide3.xml" Id="R24ec7a5602b441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afa03818d144dd" /><Relationship Type="http://schemas.openxmlformats.org/officeDocument/2006/relationships/notesSlide" Target="/ppt/notesSlides/notesSlide4.xml" Id="R914695af324442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197571db0d45e5" /><Relationship Type="http://schemas.openxmlformats.org/officeDocument/2006/relationships/notesSlide" Target="/ppt/notesSlides/notesSlide5.xml" Id="R8dc392c6e7ce41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5ee37437f2420d" /><Relationship Type="http://schemas.openxmlformats.org/officeDocument/2006/relationships/notesSlide" Target="/ppt/notesSlides/notesSlide6.xml" Id="R90d1486f991249a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2b9bad11a84409" /><Relationship Type="http://schemas.openxmlformats.org/officeDocument/2006/relationships/notesSlide" Target="/ppt/notesSlides/notesSlide7.xml" Id="R9241f53f810247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9db9111e434998" /><Relationship Type="http://schemas.openxmlformats.org/officeDocument/2006/relationships/notesSlide" Target="/ppt/notesSlides/notesSlide8.xml" Id="R8837993335c64cc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955b2c0c934047" /><Relationship Type="http://schemas.openxmlformats.org/officeDocument/2006/relationships/notesSlide" Target="/ppt/notesSlides/notesSlide9.xml" Id="R41d3c292e5b3480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Deleting by List Position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070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070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item stored before del removes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del uses a position that does not exist?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How do later positions change after an item is deleted?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position 1, what are the exact Completed and Remaining lines?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shows which task moved up. After the deletion, display the item now at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position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"Moved up:"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Only use positions 0 to 2. For example, 1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 design"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"Moved up: test"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deletes a second task. After the first deletion, ask for a position from 0 to 2, store that task, then delete it. Display both tasks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 and 1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 design test"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 ['email', 'publish']"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9711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queue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"Dara"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Serve the first person: store them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served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delete position 0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"Served:"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name. Then ask for a position from 0 to 2, delete that name and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"Queue:"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 gives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"Queue: ['Bao', 'Dara']"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tasks(position)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del(tasks[position])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(tasks)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2026-09-28T09:09:40.6360000Z</dcterms:created>
  <dcterms:modified xsi:type="dcterms:W3CDTF">2026-09-28T09:09:40.6360000Z</dcterms:modified>
</coreProperties>
</file>