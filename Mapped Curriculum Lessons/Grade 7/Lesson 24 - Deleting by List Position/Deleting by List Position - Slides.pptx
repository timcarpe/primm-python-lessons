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bcc7b51cf04777" /><Relationship Type="http://schemas.openxmlformats.org/officeDocument/2006/relationships/extended-properties" Target="/docProps/app.xml" Id="R0e298a7136db4887" /><Relationship Type="http://schemas.openxmlformats.org/officeDocument/2006/relationships/officeDocument" Target="/ppt/presentation.xml" Id="Rbaa08503b2254dc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cd098b545274bf5"/>
  </p:sldMasterIdLst>
  <p:notesMasterIdLst>
    <p:notesMasterId xmlns:r="http://schemas.openxmlformats.org/officeDocument/2006/relationships" r:id="R8d2d3b1fee4a4d3c"/>
  </p:notesMasterIdLst>
  <p:sldIdLst>
    <p:sldId xmlns:r="http://schemas.openxmlformats.org/officeDocument/2006/relationships" id="256" r:id="Rff49bde0f09f4d2f"/>
    <p:sldId xmlns:r="http://schemas.openxmlformats.org/officeDocument/2006/relationships" id="257" r:id="R9516c69fadb442a6"/>
    <p:sldId xmlns:r="http://schemas.openxmlformats.org/officeDocument/2006/relationships" id="258" r:id="R2b05cc419595460b"/>
    <p:sldId xmlns:r="http://schemas.openxmlformats.org/officeDocument/2006/relationships" id="259" r:id="R28df51ad342b4703"/>
    <p:sldId xmlns:r="http://schemas.openxmlformats.org/officeDocument/2006/relationships" id="260" r:id="R70764ec945e94e85"/>
    <p:sldId xmlns:r="http://schemas.openxmlformats.org/officeDocument/2006/relationships" id="261" r:id="Rb1a5efa24c4d4c20"/>
    <p:sldId xmlns:r="http://schemas.openxmlformats.org/officeDocument/2006/relationships" id="262" r:id="Rc0e682c36c534462"/>
    <p:sldId xmlns:r="http://schemas.openxmlformats.org/officeDocument/2006/relationships" id="263" r:id="Rb262e7733a3247c1"/>
    <p:sldId xmlns:r="http://schemas.openxmlformats.org/officeDocument/2006/relationships" id="264" r:id="Rddd392932e674c2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09a0e8ec68e4f2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a89e850be2408e" /><Relationship Type="http://schemas.openxmlformats.org/officeDocument/2006/relationships/slideMaster" Target="/ppt/slideMasters/slideMaster1.xml" Id="R4cd098b545274bf5" /><Relationship Type="http://schemas.openxmlformats.org/officeDocument/2006/relationships/notesMaster" Target="/ppt/notesMasters/notesMaster1.xml" Id="R8d2d3b1fee4a4d3c" /><Relationship Type="http://schemas.openxmlformats.org/officeDocument/2006/relationships/presProps" Target="/ppt/presProps.xml" Id="Re6b1f3c5739443b0" /><Relationship Type="http://schemas.openxmlformats.org/officeDocument/2006/relationships/viewProps" Target="/ppt/viewProps.xml" Id="R12cfa2f78d144366" /><Relationship Type="http://schemas.openxmlformats.org/officeDocument/2006/relationships/tableStyles" Target="/ppt/tableStyles.xml" Id="Rf1b6811570d84456" /><Relationship Type="http://schemas.openxmlformats.org/officeDocument/2006/relationships/font" Target="/ppt/fonts/font.dat" Id="R909a0e8ec68e4f2f" /><Relationship Type="http://schemas.openxmlformats.org/officeDocument/2006/relationships/slide" Target="/ppt/slides/slide1.xml" Id="Rff49bde0f09f4d2f" /><Relationship Type="http://schemas.openxmlformats.org/officeDocument/2006/relationships/slide" Target="/ppt/slides/slide2.xml" Id="R9516c69fadb442a6" /><Relationship Type="http://schemas.openxmlformats.org/officeDocument/2006/relationships/slide" Target="/ppt/slides/slide3.xml" Id="R2b05cc419595460b" /><Relationship Type="http://schemas.openxmlformats.org/officeDocument/2006/relationships/slide" Target="/ppt/slides/slide4.xml" Id="R28df51ad342b4703" /><Relationship Type="http://schemas.openxmlformats.org/officeDocument/2006/relationships/slide" Target="/ppt/slides/slide5.xml" Id="R70764ec945e94e85" /><Relationship Type="http://schemas.openxmlformats.org/officeDocument/2006/relationships/slide" Target="/ppt/slides/slide6.xml" Id="Rb1a5efa24c4d4c20" /><Relationship Type="http://schemas.openxmlformats.org/officeDocument/2006/relationships/slide" Target="/ppt/slides/slide7.xml" Id="Rc0e682c36c534462" /><Relationship Type="http://schemas.openxmlformats.org/officeDocument/2006/relationships/slide" Target="/ppt/slides/slide8.xml" Id="Rb262e7733a3247c1" /><Relationship Type="http://schemas.openxmlformats.org/officeDocument/2006/relationships/slide" Target="/ppt/slides/slide9.xml" Id="Rddd392932e674c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00c98337b04f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d824fbb8194e37" /><Relationship Type="http://schemas.openxmlformats.org/officeDocument/2006/relationships/notesMaster" Target="/ppt/notesMasters/notesMaster1.xml" Id="R4be4da051db24d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b8ebed2626490b" /><Relationship Type="http://schemas.openxmlformats.org/officeDocument/2006/relationships/notesMaster" Target="/ppt/notesMasters/notesMaster1.xml" Id="R75ecba2f7e2449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03e2c8929d46ee" /><Relationship Type="http://schemas.openxmlformats.org/officeDocument/2006/relationships/notesMaster" Target="/ppt/notesMasters/notesMaster1.xml" Id="R53e9719eea0a45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5eaa83329340c5" /><Relationship Type="http://schemas.openxmlformats.org/officeDocument/2006/relationships/notesMaster" Target="/ppt/notesMasters/notesMaster1.xml" Id="Rfe7815c7564a47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c9385cb6754e7c" /><Relationship Type="http://schemas.openxmlformats.org/officeDocument/2006/relationships/notesMaster" Target="/ppt/notesMasters/notesMaster1.xml" Id="R562b3e921d454d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776e0d734e416e" /><Relationship Type="http://schemas.openxmlformats.org/officeDocument/2006/relationships/notesMaster" Target="/ppt/notesMasters/notesMaster1.xml" Id="Reb44be57bf9042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555ec4cb3549f1" /><Relationship Type="http://schemas.openxmlformats.org/officeDocument/2006/relationships/notesMaster" Target="/ppt/notesMasters/notesMaster1.xml" Id="Ra53305f7a2424e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7ccdef57cd405c" /><Relationship Type="http://schemas.openxmlformats.org/officeDocument/2006/relationships/notesMaster" Target="/ppt/notesMasters/notesMaster1.xml" Id="R9076951817c449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d830733d6444b0" /><Relationship Type="http://schemas.openxmlformats.org/officeDocument/2006/relationships/notesMaster" Target="/ppt/notesMasters/notesMaster1.xml" Id="R07f48e17ac434e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015fc6e9b4213" /><Relationship Type="http://schemas.openxmlformats.org/officeDocument/2006/relationships/image" Target="/ppt/media/image.png" Id="R91b87af7539745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c3e1de81f94d87" /><Relationship Type="http://schemas.openxmlformats.org/officeDocument/2006/relationships/image" Target="/ppt/media/image.png" Id="R67f0340ec39946a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0dd51c0604b7f" /><Relationship Type="http://schemas.openxmlformats.org/officeDocument/2006/relationships/image" Target="/ppt/media/image.png" Id="R98307a77c17f452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e089722e04d8b" /><Relationship Type="http://schemas.openxmlformats.org/officeDocument/2006/relationships/image" Target="/ppt/media/image.png" Id="R0adeba99ff254b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1706ab89194e94" /><Relationship Type="http://schemas.openxmlformats.org/officeDocument/2006/relationships/image" Target="/ppt/media/image.png" Id="R153bb21a05e045a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115843c774b50" /><Relationship Type="http://schemas.openxmlformats.org/officeDocument/2006/relationships/image" Target="/ppt/media/image.png" Id="R25529b487513411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bd4ebd5736450c" /><Relationship Type="http://schemas.openxmlformats.org/officeDocument/2006/relationships/image" Target="/ppt/media/image.png" Id="R442d40499e9c4a9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4ddce9f8a84075" /><Relationship Type="http://schemas.openxmlformats.org/officeDocument/2006/relationships/image" Target="/ppt/media/image.png" Id="Rf6827a228e944f4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f301d0f56a4b17" /><Relationship Type="http://schemas.openxmlformats.org/officeDocument/2006/relationships/image" Target="/ppt/media/image.png" Id="R8c3ea0b7fae44fd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6cffe33d784703" /><Relationship Type="http://schemas.openxmlformats.org/officeDocument/2006/relationships/image" Target="/ppt/media/image.png" Id="R8f791418c5eb42a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1c8c80e30f4e78" /><Relationship Type="http://schemas.openxmlformats.org/officeDocument/2006/relationships/image" Target="/ppt/media/image.png" Id="Ra6aa313bf1fe429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b87af7539745f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f0340ec39946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307a77c17f45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deba99ff254b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3bb21a05e045a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529b48751341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2d40499e9c4a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827a228e944f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3ea0b7fae44f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791418c5eb42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aa313bf1fe429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c86b8f4bd8446f" /><Relationship Type="http://schemas.openxmlformats.org/officeDocument/2006/relationships/slideLayout" Target="/ppt/slideLayouts/slideLayout1.xml" Id="Re4cb6e0281c146f3" /><Relationship Type="http://schemas.openxmlformats.org/officeDocument/2006/relationships/slideLayout" Target="/ppt/slideLayouts/slideLayout2.xml" Id="R7d442cb2f93d4f44" /><Relationship Type="http://schemas.openxmlformats.org/officeDocument/2006/relationships/slideLayout" Target="/ppt/slideLayouts/slideLayout3.xml" Id="R480be907c2384ac6" /><Relationship Type="http://schemas.openxmlformats.org/officeDocument/2006/relationships/slideLayout" Target="/ppt/slideLayouts/slideLayout4.xml" Id="Rd2771701767f4583" /><Relationship Type="http://schemas.openxmlformats.org/officeDocument/2006/relationships/slideLayout" Target="/ppt/slideLayouts/slideLayout5.xml" Id="R29c5d0e31eb54e7a" /><Relationship Type="http://schemas.openxmlformats.org/officeDocument/2006/relationships/slideLayout" Target="/ppt/slideLayouts/slideLayout6.xml" Id="Rcb0e07aa104c4f25" /><Relationship Type="http://schemas.openxmlformats.org/officeDocument/2006/relationships/slideLayout" Target="/ppt/slideLayouts/slideLayout7.xml" Id="R4bf8c6ddb6974db0" /><Relationship Type="http://schemas.openxmlformats.org/officeDocument/2006/relationships/slideLayout" Target="/ppt/slideLayouts/slideLayout8.xml" Id="R1e66304d1c05425f" /><Relationship Type="http://schemas.openxmlformats.org/officeDocument/2006/relationships/slideLayout" Target="/ppt/slideLayouts/slideLayout9.xml" Id="Rc407163458a74a97" /><Relationship Type="http://schemas.openxmlformats.org/officeDocument/2006/relationships/slideLayout" Target="/ppt/slideLayouts/slideLayout10.xml" Id="Re92b5bba30d94605" /><Relationship Type="http://schemas.openxmlformats.org/officeDocument/2006/relationships/slideLayout" Target="/ppt/slideLayouts/slideLayout11.xml" Id="R8ca89803f0c6459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cb6e0281c146f3"/>
    <p:sldLayoutId xmlns:r="http://schemas.openxmlformats.org/officeDocument/2006/relationships" id="2147483650" r:id="R7d442cb2f93d4f44"/>
    <p:sldLayoutId xmlns:r="http://schemas.openxmlformats.org/officeDocument/2006/relationships" id="2147483651" r:id="R480be907c2384ac6"/>
    <p:sldLayoutId xmlns:r="http://schemas.openxmlformats.org/officeDocument/2006/relationships" id="2147483652" r:id="Rd2771701767f4583"/>
    <p:sldLayoutId xmlns:r="http://schemas.openxmlformats.org/officeDocument/2006/relationships" id="2147483653" r:id="R29c5d0e31eb54e7a"/>
    <p:sldLayoutId xmlns:r="http://schemas.openxmlformats.org/officeDocument/2006/relationships" id="2147483654" r:id="Rcb0e07aa104c4f25"/>
    <p:sldLayoutId xmlns:r="http://schemas.openxmlformats.org/officeDocument/2006/relationships" id="2147483655" r:id="R4bf8c6ddb6974db0"/>
    <p:sldLayoutId xmlns:r="http://schemas.openxmlformats.org/officeDocument/2006/relationships" id="2147483656" r:id="R1e66304d1c05425f"/>
    <p:sldLayoutId xmlns:r="http://schemas.openxmlformats.org/officeDocument/2006/relationships" id="2147483657" r:id="Rc407163458a74a97"/>
    <p:sldLayoutId xmlns:r="http://schemas.openxmlformats.org/officeDocument/2006/relationships" id="2147483658" r:id="Re92b5bba30d94605"/>
    <p:sldLayoutId xmlns:r="http://schemas.openxmlformats.org/officeDocument/2006/relationships" id="2147483659" r:id="R8ca89803f0c6459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d7f1f0efd4e87" /><Relationship Type="http://schemas.openxmlformats.org/officeDocument/2006/relationships/notesSlide" Target="/ppt/notesSlides/notesSlide1.xml" Id="R25c8b74a59054f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9773fbf3664acd" /><Relationship Type="http://schemas.openxmlformats.org/officeDocument/2006/relationships/notesSlide" Target="/ppt/notesSlides/notesSlide2.xml" Id="R194bc87a1c7744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0c59b9a2794017" /><Relationship Type="http://schemas.openxmlformats.org/officeDocument/2006/relationships/notesSlide" Target="/ppt/notesSlides/notesSlide3.xml" Id="R769532c221c84e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9dddcac37d4db7" /><Relationship Type="http://schemas.openxmlformats.org/officeDocument/2006/relationships/notesSlide" Target="/ppt/notesSlides/notesSlide4.xml" Id="R6362d7fd72f345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d8e18103174da1" /><Relationship Type="http://schemas.openxmlformats.org/officeDocument/2006/relationships/notesSlide" Target="/ppt/notesSlides/notesSlide5.xml" Id="Rdbbbe5cb890c4a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4a57949bf74ff5" /><Relationship Type="http://schemas.openxmlformats.org/officeDocument/2006/relationships/notesSlide" Target="/ppt/notesSlides/notesSlide6.xml" Id="R71b59a30694d44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8c5378549b4d3d" /><Relationship Type="http://schemas.openxmlformats.org/officeDocument/2006/relationships/notesSlide" Target="/ppt/notesSlides/notesSlide7.xml" Id="Rcdee5c784e7f46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89b3c34b0f4ef4" /><Relationship Type="http://schemas.openxmlformats.org/officeDocument/2006/relationships/notesSlide" Target="/ppt/notesSlides/notesSlide8.xml" Id="R28a051d439f746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883f81437449d8" /><Relationship Type="http://schemas.openxmlformats.org/officeDocument/2006/relationships/notesSlide" Target="/ppt/notesSlides/notesSlide9.xml" Id="R8f0a8db2d1ee4b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Deleting by List Position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item stored before del removes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del uses a position that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How do later positions change after an item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position 1, what are the exact Completed and Remaining lines?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Keep the user's deletion. Display the new first task with the label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position 0;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should be completed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should be next.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After the first deletion, ask for a second valid position in the shortened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Label and delete that item, then display what remains. Test the program by entering 1 for both positions.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549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[queue]. Ask for a cancellation position from 0 to 3 and store it in [position]. Store the selected name in [cancelled], delete it from [queue], and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"Cancelled:"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[cancelled].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 counter called [number] to display the position and name of each remaining person. Test position 1; the remaining lines must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"0 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 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tasks(position)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del(tasks[position])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(tasks)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2026-08-28T09:24:45.6430000Z</dcterms:created>
  <dcterms:modified xsi:type="dcterms:W3CDTF">2026-08-28T09:24:45.6430000Z</dcterms:modified>
</coreProperties>
</file>