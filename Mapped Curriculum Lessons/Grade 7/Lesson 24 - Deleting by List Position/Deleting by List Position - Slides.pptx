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12693f3634eb0" /><Relationship Type="http://schemas.openxmlformats.org/officeDocument/2006/relationships/extended-properties" Target="/docProps/app.xml" Id="R090c308663f547ab" /><Relationship Type="http://schemas.openxmlformats.org/officeDocument/2006/relationships/officeDocument" Target="/ppt/presentation.xml" Id="Rc93793bad5684ee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ba7090843f04648"/>
  </p:sldMasterIdLst>
  <p:notesMasterIdLst>
    <p:notesMasterId xmlns:r="http://schemas.openxmlformats.org/officeDocument/2006/relationships" r:id="Rf0b8d25e65ad4eba"/>
  </p:notesMasterIdLst>
  <p:sldIdLst>
    <p:sldId xmlns:r="http://schemas.openxmlformats.org/officeDocument/2006/relationships" id="256" r:id="Rbbd32ce17950492f"/>
    <p:sldId xmlns:r="http://schemas.openxmlformats.org/officeDocument/2006/relationships" id="257" r:id="Rbb600a7cec2e441b"/>
    <p:sldId xmlns:r="http://schemas.openxmlformats.org/officeDocument/2006/relationships" id="258" r:id="R5b2c8207e74e49dd"/>
    <p:sldId xmlns:r="http://schemas.openxmlformats.org/officeDocument/2006/relationships" id="259" r:id="R70fa7205b332461f"/>
    <p:sldId xmlns:r="http://schemas.openxmlformats.org/officeDocument/2006/relationships" id="260" r:id="Ra5a0c4e5d60343b9"/>
    <p:sldId xmlns:r="http://schemas.openxmlformats.org/officeDocument/2006/relationships" id="261" r:id="R21fb8f053f4d47cf"/>
    <p:sldId xmlns:r="http://schemas.openxmlformats.org/officeDocument/2006/relationships" id="262" r:id="Racf3dbc501f34a32"/>
    <p:sldId xmlns:r="http://schemas.openxmlformats.org/officeDocument/2006/relationships" id="263" r:id="R0e8db8af04fa4918"/>
    <p:sldId xmlns:r="http://schemas.openxmlformats.org/officeDocument/2006/relationships" id="264" r:id="Rc4792ba13d55466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eeff11ff63474fe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3129c276e4ff2" /><Relationship Type="http://schemas.openxmlformats.org/officeDocument/2006/relationships/slideMaster" Target="/ppt/slideMasters/slideMaster1.xml" Id="R3ba7090843f04648" /><Relationship Type="http://schemas.openxmlformats.org/officeDocument/2006/relationships/notesMaster" Target="/ppt/notesMasters/notesMaster1.xml" Id="Rf0b8d25e65ad4eba" /><Relationship Type="http://schemas.openxmlformats.org/officeDocument/2006/relationships/presProps" Target="/ppt/presProps.xml" Id="R696bede96e2a45a6" /><Relationship Type="http://schemas.openxmlformats.org/officeDocument/2006/relationships/viewProps" Target="/ppt/viewProps.xml" Id="R018171a42a504b9c" /><Relationship Type="http://schemas.openxmlformats.org/officeDocument/2006/relationships/tableStyles" Target="/ppt/tableStyles.xml" Id="R77e646f5a7ab4b12" /><Relationship Type="http://schemas.openxmlformats.org/officeDocument/2006/relationships/font" Target="/ppt/fonts/font.dat" Id="Reeff11ff63474fed" /><Relationship Type="http://schemas.openxmlformats.org/officeDocument/2006/relationships/slide" Target="/ppt/slides/slide1.xml" Id="Rbbd32ce17950492f" /><Relationship Type="http://schemas.openxmlformats.org/officeDocument/2006/relationships/slide" Target="/ppt/slides/slide2.xml" Id="Rbb600a7cec2e441b" /><Relationship Type="http://schemas.openxmlformats.org/officeDocument/2006/relationships/slide" Target="/ppt/slides/slide3.xml" Id="R5b2c8207e74e49dd" /><Relationship Type="http://schemas.openxmlformats.org/officeDocument/2006/relationships/slide" Target="/ppt/slides/slide4.xml" Id="R70fa7205b332461f" /><Relationship Type="http://schemas.openxmlformats.org/officeDocument/2006/relationships/slide" Target="/ppt/slides/slide5.xml" Id="Ra5a0c4e5d60343b9" /><Relationship Type="http://schemas.openxmlformats.org/officeDocument/2006/relationships/slide" Target="/ppt/slides/slide6.xml" Id="R21fb8f053f4d47cf" /><Relationship Type="http://schemas.openxmlformats.org/officeDocument/2006/relationships/slide" Target="/ppt/slides/slide7.xml" Id="Racf3dbc501f34a32" /><Relationship Type="http://schemas.openxmlformats.org/officeDocument/2006/relationships/slide" Target="/ppt/slides/slide8.xml" Id="R0e8db8af04fa4918" /><Relationship Type="http://schemas.openxmlformats.org/officeDocument/2006/relationships/slide" Target="/ppt/slides/slide9.xml" Id="Rc4792ba13d5546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0ad6c0a68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edf873a2e14ad7" /><Relationship Type="http://schemas.openxmlformats.org/officeDocument/2006/relationships/notesMaster" Target="/ppt/notesMasters/notesMaster1.xml" Id="R5c4e54fdfe7744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caec4209154cbd" /><Relationship Type="http://schemas.openxmlformats.org/officeDocument/2006/relationships/notesMaster" Target="/ppt/notesMasters/notesMaster1.xml" Id="Rc315e1ff083f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e839591f0b4d3b" /><Relationship Type="http://schemas.openxmlformats.org/officeDocument/2006/relationships/notesMaster" Target="/ppt/notesMasters/notesMaster1.xml" Id="R3b1f1e560f1048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b8be26cd44a7d" /><Relationship Type="http://schemas.openxmlformats.org/officeDocument/2006/relationships/notesMaster" Target="/ppt/notesMasters/notesMaster1.xml" Id="R8ad887917ecb46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ee51d0c68147ec" /><Relationship Type="http://schemas.openxmlformats.org/officeDocument/2006/relationships/notesMaster" Target="/ppt/notesMasters/notesMaster1.xml" Id="R84eaff669da7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81a02655554707" /><Relationship Type="http://schemas.openxmlformats.org/officeDocument/2006/relationships/notesMaster" Target="/ppt/notesMasters/notesMaster1.xml" Id="R40da411a2294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7a84a5becd4491" /><Relationship Type="http://schemas.openxmlformats.org/officeDocument/2006/relationships/notesMaster" Target="/ppt/notesMasters/notesMaster1.xml" Id="R7472dd63958e49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8d7b502274bac" /><Relationship Type="http://schemas.openxmlformats.org/officeDocument/2006/relationships/notesMaster" Target="/ppt/notesMasters/notesMaster1.xml" Id="R6bb8f23034664c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3420b8e54f48e1" /><Relationship Type="http://schemas.openxmlformats.org/officeDocument/2006/relationships/notesMaster" Target="/ppt/notesMasters/notesMaster1.xml" Id="Rd16c9d37837e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ca6c5ec3e4d23" /><Relationship Type="http://schemas.openxmlformats.org/officeDocument/2006/relationships/image" Target="/ppt/media/image.png" Id="R85ddf51ed26a49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545037288403e" /><Relationship Type="http://schemas.openxmlformats.org/officeDocument/2006/relationships/image" Target="/ppt/media/image.png" Id="R6a9a2969416c48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cee900122491a" /><Relationship Type="http://schemas.openxmlformats.org/officeDocument/2006/relationships/image" Target="/ppt/media/image.png" Id="Rd16592481bd242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adc793b504caf" /><Relationship Type="http://schemas.openxmlformats.org/officeDocument/2006/relationships/image" Target="/ppt/media/image.png" Id="R09d4765850454b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f8396fb0b43bf" /><Relationship Type="http://schemas.openxmlformats.org/officeDocument/2006/relationships/image" Target="/ppt/media/image.png" Id="R16b41a72cf334e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ade213bbd44d9" /><Relationship Type="http://schemas.openxmlformats.org/officeDocument/2006/relationships/image" Target="/ppt/media/image.png" Id="Rb4299c2853d240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5305d7ac348b3" /><Relationship Type="http://schemas.openxmlformats.org/officeDocument/2006/relationships/image" Target="/ppt/media/image.png" Id="R471c0df7e2f84a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f449253144d4a" /><Relationship Type="http://schemas.openxmlformats.org/officeDocument/2006/relationships/image" Target="/ppt/media/image.png" Id="Rf1e9c51019c04d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156818e574020" /><Relationship Type="http://schemas.openxmlformats.org/officeDocument/2006/relationships/image" Target="/ppt/media/image.png" Id="R22745db663c644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a003157d94acd" /><Relationship Type="http://schemas.openxmlformats.org/officeDocument/2006/relationships/image" Target="/ppt/media/image.png" Id="R52726f5ab13c46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f676331cc4f09" /><Relationship Type="http://schemas.openxmlformats.org/officeDocument/2006/relationships/image" Target="/ppt/media/image.png" Id="R756d2a59114748e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ddf51ed26a494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9a2969416c48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6592481bd2427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d4765850454b7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b41a72cf334ec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299c2853d2400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1c0df7e2f84a5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e9c51019c04d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745db663c644a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726f5ab13c46d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6d2a59114748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fdf1e0ce3e412a" /><Relationship Type="http://schemas.openxmlformats.org/officeDocument/2006/relationships/slideLayout" Target="/ppt/slideLayouts/slideLayout1.xml" Id="R4759d0c5fd114ca5" /><Relationship Type="http://schemas.openxmlformats.org/officeDocument/2006/relationships/slideLayout" Target="/ppt/slideLayouts/slideLayout2.xml" Id="R441338be10364231" /><Relationship Type="http://schemas.openxmlformats.org/officeDocument/2006/relationships/slideLayout" Target="/ppt/slideLayouts/slideLayout3.xml" Id="R734fa5c040104711" /><Relationship Type="http://schemas.openxmlformats.org/officeDocument/2006/relationships/slideLayout" Target="/ppt/slideLayouts/slideLayout4.xml" Id="Rf25909921bdb4d67" /><Relationship Type="http://schemas.openxmlformats.org/officeDocument/2006/relationships/slideLayout" Target="/ppt/slideLayouts/slideLayout5.xml" Id="Rf764bff2d8e34ef8" /><Relationship Type="http://schemas.openxmlformats.org/officeDocument/2006/relationships/slideLayout" Target="/ppt/slideLayouts/slideLayout6.xml" Id="R97d263611d384c7f" /><Relationship Type="http://schemas.openxmlformats.org/officeDocument/2006/relationships/slideLayout" Target="/ppt/slideLayouts/slideLayout7.xml" Id="R43967f2abfc14b6a" /><Relationship Type="http://schemas.openxmlformats.org/officeDocument/2006/relationships/slideLayout" Target="/ppt/slideLayouts/slideLayout8.xml" Id="R059c4f1eab30452b" /><Relationship Type="http://schemas.openxmlformats.org/officeDocument/2006/relationships/slideLayout" Target="/ppt/slideLayouts/slideLayout9.xml" Id="R01e0637c0e4a4ea0" /><Relationship Type="http://schemas.openxmlformats.org/officeDocument/2006/relationships/slideLayout" Target="/ppt/slideLayouts/slideLayout10.xml" Id="R05aac9141d6d49de" /><Relationship Type="http://schemas.openxmlformats.org/officeDocument/2006/relationships/slideLayout" Target="/ppt/slideLayouts/slideLayout11.xml" Id="R20cfc93e74294f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59d0c5fd114ca5"/>
    <p:sldLayoutId xmlns:r="http://schemas.openxmlformats.org/officeDocument/2006/relationships" id="2147483650" r:id="R441338be10364231"/>
    <p:sldLayoutId xmlns:r="http://schemas.openxmlformats.org/officeDocument/2006/relationships" id="2147483651" r:id="R734fa5c040104711"/>
    <p:sldLayoutId xmlns:r="http://schemas.openxmlformats.org/officeDocument/2006/relationships" id="2147483652" r:id="Rf25909921bdb4d67"/>
    <p:sldLayoutId xmlns:r="http://schemas.openxmlformats.org/officeDocument/2006/relationships" id="2147483653" r:id="Rf764bff2d8e34ef8"/>
    <p:sldLayoutId xmlns:r="http://schemas.openxmlformats.org/officeDocument/2006/relationships" id="2147483654" r:id="R97d263611d384c7f"/>
    <p:sldLayoutId xmlns:r="http://schemas.openxmlformats.org/officeDocument/2006/relationships" id="2147483655" r:id="R43967f2abfc14b6a"/>
    <p:sldLayoutId xmlns:r="http://schemas.openxmlformats.org/officeDocument/2006/relationships" id="2147483656" r:id="R059c4f1eab30452b"/>
    <p:sldLayoutId xmlns:r="http://schemas.openxmlformats.org/officeDocument/2006/relationships" id="2147483657" r:id="R01e0637c0e4a4ea0"/>
    <p:sldLayoutId xmlns:r="http://schemas.openxmlformats.org/officeDocument/2006/relationships" id="2147483658" r:id="R05aac9141d6d49de"/>
    <p:sldLayoutId xmlns:r="http://schemas.openxmlformats.org/officeDocument/2006/relationships" id="2147483659" r:id="R20cfc93e74294fd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edc101fea4039" /><Relationship Type="http://schemas.openxmlformats.org/officeDocument/2006/relationships/notesSlide" Target="/ppt/notesSlides/notesSlide1.xml" Id="R5c7c41ed08a0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4b60f9eff64f06" /><Relationship Type="http://schemas.openxmlformats.org/officeDocument/2006/relationships/notesSlide" Target="/ppt/notesSlides/notesSlide2.xml" Id="R1b19ac7ad5a840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cc3254e9b4124" /><Relationship Type="http://schemas.openxmlformats.org/officeDocument/2006/relationships/notesSlide" Target="/ppt/notesSlides/notesSlide3.xml" Id="Rc56cd28fa5f048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e7cb83c244697" /><Relationship Type="http://schemas.openxmlformats.org/officeDocument/2006/relationships/notesSlide" Target="/ppt/notesSlides/notesSlide4.xml" Id="Ra41e33a2e99a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86a6e53574f2a" /><Relationship Type="http://schemas.openxmlformats.org/officeDocument/2006/relationships/notesSlide" Target="/ppt/notesSlides/notesSlide5.xml" Id="R4aef86107a334e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0735121e940f3" /><Relationship Type="http://schemas.openxmlformats.org/officeDocument/2006/relationships/notesSlide" Target="/ppt/notesSlides/notesSlide6.xml" Id="Ra02a3f81a640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18bd7fcb14e02" /><Relationship Type="http://schemas.openxmlformats.org/officeDocument/2006/relationships/notesSlide" Target="/ppt/notesSlides/notesSlide7.xml" Id="R92ede54ff05c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abe47c12546f0" /><Relationship Type="http://schemas.openxmlformats.org/officeDocument/2006/relationships/notesSlide" Target="/ppt/notesSlides/notesSlide8.xml" Id="R2ca6d8898caf4b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9ae656423345c1" /><Relationship Type="http://schemas.openxmlformats.org/officeDocument/2006/relationships/notesSlide" Target="/ppt/notesSlides/notesSlide9.xml" Id="R0f6f7d459d3f41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Deleting by List Position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07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07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item stored before del removes 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del uses a position that does not exist?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How do later positions change after an item is deleted?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position 1, what are the exact Completed and Remaining lines?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Keep the user's deletion. Display the new first task with the label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position 0;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should be completed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should be next.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After the first deletion, ask for a second valid position in the shortened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Label and delete that item, then display what remains. Test the program by entering 1 for both positions.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queue editor with four names. Ask for one valid cancellation position, store and delete that name, then traverse the remaining queue with numbered positions using a counter.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72131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tasks(position)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del(tasks[position])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(tasks)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2026-08-26T04:05:44.3620000Z</dcterms:created>
  <dcterms:modified xsi:type="dcterms:W3CDTF">2026-08-26T04:05:44.3630000Z</dcterms:modified>
</coreProperties>
</file>