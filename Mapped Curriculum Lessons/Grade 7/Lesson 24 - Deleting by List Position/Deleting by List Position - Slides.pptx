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9581e48afd422d" /><Relationship Type="http://schemas.openxmlformats.org/officeDocument/2006/relationships/extended-properties" Target="/docProps/app.xml" Id="R5196ae51f3724131" /><Relationship Type="http://schemas.openxmlformats.org/officeDocument/2006/relationships/officeDocument" Target="/ppt/presentation.xml" Id="R7610f76a45764b9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48e42dbc9404f18"/>
  </p:sldMasterIdLst>
  <p:notesMasterIdLst>
    <p:notesMasterId xmlns:r="http://schemas.openxmlformats.org/officeDocument/2006/relationships" r:id="Rc98e66af5bf54d81"/>
  </p:notesMasterIdLst>
  <p:sldIdLst>
    <p:sldId xmlns:r="http://schemas.openxmlformats.org/officeDocument/2006/relationships" id="256" r:id="Rf246bc636f5b403d"/>
    <p:sldId xmlns:r="http://schemas.openxmlformats.org/officeDocument/2006/relationships" id="257" r:id="Rf192acd722b348a8"/>
    <p:sldId xmlns:r="http://schemas.openxmlformats.org/officeDocument/2006/relationships" id="258" r:id="R0b707387ff634492"/>
    <p:sldId xmlns:r="http://schemas.openxmlformats.org/officeDocument/2006/relationships" id="259" r:id="Rff9c5052758d4671"/>
    <p:sldId xmlns:r="http://schemas.openxmlformats.org/officeDocument/2006/relationships" id="260" r:id="R7f25b5b4ff284e1a"/>
    <p:sldId xmlns:r="http://schemas.openxmlformats.org/officeDocument/2006/relationships" id="261" r:id="Rb137593157a54e51"/>
    <p:sldId xmlns:r="http://schemas.openxmlformats.org/officeDocument/2006/relationships" id="262" r:id="Rc82a28600be64f3b"/>
    <p:sldId xmlns:r="http://schemas.openxmlformats.org/officeDocument/2006/relationships" id="263" r:id="Rd51d4e62dcc046a3"/>
    <p:sldId xmlns:r="http://schemas.openxmlformats.org/officeDocument/2006/relationships" id="264" r:id="R20fff6d6e68a41a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0c47af91b194f6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9869ead4144d76" /><Relationship Type="http://schemas.openxmlformats.org/officeDocument/2006/relationships/slideMaster" Target="/ppt/slideMasters/slideMaster1.xml" Id="R948e42dbc9404f18" /><Relationship Type="http://schemas.openxmlformats.org/officeDocument/2006/relationships/notesMaster" Target="/ppt/notesMasters/notesMaster1.xml" Id="Rc98e66af5bf54d81" /><Relationship Type="http://schemas.openxmlformats.org/officeDocument/2006/relationships/presProps" Target="/ppt/presProps.xml" Id="Refe24d2332614d0c" /><Relationship Type="http://schemas.openxmlformats.org/officeDocument/2006/relationships/viewProps" Target="/ppt/viewProps.xml" Id="R16b3226e8048457e" /><Relationship Type="http://schemas.openxmlformats.org/officeDocument/2006/relationships/tableStyles" Target="/ppt/tableStyles.xml" Id="Rc395b71e695d4362" /><Relationship Type="http://schemas.openxmlformats.org/officeDocument/2006/relationships/font" Target="/ppt/fonts/font.dat" Id="R60c47af91b194f6e" /><Relationship Type="http://schemas.openxmlformats.org/officeDocument/2006/relationships/slide" Target="/ppt/slides/slide1.xml" Id="Rf246bc636f5b403d" /><Relationship Type="http://schemas.openxmlformats.org/officeDocument/2006/relationships/slide" Target="/ppt/slides/slide2.xml" Id="Rf192acd722b348a8" /><Relationship Type="http://schemas.openxmlformats.org/officeDocument/2006/relationships/slide" Target="/ppt/slides/slide3.xml" Id="R0b707387ff634492" /><Relationship Type="http://schemas.openxmlformats.org/officeDocument/2006/relationships/slide" Target="/ppt/slides/slide4.xml" Id="Rff9c5052758d4671" /><Relationship Type="http://schemas.openxmlformats.org/officeDocument/2006/relationships/slide" Target="/ppt/slides/slide5.xml" Id="R7f25b5b4ff284e1a" /><Relationship Type="http://schemas.openxmlformats.org/officeDocument/2006/relationships/slide" Target="/ppt/slides/slide6.xml" Id="Rb137593157a54e51" /><Relationship Type="http://schemas.openxmlformats.org/officeDocument/2006/relationships/slide" Target="/ppt/slides/slide7.xml" Id="Rc82a28600be64f3b" /><Relationship Type="http://schemas.openxmlformats.org/officeDocument/2006/relationships/slide" Target="/ppt/slides/slide8.xml" Id="Rd51d4e62dcc046a3" /><Relationship Type="http://schemas.openxmlformats.org/officeDocument/2006/relationships/slide" Target="/ppt/slides/slide9.xml" Id="R20fff6d6e68a41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4be5f9a29143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ede5ec6da1431f" /><Relationship Type="http://schemas.openxmlformats.org/officeDocument/2006/relationships/notesMaster" Target="/ppt/notesMasters/notesMaster1.xml" Id="R35a839975ce942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24c6ca7c6e4fe9" /><Relationship Type="http://schemas.openxmlformats.org/officeDocument/2006/relationships/notesMaster" Target="/ppt/notesMasters/notesMaster1.xml" Id="R661697c5d43446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e3fbca0bf94e01" /><Relationship Type="http://schemas.openxmlformats.org/officeDocument/2006/relationships/notesMaster" Target="/ppt/notesMasters/notesMaster1.xml" Id="Rf7abfbcf40474d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953ef1a5214e36" /><Relationship Type="http://schemas.openxmlformats.org/officeDocument/2006/relationships/notesMaster" Target="/ppt/notesMasters/notesMaster1.xml" Id="Rb2873c2fcae141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8e4fc7a7ca422f" /><Relationship Type="http://schemas.openxmlformats.org/officeDocument/2006/relationships/notesMaster" Target="/ppt/notesMasters/notesMaster1.xml" Id="R7d9e8a945c1c4d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8f8993f2864c3b" /><Relationship Type="http://schemas.openxmlformats.org/officeDocument/2006/relationships/notesMaster" Target="/ppt/notesMasters/notesMaster1.xml" Id="R076f6b11013f43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f283fec13046e6" /><Relationship Type="http://schemas.openxmlformats.org/officeDocument/2006/relationships/notesMaster" Target="/ppt/notesMasters/notesMaster1.xml" Id="Rf97782435b3e4b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a7da4a637e4137" /><Relationship Type="http://schemas.openxmlformats.org/officeDocument/2006/relationships/notesMaster" Target="/ppt/notesMasters/notesMaster1.xml" Id="R6e1b218c5e544b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d47f13670b4957" /><Relationship Type="http://schemas.openxmlformats.org/officeDocument/2006/relationships/notesMaster" Target="/ppt/notesMasters/notesMaster1.xml" Id="Re75235bcc59e4a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db0aafabd44979" /><Relationship Type="http://schemas.openxmlformats.org/officeDocument/2006/relationships/image" Target="/ppt/media/image.png" Id="Recb02c87eb3f455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f8358e22bf4402" /><Relationship Type="http://schemas.openxmlformats.org/officeDocument/2006/relationships/image" Target="/ppt/media/image.png" Id="R02178aa045e74e1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fad1d027de4806" /><Relationship Type="http://schemas.openxmlformats.org/officeDocument/2006/relationships/image" Target="/ppt/media/image.png" Id="R9b1509ae07ff414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ab99fff8f74788" /><Relationship Type="http://schemas.openxmlformats.org/officeDocument/2006/relationships/image" Target="/ppt/media/image.png" Id="R05173f3f3d3f490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e59032ecc54624" /><Relationship Type="http://schemas.openxmlformats.org/officeDocument/2006/relationships/image" Target="/ppt/media/image.png" Id="R5ff1095fa7da4ba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b4fa4f54c42f7" /><Relationship Type="http://schemas.openxmlformats.org/officeDocument/2006/relationships/image" Target="/ppt/media/image.png" Id="R9149645c6eea480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4fc4520f82498a" /><Relationship Type="http://schemas.openxmlformats.org/officeDocument/2006/relationships/image" Target="/ppt/media/image.png" Id="R42833555a867441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47aa25c10245a1" /><Relationship Type="http://schemas.openxmlformats.org/officeDocument/2006/relationships/image" Target="/ppt/media/image.png" Id="R0c84cb6f90d14f3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a993124d004b5c" /><Relationship Type="http://schemas.openxmlformats.org/officeDocument/2006/relationships/image" Target="/ppt/media/image.png" Id="R3935c4b319e64aa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47e17344d44ab5" /><Relationship Type="http://schemas.openxmlformats.org/officeDocument/2006/relationships/image" Target="/ppt/media/image.png" Id="Rafeb749a20ba447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7e9cfd13c54de9" /><Relationship Type="http://schemas.openxmlformats.org/officeDocument/2006/relationships/image" Target="/ppt/media/image.png" Id="Ra3b3455c93d74c5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b02c87eb3f455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178aa045e74e1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1509ae07ff414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173f3f3d3f49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f1095fa7da4ba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49645c6eea480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833555a867441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84cb6f90d14f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35c4b319e64a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eb749a20ba447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b3455c93d74c5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aec951ae00468c" /><Relationship Type="http://schemas.openxmlformats.org/officeDocument/2006/relationships/slideLayout" Target="/ppt/slideLayouts/slideLayout1.xml" Id="Rced16463a7c54c22" /><Relationship Type="http://schemas.openxmlformats.org/officeDocument/2006/relationships/slideLayout" Target="/ppt/slideLayouts/slideLayout2.xml" Id="Rb33d5f44946a4688" /><Relationship Type="http://schemas.openxmlformats.org/officeDocument/2006/relationships/slideLayout" Target="/ppt/slideLayouts/slideLayout3.xml" Id="Rf476340fd2414d36" /><Relationship Type="http://schemas.openxmlformats.org/officeDocument/2006/relationships/slideLayout" Target="/ppt/slideLayouts/slideLayout4.xml" Id="Re42199f5ee7a4b34" /><Relationship Type="http://schemas.openxmlformats.org/officeDocument/2006/relationships/slideLayout" Target="/ppt/slideLayouts/slideLayout5.xml" Id="R371ba16042c54f7e" /><Relationship Type="http://schemas.openxmlformats.org/officeDocument/2006/relationships/slideLayout" Target="/ppt/slideLayouts/slideLayout6.xml" Id="R9518508711b6408d" /><Relationship Type="http://schemas.openxmlformats.org/officeDocument/2006/relationships/slideLayout" Target="/ppt/slideLayouts/slideLayout7.xml" Id="R2b3c2365a3a54ded" /><Relationship Type="http://schemas.openxmlformats.org/officeDocument/2006/relationships/slideLayout" Target="/ppt/slideLayouts/slideLayout8.xml" Id="Rb11f96e2c8934cdb" /><Relationship Type="http://schemas.openxmlformats.org/officeDocument/2006/relationships/slideLayout" Target="/ppt/slideLayouts/slideLayout9.xml" Id="R31a320022e464a38" /><Relationship Type="http://schemas.openxmlformats.org/officeDocument/2006/relationships/slideLayout" Target="/ppt/slideLayouts/slideLayout10.xml" Id="R3f9cc9adbd2b4945" /><Relationship Type="http://schemas.openxmlformats.org/officeDocument/2006/relationships/slideLayout" Target="/ppt/slideLayouts/slideLayout11.xml" Id="R1b61902729124ea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d16463a7c54c22"/>
    <p:sldLayoutId xmlns:r="http://schemas.openxmlformats.org/officeDocument/2006/relationships" id="2147483650" r:id="Rb33d5f44946a4688"/>
    <p:sldLayoutId xmlns:r="http://schemas.openxmlformats.org/officeDocument/2006/relationships" id="2147483651" r:id="Rf476340fd2414d36"/>
    <p:sldLayoutId xmlns:r="http://schemas.openxmlformats.org/officeDocument/2006/relationships" id="2147483652" r:id="Re42199f5ee7a4b34"/>
    <p:sldLayoutId xmlns:r="http://schemas.openxmlformats.org/officeDocument/2006/relationships" id="2147483653" r:id="R371ba16042c54f7e"/>
    <p:sldLayoutId xmlns:r="http://schemas.openxmlformats.org/officeDocument/2006/relationships" id="2147483654" r:id="R9518508711b6408d"/>
    <p:sldLayoutId xmlns:r="http://schemas.openxmlformats.org/officeDocument/2006/relationships" id="2147483655" r:id="R2b3c2365a3a54ded"/>
    <p:sldLayoutId xmlns:r="http://schemas.openxmlformats.org/officeDocument/2006/relationships" id="2147483656" r:id="Rb11f96e2c8934cdb"/>
    <p:sldLayoutId xmlns:r="http://schemas.openxmlformats.org/officeDocument/2006/relationships" id="2147483657" r:id="R31a320022e464a38"/>
    <p:sldLayoutId xmlns:r="http://schemas.openxmlformats.org/officeDocument/2006/relationships" id="2147483658" r:id="R3f9cc9adbd2b4945"/>
    <p:sldLayoutId xmlns:r="http://schemas.openxmlformats.org/officeDocument/2006/relationships" id="2147483659" r:id="R1b61902729124ea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38d7a8f5644cf1" /><Relationship Type="http://schemas.openxmlformats.org/officeDocument/2006/relationships/notesSlide" Target="/ppt/notesSlides/notesSlide1.xml" Id="R6a979eb9364448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8d86fb1a314df6" /><Relationship Type="http://schemas.openxmlformats.org/officeDocument/2006/relationships/notesSlide" Target="/ppt/notesSlides/notesSlide2.xml" Id="R26e95b6e62d243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aa81d2bc584a87" /><Relationship Type="http://schemas.openxmlformats.org/officeDocument/2006/relationships/notesSlide" Target="/ppt/notesSlides/notesSlide3.xml" Id="R326f2f19af8249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2489de787641ee" /><Relationship Type="http://schemas.openxmlformats.org/officeDocument/2006/relationships/notesSlide" Target="/ppt/notesSlides/notesSlide4.xml" Id="R421ecd0ded054f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e4b09625d14f04" /><Relationship Type="http://schemas.openxmlformats.org/officeDocument/2006/relationships/notesSlide" Target="/ppt/notesSlides/notesSlide5.xml" Id="R7c72901fd4ce47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b2967d8f264839" /><Relationship Type="http://schemas.openxmlformats.org/officeDocument/2006/relationships/notesSlide" Target="/ppt/notesSlides/notesSlide6.xml" Id="Rbb86fb9ddc9d4e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33167bb5b8411e" /><Relationship Type="http://schemas.openxmlformats.org/officeDocument/2006/relationships/notesSlide" Target="/ppt/notesSlides/notesSlide7.xml" Id="Rc7e7a693ebbf46d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9007bf6f8f4481" /><Relationship Type="http://schemas.openxmlformats.org/officeDocument/2006/relationships/notesSlide" Target="/ppt/notesSlides/notesSlide8.xml" Id="Rec57b1f9250641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ce753992a94a77" /><Relationship Type="http://schemas.openxmlformats.org/officeDocument/2006/relationships/notesSlide" Target="/ppt/notesSlides/notesSlide9.xml" Id="R19109776d015457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Deleting by List Position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item stored before del removes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del uses a position that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How do later positions change after an item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position 1, what are the exact Completed and Remaining lines?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shows which task moved up. After the deletion, display the item now at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position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up:"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Only use positions 0 to 2. For example, 1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 design"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"Moved up: test"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deletes a second task. After the first deletion, ask for a position from 0 to 2, store that task, then delete it. Display both tasks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and 1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 design test"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 ['email', 'publish']"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9711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queue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Serve the first person: store them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served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delete position 0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"Served:"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name. Then ask for a position from 0 to 2, delete that name and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"Queue:"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gives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"Queue: ['Bao', 'Dara']"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tasks(position)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del(tasks[position])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(tasks)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2026-09-29T02:07:35.0280000Z</dcterms:created>
  <dcterms:modified xsi:type="dcterms:W3CDTF">2026-09-29T02:07:35.0280000Z</dcterms:modified>
</coreProperties>
</file>