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268addc840423c" /><Relationship Type="http://schemas.openxmlformats.org/officeDocument/2006/relationships/extended-properties" Target="/docProps/app.xml" Id="R49caaf8bf5eb4922" /><Relationship Type="http://schemas.openxmlformats.org/officeDocument/2006/relationships/officeDocument" Target="/ppt/presentation.xml" Id="R08ff229a20434dd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2dbcfc7fa6b4a5f"/>
  </p:sldMasterIdLst>
  <p:notesMasterIdLst>
    <p:notesMasterId xmlns:r="http://schemas.openxmlformats.org/officeDocument/2006/relationships" r:id="R362fbf9f2897436f"/>
  </p:notesMasterIdLst>
  <p:sldIdLst>
    <p:sldId xmlns:r="http://schemas.openxmlformats.org/officeDocument/2006/relationships" id="256" r:id="Rbae8a5d1dabe4553"/>
    <p:sldId xmlns:r="http://schemas.openxmlformats.org/officeDocument/2006/relationships" id="257" r:id="R7cf33f5d5fe341fc"/>
    <p:sldId xmlns:r="http://schemas.openxmlformats.org/officeDocument/2006/relationships" id="258" r:id="R0d58883f71054d49"/>
    <p:sldId xmlns:r="http://schemas.openxmlformats.org/officeDocument/2006/relationships" id="259" r:id="Rcc06d4420cfa4129"/>
    <p:sldId xmlns:r="http://schemas.openxmlformats.org/officeDocument/2006/relationships" id="260" r:id="R2112bdcb6da74f19"/>
    <p:sldId xmlns:r="http://schemas.openxmlformats.org/officeDocument/2006/relationships" id="261" r:id="Re1420c43df5a45ad"/>
    <p:sldId xmlns:r="http://schemas.openxmlformats.org/officeDocument/2006/relationships" id="262" r:id="R0304f5d565ca43d9"/>
    <p:sldId xmlns:r="http://schemas.openxmlformats.org/officeDocument/2006/relationships" id="263" r:id="Re730015ee81d4050"/>
    <p:sldId xmlns:r="http://schemas.openxmlformats.org/officeDocument/2006/relationships" id="264" r:id="R5be44ab99cc04a5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65280325c6242e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4002a669814dca" /><Relationship Type="http://schemas.openxmlformats.org/officeDocument/2006/relationships/slideMaster" Target="/ppt/slideMasters/slideMaster1.xml" Id="R62dbcfc7fa6b4a5f" /><Relationship Type="http://schemas.openxmlformats.org/officeDocument/2006/relationships/notesMaster" Target="/ppt/notesMasters/notesMaster1.xml" Id="R362fbf9f2897436f" /><Relationship Type="http://schemas.openxmlformats.org/officeDocument/2006/relationships/presProps" Target="/ppt/presProps.xml" Id="R836d14874a9a4712" /><Relationship Type="http://schemas.openxmlformats.org/officeDocument/2006/relationships/viewProps" Target="/ppt/viewProps.xml" Id="R6aa1e7df2bda48c3" /><Relationship Type="http://schemas.openxmlformats.org/officeDocument/2006/relationships/tableStyles" Target="/ppt/tableStyles.xml" Id="Rbfff6b8489904371" /><Relationship Type="http://schemas.openxmlformats.org/officeDocument/2006/relationships/font" Target="/ppt/fonts/font.dat" Id="R965280325c6242e5" /><Relationship Type="http://schemas.openxmlformats.org/officeDocument/2006/relationships/slide" Target="/ppt/slides/slide1.xml" Id="Rbae8a5d1dabe4553" /><Relationship Type="http://schemas.openxmlformats.org/officeDocument/2006/relationships/slide" Target="/ppt/slides/slide2.xml" Id="R7cf33f5d5fe341fc" /><Relationship Type="http://schemas.openxmlformats.org/officeDocument/2006/relationships/slide" Target="/ppt/slides/slide3.xml" Id="R0d58883f71054d49" /><Relationship Type="http://schemas.openxmlformats.org/officeDocument/2006/relationships/slide" Target="/ppt/slides/slide4.xml" Id="Rcc06d4420cfa4129" /><Relationship Type="http://schemas.openxmlformats.org/officeDocument/2006/relationships/slide" Target="/ppt/slides/slide5.xml" Id="R2112bdcb6da74f19" /><Relationship Type="http://schemas.openxmlformats.org/officeDocument/2006/relationships/slide" Target="/ppt/slides/slide6.xml" Id="Re1420c43df5a45ad" /><Relationship Type="http://schemas.openxmlformats.org/officeDocument/2006/relationships/slide" Target="/ppt/slides/slide7.xml" Id="R0304f5d565ca43d9" /><Relationship Type="http://schemas.openxmlformats.org/officeDocument/2006/relationships/slide" Target="/ppt/slides/slide8.xml" Id="Re730015ee81d4050" /><Relationship Type="http://schemas.openxmlformats.org/officeDocument/2006/relationships/slide" Target="/ppt/slides/slide9.xml" Id="R5be44ab99cc04a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d7b235313741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573fdea28b407e" /><Relationship Type="http://schemas.openxmlformats.org/officeDocument/2006/relationships/notesMaster" Target="/ppt/notesMasters/notesMaster1.xml" Id="Rad014fdc30af41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5f15de49444b63" /><Relationship Type="http://schemas.openxmlformats.org/officeDocument/2006/relationships/notesMaster" Target="/ppt/notesMasters/notesMaster1.xml" Id="Rf2b6909339f344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d3facfc2aa475d" /><Relationship Type="http://schemas.openxmlformats.org/officeDocument/2006/relationships/notesMaster" Target="/ppt/notesMasters/notesMaster1.xml" Id="Raf2d60dc616c4d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c4f382555c4027" /><Relationship Type="http://schemas.openxmlformats.org/officeDocument/2006/relationships/notesMaster" Target="/ppt/notesMasters/notesMaster1.xml" Id="R330ca34a4cb14b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f964548bb04b23" /><Relationship Type="http://schemas.openxmlformats.org/officeDocument/2006/relationships/notesMaster" Target="/ppt/notesMasters/notesMaster1.xml" Id="R93e1168fafb24a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62fa87f9804357" /><Relationship Type="http://schemas.openxmlformats.org/officeDocument/2006/relationships/notesMaster" Target="/ppt/notesMasters/notesMaster1.xml" Id="R2cab99aa4c5c49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40336b3b5b422d" /><Relationship Type="http://schemas.openxmlformats.org/officeDocument/2006/relationships/notesMaster" Target="/ppt/notesMasters/notesMaster1.xml" Id="R69e0f22d3bfb4f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156586b63a438f" /><Relationship Type="http://schemas.openxmlformats.org/officeDocument/2006/relationships/notesMaster" Target="/ppt/notesMasters/notesMaster1.xml" Id="R9482d4cabd5a4a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ba3bdd59344902" /><Relationship Type="http://schemas.openxmlformats.org/officeDocument/2006/relationships/notesMaster" Target="/ppt/notesMasters/notesMaster1.xml" Id="R28da1059b3884d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0aefd695f14ad1" /><Relationship Type="http://schemas.openxmlformats.org/officeDocument/2006/relationships/image" Target="/ppt/media/image.png" Id="R82dc3c639a69409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1bacb5819b4ea2" /><Relationship Type="http://schemas.openxmlformats.org/officeDocument/2006/relationships/image" Target="/ppt/media/image.png" Id="R2a0a412b5adf41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871c4fb71347be" /><Relationship Type="http://schemas.openxmlformats.org/officeDocument/2006/relationships/image" Target="/ppt/media/image.png" Id="Ra79aaa44bc8148a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79bcc078784afc" /><Relationship Type="http://schemas.openxmlformats.org/officeDocument/2006/relationships/image" Target="/ppt/media/image.png" Id="R7c1a8ac5185a43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965cc2d754177" /><Relationship Type="http://schemas.openxmlformats.org/officeDocument/2006/relationships/image" Target="/ppt/media/image.png" Id="Rca6b2551830e41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4893a5695645df" /><Relationship Type="http://schemas.openxmlformats.org/officeDocument/2006/relationships/image" Target="/ppt/media/image.png" Id="R897eea7016254ec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539f2d250d4a9f" /><Relationship Type="http://schemas.openxmlformats.org/officeDocument/2006/relationships/image" Target="/ppt/media/image.png" Id="R7bfb1c23e0bb4cf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e772d654b430f" /><Relationship Type="http://schemas.openxmlformats.org/officeDocument/2006/relationships/image" Target="/ppt/media/image.png" Id="R2fc9bb4708ce4b3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cae5cb67414885" /><Relationship Type="http://schemas.openxmlformats.org/officeDocument/2006/relationships/image" Target="/ppt/media/image.png" Id="R3d12f3f6bf324ed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36365d455c4021" /><Relationship Type="http://schemas.openxmlformats.org/officeDocument/2006/relationships/image" Target="/ppt/media/image.png" Id="Rc3bcd6699d204c5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8bedcdc70d4779" /><Relationship Type="http://schemas.openxmlformats.org/officeDocument/2006/relationships/image" Target="/ppt/media/image.png" Id="R913a350a4ba3476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dc3c639a69409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0a412b5adf41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9aaa44bc8148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1a8ac5185a43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6b2551830e416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7eea7016254e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fb1c23e0bb4cf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c9bb4708ce4b3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12f3f6bf324ed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bcd6699d204c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3a350a4ba3476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558a2a331842f1" /><Relationship Type="http://schemas.openxmlformats.org/officeDocument/2006/relationships/slideLayout" Target="/ppt/slideLayouts/slideLayout1.xml" Id="R5aa963b0d75740e2" /><Relationship Type="http://schemas.openxmlformats.org/officeDocument/2006/relationships/slideLayout" Target="/ppt/slideLayouts/slideLayout2.xml" Id="Rbcfe961c85aa4b18" /><Relationship Type="http://schemas.openxmlformats.org/officeDocument/2006/relationships/slideLayout" Target="/ppt/slideLayouts/slideLayout3.xml" Id="Ra03fd748ac0e412d" /><Relationship Type="http://schemas.openxmlformats.org/officeDocument/2006/relationships/slideLayout" Target="/ppt/slideLayouts/slideLayout4.xml" Id="R0a92e29854d445b1" /><Relationship Type="http://schemas.openxmlformats.org/officeDocument/2006/relationships/slideLayout" Target="/ppt/slideLayouts/slideLayout5.xml" Id="Rbc2321cd2e454c62" /><Relationship Type="http://schemas.openxmlformats.org/officeDocument/2006/relationships/slideLayout" Target="/ppt/slideLayouts/slideLayout6.xml" Id="Rb065bfad47be41a5" /><Relationship Type="http://schemas.openxmlformats.org/officeDocument/2006/relationships/slideLayout" Target="/ppt/slideLayouts/slideLayout7.xml" Id="R7a848a3353894650" /><Relationship Type="http://schemas.openxmlformats.org/officeDocument/2006/relationships/slideLayout" Target="/ppt/slideLayouts/slideLayout8.xml" Id="R6530db7750f04ace" /><Relationship Type="http://schemas.openxmlformats.org/officeDocument/2006/relationships/slideLayout" Target="/ppt/slideLayouts/slideLayout9.xml" Id="R577fd149ac044e75" /><Relationship Type="http://schemas.openxmlformats.org/officeDocument/2006/relationships/slideLayout" Target="/ppt/slideLayouts/slideLayout10.xml" Id="Rb44496fda864457a" /><Relationship Type="http://schemas.openxmlformats.org/officeDocument/2006/relationships/slideLayout" Target="/ppt/slideLayouts/slideLayout11.xml" Id="Radafdf32ddbe4c5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a963b0d75740e2"/>
    <p:sldLayoutId xmlns:r="http://schemas.openxmlformats.org/officeDocument/2006/relationships" id="2147483650" r:id="Rbcfe961c85aa4b18"/>
    <p:sldLayoutId xmlns:r="http://schemas.openxmlformats.org/officeDocument/2006/relationships" id="2147483651" r:id="Ra03fd748ac0e412d"/>
    <p:sldLayoutId xmlns:r="http://schemas.openxmlformats.org/officeDocument/2006/relationships" id="2147483652" r:id="R0a92e29854d445b1"/>
    <p:sldLayoutId xmlns:r="http://schemas.openxmlformats.org/officeDocument/2006/relationships" id="2147483653" r:id="Rbc2321cd2e454c62"/>
    <p:sldLayoutId xmlns:r="http://schemas.openxmlformats.org/officeDocument/2006/relationships" id="2147483654" r:id="Rb065bfad47be41a5"/>
    <p:sldLayoutId xmlns:r="http://schemas.openxmlformats.org/officeDocument/2006/relationships" id="2147483655" r:id="R7a848a3353894650"/>
    <p:sldLayoutId xmlns:r="http://schemas.openxmlformats.org/officeDocument/2006/relationships" id="2147483656" r:id="R6530db7750f04ace"/>
    <p:sldLayoutId xmlns:r="http://schemas.openxmlformats.org/officeDocument/2006/relationships" id="2147483657" r:id="R577fd149ac044e75"/>
    <p:sldLayoutId xmlns:r="http://schemas.openxmlformats.org/officeDocument/2006/relationships" id="2147483658" r:id="Rb44496fda864457a"/>
    <p:sldLayoutId xmlns:r="http://schemas.openxmlformats.org/officeDocument/2006/relationships" id="2147483659" r:id="Radafdf32ddbe4c5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c4d6a12bd4463" /><Relationship Type="http://schemas.openxmlformats.org/officeDocument/2006/relationships/notesSlide" Target="/ppt/notesSlides/notesSlide1.xml" Id="Rf42025cde54740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ebc93bcdac4968" /><Relationship Type="http://schemas.openxmlformats.org/officeDocument/2006/relationships/notesSlide" Target="/ppt/notesSlides/notesSlide2.xml" Id="Rafe3cdabfe1941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5f7aaad9554579" /><Relationship Type="http://schemas.openxmlformats.org/officeDocument/2006/relationships/notesSlide" Target="/ppt/notesSlides/notesSlide3.xml" Id="R509a888ac04d49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7a37aa3b424b76" /><Relationship Type="http://schemas.openxmlformats.org/officeDocument/2006/relationships/notesSlide" Target="/ppt/notesSlides/notesSlide4.xml" Id="Rf5cf089e9bc940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7cd7f88b7f4136" /><Relationship Type="http://schemas.openxmlformats.org/officeDocument/2006/relationships/notesSlide" Target="/ppt/notesSlides/notesSlide5.xml" Id="R7c60c396fd5e46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83b844463145bd" /><Relationship Type="http://schemas.openxmlformats.org/officeDocument/2006/relationships/notesSlide" Target="/ppt/notesSlides/notesSlide6.xml" Id="Rac76eee7983c4b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14252661fd4cbe" /><Relationship Type="http://schemas.openxmlformats.org/officeDocument/2006/relationships/notesSlide" Target="/ppt/notesSlides/notesSlide7.xml" Id="R2b25e672a1f041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c50e6723e64c0d" /><Relationship Type="http://schemas.openxmlformats.org/officeDocument/2006/relationships/notesSlide" Target="/ppt/notesSlides/notesSlide8.xml" Id="R235771722ac049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126b76e0d4c9a" /><Relationship Type="http://schemas.openxmlformats.org/officeDocument/2006/relationships/notesSlide" Target="/ppt/notesSlides/notesSlide9.xml" Id="Rafacd06813154cb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Deleting by List Position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item stored before del removes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del uses a position that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How do later positions change after an item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position 1, what are the exact Completed and Remaining lines?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shows which task moved up. After the deletion, display the item now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position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up:"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Only use positions 0 to 2. For example, 1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 design"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up: test"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deletes a second task. After the first deletion, ask for a position from 0 to 2, store that task, then delete it. Display both tasks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and 1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 design test"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 ['email', 'publish']"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9711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queue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Serve the first person: store them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served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delete position 0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"Served:"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name. Then ask for a position from 0 to 2, delete that name and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"Queue:"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gives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"Queue: ['Bao', 'Dara']"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tasks(position)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del(tasks[position])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(tasks)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2026-09-28T06:20:05.4030000Z</dcterms:created>
  <dcterms:modified xsi:type="dcterms:W3CDTF">2026-09-28T06:20:05.4030000Z</dcterms:modified>
</coreProperties>
</file>