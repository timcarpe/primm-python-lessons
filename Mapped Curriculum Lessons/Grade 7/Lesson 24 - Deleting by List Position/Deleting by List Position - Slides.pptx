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fe77aff5174ee2" /><Relationship Type="http://schemas.openxmlformats.org/officeDocument/2006/relationships/extended-properties" Target="/docProps/app.xml" Id="R0975df4efa0c41cf" /><Relationship Type="http://schemas.openxmlformats.org/officeDocument/2006/relationships/officeDocument" Target="/ppt/presentation.xml" Id="Rdcedf8dd4a1045f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47582a31cc145f1"/>
  </p:sldMasterIdLst>
  <p:notesMasterIdLst>
    <p:notesMasterId xmlns:r="http://schemas.openxmlformats.org/officeDocument/2006/relationships" r:id="Rdf71844978c646fa"/>
  </p:notesMasterIdLst>
  <p:sldIdLst>
    <p:sldId xmlns:r="http://schemas.openxmlformats.org/officeDocument/2006/relationships" id="256" r:id="R60be6a0aae3f4613"/>
    <p:sldId xmlns:r="http://schemas.openxmlformats.org/officeDocument/2006/relationships" id="257" r:id="R96df0160591e474d"/>
    <p:sldId xmlns:r="http://schemas.openxmlformats.org/officeDocument/2006/relationships" id="258" r:id="Reaa472601858401e"/>
    <p:sldId xmlns:r="http://schemas.openxmlformats.org/officeDocument/2006/relationships" id="259" r:id="Ra154fa8910cd4ac1"/>
    <p:sldId xmlns:r="http://schemas.openxmlformats.org/officeDocument/2006/relationships" id="260" r:id="R70f4673b59f2448e"/>
    <p:sldId xmlns:r="http://schemas.openxmlformats.org/officeDocument/2006/relationships" id="261" r:id="R9cbb72484cc64f6e"/>
    <p:sldId xmlns:r="http://schemas.openxmlformats.org/officeDocument/2006/relationships" id="262" r:id="Rb78c2e7a25f24ccf"/>
    <p:sldId xmlns:r="http://schemas.openxmlformats.org/officeDocument/2006/relationships" id="263" r:id="Rddea5f391a714130"/>
    <p:sldId xmlns:r="http://schemas.openxmlformats.org/officeDocument/2006/relationships" id="264" r:id="Ref82f4c8482f466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b06db2bddd74b1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34e90822c04a91" /><Relationship Type="http://schemas.openxmlformats.org/officeDocument/2006/relationships/slideMaster" Target="/ppt/slideMasters/slideMaster1.xml" Id="Rb47582a31cc145f1" /><Relationship Type="http://schemas.openxmlformats.org/officeDocument/2006/relationships/notesMaster" Target="/ppt/notesMasters/notesMaster1.xml" Id="Rdf71844978c646fa" /><Relationship Type="http://schemas.openxmlformats.org/officeDocument/2006/relationships/presProps" Target="/ppt/presProps.xml" Id="Rf4acb0d81d84463b" /><Relationship Type="http://schemas.openxmlformats.org/officeDocument/2006/relationships/viewProps" Target="/ppt/viewProps.xml" Id="R00091c6dcb1943bb" /><Relationship Type="http://schemas.openxmlformats.org/officeDocument/2006/relationships/tableStyles" Target="/ppt/tableStyles.xml" Id="Rbffbf3246c344cd5" /><Relationship Type="http://schemas.openxmlformats.org/officeDocument/2006/relationships/font" Target="/ppt/fonts/font.dat" Id="R6b06db2bddd74b19" /><Relationship Type="http://schemas.openxmlformats.org/officeDocument/2006/relationships/slide" Target="/ppt/slides/slide1.xml" Id="R60be6a0aae3f4613" /><Relationship Type="http://schemas.openxmlformats.org/officeDocument/2006/relationships/slide" Target="/ppt/slides/slide2.xml" Id="R96df0160591e474d" /><Relationship Type="http://schemas.openxmlformats.org/officeDocument/2006/relationships/slide" Target="/ppt/slides/slide3.xml" Id="Reaa472601858401e" /><Relationship Type="http://schemas.openxmlformats.org/officeDocument/2006/relationships/slide" Target="/ppt/slides/slide4.xml" Id="Ra154fa8910cd4ac1" /><Relationship Type="http://schemas.openxmlformats.org/officeDocument/2006/relationships/slide" Target="/ppt/slides/slide5.xml" Id="R70f4673b59f2448e" /><Relationship Type="http://schemas.openxmlformats.org/officeDocument/2006/relationships/slide" Target="/ppt/slides/slide6.xml" Id="R9cbb72484cc64f6e" /><Relationship Type="http://schemas.openxmlformats.org/officeDocument/2006/relationships/slide" Target="/ppt/slides/slide7.xml" Id="Rb78c2e7a25f24ccf" /><Relationship Type="http://schemas.openxmlformats.org/officeDocument/2006/relationships/slide" Target="/ppt/slides/slide8.xml" Id="Rddea5f391a714130" /><Relationship Type="http://schemas.openxmlformats.org/officeDocument/2006/relationships/slide" Target="/ppt/slides/slide9.xml" Id="Ref82f4c8482f46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2abe20caa840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4588ac3fc54b4c" /><Relationship Type="http://schemas.openxmlformats.org/officeDocument/2006/relationships/notesMaster" Target="/ppt/notesMasters/notesMaster1.xml" Id="R7d30407b34dc46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8e45aeaf964ac6" /><Relationship Type="http://schemas.openxmlformats.org/officeDocument/2006/relationships/notesMaster" Target="/ppt/notesMasters/notesMaster1.xml" Id="R79447b0219e54b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c468d62ff6494b" /><Relationship Type="http://schemas.openxmlformats.org/officeDocument/2006/relationships/notesMaster" Target="/ppt/notesMasters/notesMaster1.xml" Id="Rfa8992c174c942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3b69b108174412" /><Relationship Type="http://schemas.openxmlformats.org/officeDocument/2006/relationships/notesMaster" Target="/ppt/notesMasters/notesMaster1.xml" Id="R27e1865145ce4e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b63405621343b3" /><Relationship Type="http://schemas.openxmlformats.org/officeDocument/2006/relationships/notesMaster" Target="/ppt/notesMasters/notesMaster1.xml" Id="Rdc2f6b936ad84e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13ab17ed3c4a9f" /><Relationship Type="http://schemas.openxmlformats.org/officeDocument/2006/relationships/notesMaster" Target="/ppt/notesMasters/notesMaster1.xml" Id="R0c91cef361c948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ea3f7d152e4e0f" /><Relationship Type="http://schemas.openxmlformats.org/officeDocument/2006/relationships/notesMaster" Target="/ppt/notesMasters/notesMaster1.xml" Id="R705e784bea2a4f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de607825c54846" /><Relationship Type="http://schemas.openxmlformats.org/officeDocument/2006/relationships/notesMaster" Target="/ppt/notesMasters/notesMaster1.xml" Id="Rd7666d53b76c40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738c8fd1814830" /><Relationship Type="http://schemas.openxmlformats.org/officeDocument/2006/relationships/notesMaster" Target="/ppt/notesMasters/notesMaster1.xml" Id="R94a257099d0c43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c65307814b45b5" /><Relationship Type="http://schemas.openxmlformats.org/officeDocument/2006/relationships/image" Target="/ppt/media/image.png" Id="R608d68928cc2458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1f407c7da4293" /><Relationship Type="http://schemas.openxmlformats.org/officeDocument/2006/relationships/image" Target="/ppt/media/image.png" Id="R28a6e728eb6f46c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590ab404e84fa4" /><Relationship Type="http://schemas.openxmlformats.org/officeDocument/2006/relationships/image" Target="/ppt/media/image.png" Id="R49938f9b8349479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f815803c7d4f39" /><Relationship Type="http://schemas.openxmlformats.org/officeDocument/2006/relationships/image" Target="/ppt/media/image.png" Id="Rd2cfd52b8e6d46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6ce63f7534787" /><Relationship Type="http://schemas.openxmlformats.org/officeDocument/2006/relationships/image" Target="/ppt/media/image.png" Id="Rb3e2fed5dba045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d0e080ff1040c3" /><Relationship Type="http://schemas.openxmlformats.org/officeDocument/2006/relationships/image" Target="/ppt/media/image.png" Id="Rad138b4a1281482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87c27ebf5e4fbc" /><Relationship Type="http://schemas.openxmlformats.org/officeDocument/2006/relationships/image" Target="/ppt/media/image.png" Id="R106385213c17422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eaf8f4adbc4205" /><Relationship Type="http://schemas.openxmlformats.org/officeDocument/2006/relationships/image" Target="/ppt/media/image.png" Id="R20e1bfbf90314c5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28220b77e74167" /><Relationship Type="http://schemas.openxmlformats.org/officeDocument/2006/relationships/image" Target="/ppt/media/image.png" Id="Rbb3ebe62c07b4d8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6ef492e7f442f1" /><Relationship Type="http://schemas.openxmlformats.org/officeDocument/2006/relationships/image" Target="/ppt/media/image.png" Id="R0056fc07722b42a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855f5bddee4d8b" /><Relationship Type="http://schemas.openxmlformats.org/officeDocument/2006/relationships/image" Target="/ppt/media/image.png" Id="R82f5e9eb9d29483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8d68928cc2458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a6e728eb6f46c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938f9b834947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cfd52b8e6d46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e2fed5dba045f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138b4a1281482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6385213c1742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e1bfbf90314c5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3ebe62c07b4d8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56fc07722b42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f5e9eb9d29483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544e09826146b2" /><Relationship Type="http://schemas.openxmlformats.org/officeDocument/2006/relationships/slideLayout" Target="/ppt/slideLayouts/slideLayout1.xml" Id="Re3c18bc04c074e5c" /><Relationship Type="http://schemas.openxmlformats.org/officeDocument/2006/relationships/slideLayout" Target="/ppt/slideLayouts/slideLayout2.xml" Id="Rc3fa4ebf12d94b3c" /><Relationship Type="http://schemas.openxmlformats.org/officeDocument/2006/relationships/slideLayout" Target="/ppt/slideLayouts/slideLayout3.xml" Id="Re8d1afb1dde54ed2" /><Relationship Type="http://schemas.openxmlformats.org/officeDocument/2006/relationships/slideLayout" Target="/ppt/slideLayouts/slideLayout4.xml" Id="Rf4e9716b2d19454f" /><Relationship Type="http://schemas.openxmlformats.org/officeDocument/2006/relationships/slideLayout" Target="/ppt/slideLayouts/slideLayout5.xml" Id="R6f0c1c4fbc704560" /><Relationship Type="http://schemas.openxmlformats.org/officeDocument/2006/relationships/slideLayout" Target="/ppt/slideLayouts/slideLayout6.xml" Id="R4d340649e47843ae" /><Relationship Type="http://schemas.openxmlformats.org/officeDocument/2006/relationships/slideLayout" Target="/ppt/slideLayouts/slideLayout7.xml" Id="R12c1c8f835374108" /><Relationship Type="http://schemas.openxmlformats.org/officeDocument/2006/relationships/slideLayout" Target="/ppt/slideLayouts/slideLayout8.xml" Id="Ra9d715cc6bb64ad5" /><Relationship Type="http://schemas.openxmlformats.org/officeDocument/2006/relationships/slideLayout" Target="/ppt/slideLayouts/slideLayout9.xml" Id="R7729be4791a24468" /><Relationship Type="http://schemas.openxmlformats.org/officeDocument/2006/relationships/slideLayout" Target="/ppt/slideLayouts/slideLayout10.xml" Id="R04f198d20e564834" /><Relationship Type="http://schemas.openxmlformats.org/officeDocument/2006/relationships/slideLayout" Target="/ppt/slideLayouts/slideLayout11.xml" Id="R75404eac4851422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c18bc04c074e5c"/>
    <p:sldLayoutId xmlns:r="http://schemas.openxmlformats.org/officeDocument/2006/relationships" id="2147483650" r:id="Rc3fa4ebf12d94b3c"/>
    <p:sldLayoutId xmlns:r="http://schemas.openxmlformats.org/officeDocument/2006/relationships" id="2147483651" r:id="Re8d1afb1dde54ed2"/>
    <p:sldLayoutId xmlns:r="http://schemas.openxmlformats.org/officeDocument/2006/relationships" id="2147483652" r:id="Rf4e9716b2d19454f"/>
    <p:sldLayoutId xmlns:r="http://schemas.openxmlformats.org/officeDocument/2006/relationships" id="2147483653" r:id="R6f0c1c4fbc704560"/>
    <p:sldLayoutId xmlns:r="http://schemas.openxmlformats.org/officeDocument/2006/relationships" id="2147483654" r:id="R4d340649e47843ae"/>
    <p:sldLayoutId xmlns:r="http://schemas.openxmlformats.org/officeDocument/2006/relationships" id="2147483655" r:id="R12c1c8f835374108"/>
    <p:sldLayoutId xmlns:r="http://schemas.openxmlformats.org/officeDocument/2006/relationships" id="2147483656" r:id="Ra9d715cc6bb64ad5"/>
    <p:sldLayoutId xmlns:r="http://schemas.openxmlformats.org/officeDocument/2006/relationships" id="2147483657" r:id="R7729be4791a24468"/>
    <p:sldLayoutId xmlns:r="http://schemas.openxmlformats.org/officeDocument/2006/relationships" id="2147483658" r:id="R04f198d20e564834"/>
    <p:sldLayoutId xmlns:r="http://schemas.openxmlformats.org/officeDocument/2006/relationships" id="2147483659" r:id="R75404eac4851422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cbc9a7b304948" /><Relationship Type="http://schemas.openxmlformats.org/officeDocument/2006/relationships/notesSlide" Target="/ppt/notesSlides/notesSlide1.xml" Id="R344c1178423e46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8399fa68c84c7b" /><Relationship Type="http://schemas.openxmlformats.org/officeDocument/2006/relationships/notesSlide" Target="/ppt/notesSlides/notesSlide2.xml" Id="R262a89ac7b6c4a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a625fa58614b46" /><Relationship Type="http://schemas.openxmlformats.org/officeDocument/2006/relationships/notesSlide" Target="/ppt/notesSlides/notesSlide3.xml" Id="Rf68ed91d3c0d49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23d266c8f94b48" /><Relationship Type="http://schemas.openxmlformats.org/officeDocument/2006/relationships/notesSlide" Target="/ppt/notesSlides/notesSlide4.xml" Id="Rc9840310522541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0c692324714337" /><Relationship Type="http://schemas.openxmlformats.org/officeDocument/2006/relationships/notesSlide" Target="/ppt/notesSlides/notesSlide5.xml" Id="Rc7607db7ba1a4f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9d23974f9147b0" /><Relationship Type="http://schemas.openxmlformats.org/officeDocument/2006/relationships/notesSlide" Target="/ppt/notesSlides/notesSlide6.xml" Id="R90d20b8e95004b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c74a386b6f4c79" /><Relationship Type="http://schemas.openxmlformats.org/officeDocument/2006/relationships/notesSlide" Target="/ppt/notesSlides/notesSlide7.xml" Id="R967acb37a6734f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c38591e07f4f79" /><Relationship Type="http://schemas.openxmlformats.org/officeDocument/2006/relationships/notesSlide" Target="/ppt/notesSlides/notesSlide8.xml" Id="R3f6cc921625c45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e971ff481a47aa" /><Relationship Type="http://schemas.openxmlformats.org/officeDocument/2006/relationships/notesSlide" Target="/ppt/notesSlides/notesSlide9.xml" Id="Rd6c3c9b6c3ad411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Deleting by List Position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item stored before del removes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del uses a position that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How do later positions change after an item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position 1, what are the exact Completed and Remaining lines?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shows which task moved up. After the deletion, display the item now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Only use positions 0 to 2. For example, 1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deletes a second task. After the first deletion, ask for a position from 0 to 2, store that task, then delete it. Display both tasks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 ['email', 'publish']"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9711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queue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Serve the first person: store them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served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delete position 0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"Served:"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name. Then ask for a position from 0 to 2, delete that name and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gives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 ['Bao', 'Dara']"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tasks(position)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del(tasks[position])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(tasks)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2026-09-28T08:29:09.0750000Z</dcterms:created>
  <dcterms:modified xsi:type="dcterms:W3CDTF">2026-09-28T08:29:09.0750000Z</dcterms:modified>
</coreProperties>
</file>