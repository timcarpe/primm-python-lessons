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13c90eecb14953" /><Relationship Type="http://schemas.openxmlformats.org/officeDocument/2006/relationships/extended-properties" Target="/docProps/app.xml" Id="R7d66d7475261440a" /><Relationship Type="http://schemas.openxmlformats.org/officeDocument/2006/relationships/officeDocument" Target="/ppt/presentation.xml" Id="Recaf84a9819c4f6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8485b9f637b4063"/>
  </p:sldMasterIdLst>
  <p:notesMasterIdLst>
    <p:notesMasterId xmlns:r="http://schemas.openxmlformats.org/officeDocument/2006/relationships" r:id="R11e0c8625a954e1f"/>
  </p:notesMasterIdLst>
  <p:sldIdLst>
    <p:sldId xmlns:r="http://schemas.openxmlformats.org/officeDocument/2006/relationships" id="256" r:id="Rd30d6ce5b57d428f"/>
    <p:sldId xmlns:r="http://schemas.openxmlformats.org/officeDocument/2006/relationships" id="257" r:id="R7d5b45cca36947c6"/>
    <p:sldId xmlns:r="http://schemas.openxmlformats.org/officeDocument/2006/relationships" id="258" r:id="R379ae51fd4b840bf"/>
    <p:sldId xmlns:r="http://schemas.openxmlformats.org/officeDocument/2006/relationships" id="259" r:id="Rcc3c683eb1364cf2"/>
    <p:sldId xmlns:r="http://schemas.openxmlformats.org/officeDocument/2006/relationships" id="260" r:id="Rd32b854585724dea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9057ef40b903475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7ad11b16bd4d8b" /><Relationship Type="http://schemas.openxmlformats.org/officeDocument/2006/relationships/slideMaster" Target="/ppt/slideMasters/slideMaster1.xml" Id="R08485b9f637b4063" /><Relationship Type="http://schemas.openxmlformats.org/officeDocument/2006/relationships/notesMaster" Target="/ppt/notesMasters/notesMaster1.xml" Id="R11e0c8625a954e1f" /><Relationship Type="http://schemas.openxmlformats.org/officeDocument/2006/relationships/presProps" Target="/ppt/presProps.xml" Id="R227d7a69219e478d" /><Relationship Type="http://schemas.openxmlformats.org/officeDocument/2006/relationships/viewProps" Target="/ppt/viewProps.xml" Id="Re93995c39ae34b1d" /><Relationship Type="http://schemas.openxmlformats.org/officeDocument/2006/relationships/tableStyles" Target="/ppt/tableStyles.xml" Id="R513959925c20444a" /><Relationship Type="http://schemas.openxmlformats.org/officeDocument/2006/relationships/font" Target="/ppt/fonts/font.dat" Id="R9057ef40b903475c" /><Relationship Type="http://schemas.openxmlformats.org/officeDocument/2006/relationships/slide" Target="/ppt/slides/slide1.xml" Id="Rd30d6ce5b57d428f" /><Relationship Type="http://schemas.openxmlformats.org/officeDocument/2006/relationships/slide" Target="/ppt/slides/slide2.xml" Id="R7d5b45cca36947c6" /><Relationship Type="http://schemas.openxmlformats.org/officeDocument/2006/relationships/slide" Target="/ppt/slides/slide3.xml" Id="R379ae51fd4b840bf" /><Relationship Type="http://schemas.openxmlformats.org/officeDocument/2006/relationships/slide" Target="/ppt/slides/slide4.xml" Id="Rcc3c683eb1364cf2" /><Relationship Type="http://schemas.openxmlformats.org/officeDocument/2006/relationships/slide" Target="/ppt/slides/slide5.xml" Id="Rd32b854585724d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3aa119529246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8c088a3a64881" /><Relationship Type="http://schemas.openxmlformats.org/officeDocument/2006/relationships/notesMaster" Target="/ppt/notesMasters/notesMaster1.xml" Id="Rf0bf454e861e40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d42d50e46e46a7" /><Relationship Type="http://schemas.openxmlformats.org/officeDocument/2006/relationships/notesMaster" Target="/ppt/notesMasters/notesMaster1.xml" Id="Re28f2d63eb5348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f4db5e871044a4" /><Relationship Type="http://schemas.openxmlformats.org/officeDocument/2006/relationships/notesMaster" Target="/ppt/notesMasters/notesMaster1.xml" Id="Rc9eeaed4691b4d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4c49c0db1f41ea" /><Relationship Type="http://schemas.openxmlformats.org/officeDocument/2006/relationships/notesMaster" Target="/ppt/notesMasters/notesMaster1.xml" Id="R62ba4faa75f349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2b429da0a449e7" /><Relationship Type="http://schemas.openxmlformats.org/officeDocument/2006/relationships/notesMaster" Target="/ppt/notesMasters/notesMaster1.xml" Id="Racafdcc7ab2349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reference: Arcade Tournament - Slides.pptx</a:t>
            </a:r>
          </a:p>
          <a:p xmlns:a="http://schemas.openxmlformats.org/drawingml/2006/main">
            <a:r>
              <a:t>- Assigned illustration: lesson_compiler/assets/lesson06/helmet-pencil-v2.png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reference: Arcade Tournament - Slides.pptx</a:t>
            </a:r>
          </a:p>
          <a:p xmlns:a="http://schemas.openxmlformats.org/drawingml/2006/main">
            <a:r>
              <a:t>- Assigned illustration: lesson_compiler/assets/lesson06/helmet-pencil-v2.png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reference: Arcade Tournament - Slides.pptx</a:t>
            </a:r>
          </a:p>
          <a:p xmlns:a="http://schemas.openxmlformats.org/drawingml/2006/main">
            <a:r>
              <a:t>- Assigned illustration: lesson_compiler/assets/lesson06/helmet-pencil-v2.png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reference: Arcade Tournament - Slides.pptx</a:t>
            </a:r>
          </a:p>
          <a:p xmlns:a="http://schemas.openxmlformats.org/drawingml/2006/main">
            <a:r>
              <a:t>- Assigned illustration: lesson_compiler/assets/lesson06/helmet-pencil-v2.png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reference: Arcade Tournament - Slides.pptx</a:t>
            </a:r>
          </a:p>
          <a:p xmlns:a="http://schemas.openxmlformats.org/drawingml/2006/main">
            <a:r>
              <a:t>- Assigned illustration: lesson_compiler/assets/lesson06/helmet-pencil-v2.png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0a120b58b44e4" /><Relationship Type="http://schemas.openxmlformats.org/officeDocument/2006/relationships/image" Target="/ppt/media/image.png" Id="R0aa78aca2d9944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ea272f02444f5" /><Relationship Type="http://schemas.openxmlformats.org/officeDocument/2006/relationships/image" Target="/ppt/media/image.png" Id="Rc37774f7241e46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21ce2b85b4129" /><Relationship Type="http://schemas.openxmlformats.org/officeDocument/2006/relationships/image" Target="/ppt/media/image.png" Id="Re38f966321a041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a183a66824575" /><Relationship Type="http://schemas.openxmlformats.org/officeDocument/2006/relationships/image" Target="/ppt/media/image.png" Id="R364d9723b20d40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c8c16d6c64b90" /><Relationship Type="http://schemas.openxmlformats.org/officeDocument/2006/relationships/image" Target="/ppt/media/image.png" Id="R74f7a2da1b0345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6a739ea1f4eb7" /><Relationship Type="http://schemas.openxmlformats.org/officeDocument/2006/relationships/image" Target="/ppt/media/image.png" Id="R496c8cbfeb5849b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e4a3cdf634301" /><Relationship Type="http://schemas.openxmlformats.org/officeDocument/2006/relationships/image" Target="/ppt/media/image.png" Id="R8104c233e30d42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bb2d6f1c44f4a" /><Relationship Type="http://schemas.openxmlformats.org/officeDocument/2006/relationships/image" Target="/ppt/media/image.png" Id="Rfb318835be1c4c2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a082c67fb4fd4" /><Relationship Type="http://schemas.openxmlformats.org/officeDocument/2006/relationships/image" Target="/ppt/media/image.png" Id="Re1f5c494904143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dbb53a0f64ee0" /><Relationship Type="http://schemas.openxmlformats.org/officeDocument/2006/relationships/image" Target="/ppt/media/image.png" Id="R5379862c9d60458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2fc12553f45d5" /><Relationship Type="http://schemas.openxmlformats.org/officeDocument/2006/relationships/image" Target="/ppt/media/image.png" Id="Rc6eb1cc3a4ee4d9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a78aca2d9944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7774f7241e4630">
            <a:alphaModFix amt="28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8f966321a0414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4d9723b20d40d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f7a2da1b03457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6c8cbfeb5849b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04c233e30d42e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318835be1c4c2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f5c494904143d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79862c9d60458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eb1cc3a4ee4d9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46d58ba203466e" /><Relationship Type="http://schemas.openxmlformats.org/officeDocument/2006/relationships/slideLayout" Target="/ppt/slideLayouts/slideLayout1.xml" Id="R5d95c52e706b4569" /><Relationship Type="http://schemas.openxmlformats.org/officeDocument/2006/relationships/slideLayout" Target="/ppt/slideLayouts/slideLayout2.xml" Id="Rd64bdd228e4a4675" /><Relationship Type="http://schemas.openxmlformats.org/officeDocument/2006/relationships/slideLayout" Target="/ppt/slideLayouts/slideLayout3.xml" Id="R84574a677d11443b" /><Relationship Type="http://schemas.openxmlformats.org/officeDocument/2006/relationships/slideLayout" Target="/ppt/slideLayouts/slideLayout4.xml" Id="Rac700d148a37433d" /><Relationship Type="http://schemas.openxmlformats.org/officeDocument/2006/relationships/slideLayout" Target="/ppt/slideLayouts/slideLayout5.xml" Id="Rec882126cf4f40be" /><Relationship Type="http://schemas.openxmlformats.org/officeDocument/2006/relationships/slideLayout" Target="/ppt/slideLayouts/slideLayout6.xml" Id="R2926ba36abb94ec2" /><Relationship Type="http://schemas.openxmlformats.org/officeDocument/2006/relationships/slideLayout" Target="/ppt/slideLayouts/slideLayout7.xml" Id="R44fa2f29b0c64a65" /><Relationship Type="http://schemas.openxmlformats.org/officeDocument/2006/relationships/slideLayout" Target="/ppt/slideLayouts/slideLayout8.xml" Id="R80479bce99ac461c" /><Relationship Type="http://schemas.openxmlformats.org/officeDocument/2006/relationships/slideLayout" Target="/ppt/slideLayouts/slideLayout9.xml" Id="R88377d490274403c" /><Relationship Type="http://schemas.openxmlformats.org/officeDocument/2006/relationships/slideLayout" Target="/ppt/slideLayouts/slideLayout10.xml" Id="R7c1afabd4a07415d" /><Relationship Type="http://schemas.openxmlformats.org/officeDocument/2006/relationships/slideLayout" Target="/ppt/slideLayouts/slideLayout11.xml" Id="Ra700130f6b634a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95c52e706b4569"/>
    <p:sldLayoutId xmlns:r="http://schemas.openxmlformats.org/officeDocument/2006/relationships" id="2147483650" r:id="Rd64bdd228e4a4675"/>
    <p:sldLayoutId xmlns:r="http://schemas.openxmlformats.org/officeDocument/2006/relationships" id="2147483651" r:id="R84574a677d11443b"/>
    <p:sldLayoutId xmlns:r="http://schemas.openxmlformats.org/officeDocument/2006/relationships" id="2147483652" r:id="Rac700d148a37433d"/>
    <p:sldLayoutId xmlns:r="http://schemas.openxmlformats.org/officeDocument/2006/relationships" id="2147483653" r:id="Rec882126cf4f40be"/>
    <p:sldLayoutId xmlns:r="http://schemas.openxmlformats.org/officeDocument/2006/relationships" id="2147483654" r:id="R2926ba36abb94ec2"/>
    <p:sldLayoutId xmlns:r="http://schemas.openxmlformats.org/officeDocument/2006/relationships" id="2147483655" r:id="R44fa2f29b0c64a65"/>
    <p:sldLayoutId xmlns:r="http://schemas.openxmlformats.org/officeDocument/2006/relationships" id="2147483656" r:id="R80479bce99ac461c"/>
    <p:sldLayoutId xmlns:r="http://schemas.openxmlformats.org/officeDocument/2006/relationships" id="2147483657" r:id="R88377d490274403c"/>
    <p:sldLayoutId xmlns:r="http://schemas.openxmlformats.org/officeDocument/2006/relationships" id="2147483658" r:id="R7c1afabd4a07415d"/>
    <p:sldLayoutId xmlns:r="http://schemas.openxmlformats.org/officeDocument/2006/relationships" id="2147483659" r:id="Ra700130f6b634aa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9164291554400" /><Relationship Type="http://schemas.openxmlformats.org/officeDocument/2006/relationships/notesSlide" Target="/ppt/notesSlides/notesSlide1.xml" Id="Rd124ec29ab8b4a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074fc8caa04d54" /><Relationship Type="http://schemas.openxmlformats.org/officeDocument/2006/relationships/notesSlide" Target="/ppt/notesSlides/notesSlide2.xml" Id="R4f57dd9b57af4e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8a6e72d3384e45" /><Relationship Type="http://schemas.openxmlformats.org/officeDocument/2006/relationships/notesSlide" Target="/ppt/notesSlides/notesSlide3.xml" Id="R7332e8061b9141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c74fb27eb045d6" /><Relationship Type="http://schemas.openxmlformats.org/officeDocument/2006/relationships/notesSlide" Target="/ppt/notesSlides/notesSlide4.xml" Id="Ra1158891aff44f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e6ec1b407e4ecf" /><Relationship Type="http://schemas.openxmlformats.org/officeDocument/2006/relationships/notesSlide" Target="/ppt/notesSlides/notesSlide5.xml" Id="Rbb472453236343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1524000"/>
            <a:ext cx="9906000" cy="11906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School Fair Prize Draw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7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</a:t>
            </a:r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the finished program works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525000" cy="4225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The program starts with three cleaned entrant names and three prizes.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 menu lets the organiser list the names, add a name or run a draw.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Each draw picks a winner, a prize and 1 to 10 bonus tokens.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The menu repeats until exit, then shows how many entrants remain.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Complete, test and save each challenge before moving on.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1800" b="1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Collect three names and draw a winner.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1. Create an empty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entrants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2. Use a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ask for three names.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strip()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title()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on each name, then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append()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add it to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entrants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3.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random.choice()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pick a winner and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"Winner:"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name.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4.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random.randint()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choose 1 to 10 bonus tokens and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"Bonus tokens:"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number.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Save as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challenge1.py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1800" b="1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Let the organiser change the names before the draw.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1. Create a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prizes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three prizes.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2. After the names are collected, ask for a position from 0 to 2 and a new name. Clean the name with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strip()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title()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put it at that position.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3. Ask for the name of someone who is leaving. Clean it, then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remove()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take it out of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entrants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4. Display the winner, then a random prize after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"Prize:"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the bonus tokens.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Save as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challenge2.py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1800" b="1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Turn the draw into a menu the organiser can use again and again.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1. Start with three cleaned names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entrants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three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prizes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Store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running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2. Use a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list, 2: add, 3: draw, 4: exit"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ask for a choice.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3. For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use a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display each entrant. For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for a name, clean it and append it. For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display a random winner, prize and 1 to 10 bonus tokens.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4. For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"4"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store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running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anything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a valid option."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5. After the loop,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"Entrants remaining:"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count.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Save as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challenge3.py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2026-09-28T08:31:42.0690000Z</dcterms:created>
  <dcterms:modified xsi:type="dcterms:W3CDTF">2026-09-28T08:31:42.0690000Z</dcterms:modified>
</coreProperties>
</file>