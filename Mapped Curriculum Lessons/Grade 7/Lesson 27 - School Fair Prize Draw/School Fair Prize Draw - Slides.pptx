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072dcc9a5244050" /><Relationship Type="http://schemas.openxmlformats.org/officeDocument/2006/relationships/extended-properties" Target="/docProps/app.xml" Id="R1e9224e945594aa0" /><Relationship Type="http://schemas.openxmlformats.org/officeDocument/2006/relationships/officeDocument" Target="/ppt/presentation.xml" Id="R35ad4b56465f454d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692c71016dc34e2e"/>
  </p:sldMasterIdLst>
  <p:notesMasterIdLst>
    <p:notesMasterId xmlns:r="http://schemas.openxmlformats.org/officeDocument/2006/relationships" r:id="R028d68b1e1c04f55"/>
  </p:notesMasterIdLst>
  <p:sldIdLst>
    <p:sldId xmlns:r="http://schemas.openxmlformats.org/officeDocument/2006/relationships" id="256" r:id="Re7f9d2ca57e94d96"/>
    <p:sldId xmlns:r="http://schemas.openxmlformats.org/officeDocument/2006/relationships" id="257" r:id="R7c6cc1b94d244046"/>
    <p:sldId xmlns:r="http://schemas.openxmlformats.org/officeDocument/2006/relationships" id="258" r:id="Rdbeb1eb57bd74074"/>
    <p:sldId xmlns:r="http://schemas.openxmlformats.org/officeDocument/2006/relationships" id="259" r:id="R34c6b6aa944d4325"/>
    <p:sldId xmlns:r="http://schemas.openxmlformats.org/officeDocument/2006/relationships" id="260" r:id="Ra1a54e93af1c43b6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78cdfb8e8a354674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4fb372613cc43bd" /><Relationship Type="http://schemas.openxmlformats.org/officeDocument/2006/relationships/slideMaster" Target="/ppt/slideMasters/slideMaster1.xml" Id="R692c71016dc34e2e" /><Relationship Type="http://schemas.openxmlformats.org/officeDocument/2006/relationships/notesMaster" Target="/ppt/notesMasters/notesMaster1.xml" Id="R028d68b1e1c04f55" /><Relationship Type="http://schemas.openxmlformats.org/officeDocument/2006/relationships/presProps" Target="/ppt/presProps.xml" Id="Rf79276bcd25447e4" /><Relationship Type="http://schemas.openxmlformats.org/officeDocument/2006/relationships/viewProps" Target="/ppt/viewProps.xml" Id="R364b61b9c8094bb1" /><Relationship Type="http://schemas.openxmlformats.org/officeDocument/2006/relationships/tableStyles" Target="/ppt/tableStyles.xml" Id="R2f6ae606d2424c0c" /><Relationship Type="http://schemas.openxmlformats.org/officeDocument/2006/relationships/font" Target="/ppt/fonts/font.dat" Id="R78cdfb8e8a354674" /><Relationship Type="http://schemas.openxmlformats.org/officeDocument/2006/relationships/slide" Target="/ppt/slides/slide1.xml" Id="Re7f9d2ca57e94d96" /><Relationship Type="http://schemas.openxmlformats.org/officeDocument/2006/relationships/slide" Target="/ppt/slides/slide2.xml" Id="R7c6cc1b94d244046" /><Relationship Type="http://schemas.openxmlformats.org/officeDocument/2006/relationships/slide" Target="/ppt/slides/slide3.xml" Id="Rdbeb1eb57bd74074" /><Relationship Type="http://schemas.openxmlformats.org/officeDocument/2006/relationships/slide" Target="/ppt/slides/slide4.xml" Id="R34c6b6aa944d4325" /><Relationship Type="http://schemas.openxmlformats.org/officeDocument/2006/relationships/slide" Target="/ppt/slides/slide5.xml" Id="Ra1a54e93af1c43b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424814d5fc44fc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73324d105db4e6a" /><Relationship Type="http://schemas.openxmlformats.org/officeDocument/2006/relationships/notesMaster" Target="/ppt/notesMasters/notesMaster1.xml" Id="R32ced376143a46d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ee9d377f7024df0" /><Relationship Type="http://schemas.openxmlformats.org/officeDocument/2006/relationships/notesMaster" Target="/ppt/notesMasters/notesMaster1.xml" Id="R15cbdd1a6348411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35af0cab0314d90" /><Relationship Type="http://schemas.openxmlformats.org/officeDocument/2006/relationships/notesMaster" Target="/ppt/notesMasters/notesMaster1.xml" Id="R435de08a29154a0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a361dfa1f9647dc" /><Relationship Type="http://schemas.openxmlformats.org/officeDocument/2006/relationships/notesMaster" Target="/ppt/notesMasters/notesMaster1.xml" Id="R1518656c9a124e4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521ebf16e694413" /><Relationship Type="http://schemas.openxmlformats.org/officeDocument/2006/relationships/notesMaster" Target="/ppt/notesMasters/notesMaster1.xml" Id="R594c7b7bceef432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reference: Arcade Tournament - Slides.pptx</a:t>
            </a:r>
          </a:p>
          <a:p xmlns:a="http://schemas.openxmlformats.org/drawingml/2006/main">
            <a:r>
              <a:t>- Assigned illustration: lesson_compiler/assets/lesson06/helmet-pencil-v2.png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reference: Arcade Tournament - Slides.pptx</a:t>
            </a:r>
          </a:p>
          <a:p xmlns:a="http://schemas.openxmlformats.org/drawingml/2006/main">
            <a:r>
              <a:t>- Assigned illustration: lesson_compiler/assets/lesson06/helmet-pencil-v2.png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reference: Arcade Tournament - Slides.pptx</a:t>
            </a:r>
          </a:p>
          <a:p xmlns:a="http://schemas.openxmlformats.org/drawingml/2006/main">
            <a:r>
              <a:t>- Assigned illustration: lesson_compiler/assets/lesson06/helmet-pencil-v2.png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reference: Arcade Tournament - Slides.pptx</a:t>
            </a:r>
          </a:p>
          <a:p xmlns:a="http://schemas.openxmlformats.org/drawingml/2006/main">
            <a:r>
              <a:t>- Assigned illustration: lesson_compiler/assets/lesson06/helmet-pencil-v2.png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reference: Arcade Tournament - Slides.pptx</a:t>
            </a:r>
          </a:p>
          <a:p xmlns:a="http://schemas.openxmlformats.org/drawingml/2006/main">
            <a:r>
              <a:t>- Assigned illustration: lesson_compiler/assets/lesson06/helmet-pencil-v2.png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dec00873714297" /><Relationship Type="http://schemas.openxmlformats.org/officeDocument/2006/relationships/image" Target="/ppt/media/image.png" Id="Rc818312f6f4a4ef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a215e872234485" /><Relationship Type="http://schemas.openxmlformats.org/officeDocument/2006/relationships/image" Target="/ppt/media/image.png" Id="Rb03404361206411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16481369364590" /><Relationship Type="http://schemas.openxmlformats.org/officeDocument/2006/relationships/image" Target="/ppt/media/image.png" Id="Rdde3bbe0ae4f493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fb135f7feb4e64" /><Relationship Type="http://schemas.openxmlformats.org/officeDocument/2006/relationships/image" Target="/ppt/media/image.png" Id="R846473078a5b466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d1b965d8d74ea2" /><Relationship Type="http://schemas.openxmlformats.org/officeDocument/2006/relationships/image" Target="/ppt/media/image.png" Id="R1f1f3b875328432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ef17790c374c03" /><Relationship Type="http://schemas.openxmlformats.org/officeDocument/2006/relationships/image" Target="/ppt/media/image.png" Id="R1b432a5a1ca94c5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0513c57d5e4ac9" /><Relationship Type="http://schemas.openxmlformats.org/officeDocument/2006/relationships/image" Target="/ppt/media/image.png" Id="R3022a97e4c9b4a4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34aa2f9b924b25" /><Relationship Type="http://schemas.openxmlformats.org/officeDocument/2006/relationships/image" Target="/ppt/media/image.png" Id="R7641e6805e3444a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54fe2b320c498a" /><Relationship Type="http://schemas.openxmlformats.org/officeDocument/2006/relationships/image" Target="/ppt/media/image.png" Id="R8d6fb6e24729491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70e52daa3041f8" /><Relationship Type="http://schemas.openxmlformats.org/officeDocument/2006/relationships/image" Target="/ppt/media/image.png" Id="R01f23949062e415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46b4dd385e46b7" /><Relationship Type="http://schemas.openxmlformats.org/officeDocument/2006/relationships/image" Target="/ppt/media/image.png" Id="Rbca56c94ba894856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818312f6f4a4ef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03404361206411a">
            <a:alphaModFix amt="28000"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3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de3bbe0ae4f493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46473078a5b466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f1f3b875328432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b432a5a1ca94c5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022a97e4c9b4a4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641e6805e3444a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d6fb6e24729491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3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1f23949062e415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3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ca56c94ba89485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f53da886ef04e47" /><Relationship Type="http://schemas.openxmlformats.org/officeDocument/2006/relationships/slideLayout" Target="/ppt/slideLayouts/slideLayout1.xml" Id="Re30fd994b43a46d2" /><Relationship Type="http://schemas.openxmlformats.org/officeDocument/2006/relationships/slideLayout" Target="/ppt/slideLayouts/slideLayout2.xml" Id="R3e32d20848884045" /><Relationship Type="http://schemas.openxmlformats.org/officeDocument/2006/relationships/slideLayout" Target="/ppt/slideLayouts/slideLayout3.xml" Id="R66c7193bf1a44bfa" /><Relationship Type="http://schemas.openxmlformats.org/officeDocument/2006/relationships/slideLayout" Target="/ppt/slideLayouts/slideLayout4.xml" Id="R94192bd763414f7b" /><Relationship Type="http://schemas.openxmlformats.org/officeDocument/2006/relationships/slideLayout" Target="/ppt/slideLayouts/slideLayout5.xml" Id="R5aac4fdbb26a40d6" /><Relationship Type="http://schemas.openxmlformats.org/officeDocument/2006/relationships/slideLayout" Target="/ppt/slideLayouts/slideLayout6.xml" Id="Ra837be09be594e1d" /><Relationship Type="http://schemas.openxmlformats.org/officeDocument/2006/relationships/slideLayout" Target="/ppt/slideLayouts/slideLayout7.xml" Id="R5dbe28eef98d4926" /><Relationship Type="http://schemas.openxmlformats.org/officeDocument/2006/relationships/slideLayout" Target="/ppt/slideLayouts/slideLayout8.xml" Id="R2975c427708b4c9f" /><Relationship Type="http://schemas.openxmlformats.org/officeDocument/2006/relationships/slideLayout" Target="/ppt/slideLayouts/slideLayout9.xml" Id="Raec7988b422346b8" /><Relationship Type="http://schemas.openxmlformats.org/officeDocument/2006/relationships/slideLayout" Target="/ppt/slideLayouts/slideLayout10.xml" Id="R378542d38f8b4109" /><Relationship Type="http://schemas.openxmlformats.org/officeDocument/2006/relationships/slideLayout" Target="/ppt/slideLayouts/slideLayout11.xml" Id="Red8a26d354f243b9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30fd994b43a46d2"/>
    <p:sldLayoutId xmlns:r="http://schemas.openxmlformats.org/officeDocument/2006/relationships" id="2147483650" r:id="R3e32d20848884045"/>
    <p:sldLayoutId xmlns:r="http://schemas.openxmlformats.org/officeDocument/2006/relationships" id="2147483651" r:id="R66c7193bf1a44bfa"/>
    <p:sldLayoutId xmlns:r="http://schemas.openxmlformats.org/officeDocument/2006/relationships" id="2147483652" r:id="R94192bd763414f7b"/>
    <p:sldLayoutId xmlns:r="http://schemas.openxmlformats.org/officeDocument/2006/relationships" id="2147483653" r:id="R5aac4fdbb26a40d6"/>
    <p:sldLayoutId xmlns:r="http://schemas.openxmlformats.org/officeDocument/2006/relationships" id="2147483654" r:id="Ra837be09be594e1d"/>
    <p:sldLayoutId xmlns:r="http://schemas.openxmlformats.org/officeDocument/2006/relationships" id="2147483655" r:id="R5dbe28eef98d4926"/>
    <p:sldLayoutId xmlns:r="http://schemas.openxmlformats.org/officeDocument/2006/relationships" id="2147483656" r:id="R2975c427708b4c9f"/>
    <p:sldLayoutId xmlns:r="http://schemas.openxmlformats.org/officeDocument/2006/relationships" id="2147483657" r:id="Raec7988b422346b8"/>
    <p:sldLayoutId xmlns:r="http://schemas.openxmlformats.org/officeDocument/2006/relationships" id="2147483658" r:id="R378542d38f8b4109"/>
    <p:sldLayoutId xmlns:r="http://schemas.openxmlformats.org/officeDocument/2006/relationships" id="2147483659" r:id="Red8a26d354f243b9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3e544cd7e34cc3" /><Relationship Type="http://schemas.openxmlformats.org/officeDocument/2006/relationships/notesSlide" Target="/ppt/notesSlides/notesSlide1.xml" Id="R6e13dd44ea5d493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179944856864809" /><Relationship Type="http://schemas.openxmlformats.org/officeDocument/2006/relationships/notesSlide" Target="/ppt/notesSlides/notesSlide2.xml" Id="R44c6d05ec342476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da172a971a5462f" /><Relationship Type="http://schemas.openxmlformats.org/officeDocument/2006/relationships/notesSlide" Target="/ppt/notesSlides/notesSlide3.xml" Id="R9b6594c7fd4849b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433ddfbd7c427f" /><Relationship Type="http://schemas.openxmlformats.org/officeDocument/2006/relationships/notesSlide" Target="/ppt/notesSlides/notesSlide4.xml" Id="Rb77163c4c2bd4dd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b84898a00df4f8c" /><Relationship Type="http://schemas.openxmlformats.org/officeDocument/2006/relationships/notesSlide" Target="/ppt/notesSlides/notesSlide5.xml" Id="R6a4741c88a4e479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143000" y="1524000"/>
            <a:ext cx="9906000" cy="11906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School Fair Prize Draw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  <p:sp>
        <p:nvSpPr>
          <p:cNvPr id="7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Capstone</a:t>
            </a:r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 the finished program works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095500"/>
            <a:ext cx="9525000" cy="42255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0" tIns="0" rIns="0" bIns="0" anchor="t">
            <a:sp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The program starts with three cleaned entrant names and three prizes.</a:t>
            </a:r>
          </a:p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 menu lets the organiser list the names, add a name or run a draw.</a:t>
            </a:r>
          </a:p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Each draw picks a winner, a prize and 1 to 10 bonus tokens.</a:t>
            </a:r>
          </a:p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The menu repeats until exit, then shows how many entrants remain.</a:t>
            </a:r>
          </a:p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Complete, test and save each challenge before moving on.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42950" y="952500"/>
            <a:ext cx="10001250" cy="1000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381125" y="2047875"/>
            <a:ext cx="9429750" cy="4095750"/>
          </a:xfr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10"/>
              </a:spcAft>
              <a:buNone/>
            </a:pPr>
            <a:r>
              <a:rPr sz="1800" b="1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Collect three names and draw a winner.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1. Create an empty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entrants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2. Use a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ask for three names. Use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strip()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title()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 each name, then use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append()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add it to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entrants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3. Use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random.choice()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pick a winner and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"Winner:"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name.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4. Use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random.randint()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choose 1 to 10 bonus tokens and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"Bonus tokens:"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number.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Save as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challenge1.py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42950" y="952500"/>
            <a:ext cx="10001250" cy="1000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381125" y="2047875"/>
            <a:ext cx="9429750" cy="4095750"/>
          </a:xfr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10"/>
              </a:spcAft>
              <a:buNone/>
            </a:pPr>
            <a:r>
              <a:rPr sz="1800" b="1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Let the organiser change the names before the draw.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1. Create a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prizes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three prizes.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2. After the names are collected, ask for a position from 0 to 2 and a new name. Clean the name with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strip()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title()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put it at that position.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3. Ask for the name of someone who is leaving. Clean it, then use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remove()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take it out of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entrants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4. Display the winner, then a random prize after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"Prize:"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the bonus tokens.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Save as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challenge2.py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42950" y="952500"/>
            <a:ext cx="10001250" cy="1000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381125" y="2047875"/>
            <a:ext cx="9429750" cy="4095750"/>
          </a:xfr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10"/>
              </a:spcAft>
              <a:buNone/>
            </a:pPr>
            <a:r>
              <a:rPr sz="1800" b="1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Turn the draw into a menu the organiser can use again and again.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1. Start with three cleaned names in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entrants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three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prizes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Store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running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2. Use a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list, 2: add, 3: draw, 4: exit"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ask for a choice.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3. For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use a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display each entrant. For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ask for a name, clean it and append it. For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display a random winner, prize and 1 to 10 bonus tokens.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4. For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"4"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store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running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anything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a valid option."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5. After the loop, use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"Entrants remaining:"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count.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Save as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challenge3.py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2026-09-28T06:22:38.3650000Z</dcterms:created>
  <dcterms:modified xsi:type="dcterms:W3CDTF">2026-09-28T06:22:38.3650000Z</dcterms:modified>
</coreProperties>
</file>