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f9630303e04d02" /><Relationship Type="http://schemas.openxmlformats.org/officeDocument/2006/relationships/extended-properties" Target="/docProps/app.xml" Id="R9960840c6ef44aa5" /><Relationship Type="http://schemas.openxmlformats.org/officeDocument/2006/relationships/officeDocument" Target="/ppt/presentation.xml" Id="R91d77a9f143a450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1bb987818814880"/>
  </p:sldMasterIdLst>
  <p:notesMasterIdLst>
    <p:notesMasterId xmlns:r="http://schemas.openxmlformats.org/officeDocument/2006/relationships" r:id="Rb7cdada0b90b48e0"/>
  </p:notesMasterIdLst>
  <p:sldIdLst>
    <p:sldId xmlns:r="http://schemas.openxmlformats.org/officeDocument/2006/relationships" id="256" r:id="Rd00db85f8a064a61"/>
    <p:sldId xmlns:r="http://schemas.openxmlformats.org/officeDocument/2006/relationships" id="257" r:id="R99e63e7c8cc3487d"/>
    <p:sldId xmlns:r="http://schemas.openxmlformats.org/officeDocument/2006/relationships" id="258" r:id="R3427e87c7f944ec8"/>
    <p:sldId xmlns:r="http://schemas.openxmlformats.org/officeDocument/2006/relationships" id="259" r:id="R127eef936da54aa1"/>
    <p:sldId xmlns:r="http://schemas.openxmlformats.org/officeDocument/2006/relationships" id="260" r:id="R8d77e63e59914e0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4ab5e1959a34c7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320f6194d249ae" /><Relationship Type="http://schemas.openxmlformats.org/officeDocument/2006/relationships/slideMaster" Target="/ppt/slideMasters/slideMaster1.xml" Id="R51bb987818814880" /><Relationship Type="http://schemas.openxmlformats.org/officeDocument/2006/relationships/notesMaster" Target="/ppt/notesMasters/notesMaster1.xml" Id="Rb7cdada0b90b48e0" /><Relationship Type="http://schemas.openxmlformats.org/officeDocument/2006/relationships/presProps" Target="/ppt/presProps.xml" Id="R17b2128d49704c49" /><Relationship Type="http://schemas.openxmlformats.org/officeDocument/2006/relationships/viewProps" Target="/ppt/viewProps.xml" Id="R6a1a54b1b13c413a" /><Relationship Type="http://schemas.openxmlformats.org/officeDocument/2006/relationships/tableStyles" Target="/ppt/tableStyles.xml" Id="Rb3050e62b33d40d5" /><Relationship Type="http://schemas.openxmlformats.org/officeDocument/2006/relationships/font" Target="/ppt/fonts/font.dat" Id="Rf4ab5e1959a34c75" /><Relationship Type="http://schemas.openxmlformats.org/officeDocument/2006/relationships/slide" Target="/ppt/slides/slide1.xml" Id="Rd00db85f8a064a61" /><Relationship Type="http://schemas.openxmlformats.org/officeDocument/2006/relationships/slide" Target="/ppt/slides/slide2.xml" Id="R99e63e7c8cc3487d" /><Relationship Type="http://schemas.openxmlformats.org/officeDocument/2006/relationships/slide" Target="/ppt/slides/slide3.xml" Id="R3427e87c7f944ec8" /><Relationship Type="http://schemas.openxmlformats.org/officeDocument/2006/relationships/slide" Target="/ppt/slides/slide4.xml" Id="R127eef936da54aa1" /><Relationship Type="http://schemas.openxmlformats.org/officeDocument/2006/relationships/slide" Target="/ppt/slides/slide5.xml" Id="R8d77e63e59914e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d6147d94ef48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48c924eb524e8a" /><Relationship Type="http://schemas.openxmlformats.org/officeDocument/2006/relationships/notesMaster" Target="/ppt/notesMasters/notesMaster1.xml" Id="R6f72e79127784a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7076d1490e4943" /><Relationship Type="http://schemas.openxmlformats.org/officeDocument/2006/relationships/notesMaster" Target="/ppt/notesMasters/notesMaster1.xml" Id="Rba68a267fa7f47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7cffaccb91440e" /><Relationship Type="http://schemas.openxmlformats.org/officeDocument/2006/relationships/notesMaster" Target="/ppt/notesMasters/notesMaster1.xml" Id="Rd825791f405341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e34d3d04d84f4b" /><Relationship Type="http://schemas.openxmlformats.org/officeDocument/2006/relationships/notesMaster" Target="/ppt/notesMasters/notesMaster1.xml" Id="R69a136ee379c43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9acad98f9243aa" /><Relationship Type="http://schemas.openxmlformats.org/officeDocument/2006/relationships/notesMaster" Target="/ppt/notesMasters/notesMaster1.xml" Id="Rf84fbdc2e2fa4f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reference: Arcade Tournament - Slides.pptx</a:t>
            </a:r>
          </a:p>
          <a:p xmlns:a="http://schemas.openxmlformats.org/drawingml/2006/main">
            <a:r>
              <a:t>- Assigned illustration: lesson_compiler/assets/lesson06/helmet-pencil-v2.png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7932d3c6324844" /><Relationship Type="http://schemas.openxmlformats.org/officeDocument/2006/relationships/image" Target="/ppt/media/image.png" Id="Re4e876762776453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fdf35c4177463e" /><Relationship Type="http://schemas.openxmlformats.org/officeDocument/2006/relationships/image" Target="/ppt/media/image.png" Id="R18343d7dd0524e8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0bc77a4839431a" /><Relationship Type="http://schemas.openxmlformats.org/officeDocument/2006/relationships/image" Target="/ppt/media/image.png" Id="R1b470f94a9c8446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567b17f2974a49" /><Relationship Type="http://schemas.openxmlformats.org/officeDocument/2006/relationships/image" Target="/ppt/media/image.png" Id="R86b10c0441ca42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eb9dc25a5e400d" /><Relationship Type="http://schemas.openxmlformats.org/officeDocument/2006/relationships/image" Target="/ppt/media/image.png" Id="R29146c0bd1a4462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7bdd6d3bb74608" /><Relationship Type="http://schemas.openxmlformats.org/officeDocument/2006/relationships/image" Target="/ppt/media/image.png" Id="Rc9d31e4f43f14b1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e0508bd9f4852" /><Relationship Type="http://schemas.openxmlformats.org/officeDocument/2006/relationships/image" Target="/ppt/media/image.png" Id="Re645c33fbad744f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ca47fa81b74dc0" /><Relationship Type="http://schemas.openxmlformats.org/officeDocument/2006/relationships/image" Target="/ppt/media/image.png" Id="R6a3ae27efb64421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e0e26ddc8348ba" /><Relationship Type="http://schemas.openxmlformats.org/officeDocument/2006/relationships/image" Target="/ppt/media/image.png" Id="R88c5f9b499b64c5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6f2d5a06734419" /><Relationship Type="http://schemas.openxmlformats.org/officeDocument/2006/relationships/image" Target="/ppt/media/image.png" Id="R9a4e8f115f60465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9adb3fe37a414a" /><Relationship Type="http://schemas.openxmlformats.org/officeDocument/2006/relationships/image" Target="/ppt/media/image.png" Id="Rfd611a6e971e4ad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4e876762776453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343d7dd0524e85">
            <a:alphaModFix amt="28000"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470f94a9c8446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b10c0441ca42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146c0bd1a446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d31e4f43f14b1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45c33fbad744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3ae27efb6442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c5f9b499b64c5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4e8f115f60465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611a6e971e4ad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4bdaaa216244f6" /><Relationship Type="http://schemas.openxmlformats.org/officeDocument/2006/relationships/slideLayout" Target="/ppt/slideLayouts/slideLayout1.xml" Id="R9e9f68a0683b425d" /><Relationship Type="http://schemas.openxmlformats.org/officeDocument/2006/relationships/slideLayout" Target="/ppt/slideLayouts/slideLayout2.xml" Id="R052c01c331a44b16" /><Relationship Type="http://schemas.openxmlformats.org/officeDocument/2006/relationships/slideLayout" Target="/ppt/slideLayouts/slideLayout3.xml" Id="R3553b85dd0e64b1d" /><Relationship Type="http://schemas.openxmlformats.org/officeDocument/2006/relationships/slideLayout" Target="/ppt/slideLayouts/slideLayout4.xml" Id="R3767945556d6449e" /><Relationship Type="http://schemas.openxmlformats.org/officeDocument/2006/relationships/slideLayout" Target="/ppt/slideLayouts/slideLayout5.xml" Id="Rdf9f02f0dcbc4240" /><Relationship Type="http://schemas.openxmlformats.org/officeDocument/2006/relationships/slideLayout" Target="/ppt/slideLayouts/slideLayout6.xml" Id="R4ca20edab82d471d" /><Relationship Type="http://schemas.openxmlformats.org/officeDocument/2006/relationships/slideLayout" Target="/ppt/slideLayouts/slideLayout7.xml" Id="R332ef20902f04c2b" /><Relationship Type="http://schemas.openxmlformats.org/officeDocument/2006/relationships/slideLayout" Target="/ppt/slideLayouts/slideLayout8.xml" Id="R60a75be03b684de8" /><Relationship Type="http://schemas.openxmlformats.org/officeDocument/2006/relationships/slideLayout" Target="/ppt/slideLayouts/slideLayout9.xml" Id="R409f05c94ac04b5d" /><Relationship Type="http://schemas.openxmlformats.org/officeDocument/2006/relationships/slideLayout" Target="/ppt/slideLayouts/slideLayout10.xml" Id="Ra967582a5e07469a" /><Relationship Type="http://schemas.openxmlformats.org/officeDocument/2006/relationships/slideLayout" Target="/ppt/slideLayouts/slideLayout11.xml" Id="Rcfc1a8f5c98449d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9f68a0683b425d"/>
    <p:sldLayoutId xmlns:r="http://schemas.openxmlformats.org/officeDocument/2006/relationships" id="2147483650" r:id="R052c01c331a44b16"/>
    <p:sldLayoutId xmlns:r="http://schemas.openxmlformats.org/officeDocument/2006/relationships" id="2147483651" r:id="R3553b85dd0e64b1d"/>
    <p:sldLayoutId xmlns:r="http://schemas.openxmlformats.org/officeDocument/2006/relationships" id="2147483652" r:id="R3767945556d6449e"/>
    <p:sldLayoutId xmlns:r="http://schemas.openxmlformats.org/officeDocument/2006/relationships" id="2147483653" r:id="Rdf9f02f0dcbc4240"/>
    <p:sldLayoutId xmlns:r="http://schemas.openxmlformats.org/officeDocument/2006/relationships" id="2147483654" r:id="R4ca20edab82d471d"/>
    <p:sldLayoutId xmlns:r="http://schemas.openxmlformats.org/officeDocument/2006/relationships" id="2147483655" r:id="R332ef20902f04c2b"/>
    <p:sldLayoutId xmlns:r="http://schemas.openxmlformats.org/officeDocument/2006/relationships" id="2147483656" r:id="R60a75be03b684de8"/>
    <p:sldLayoutId xmlns:r="http://schemas.openxmlformats.org/officeDocument/2006/relationships" id="2147483657" r:id="R409f05c94ac04b5d"/>
    <p:sldLayoutId xmlns:r="http://schemas.openxmlformats.org/officeDocument/2006/relationships" id="2147483658" r:id="Ra967582a5e07469a"/>
    <p:sldLayoutId xmlns:r="http://schemas.openxmlformats.org/officeDocument/2006/relationships" id="2147483659" r:id="Rcfc1a8f5c98449d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02b85cb4e34ca8" /><Relationship Type="http://schemas.openxmlformats.org/officeDocument/2006/relationships/notesSlide" Target="/ppt/notesSlides/notesSlide1.xml" Id="Rf9775dc834f245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b3af3cdbf24b3e" /><Relationship Type="http://schemas.openxmlformats.org/officeDocument/2006/relationships/notesSlide" Target="/ppt/notesSlides/notesSlide2.xml" Id="Rdc6e4f5f07bc43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08035f24df4757" /><Relationship Type="http://schemas.openxmlformats.org/officeDocument/2006/relationships/notesSlide" Target="/ppt/notesSlides/notesSlide3.xml" Id="Recf6ebfeb9b34e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21255a86c7483f" /><Relationship Type="http://schemas.openxmlformats.org/officeDocument/2006/relationships/notesSlide" Target="/ppt/notesSlides/notesSlide4.xml" Id="R37803c7cb4b24d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da1ed0b31744b1" /><Relationship Type="http://schemas.openxmlformats.org/officeDocument/2006/relationships/notesSlide" Target="/ppt/notesSlides/notesSlide5.xml" Id="R6b062c4bb59d46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School Fair Prize Draw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  <p:sp>
        <p:nvSpPr>
          <p:cNvPr id="7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42255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starts with three cleaned entrant names and three prizes.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menu lets the organiser list the names, add a name or run a draw.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Each draw picks a winner, a prize and 1 to 10 bonus tokens.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menu repeats until exit, then shows how many entrants remain.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Collect three names and draw a winner.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an empty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three names.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each name, then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pick a winner and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"Winner:"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name.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1 to 10 bonus tokens and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"Bonus tokens:"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organiser change the names before the draw.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Create a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prizes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three prizes.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After the names are collected, ask for a position from 0 to 2 and a new name. Clean the name with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put it at that position.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Ask for the name of someone who is leaving. Clean it, then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remove()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take it out of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Display the winner, then a random prize after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"Prize:"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bonus tokens.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Turn the draw into a menu the organiser can use again and again.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Start with three cleaned names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entrants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three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prizes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Store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list, 2: add, 3: draw, 4: exit"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ask for a choice.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each entrant.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name, clean it and append it.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a random winner, prize and 1 to 10 bonus tokens.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4. For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"4"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store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running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anything else,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a valid option."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5. After the loop,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"Entrants remaining:"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count.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2026-09-29T02:10:10.4890000Z</dcterms:created>
  <dcterms:modified xsi:type="dcterms:W3CDTF">2026-09-29T02:10:10.4890000Z</dcterms:modified>
</coreProperties>
</file>