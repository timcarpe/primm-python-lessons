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f184d8febd4336" /><Relationship Type="http://schemas.openxmlformats.org/officeDocument/2006/relationships/extended-properties" Target="/docProps/app.xml" Id="R4a9eebac496f40cf" /><Relationship Type="http://schemas.openxmlformats.org/officeDocument/2006/relationships/officeDocument" Target="/ppt/presentation.xml" Id="Rc384365fada1476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02c413efdde4752"/>
  </p:sldMasterIdLst>
  <p:notesMasterIdLst>
    <p:notesMasterId xmlns:r="http://schemas.openxmlformats.org/officeDocument/2006/relationships" r:id="Rfbe0e78257404ffa"/>
  </p:notesMasterIdLst>
  <p:sldIdLst>
    <p:sldId xmlns:r="http://schemas.openxmlformats.org/officeDocument/2006/relationships" id="256" r:id="R41c3200208844594"/>
    <p:sldId xmlns:r="http://schemas.openxmlformats.org/officeDocument/2006/relationships" id="257" r:id="R5b7d182efeca4274"/>
    <p:sldId xmlns:r="http://schemas.openxmlformats.org/officeDocument/2006/relationships" id="258" r:id="R613a26bba27b40ba"/>
    <p:sldId xmlns:r="http://schemas.openxmlformats.org/officeDocument/2006/relationships" id="259" r:id="R4ced5a798d8c4505"/>
    <p:sldId xmlns:r="http://schemas.openxmlformats.org/officeDocument/2006/relationships" id="260" r:id="R4983d3f437674971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009f95f82e2438b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6f314a10744116" /><Relationship Type="http://schemas.openxmlformats.org/officeDocument/2006/relationships/slideMaster" Target="/ppt/slideMasters/slideMaster1.xml" Id="Rf02c413efdde4752" /><Relationship Type="http://schemas.openxmlformats.org/officeDocument/2006/relationships/notesMaster" Target="/ppt/notesMasters/notesMaster1.xml" Id="Rfbe0e78257404ffa" /><Relationship Type="http://schemas.openxmlformats.org/officeDocument/2006/relationships/presProps" Target="/ppt/presProps.xml" Id="Rbf2348f51d874871" /><Relationship Type="http://schemas.openxmlformats.org/officeDocument/2006/relationships/viewProps" Target="/ppt/viewProps.xml" Id="Re2b8dd54fd81463f" /><Relationship Type="http://schemas.openxmlformats.org/officeDocument/2006/relationships/tableStyles" Target="/ppt/tableStyles.xml" Id="R57a9bc2ae0c54504" /><Relationship Type="http://schemas.openxmlformats.org/officeDocument/2006/relationships/font" Target="/ppt/fonts/font.dat" Id="Re009f95f82e2438b" /><Relationship Type="http://schemas.openxmlformats.org/officeDocument/2006/relationships/slide" Target="/ppt/slides/slide1.xml" Id="R41c3200208844594" /><Relationship Type="http://schemas.openxmlformats.org/officeDocument/2006/relationships/slide" Target="/ppt/slides/slide2.xml" Id="R5b7d182efeca4274" /><Relationship Type="http://schemas.openxmlformats.org/officeDocument/2006/relationships/slide" Target="/ppt/slides/slide3.xml" Id="R613a26bba27b40ba" /><Relationship Type="http://schemas.openxmlformats.org/officeDocument/2006/relationships/slide" Target="/ppt/slides/slide4.xml" Id="R4ced5a798d8c4505" /><Relationship Type="http://schemas.openxmlformats.org/officeDocument/2006/relationships/slide" Target="/ppt/slides/slide5.xml" Id="R4983d3f4376749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c9a190376a47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abd118d81e4b5a" /><Relationship Type="http://schemas.openxmlformats.org/officeDocument/2006/relationships/notesMaster" Target="/ppt/notesMasters/notesMaster1.xml" Id="R9c5da825850e4e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a5b74074824001" /><Relationship Type="http://schemas.openxmlformats.org/officeDocument/2006/relationships/notesMaster" Target="/ppt/notesMasters/notesMaster1.xml" Id="R82daadfdd8e34d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d8433e1ce342f0" /><Relationship Type="http://schemas.openxmlformats.org/officeDocument/2006/relationships/notesMaster" Target="/ppt/notesMasters/notesMaster1.xml" Id="R09e61d4bad5545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36d7417bea4529" /><Relationship Type="http://schemas.openxmlformats.org/officeDocument/2006/relationships/notesMaster" Target="/ppt/notesMasters/notesMaster1.xml" Id="R4eaa800376b449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d8add3bc06409a" /><Relationship Type="http://schemas.openxmlformats.org/officeDocument/2006/relationships/notesMaster" Target="/ppt/notesMasters/notesMaster1.xml" Id="R0262e525cf8f47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ab54f807974432" /><Relationship Type="http://schemas.openxmlformats.org/officeDocument/2006/relationships/image" Target="/ppt/media/image.png" Id="R3cdbb4ab2e23475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2b0184df094d71" /><Relationship Type="http://schemas.openxmlformats.org/officeDocument/2006/relationships/image" Target="/ppt/media/image.png" Id="Raf7c51a1dcba406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ad493f1bfe41bc" /><Relationship Type="http://schemas.openxmlformats.org/officeDocument/2006/relationships/image" Target="/ppt/media/image.png" Id="R519ca9d6705e4df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4c301b8c3429f" /><Relationship Type="http://schemas.openxmlformats.org/officeDocument/2006/relationships/image" Target="/ppt/media/image.png" Id="Rce3d8b1bf0b5480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015265ed304f80" /><Relationship Type="http://schemas.openxmlformats.org/officeDocument/2006/relationships/image" Target="/ppt/media/image.png" Id="Rbcd2b197a34e4f0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2116fc3bee4f31" /><Relationship Type="http://schemas.openxmlformats.org/officeDocument/2006/relationships/image" Target="/ppt/media/image.png" Id="Rfd13408e81c74b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b7231bfa044137" /><Relationship Type="http://schemas.openxmlformats.org/officeDocument/2006/relationships/image" Target="/ppt/media/image.png" Id="Rcaebe8edcba44ed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8327595498403a" /><Relationship Type="http://schemas.openxmlformats.org/officeDocument/2006/relationships/image" Target="/ppt/media/image.png" Id="R7763d272ac8d467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19ed52949455b" /><Relationship Type="http://schemas.openxmlformats.org/officeDocument/2006/relationships/image" Target="/ppt/media/image.png" Id="R9792e5414daf465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bc4c7e50ba46a8" /><Relationship Type="http://schemas.openxmlformats.org/officeDocument/2006/relationships/image" Target="/ppt/media/image.png" Id="R52027638a69e4cd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3c9ceccc974fe5" /><Relationship Type="http://schemas.openxmlformats.org/officeDocument/2006/relationships/image" Target="/ppt/media/image.png" Id="R01dfe5d11f8b4e6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cdbb4ab2e23475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7c51a1dcba4065">
            <a:alphaModFix amt="28000"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9ca9d6705e4df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3d8b1bf0b5480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cd2b197a34e4f0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13408e81c74b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ebe8edcba44ed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763d272ac8d467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92e5414daf465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027638a69e4cd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dfe5d11f8b4e6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c5d2b32ea644be" /><Relationship Type="http://schemas.openxmlformats.org/officeDocument/2006/relationships/slideLayout" Target="/ppt/slideLayouts/slideLayout1.xml" Id="R7702c1a9db154e35" /><Relationship Type="http://schemas.openxmlformats.org/officeDocument/2006/relationships/slideLayout" Target="/ppt/slideLayouts/slideLayout2.xml" Id="Rb7d1f52177bd4130" /><Relationship Type="http://schemas.openxmlformats.org/officeDocument/2006/relationships/slideLayout" Target="/ppt/slideLayouts/slideLayout3.xml" Id="R46be25d57f2543bb" /><Relationship Type="http://schemas.openxmlformats.org/officeDocument/2006/relationships/slideLayout" Target="/ppt/slideLayouts/slideLayout4.xml" Id="R3988c9f6bc7640a0" /><Relationship Type="http://schemas.openxmlformats.org/officeDocument/2006/relationships/slideLayout" Target="/ppt/slideLayouts/slideLayout5.xml" Id="Rdd71ebde8b7f471d" /><Relationship Type="http://schemas.openxmlformats.org/officeDocument/2006/relationships/slideLayout" Target="/ppt/slideLayouts/slideLayout6.xml" Id="R405ac17232654719" /><Relationship Type="http://schemas.openxmlformats.org/officeDocument/2006/relationships/slideLayout" Target="/ppt/slideLayouts/slideLayout7.xml" Id="R335b705fa4124f9e" /><Relationship Type="http://schemas.openxmlformats.org/officeDocument/2006/relationships/slideLayout" Target="/ppt/slideLayouts/slideLayout8.xml" Id="R03689fe7b0e74413" /><Relationship Type="http://schemas.openxmlformats.org/officeDocument/2006/relationships/slideLayout" Target="/ppt/slideLayouts/slideLayout9.xml" Id="R7f31d07205ea4e94" /><Relationship Type="http://schemas.openxmlformats.org/officeDocument/2006/relationships/slideLayout" Target="/ppt/slideLayouts/slideLayout10.xml" Id="Re347855d59074637" /><Relationship Type="http://schemas.openxmlformats.org/officeDocument/2006/relationships/slideLayout" Target="/ppt/slideLayouts/slideLayout11.xml" Id="Rf0ac240eeeba4c3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02c1a9db154e35"/>
    <p:sldLayoutId xmlns:r="http://schemas.openxmlformats.org/officeDocument/2006/relationships" id="2147483650" r:id="Rb7d1f52177bd4130"/>
    <p:sldLayoutId xmlns:r="http://schemas.openxmlformats.org/officeDocument/2006/relationships" id="2147483651" r:id="R46be25d57f2543bb"/>
    <p:sldLayoutId xmlns:r="http://schemas.openxmlformats.org/officeDocument/2006/relationships" id="2147483652" r:id="R3988c9f6bc7640a0"/>
    <p:sldLayoutId xmlns:r="http://schemas.openxmlformats.org/officeDocument/2006/relationships" id="2147483653" r:id="Rdd71ebde8b7f471d"/>
    <p:sldLayoutId xmlns:r="http://schemas.openxmlformats.org/officeDocument/2006/relationships" id="2147483654" r:id="R405ac17232654719"/>
    <p:sldLayoutId xmlns:r="http://schemas.openxmlformats.org/officeDocument/2006/relationships" id="2147483655" r:id="R335b705fa4124f9e"/>
    <p:sldLayoutId xmlns:r="http://schemas.openxmlformats.org/officeDocument/2006/relationships" id="2147483656" r:id="R03689fe7b0e74413"/>
    <p:sldLayoutId xmlns:r="http://schemas.openxmlformats.org/officeDocument/2006/relationships" id="2147483657" r:id="R7f31d07205ea4e94"/>
    <p:sldLayoutId xmlns:r="http://schemas.openxmlformats.org/officeDocument/2006/relationships" id="2147483658" r:id="Re347855d59074637"/>
    <p:sldLayoutId xmlns:r="http://schemas.openxmlformats.org/officeDocument/2006/relationships" id="2147483659" r:id="Rf0ac240eeeba4c3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9134d268bc4448" /><Relationship Type="http://schemas.openxmlformats.org/officeDocument/2006/relationships/notesSlide" Target="/ppt/notesSlides/notesSlide1.xml" Id="R73b80913a80f41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399a99fb434a79" /><Relationship Type="http://schemas.openxmlformats.org/officeDocument/2006/relationships/notesSlide" Target="/ppt/notesSlides/notesSlide2.xml" Id="R0fcb452b9b3647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03679502f44e3e" /><Relationship Type="http://schemas.openxmlformats.org/officeDocument/2006/relationships/notesSlide" Target="/ppt/notesSlides/notesSlide3.xml" Id="R06bec1947ac144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e4d06d79aa430b" /><Relationship Type="http://schemas.openxmlformats.org/officeDocument/2006/relationships/notesSlide" Target="/ppt/notesSlides/notesSlide4.xml" Id="R40fb9ae5b12c4d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b55b9c5a24457f" /><Relationship Type="http://schemas.openxmlformats.org/officeDocument/2006/relationships/notesSlide" Target="/ppt/notesSlides/notesSlide5.xml" Id="R75ba62883f07473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43000" y="1524000"/>
            <a:ext cx="9906000" cy="11906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School Fair Prize Draw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  <p:sp>
        <p:nvSpPr>
          <p:cNvPr id="7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Capstone</a:t>
            </a:r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the finished program works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95500"/>
            <a:ext cx="9525000" cy="42255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0" tIns="0" rIns="0" bIns="0" anchor="t">
            <a:sp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program starts with three cleaned entrant names and three prizes.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menu lets the organiser list the names, add a name or run a draw.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Each draw picks a winner, a prize and 1 to 10 bonus tokens.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menu repeats until exit, then shows how many entrants remain.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Complete, test and save each challenge before moving on.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Collect three names and draw a winner.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Create an empty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entrants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Use a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ask for three names.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each name, then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append()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it to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entrants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random.choice()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pick a winner and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"Winner:"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name.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choose 1 to 10 bonus tokens and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"Bonus tokens:"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number.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challenge1.py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Let the organiser change the names before the draw.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Create a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prizes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three prizes.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After the names are collected, ask for a position from 0 to 2 and a new name. Clean the name with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put it at that position.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Ask for the name of someone who is leaving. Clean it, then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remove()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take it out of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entrants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Display the winner, then a random prize after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"Prize:"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bonus tokens.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challenge2.py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Turn the draw into a menu the organiser can use again and again.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Start with three cleaned names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entrants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three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prizes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Store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running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Use a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list, 2: add, 3: draw, 4: exit"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ask for a choice.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use a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each entrant.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name, clean it and append it.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a random winner, prize and 1 to 10 bonus tokens.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"4"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store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running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anything else,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a valid option."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5. After the loop,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"Entrants remaining:"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count.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challenge3.py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2026-09-28T09:12:14.2640000Z</dcterms:created>
  <dcterms:modified xsi:type="dcterms:W3CDTF">2026-09-28T09:12:14.2640000Z</dcterms:modified>
</coreProperties>
</file>