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f41e5e3a624e02" /><Relationship Type="http://schemas.openxmlformats.org/officeDocument/2006/relationships/extended-properties" Target="/docProps/app.xml" Id="R19886dc7f80640b6" /><Relationship Type="http://schemas.openxmlformats.org/officeDocument/2006/relationships/officeDocument" Target="/ppt/presentation.xml" Id="R64652d140a7d4b6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0be6b6a9fae455a"/>
  </p:sldMasterIdLst>
  <p:notesMasterIdLst>
    <p:notesMasterId xmlns:r="http://schemas.openxmlformats.org/officeDocument/2006/relationships" r:id="R1875edc6235c4f7f"/>
  </p:notesMasterIdLst>
  <p:sldIdLst>
    <p:sldId xmlns:r="http://schemas.openxmlformats.org/officeDocument/2006/relationships" id="256" r:id="R712d1540e6af468d"/>
    <p:sldId xmlns:r="http://schemas.openxmlformats.org/officeDocument/2006/relationships" id="257" r:id="R43f410cdc91649d3"/>
    <p:sldId xmlns:r="http://schemas.openxmlformats.org/officeDocument/2006/relationships" id="258" r:id="Reb97685b50284be0"/>
    <p:sldId xmlns:r="http://schemas.openxmlformats.org/officeDocument/2006/relationships" id="259" r:id="R2417ba8a743b4c44"/>
    <p:sldId xmlns:r="http://schemas.openxmlformats.org/officeDocument/2006/relationships" id="260" r:id="R2dc0571298cf4711"/>
    <p:sldId xmlns:r="http://schemas.openxmlformats.org/officeDocument/2006/relationships" id="261" r:id="R21b8e63fd1424516"/>
    <p:sldId xmlns:r="http://schemas.openxmlformats.org/officeDocument/2006/relationships" id="262" r:id="R3d661266c2984f24"/>
    <p:sldId xmlns:r="http://schemas.openxmlformats.org/officeDocument/2006/relationships" id="263" r:id="Rd669fc52f7064d04"/>
    <p:sldId xmlns:r="http://schemas.openxmlformats.org/officeDocument/2006/relationships" id="264" r:id="R4f6e9e02c5aa454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ba5b2959e6724ff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9dc8c5f5224662" /><Relationship Type="http://schemas.openxmlformats.org/officeDocument/2006/relationships/slideMaster" Target="/ppt/slideMasters/slideMaster1.xml" Id="Re0be6b6a9fae455a" /><Relationship Type="http://schemas.openxmlformats.org/officeDocument/2006/relationships/notesMaster" Target="/ppt/notesMasters/notesMaster1.xml" Id="R1875edc6235c4f7f" /><Relationship Type="http://schemas.openxmlformats.org/officeDocument/2006/relationships/presProps" Target="/ppt/presProps.xml" Id="Rfb88e491ab084fc4" /><Relationship Type="http://schemas.openxmlformats.org/officeDocument/2006/relationships/viewProps" Target="/ppt/viewProps.xml" Id="Rdbef394f6bf640bb" /><Relationship Type="http://schemas.openxmlformats.org/officeDocument/2006/relationships/tableStyles" Target="/ppt/tableStyles.xml" Id="R7ad08b84799544ff" /><Relationship Type="http://schemas.openxmlformats.org/officeDocument/2006/relationships/font" Target="/ppt/fonts/font.dat" Id="Rba5b2959e6724ff6" /><Relationship Type="http://schemas.openxmlformats.org/officeDocument/2006/relationships/slide" Target="/ppt/slides/slide1.xml" Id="R712d1540e6af468d" /><Relationship Type="http://schemas.openxmlformats.org/officeDocument/2006/relationships/slide" Target="/ppt/slides/slide2.xml" Id="R43f410cdc91649d3" /><Relationship Type="http://schemas.openxmlformats.org/officeDocument/2006/relationships/slide" Target="/ppt/slides/slide3.xml" Id="Reb97685b50284be0" /><Relationship Type="http://schemas.openxmlformats.org/officeDocument/2006/relationships/slide" Target="/ppt/slides/slide4.xml" Id="R2417ba8a743b4c44" /><Relationship Type="http://schemas.openxmlformats.org/officeDocument/2006/relationships/slide" Target="/ppt/slides/slide5.xml" Id="R2dc0571298cf4711" /><Relationship Type="http://schemas.openxmlformats.org/officeDocument/2006/relationships/slide" Target="/ppt/slides/slide6.xml" Id="R21b8e63fd1424516" /><Relationship Type="http://schemas.openxmlformats.org/officeDocument/2006/relationships/slide" Target="/ppt/slides/slide7.xml" Id="R3d661266c2984f24" /><Relationship Type="http://schemas.openxmlformats.org/officeDocument/2006/relationships/slide" Target="/ppt/slides/slide8.xml" Id="Rd669fc52f7064d04" /><Relationship Type="http://schemas.openxmlformats.org/officeDocument/2006/relationships/slide" Target="/ppt/slides/slide9.xml" Id="R4f6e9e02c5aa45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6b9b8fc37d48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c1fb0707854d37" /><Relationship Type="http://schemas.openxmlformats.org/officeDocument/2006/relationships/notesMaster" Target="/ppt/notesMasters/notesMaster1.xml" Id="Rc4e2063d07ae47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4bfaf1b5a246ad" /><Relationship Type="http://schemas.openxmlformats.org/officeDocument/2006/relationships/notesMaster" Target="/ppt/notesMasters/notesMaster1.xml" Id="Rf6bc68b416b148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1d83ab4e384a3b" /><Relationship Type="http://schemas.openxmlformats.org/officeDocument/2006/relationships/notesMaster" Target="/ppt/notesMasters/notesMaster1.xml" Id="R4df0ecd27dbf43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cb42d162944e46" /><Relationship Type="http://schemas.openxmlformats.org/officeDocument/2006/relationships/notesMaster" Target="/ppt/notesMasters/notesMaster1.xml" Id="R09ed91044a5943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efbe0cac6c407b" /><Relationship Type="http://schemas.openxmlformats.org/officeDocument/2006/relationships/notesMaster" Target="/ppt/notesMasters/notesMaster1.xml" Id="Rbb2156b7f6f44b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1f327cf6f345cc" /><Relationship Type="http://schemas.openxmlformats.org/officeDocument/2006/relationships/notesMaster" Target="/ppt/notesMasters/notesMaster1.xml" Id="R7f1c517efa3e4f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2f480ac67b4cc6" /><Relationship Type="http://schemas.openxmlformats.org/officeDocument/2006/relationships/notesMaster" Target="/ppt/notesMasters/notesMaster1.xml" Id="R17dbad1bd88e4f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a9eb3d84904fba" /><Relationship Type="http://schemas.openxmlformats.org/officeDocument/2006/relationships/notesMaster" Target="/ppt/notesMasters/notesMaster1.xml" Id="R52259f50cc994c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d2862d299745b5" /><Relationship Type="http://schemas.openxmlformats.org/officeDocument/2006/relationships/notesMaster" Target="/ppt/notesMasters/notesMaster1.xml" Id="R9452d94f19ed49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ab046df9d14806" /><Relationship Type="http://schemas.openxmlformats.org/officeDocument/2006/relationships/image" Target="/ppt/media/image.png" Id="R1af9f43f87a547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63b93d8b3449d9" /><Relationship Type="http://schemas.openxmlformats.org/officeDocument/2006/relationships/image" Target="/ppt/media/image.png" Id="R9a04a90164c44b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54c81c9840467b" /><Relationship Type="http://schemas.openxmlformats.org/officeDocument/2006/relationships/image" Target="/ppt/media/image.png" Id="R59fa0e76312f43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80911f67e64186" /><Relationship Type="http://schemas.openxmlformats.org/officeDocument/2006/relationships/image" Target="/ppt/media/image.png" Id="Re8486b02daef4d7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92fc93158243f5" /><Relationship Type="http://schemas.openxmlformats.org/officeDocument/2006/relationships/image" Target="/ppt/media/image.png" Id="Rc7b991152387415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2ce2150cc748b0" /><Relationship Type="http://schemas.openxmlformats.org/officeDocument/2006/relationships/image" Target="/ppt/media/image.png" Id="Re5e8a2c7cd3340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c4deaf791b466a" /><Relationship Type="http://schemas.openxmlformats.org/officeDocument/2006/relationships/image" Target="/ppt/media/image.png" Id="Rc28fc4d7e9e1444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2d813839d4a74" /><Relationship Type="http://schemas.openxmlformats.org/officeDocument/2006/relationships/image" Target="/ppt/media/image.png" Id="R83d8a204f8d54da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7dee429f34686" /><Relationship Type="http://schemas.openxmlformats.org/officeDocument/2006/relationships/image" Target="/ppt/media/image.png" Id="R0082e77b1f0443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4fc0d24d6c4934" /><Relationship Type="http://schemas.openxmlformats.org/officeDocument/2006/relationships/image" Target="/ppt/media/image.png" Id="Rceb27f2219234fe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2dba31cba44ec6" /><Relationship Type="http://schemas.openxmlformats.org/officeDocument/2006/relationships/image" Target="/ppt/media/image.png" Id="R66ca6353256c466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f9f43f87a547c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04a90164c44b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fa0e76312f43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486b02daef4d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b99115238741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e8a2c7cd3340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8fc4d7e9e1444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d8a204f8d54d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82e77b1f0443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b27f2219234fe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ca6353256c466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8d058dab9445c8" /><Relationship Type="http://schemas.openxmlformats.org/officeDocument/2006/relationships/slideLayout" Target="/ppt/slideLayouts/slideLayout1.xml" Id="Re0f5c34cf3044b18" /><Relationship Type="http://schemas.openxmlformats.org/officeDocument/2006/relationships/slideLayout" Target="/ppt/slideLayouts/slideLayout2.xml" Id="Rfe46c7b66b7b4dbe" /><Relationship Type="http://schemas.openxmlformats.org/officeDocument/2006/relationships/slideLayout" Target="/ppt/slideLayouts/slideLayout3.xml" Id="Re22cd49d4d4f4a4a" /><Relationship Type="http://schemas.openxmlformats.org/officeDocument/2006/relationships/slideLayout" Target="/ppt/slideLayouts/slideLayout4.xml" Id="Ra2d3d496440440e0" /><Relationship Type="http://schemas.openxmlformats.org/officeDocument/2006/relationships/slideLayout" Target="/ppt/slideLayouts/slideLayout5.xml" Id="R58e367f2bc364440" /><Relationship Type="http://schemas.openxmlformats.org/officeDocument/2006/relationships/slideLayout" Target="/ppt/slideLayouts/slideLayout6.xml" Id="R73f3f43bee6544b9" /><Relationship Type="http://schemas.openxmlformats.org/officeDocument/2006/relationships/slideLayout" Target="/ppt/slideLayouts/slideLayout7.xml" Id="R5ca8e673d81b4f9f" /><Relationship Type="http://schemas.openxmlformats.org/officeDocument/2006/relationships/slideLayout" Target="/ppt/slideLayouts/slideLayout8.xml" Id="R2af72e78ddd84ac7" /><Relationship Type="http://schemas.openxmlformats.org/officeDocument/2006/relationships/slideLayout" Target="/ppt/slideLayouts/slideLayout9.xml" Id="R1b5185475b21419a" /><Relationship Type="http://schemas.openxmlformats.org/officeDocument/2006/relationships/slideLayout" Target="/ppt/slideLayouts/slideLayout10.xml" Id="Rf63bb941c38d40e2" /><Relationship Type="http://schemas.openxmlformats.org/officeDocument/2006/relationships/slideLayout" Target="/ppt/slideLayouts/slideLayout11.xml" Id="R12777922987141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f5c34cf3044b18"/>
    <p:sldLayoutId xmlns:r="http://schemas.openxmlformats.org/officeDocument/2006/relationships" id="2147483650" r:id="Rfe46c7b66b7b4dbe"/>
    <p:sldLayoutId xmlns:r="http://schemas.openxmlformats.org/officeDocument/2006/relationships" id="2147483651" r:id="Re22cd49d4d4f4a4a"/>
    <p:sldLayoutId xmlns:r="http://schemas.openxmlformats.org/officeDocument/2006/relationships" id="2147483652" r:id="Ra2d3d496440440e0"/>
    <p:sldLayoutId xmlns:r="http://schemas.openxmlformats.org/officeDocument/2006/relationships" id="2147483653" r:id="R58e367f2bc364440"/>
    <p:sldLayoutId xmlns:r="http://schemas.openxmlformats.org/officeDocument/2006/relationships" id="2147483654" r:id="R73f3f43bee6544b9"/>
    <p:sldLayoutId xmlns:r="http://schemas.openxmlformats.org/officeDocument/2006/relationships" id="2147483655" r:id="R5ca8e673d81b4f9f"/>
    <p:sldLayoutId xmlns:r="http://schemas.openxmlformats.org/officeDocument/2006/relationships" id="2147483656" r:id="R2af72e78ddd84ac7"/>
    <p:sldLayoutId xmlns:r="http://schemas.openxmlformats.org/officeDocument/2006/relationships" id="2147483657" r:id="R1b5185475b21419a"/>
    <p:sldLayoutId xmlns:r="http://schemas.openxmlformats.org/officeDocument/2006/relationships" id="2147483658" r:id="Rf63bb941c38d40e2"/>
    <p:sldLayoutId xmlns:r="http://schemas.openxmlformats.org/officeDocument/2006/relationships" id="2147483659" r:id="R127779229871410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7536bf77f142bb" /><Relationship Type="http://schemas.openxmlformats.org/officeDocument/2006/relationships/notesSlide" Target="/ppt/notesSlides/notesSlide1.xml" Id="R790870f66eeb41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ce3aade1614aa4" /><Relationship Type="http://schemas.openxmlformats.org/officeDocument/2006/relationships/notesSlide" Target="/ppt/notesSlides/notesSlide2.xml" Id="R043aacd3bcbf4a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bdd1cacd314fec" /><Relationship Type="http://schemas.openxmlformats.org/officeDocument/2006/relationships/notesSlide" Target="/ppt/notesSlides/notesSlide3.xml" Id="R94032de9b25242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fc77cb33394885" /><Relationship Type="http://schemas.openxmlformats.org/officeDocument/2006/relationships/notesSlide" Target="/ppt/notesSlides/notesSlide4.xml" Id="R2dd7b72e01b749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920b4bc9414a07" /><Relationship Type="http://schemas.openxmlformats.org/officeDocument/2006/relationships/notesSlide" Target="/ppt/notesSlides/notesSlide5.xml" Id="R8bdd8a77d7af48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ac14f98869494a" /><Relationship Type="http://schemas.openxmlformats.org/officeDocument/2006/relationships/notesSlide" Target="/ppt/notesSlides/notesSlide6.xml" Id="R1655b14c3de64b2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0a2f3f62c34650" /><Relationship Type="http://schemas.openxmlformats.org/officeDocument/2006/relationships/notesSlide" Target="/ppt/notesSlides/notesSlide7.xml" Id="Rdaafeaa0a7b34a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3ae1c104234562" /><Relationship Type="http://schemas.openxmlformats.org/officeDocument/2006/relationships/notesSlide" Target="/ppt/notesSlides/notesSlide8.xml" Id="Rd900e3b21aa24c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3f527050e84f67" /><Relationship Type="http://schemas.openxmlformats.org/officeDocument/2006/relationships/notesSlide" Target="/ppt/notesSlides/notesSlide9.xml" Id="R19b12c7f0ee14c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Collect exactly five notes instead of three. The program must display all five in their original input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Replace the fixed input loop with a condition-controlled loop. Keep asking for a note until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entered; do not append or display the sentinel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team roster builder. Ask how many names will be entered, collect exactly that many names into an empty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for one valid replacement position and update that name before displaying the final roster one name per line.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2026-08-26T04:06:10.2340000Z</dcterms:created>
  <dcterms:modified xsi:type="dcterms:W3CDTF">2026-08-26T04:06:10.2340000Z</dcterms:modified>
</coreProperties>
</file>