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519c7c805b4597" /><Relationship Type="http://schemas.openxmlformats.org/officeDocument/2006/relationships/extended-properties" Target="/docProps/app.xml" Id="R08b28156320b4e0c" /><Relationship Type="http://schemas.openxmlformats.org/officeDocument/2006/relationships/officeDocument" Target="/ppt/presentation.xml" Id="R9144cb9629bd406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68fab6babb442a2"/>
  </p:sldMasterIdLst>
  <p:notesMasterIdLst>
    <p:notesMasterId xmlns:r="http://schemas.openxmlformats.org/officeDocument/2006/relationships" r:id="Re675da8a9d814e58"/>
  </p:notesMasterIdLst>
  <p:sldIdLst>
    <p:sldId xmlns:r="http://schemas.openxmlformats.org/officeDocument/2006/relationships" id="256" r:id="R5d169b4deb044a33"/>
    <p:sldId xmlns:r="http://schemas.openxmlformats.org/officeDocument/2006/relationships" id="257" r:id="R0f7c509d59e84e09"/>
    <p:sldId xmlns:r="http://schemas.openxmlformats.org/officeDocument/2006/relationships" id="258" r:id="R26d9446a9e9f4582"/>
    <p:sldId xmlns:r="http://schemas.openxmlformats.org/officeDocument/2006/relationships" id="259" r:id="Rb560835a2be04ab9"/>
    <p:sldId xmlns:r="http://schemas.openxmlformats.org/officeDocument/2006/relationships" id="260" r:id="R889895c2aecc47cd"/>
    <p:sldId xmlns:r="http://schemas.openxmlformats.org/officeDocument/2006/relationships" id="261" r:id="R7aee2985e0ef4f9b"/>
    <p:sldId xmlns:r="http://schemas.openxmlformats.org/officeDocument/2006/relationships" id="262" r:id="R656abb854e7a4d8a"/>
    <p:sldId xmlns:r="http://schemas.openxmlformats.org/officeDocument/2006/relationships" id="263" r:id="Rd3388744823645dc"/>
    <p:sldId xmlns:r="http://schemas.openxmlformats.org/officeDocument/2006/relationships" id="264" r:id="R0e274dcdaa55467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7b392ab75724bc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e631d108b2451c" /><Relationship Type="http://schemas.openxmlformats.org/officeDocument/2006/relationships/slideMaster" Target="/ppt/slideMasters/slideMaster1.xml" Id="Rd68fab6babb442a2" /><Relationship Type="http://schemas.openxmlformats.org/officeDocument/2006/relationships/notesMaster" Target="/ppt/notesMasters/notesMaster1.xml" Id="Re675da8a9d814e58" /><Relationship Type="http://schemas.openxmlformats.org/officeDocument/2006/relationships/presProps" Target="/ppt/presProps.xml" Id="R9c6f6d08043548ec" /><Relationship Type="http://schemas.openxmlformats.org/officeDocument/2006/relationships/viewProps" Target="/ppt/viewProps.xml" Id="Ra93ed0651ad24943" /><Relationship Type="http://schemas.openxmlformats.org/officeDocument/2006/relationships/tableStyles" Target="/ppt/tableStyles.xml" Id="Ra6ba927eb2a04f97" /><Relationship Type="http://schemas.openxmlformats.org/officeDocument/2006/relationships/font" Target="/ppt/fonts/font.dat" Id="R07b392ab75724bc2" /><Relationship Type="http://schemas.openxmlformats.org/officeDocument/2006/relationships/slide" Target="/ppt/slides/slide1.xml" Id="R5d169b4deb044a33" /><Relationship Type="http://schemas.openxmlformats.org/officeDocument/2006/relationships/slide" Target="/ppt/slides/slide2.xml" Id="R0f7c509d59e84e09" /><Relationship Type="http://schemas.openxmlformats.org/officeDocument/2006/relationships/slide" Target="/ppt/slides/slide3.xml" Id="R26d9446a9e9f4582" /><Relationship Type="http://schemas.openxmlformats.org/officeDocument/2006/relationships/slide" Target="/ppt/slides/slide4.xml" Id="Rb560835a2be04ab9" /><Relationship Type="http://schemas.openxmlformats.org/officeDocument/2006/relationships/slide" Target="/ppt/slides/slide5.xml" Id="R889895c2aecc47cd" /><Relationship Type="http://schemas.openxmlformats.org/officeDocument/2006/relationships/slide" Target="/ppt/slides/slide6.xml" Id="R7aee2985e0ef4f9b" /><Relationship Type="http://schemas.openxmlformats.org/officeDocument/2006/relationships/slide" Target="/ppt/slides/slide7.xml" Id="R656abb854e7a4d8a" /><Relationship Type="http://schemas.openxmlformats.org/officeDocument/2006/relationships/slide" Target="/ppt/slides/slide8.xml" Id="Rd3388744823645dc" /><Relationship Type="http://schemas.openxmlformats.org/officeDocument/2006/relationships/slide" Target="/ppt/slides/slide9.xml" Id="R0e274dcdaa5546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273a03935f49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155e5287904c79" /><Relationship Type="http://schemas.openxmlformats.org/officeDocument/2006/relationships/notesMaster" Target="/ppt/notesMasters/notesMaster1.xml" Id="Rf5cc1d6e63474f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ab660d41834005" /><Relationship Type="http://schemas.openxmlformats.org/officeDocument/2006/relationships/notesMaster" Target="/ppt/notesMasters/notesMaster1.xml" Id="Rf87ac66a5dd244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4d3c871bb4860" /><Relationship Type="http://schemas.openxmlformats.org/officeDocument/2006/relationships/notesMaster" Target="/ppt/notesMasters/notesMaster1.xml" Id="R5b7b3a9dd02644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4cdc140bf748b1" /><Relationship Type="http://schemas.openxmlformats.org/officeDocument/2006/relationships/notesMaster" Target="/ppt/notesMasters/notesMaster1.xml" Id="R49c2f750baaf47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c9000c3ec34cf6" /><Relationship Type="http://schemas.openxmlformats.org/officeDocument/2006/relationships/notesMaster" Target="/ppt/notesMasters/notesMaster1.xml" Id="Recff9d3e24c641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889b8164c340e5" /><Relationship Type="http://schemas.openxmlformats.org/officeDocument/2006/relationships/notesMaster" Target="/ppt/notesMasters/notesMaster1.xml" Id="Refbd48d965844b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6fa9839f6a49ce" /><Relationship Type="http://schemas.openxmlformats.org/officeDocument/2006/relationships/notesMaster" Target="/ppt/notesMasters/notesMaster1.xml" Id="Re52b9d828bc4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898dcc4ea14b02" /><Relationship Type="http://schemas.openxmlformats.org/officeDocument/2006/relationships/notesMaster" Target="/ppt/notesMasters/notesMaster1.xml" Id="R21bdb212474c40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f18bf7eb3c4fc1" /><Relationship Type="http://schemas.openxmlformats.org/officeDocument/2006/relationships/notesMaster" Target="/ppt/notesMasters/notesMaster1.xml" Id="R367a1fd49bd144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6121d549634a98" /><Relationship Type="http://schemas.openxmlformats.org/officeDocument/2006/relationships/image" Target="/ppt/media/image.png" Id="R0446e9bb9f9548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36bdbbdca4fa3" /><Relationship Type="http://schemas.openxmlformats.org/officeDocument/2006/relationships/image" Target="/ppt/media/image.png" Id="R0081db27c28246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ac22e2d50472d" /><Relationship Type="http://schemas.openxmlformats.org/officeDocument/2006/relationships/image" Target="/ppt/media/image.png" Id="Ra440bfc05c9940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570fef85946c6" /><Relationship Type="http://schemas.openxmlformats.org/officeDocument/2006/relationships/image" Target="/ppt/media/image.png" Id="Ra8bfc0b2453347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de9177c7f84a10" /><Relationship Type="http://schemas.openxmlformats.org/officeDocument/2006/relationships/image" Target="/ppt/media/image.png" Id="R5a116d13d1a848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d42044dfe4d48" /><Relationship Type="http://schemas.openxmlformats.org/officeDocument/2006/relationships/image" Target="/ppt/media/image.png" Id="Rf7095cc915f14f7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952bcd63714fee" /><Relationship Type="http://schemas.openxmlformats.org/officeDocument/2006/relationships/image" Target="/ppt/media/image.png" Id="R140ebbf0b753436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1e9d81a39442e" /><Relationship Type="http://schemas.openxmlformats.org/officeDocument/2006/relationships/image" Target="/ppt/media/image.png" Id="R2fd1daa3037e4d2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eb0070189645cc" /><Relationship Type="http://schemas.openxmlformats.org/officeDocument/2006/relationships/image" Target="/ppt/media/image.png" Id="Re4bc6ecda87f480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55985847714b08" /><Relationship Type="http://schemas.openxmlformats.org/officeDocument/2006/relationships/image" Target="/ppt/media/image.png" Id="R859facc399f04e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b627ee6144490" /><Relationship Type="http://schemas.openxmlformats.org/officeDocument/2006/relationships/image" Target="/ppt/media/image.png" Id="Rd7f71c121ca74ab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46e9bb9f95483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81db27c28246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40bfc05c9940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bfc0b2453347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116d13d1a848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095cc915f14f7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0ebbf0b753436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d1daa3037e4d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bc6ecda87f480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9facc399f04e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f71c121ca74a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ec275e61a4035" /><Relationship Type="http://schemas.openxmlformats.org/officeDocument/2006/relationships/slideLayout" Target="/ppt/slideLayouts/slideLayout1.xml" Id="R72791fa7873a4666" /><Relationship Type="http://schemas.openxmlformats.org/officeDocument/2006/relationships/slideLayout" Target="/ppt/slideLayouts/slideLayout2.xml" Id="R3f8b915068bb46a7" /><Relationship Type="http://schemas.openxmlformats.org/officeDocument/2006/relationships/slideLayout" Target="/ppt/slideLayouts/slideLayout3.xml" Id="R38fd7170eb754b5e" /><Relationship Type="http://schemas.openxmlformats.org/officeDocument/2006/relationships/slideLayout" Target="/ppt/slideLayouts/slideLayout4.xml" Id="R9a8b28ca8016424b" /><Relationship Type="http://schemas.openxmlformats.org/officeDocument/2006/relationships/slideLayout" Target="/ppt/slideLayouts/slideLayout5.xml" Id="Rba1b1ecf765347b0" /><Relationship Type="http://schemas.openxmlformats.org/officeDocument/2006/relationships/slideLayout" Target="/ppt/slideLayouts/slideLayout6.xml" Id="Re2570246ffbf4f01" /><Relationship Type="http://schemas.openxmlformats.org/officeDocument/2006/relationships/slideLayout" Target="/ppt/slideLayouts/slideLayout7.xml" Id="R37425971c36340be" /><Relationship Type="http://schemas.openxmlformats.org/officeDocument/2006/relationships/slideLayout" Target="/ppt/slideLayouts/slideLayout8.xml" Id="R3681a55330e14c8e" /><Relationship Type="http://schemas.openxmlformats.org/officeDocument/2006/relationships/slideLayout" Target="/ppt/slideLayouts/slideLayout9.xml" Id="R65a50542599c4594" /><Relationship Type="http://schemas.openxmlformats.org/officeDocument/2006/relationships/slideLayout" Target="/ppt/slideLayouts/slideLayout10.xml" Id="Rfb76fa35aeb94c66" /><Relationship Type="http://schemas.openxmlformats.org/officeDocument/2006/relationships/slideLayout" Target="/ppt/slideLayouts/slideLayout11.xml" Id="R43adf42d181542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791fa7873a4666"/>
    <p:sldLayoutId xmlns:r="http://schemas.openxmlformats.org/officeDocument/2006/relationships" id="2147483650" r:id="R3f8b915068bb46a7"/>
    <p:sldLayoutId xmlns:r="http://schemas.openxmlformats.org/officeDocument/2006/relationships" id="2147483651" r:id="R38fd7170eb754b5e"/>
    <p:sldLayoutId xmlns:r="http://schemas.openxmlformats.org/officeDocument/2006/relationships" id="2147483652" r:id="R9a8b28ca8016424b"/>
    <p:sldLayoutId xmlns:r="http://schemas.openxmlformats.org/officeDocument/2006/relationships" id="2147483653" r:id="Rba1b1ecf765347b0"/>
    <p:sldLayoutId xmlns:r="http://schemas.openxmlformats.org/officeDocument/2006/relationships" id="2147483654" r:id="Re2570246ffbf4f01"/>
    <p:sldLayoutId xmlns:r="http://schemas.openxmlformats.org/officeDocument/2006/relationships" id="2147483655" r:id="R37425971c36340be"/>
    <p:sldLayoutId xmlns:r="http://schemas.openxmlformats.org/officeDocument/2006/relationships" id="2147483656" r:id="R3681a55330e14c8e"/>
    <p:sldLayoutId xmlns:r="http://schemas.openxmlformats.org/officeDocument/2006/relationships" id="2147483657" r:id="R65a50542599c4594"/>
    <p:sldLayoutId xmlns:r="http://schemas.openxmlformats.org/officeDocument/2006/relationships" id="2147483658" r:id="Rfb76fa35aeb94c66"/>
    <p:sldLayoutId xmlns:r="http://schemas.openxmlformats.org/officeDocument/2006/relationships" id="2147483659" r:id="R43adf42d1815425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a0fe15a01453a" /><Relationship Type="http://schemas.openxmlformats.org/officeDocument/2006/relationships/notesSlide" Target="/ppt/notesSlides/notesSlide1.xml" Id="R9aad7f38f49f4e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d16a047de74bfa" /><Relationship Type="http://schemas.openxmlformats.org/officeDocument/2006/relationships/notesSlide" Target="/ppt/notesSlides/notesSlide2.xml" Id="R617d8437ab614f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432cabf87642cb" /><Relationship Type="http://schemas.openxmlformats.org/officeDocument/2006/relationships/notesSlide" Target="/ppt/notesSlides/notesSlide3.xml" Id="R907b82c72e094b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51f6a596d452a" /><Relationship Type="http://schemas.openxmlformats.org/officeDocument/2006/relationships/notesSlide" Target="/ppt/notesSlides/notesSlide4.xml" Id="R8ba6f718999947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cf6e42de784330" /><Relationship Type="http://schemas.openxmlformats.org/officeDocument/2006/relationships/notesSlide" Target="/ppt/notesSlides/notesSlide5.xml" Id="R31c2c8d082794f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5786aa838948da" /><Relationship Type="http://schemas.openxmlformats.org/officeDocument/2006/relationships/notesSlide" Target="/ppt/notesSlides/notesSlide6.xml" Id="R7dd79bd4686a47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4dcfad6288432d" /><Relationship Type="http://schemas.openxmlformats.org/officeDocument/2006/relationships/notesSlide" Target="/ppt/notesSlides/notesSlide7.xml" Id="Rfe3028b6b26e4b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5bc8630036493a" /><Relationship Type="http://schemas.openxmlformats.org/officeDocument/2006/relationships/notesSlide" Target="/ppt/notesSlides/notesSlide8.xml" Id="Rab312c0f8ad640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b9fe1b2db94a12" /><Relationship Type="http://schemas.openxmlformats.org/officeDocument/2006/relationships/notesSlide" Target="/ppt/notesSlides/notesSlide9.xml" Id="R22841f65b6114f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output so each saved note is numbered from 1. Store 1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second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note, then add 1. For example, if the first note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replaces the first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collects notes until the user enters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Append every other answer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notes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 saved notes as before.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only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team roster.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roster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how many names to enter, and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append that many names. Ask for a position and a replacement name, update that item, then display each name on its own line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roster:"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2026-09-28T08:29:33.8120000Z</dcterms:created>
  <dcterms:modified xsi:type="dcterms:W3CDTF">2026-09-28T08:29:33.8120000Z</dcterms:modified>
</coreProperties>
</file>