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604c324a5a4935" /><Relationship Type="http://schemas.openxmlformats.org/officeDocument/2006/relationships/extended-properties" Target="/docProps/app.xml" Id="Rcb14341f480f410c" /><Relationship Type="http://schemas.openxmlformats.org/officeDocument/2006/relationships/officeDocument" Target="/ppt/presentation.xml" Id="R804d00e4a0b74bc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65c4b850285492e"/>
  </p:sldMasterIdLst>
  <p:notesMasterIdLst>
    <p:notesMasterId xmlns:r="http://schemas.openxmlformats.org/officeDocument/2006/relationships" r:id="R196dd5faf3844528"/>
  </p:notesMasterIdLst>
  <p:sldIdLst>
    <p:sldId xmlns:r="http://schemas.openxmlformats.org/officeDocument/2006/relationships" id="256" r:id="R032c24796d004e41"/>
    <p:sldId xmlns:r="http://schemas.openxmlformats.org/officeDocument/2006/relationships" id="257" r:id="Ra377760a0f0448f8"/>
    <p:sldId xmlns:r="http://schemas.openxmlformats.org/officeDocument/2006/relationships" id="258" r:id="R4096d28671af45fa"/>
    <p:sldId xmlns:r="http://schemas.openxmlformats.org/officeDocument/2006/relationships" id="259" r:id="R867b22a36c2a4363"/>
    <p:sldId xmlns:r="http://schemas.openxmlformats.org/officeDocument/2006/relationships" id="260" r:id="Rbd9546c600b9471c"/>
    <p:sldId xmlns:r="http://schemas.openxmlformats.org/officeDocument/2006/relationships" id="261" r:id="R2ab2361ea94f4e45"/>
    <p:sldId xmlns:r="http://schemas.openxmlformats.org/officeDocument/2006/relationships" id="262" r:id="R681bf994719c47c9"/>
    <p:sldId xmlns:r="http://schemas.openxmlformats.org/officeDocument/2006/relationships" id="263" r:id="Rb064bdd081b64944"/>
    <p:sldId xmlns:r="http://schemas.openxmlformats.org/officeDocument/2006/relationships" id="264" r:id="R47134b1adb00409c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b56032ed03a4421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df051922b84dcd" /><Relationship Type="http://schemas.openxmlformats.org/officeDocument/2006/relationships/slideMaster" Target="/ppt/slideMasters/slideMaster1.xml" Id="Rc65c4b850285492e" /><Relationship Type="http://schemas.openxmlformats.org/officeDocument/2006/relationships/notesMaster" Target="/ppt/notesMasters/notesMaster1.xml" Id="R196dd5faf3844528" /><Relationship Type="http://schemas.openxmlformats.org/officeDocument/2006/relationships/presProps" Target="/ppt/presProps.xml" Id="R9c562afcd66541b2" /><Relationship Type="http://schemas.openxmlformats.org/officeDocument/2006/relationships/viewProps" Target="/ppt/viewProps.xml" Id="R6d5e5f4d11c14f9a" /><Relationship Type="http://schemas.openxmlformats.org/officeDocument/2006/relationships/tableStyles" Target="/ppt/tableStyles.xml" Id="R2f2974248db94696" /><Relationship Type="http://schemas.openxmlformats.org/officeDocument/2006/relationships/font" Target="/ppt/fonts/font.dat" Id="Rb56032ed03a44216" /><Relationship Type="http://schemas.openxmlformats.org/officeDocument/2006/relationships/slide" Target="/ppt/slides/slide1.xml" Id="R032c24796d004e41" /><Relationship Type="http://schemas.openxmlformats.org/officeDocument/2006/relationships/slide" Target="/ppt/slides/slide2.xml" Id="Ra377760a0f0448f8" /><Relationship Type="http://schemas.openxmlformats.org/officeDocument/2006/relationships/slide" Target="/ppt/slides/slide3.xml" Id="R4096d28671af45fa" /><Relationship Type="http://schemas.openxmlformats.org/officeDocument/2006/relationships/slide" Target="/ppt/slides/slide4.xml" Id="R867b22a36c2a4363" /><Relationship Type="http://schemas.openxmlformats.org/officeDocument/2006/relationships/slide" Target="/ppt/slides/slide5.xml" Id="Rbd9546c600b9471c" /><Relationship Type="http://schemas.openxmlformats.org/officeDocument/2006/relationships/slide" Target="/ppt/slides/slide6.xml" Id="R2ab2361ea94f4e45" /><Relationship Type="http://schemas.openxmlformats.org/officeDocument/2006/relationships/slide" Target="/ppt/slides/slide7.xml" Id="R681bf994719c47c9" /><Relationship Type="http://schemas.openxmlformats.org/officeDocument/2006/relationships/slide" Target="/ppt/slides/slide8.xml" Id="Rb064bdd081b64944" /><Relationship Type="http://schemas.openxmlformats.org/officeDocument/2006/relationships/slide" Target="/ppt/slides/slide9.xml" Id="R47134b1adb0040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67b3db90db4b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aa6cf91d65461d" /><Relationship Type="http://schemas.openxmlformats.org/officeDocument/2006/relationships/notesMaster" Target="/ppt/notesMasters/notesMaster1.xml" Id="R55a0669cf9ab44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bae19c758046d4" /><Relationship Type="http://schemas.openxmlformats.org/officeDocument/2006/relationships/notesMaster" Target="/ppt/notesMasters/notesMaster1.xml" Id="Rc73c2637a21b4e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c1a712bda24ad9" /><Relationship Type="http://schemas.openxmlformats.org/officeDocument/2006/relationships/notesMaster" Target="/ppt/notesMasters/notesMaster1.xml" Id="R48dd73fd9e4142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82f10d66b74972" /><Relationship Type="http://schemas.openxmlformats.org/officeDocument/2006/relationships/notesMaster" Target="/ppt/notesMasters/notesMaster1.xml" Id="R4e311d66f4e640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15c35d41b9457c" /><Relationship Type="http://schemas.openxmlformats.org/officeDocument/2006/relationships/notesMaster" Target="/ppt/notesMasters/notesMaster1.xml" Id="R4e50bd88024c40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0282b6045842de" /><Relationship Type="http://schemas.openxmlformats.org/officeDocument/2006/relationships/notesMaster" Target="/ppt/notesMasters/notesMaster1.xml" Id="Rc871a47b51c54e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a62ec8e1ea4e4e" /><Relationship Type="http://schemas.openxmlformats.org/officeDocument/2006/relationships/notesMaster" Target="/ppt/notesMasters/notesMaster1.xml" Id="R9773f2e95e3849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780a4f750640d9" /><Relationship Type="http://schemas.openxmlformats.org/officeDocument/2006/relationships/notesMaster" Target="/ppt/notesMasters/notesMaster1.xml" Id="Rafc91c151c4f4d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b6e4b694a041ee" /><Relationship Type="http://schemas.openxmlformats.org/officeDocument/2006/relationships/notesMaster" Target="/ppt/notesMasters/notesMaster1.xml" Id="R796d395593884a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9e9b5ce03b43d4" /><Relationship Type="http://schemas.openxmlformats.org/officeDocument/2006/relationships/image" Target="/ppt/media/image.png" Id="R4e8e2dd41ad745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808b44656c4de1" /><Relationship Type="http://schemas.openxmlformats.org/officeDocument/2006/relationships/image" Target="/ppt/media/image.png" Id="Rfe2d669ee95047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17054da244be4" /><Relationship Type="http://schemas.openxmlformats.org/officeDocument/2006/relationships/image" Target="/ppt/media/image.png" Id="R1430303d7c884b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a5720e3054353" /><Relationship Type="http://schemas.openxmlformats.org/officeDocument/2006/relationships/image" Target="/ppt/media/image.png" Id="R5f3dce0ec31849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b5f92df63d4cb3" /><Relationship Type="http://schemas.openxmlformats.org/officeDocument/2006/relationships/image" Target="/ppt/media/image.png" Id="R1ce832592b1744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fc4ccd9ff64bc9" /><Relationship Type="http://schemas.openxmlformats.org/officeDocument/2006/relationships/image" Target="/ppt/media/image.png" Id="Raa569f6b4ccb424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972bafd984fab" /><Relationship Type="http://schemas.openxmlformats.org/officeDocument/2006/relationships/image" Target="/ppt/media/image.png" Id="R3f04acf178144a3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c870b91374d67" /><Relationship Type="http://schemas.openxmlformats.org/officeDocument/2006/relationships/image" Target="/ppt/media/image.png" Id="R5aa05ed0aff9466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4b2630d679442c" /><Relationship Type="http://schemas.openxmlformats.org/officeDocument/2006/relationships/image" Target="/ppt/media/image.png" Id="Rf6461779794d44a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86faa485e42e1" /><Relationship Type="http://schemas.openxmlformats.org/officeDocument/2006/relationships/image" Target="/ppt/media/image.png" Id="R7e1b04d032a64b1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847170c7a4183" /><Relationship Type="http://schemas.openxmlformats.org/officeDocument/2006/relationships/image" Target="/ppt/media/image.png" Id="R0dad6a5d8195402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8e2dd41ad74525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2d669ee950472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30303d7c884b5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3dce0ec318499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e832592b17444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569f6b4ccb424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04acf178144a3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a05ed0aff9466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461779794d44a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1b04d032a64b1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ad6a5d8195402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4d79ceef724561" /><Relationship Type="http://schemas.openxmlformats.org/officeDocument/2006/relationships/slideLayout" Target="/ppt/slideLayouts/slideLayout1.xml" Id="R8859a6b1d8f84949" /><Relationship Type="http://schemas.openxmlformats.org/officeDocument/2006/relationships/slideLayout" Target="/ppt/slideLayouts/slideLayout2.xml" Id="R870e8295a6494d99" /><Relationship Type="http://schemas.openxmlformats.org/officeDocument/2006/relationships/slideLayout" Target="/ppt/slideLayouts/slideLayout3.xml" Id="Rfc0afb40f5d046db" /><Relationship Type="http://schemas.openxmlformats.org/officeDocument/2006/relationships/slideLayout" Target="/ppt/slideLayouts/slideLayout4.xml" Id="Ra08bc8509cec4a08" /><Relationship Type="http://schemas.openxmlformats.org/officeDocument/2006/relationships/slideLayout" Target="/ppt/slideLayouts/slideLayout5.xml" Id="Re0924e8067b345e7" /><Relationship Type="http://schemas.openxmlformats.org/officeDocument/2006/relationships/slideLayout" Target="/ppt/slideLayouts/slideLayout6.xml" Id="Rcc115d072b474e2d" /><Relationship Type="http://schemas.openxmlformats.org/officeDocument/2006/relationships/slideLayout" Target="/ppt/slideLayouts/slideLayout7.xml" Id="Rf7177e058499472a" /><Relationship Type="http://schemas.openxmlformats.org/officeDocument/2006/relationships/slideLayout" Target="/ppt/slideLayouts/slideLayout8.xml" Id="Rc76c0e5b8cfb4aee" /><Relationship Type="http://schemas.openxmlformats.org/officeDocument/2006/relationships/slideLayout" Target="/ppt/slideLayouts/slideLayout9.xml" Id="R6676f28d500745e5" /><Relationship Type="http://schemas.openxmlformats.org/officeDocument/2006/relationships/slideLayout" Target="/ppt/slideLayouts/slideLayout10.xml" Id="R118af9961363486f" /><Relationship Type="http://schemas.openxmlformats.org/officeDocument/2006/relationships/slideLayout" Target="/ppt/slideLayouts/slideLayout11.xml" Id="R32846279cdb44ee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59a6b1d8f84949"/>
    <p:sldLayoutId xmlns:r="http://schemas.openxmlformats.org/officeDocument/2006/relationships" id="2147483650" r:id="R870e8295a6494d99"/>
    <p:sldLayoutId xmlns:r="http://schemas.openxmlformats.org/officeDocument/2006/relationships" id="2147483651" r:id="Rfc0afb40f5d046db"/>
    <p:sldLayoutId xmlns:r="http://schemas.openxmlformats.org/officeDocument/2006/relationships" id="2147483652" r:id="Ra08bc8509cec4a08"/>
    <p:sldLayoutId xmlns:r="http://schemas.openxmlformats.org/officeDocument/2006/relationships" id="2147483653" r:id="Re0924e8067b345e7"/>
    <p:sldLayoutId xmlns:r="http://schemas.openxmlformats.org/officeDocument/2006/relationships" id="2147483654" r:id="Rcc115d072b474e2d"/>
    <p:sldLayoutId xmlns:r="http://schemas.openxmlformats.org/officeDocument/2006/relationships" id="2147483655" r:id="Rf7177e058499472a"/>
    <p:sldLayoutId xmlns:r="http://schemas.openxmlformats.org/officeDocument/2006/relationships" id="2147483656" r:id="Rc76c0e5b8cfb4aee"/>
    <p:sldLayoutId xmlns:r="http://schemas.openxmlformats.org/officeDocument/2006/relationships" id="2147483657" r:id="R6676f28d500745e5"/>
    <p:sldLayoutId xmlns:r="http://schemas.openxmlformats.org/officeDocument/2006/relationships" id="2147483658" r:id="R118af9961363486f"/>
    <p:sldLayoutId xmlns:r="http://schemas.openxmlformats.org/officeDocument/2006/relationships" id="2147483659" r:id="R32846279cdb44ee6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8d522a19b465f" /><Relationship Type="http://schemas.openxmlformats.org/officeDocument/2006/relationships/notesSlide" Target="/ppt/notesSlides/notesSlide1.xml" Id="R05f309b7902a4e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6d664d5cc54144" /><Relationship Type="http://schemas.openxmlformats.org/officeDocument/2006/relationships/notesSlide" Target="/ppt/notesSlides/notesSlide2.xml" Id="Rad45477e6b1942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4ff0094f074a37" /><Relationship Type="http://schemas.openxmlformats.org/officeDocument/2006/relationships/notesSlide" Target="/ppt/notesSlides/notesSlide3.xml" Id="R6779fa3b78a84a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52c237b273489d" /><Relationship Type="http://schemas.openxmlformats.org/officeDocument/2006/relationships/notesSlide" Target="/ppt/notesSlides/notesSlide4.xml" Id="R6509e19984e544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a6c82d1ea64636" /><Relationship Type="http://schemas.openxmlformats.org/officeDocument/2006/relationships/notesSlide" Target="/ppt/notesSlides/notesSlide5.xml" Id="Radefbbc9f7254c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ecb44ef6a34b16" /><Relationship Type="http://schemas.openxmlformats.org/officeDocument/2006/relationships/notesSlide" Target="/ppt/notesSlides/notesSlide6.xml" Id="R91e188fc9e4c4a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3fd4089ef94476" /><Relationship Type="http://schemas.openxmlformats.org/officeDocument/2006/relationships/notesSlide" Target="/ppt/notesSlides/notesSlide7.xml" Id="R56eda6a00ec442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bc54ac09aa4dda" /><Relationship Type="http://schemas.openxmlformats.org/officeDocument/2006/relationships/notesSlide" Target="/ppt/notesSlides/notesSlide8.xml" Id="R99e8bc867b504f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73e00f5e604302" /><Relationship Type="http://schemas.openxmlformats.org/officeDocument/2006/relationships/notesSlide" Target="/ppt/notesSlides/notesSlide9.xml" Id="R4c96bd520f534f9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98152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Building Lists with Loops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26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notes = []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(3):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note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note: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notes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(note)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"Saved notes:"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note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notes: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(note)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notes = []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(3):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note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note: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notes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(note)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"Saved notes:"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note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notes: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(note)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notes = []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(3):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note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note: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notes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(note)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"Saved notes:"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note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notes: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(note)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must the empty list be created before the input loop begins?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happens if append() is placed after the loop instead of inside it?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does range(3) make the program ask for exactly three notes?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Why does the second for loop use note to display each saved value rather than using count?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notes = []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(3):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note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note: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notes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(note)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"Saved notes:"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note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notes: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(note)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example's output so each saved note is numbered from 1. Store 1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number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before the second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loop, display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number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the note, then add 1. For example, if the first note is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"milk"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 milk"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notes = []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(3):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note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note: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notes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(note)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"Saved notes:"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note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notes: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(note)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a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replaces the first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and collects notes until the user enters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"stop"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Append every other answer to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notes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display the saved notes as before.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"alpha"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"beta"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"stop"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 only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"alpha"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"beta"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notes = []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(3):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note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note: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notes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(note)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"Saved notes:"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note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notes: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(note)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team roster. Start with an empty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called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roster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ask how many names to enter, and use a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and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append that many names. Ask for a position and a replacement name, update that item, then display each name on its own line after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"Final roster:"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notes = []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(3):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note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note: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notes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(note)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"Saved notes:"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note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notes: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(note)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3395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notes = []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(3):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note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note: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notes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(note)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note </a:t>
            </a: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notes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(note)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2026-09-28T09:10:05.7550000Z</dcterms:created>
  <dcterms:modified xsi:type="dcterms:W3CDTF">2026-09-28T09:10:05.7550000Z</dcterms:modified>
</coreProperties>
</file>