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23b80d9013947b6" /><Relationship Type="http://schemas.openxmlformats.org/officeDocument/2006/relationships/extended-properties" Target="/docProps/app.xml" Id="R78d5c04626a84d91" /><Relationship Type="http://schemas.openxmlformats.org/officeDocument/2006/relationships/officeDocument" Target="/ppt/presentation.xml" Id="R8bfe0ace58b749fd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34b4c30199f64396"/>
  </p:sldMasterIdLst>
  <p:notesMasterIdLst>
    <p:notesMasterId xmlns:r="http://schemas.openxmlformats.org/officeDocument/2006/relationships" r:id="R41c5f5c7152143bb"/>
  </p:notesMasterIdLst>
  <p:sldIdLst>
    <p:sldId xmlns:r="http://schemas.openxmlformats.org/officeDocument/2006/relationships" id="256" r:id="R007cfc76d1454547"/>
    <p:sldId xmlns:r="http://schemas.openxmlformats.org/officeDocument/2006/relationships" id="257" r:id="R28f32066116940f3"/>
    <p:sldId xmlns:r="http://schemas.openxmlformats.org/officeDocument/2006/relationships" id="258" r:id="R9372de8395714984"/>
    <p:sldId xmlns:r="http://schemas.openxmlformats.org/officeDocument/2006/relationships" id="259" r:id="Rd7e1d71bf1354cf4"/>
    <p:sldId xmlns:r="http://schemas.openxmlformats.org/officeDocument/2006/relationships" id="260" r:id="R2aa85a82632a45d4"/>
    <p:sldId xmlns:r="http://schemas.openxmlformats.org/officeDocument/2006/relationships" id="261" r:id="R53d40c5cbfd74a8b"/>
    <p:sldId xmlns:r="http://schemas.openxmlformats.org/officeDocument/2006/relationships" id="262" r:id="Ra7a55d86259a40fb"/>
    <p:sldId xmlns:r="http://schemas.openxmlformats.org/officeDocument/2006/relationships" id="263" r:id="Rfd5aaf21392045ef"/>
    <p:sldId xmlns:r="http://schemas.openxmlformats.org/officeDocument/2006/relationships" id="264" r:id="R972b016734224219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df9f1e285e344549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afe3ac6e5f1436c" /><Relationship Type="http://schemas.openxmlformats.org/officeDocument/2006/relationships/slideMaster" Target="/ppt/slideMasters/slideMaster1.xml" Id="R34b4c30199f64396" /><Relationship Type="http://schemas.openxmlformats.org/officeDocument/2006/relationships/notesMaster" Target="/ppt/notesMasters/notesMaster1.xml" Id="R41c5f5c7152143bb" /><Relationship Type="http://schemas.openxmlformats.org/officeDocument/2006/relationships/presProps" Target="/ppt/presProps.xml" Id="Rfc3bcfac22574862" /><Relationship Type="http://schemas.openxmlformats.org/officeDocument/2006/relationships/viewProps" Target="/ppt/viewProps.xml" Id="Re5312092fd85422f" /><Relationship Type="http://schemas.openxmlformats.org/officeDocument/2006/relationships/tableStyles" Target="/ppt/tableStyles.xml" Id="R89e2447eb04a4955" /><Relationship Type="http://schemas.openxmlformats.org/officeDocument/2006/relationships/font" Target="/ppt/fonts/font.dat" Id="Rdf9f1e285e344549" /><Relationship Type="http://schemas.openxmlformats.org/officeDocument/2006/relationships/slide" Target="/ppt/slides/slide1.xml" Id="R007cfc76d1454547" /><Relationship Type="http://schemas.openxmlformats.org/officeDocument/2006/relationships/slide" Target="/ppt/slides/slide2.xml" Id="R28f32066116940f3" /><Relationship Type="http://schemas.openxmlformats.org/officeDocument/2006/relationships/slide" Target="/ppt/slides/slide3.xml" Id="R9372de8395714984" /><Relationship Type="http://schemas.openxmlformats.org/officeDocument/2006/relationships/slide" Target="/ppt/slides/slide4.xml" Id="Rd7e1d71bf1354cf4" /><Relationship Type="http://schemas.openxmlformats.org/officeDocument/2006/relationships/slide" Target="/ppt/slides/slide5.xml" Id="R2aa85a82632a45d4" /><Relationship Type="http://schemas.openxmlformats.org/officeDocument/2006/relationships/slide" Target="/ppt/slides/slide6.xml" Id="R53d40c5cbfd74a8b" /><Relationship Type="http://schemas.openxmlformats.org/officeDocument/2006/relationships/slide" Target="/ppt/slides/slide7.xml" Id="Ra7a55d86259a40fb" /><Relationship Type="http://schemas.openxmlformats.org/officeDocument/2006/relationships/slide" Target="/ppt/slides/slide8.xml" Id="Rfd5aaf21392045ef" /><Relationship Type="http://schemas.openxmlformats.org/officeDocument/2006/relationships/slide" Target="/ppt/slides/slide9.xml" Id="R972b01673422421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5cd61d8929e4cd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e529764edfa4d33" /><Relationship Type="http://schemas.openxmlformats.org/officeDocument/2006/relationships/notesMaster" Target="/ppt/notesMasters/notesMaster1.xml" Id="R2c76be6e9c384bc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ecfc3b53ce6432c" /><Relationship Type="http://schemas.openxmlformats.org/officeDocument/2006/relationships/notesMaster" Target="/ppt/notesMasters/notesMaster1.xml" Id="R96ccff0c980e4ad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cc57bf0e84c4912" /><Relationship Type="http://schemas.openxmlformats.org/officeDocument/2006/relationships/notesMaster" Target="/ppt/notesMasters/notesMaster1.xml" Id="R845674214fea4b6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f5c9f6cf7714818" /><Relationship Type="http://schemas.openxmlformats.org/officeDocument/2006/relationships/notesMaster" Target="/ppt/notesMasters/notesMaster1.xml" Id="R16184cbc1c51418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c87320c4b9a4ed5" /><Relationship Type="http://schemas.openxmlformats.org/officeDocument/2006/relationships/notesMaster" Target="/ppt/notesMasters/notesMaster1.xml" Id="R83bb8028f29a4b5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0579a716ac64265" /><Relationship Type="http://schemas.openxmlformats.org/officeDocument/2006/relationships/notesMaster" Target="/ppt/notesMasters/notesMaster1.xml" Id="Rb6d0a12d138d4f6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f3c7508bfdb484a" /><Relationship Type="http://schemas.openxmlformats.org/officeDocument/2006/relationships/notesMaster" Target="/ppt/notesMasters/notesMaster1.xml" Id="R4fce3d6487174f6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bed46355cde422d" /><Relationship Type="http://schemas.openxmlformats.org/officeDocument/2006/relationships/notesMaster" Target="/ppt/notesMasters/notesMaster1.xml" Id="Rc53852173947457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2b0587f9b874327" /><Relationship Type="http://schemas.openxmlformats.org/officeDocument/2006/relationships/notesMaster" Target="/ppt/notesMasters/notesMaster1.xml" Id="Rd503a0a5082c49e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5583ad5233d4a06" /><Relationship Type="http://schemas.openxmlformats.org/officeDocument/2006/relationships/image" Target="/ppt/media/image.png" Id="R998e0bfa86084ef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ce43945650048a2" /><Relationship Type="http://schemas.openxmlformats.org/officeDocument/2006/relationships/image" Target="/ppt/media/image.png" Id="R0625a122d6f4497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a0cc05f3de141c2" /><Relationship Type="http://schemas.openxmlformats.org/officeDocument/2006/relationships/image" Target="/ppt/media/image.png" Id="R40bf49968bbb400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53ae727540f4615" /><Relationship Type="http://schemas.openxmlformats.org/officeDocument/2006/relationships/image" Target="/ppt/media/image.png" Id="Rd3491a08e0da4f87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511602e960e4933" /><Relationship Type="http://schemas.openxmlformats.org/officeDocument/2006/relationships/image" Target="/ppt/media/image.png" Id="R4a6f254c86a2402e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0ba264df059408e" /><Relationship Type="http://schemas.openxmlformats.org/officeDocument/2006/relationships/image" Target="/ppt/media/image.png" Id="R6e6355c81b6e4136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679e2c6a67742bf" /><Relationship Type="http://schemas.openxmlformats.org/officeDocument/2006/relationships/image" Target="/ppt/media/image.png" Id="R101bb04a22e84d61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e64633b1e5c4270" /><Relationship Type="http://schemas.openxmlformats.org/officeDocument/2006/relationships/image" Target="/ppt/media/image.png" Id="R2594074ba74646e2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c21bf4308364021" /><Relationship Type="http://schemas.openxmlformats.org/officeDocument/2006/relationships/image" Target="/ppt/media/image.png" Id="Rb0a6d5f4fe974fa9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0f87dc9c7954d43" /><Relationship Type="http://schemas.openxmlformats.org/officeDocument/2006/relationships/image" Target="/ppt/media/image.png" Id="R658cb2b4fc574a8b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f0580da6bb8455c" /><Relationship Type="http://schemas.openxmlformats.org/officeDocument/2006/relationships/image" Target="/ppt/media/image.png" Id="R96cf6959a03b4486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98e0bfa86084ef5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625a122d6f4497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0bf49968bbb400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3491a08e0da4f8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a6f254c86a2402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e6355c81b6e413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01bb04a22e84d6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594074ba74646e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0a6d5f4fe974fa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58cb2b4fc574a8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6cf6959a03b448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4316f72f91f4a4b" /><Relationship Type="http://schemas.openxmlformats.org/officeDocument/2006/relationships/slideLayout" Target="/ppt/slideLayouts/slideLayout1.xml" Id="Rf7be22df1dd34df8" /><Relationship Type="http://schemas.openxmlformats.org/officeDocument/2006/relationships/slideLayout" Target="/ppt/slideLayouts/slideLayout2.xml" Id="R7bda02ae757d4259" /><Relationship Type="http://schemas.openxmlformats.org/officeDocument/2006/relationships/slideLayout" Target="/ppt/slideLayouts/slideLayout3.xml" Id="Rf22e87656c424704" /><Relationship Type="http://schemas.openxmlformats.org/officeDocument/2006/relationships/slideLayout" Target="/ppt/slideLayouts/slideLayout4.xml" Id="R0bad9d31678b4647" /><Relationship Type="http://schemas.openxmlformats.org/officeDocument/2006/relationships/slideLayout" Target="/ppt/slideLayouts/slideLayout5.xml" Id="R04ea555021414d36" /><Relationship Type="http://schemas.openxmlformats.org/officeDocument/2006/relationships/slideLayout" Target="/ppt/slideLayouts/slideLayout6.xml" Id="R2b83ce50d9a247c1" /><Relationship Type="http://schemas.openxmlformats.org/officeDocument/2006/relationships/slideLayout" Target="/ppt/slideLayouts/slideLayout7.xml" Id="R24a64fa7f88e4200" /><Relationship Type="http://schemas.openxmlformats.org/officeDocument/2006/relationships/slideLayout" Target="/ppt/slideLayouts/slideLayout8.xml" Id="R52068ba1388c4c87" /><Relationship Type="http://schemas.openxmlformats.org/officeDocument/2006/relationships/slideLayout" Target="/ppt/slideLayouts/slideLayout9.xml" Id="Rab14fb851a344b2d" /><Relationship Type="http://schemas.openxmlformats.org/officeDocument/2006/relationships/slideLayout" Target="/ppt/slideLayouts/slideLayout10.xml" Id="Ra3c0ef30f1d844ff" /><Relationship Type="http://schemas.openxmlformats.org/officeDocument/2006/relationships/slideLayout" Target="/ppt/slideLayouts/slideLayout11.xml" Id="R44ef70f3ee98489e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7be22df1dd34df8"/>
    <p:sldLayoutId xmlns:r="http://schemas.openxmlformats.org/officeDocument/2006/relationships" id="2147483650" r:id="R7bda02ae757d4259"/>
    <p:sldLayoutId xmlns:r="http://schemas.openxmlformats.org/officeDocument/2006/relationships" id="2147483651" r:id="Rf22e87656c424704"/>
    <p:sldLayoutId xmlns:r="http://schemas.openxmlformats.org/officeDocument/2006/relationships" id="2147483652" r:id="R0bad9d31678b4647"/>
    <p:sldLayoutId xmlns:r="http://schemas.openxmlformats.org/officeDocument/2006/relationships" id="2147483653" r:id="R04ea555021414d36"/>
    <p:sldLayoutId xmlns:r="http://schemas.openxmlformats.org/officeDocument/2006/relationships" id="2147483654" r:id="R2b83ce50d9a247c1"/>
    <p:sldLayoutId xmlns:r="http://schemas.openxmlformats.org/officeDocument/2006/relationships" id="2147483655" r:id="R24a64fa7f88e4200"/>
    <p:sldLayoutId xmlns:r="http://schemas.openxmlformats.org/officeDocument/2006/relationships" id="2147483656" r:id="R52068ba1388c4c87"/>
    <p:sldLayoutId xmlns:r="http://schemas.openxmlformats.org/officeDocument/2006/relationships" id="2147483657" r:id="Rab14fb851a344b2d"/>
    <p:sldLayoutId xmlns:r="http://schemas.openxmlformats.org/officeDocument/2006/relationships" id="2147483658" r:id="Ra3c0ef30f1d844ff"/>
    <p:sldLayoutId xmlns:r="http://schemas.openxmlformats.org/officeDocument/2006/relationships" id="2147483659" r:id="R44ef70f3ee98489e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ea6e3a53e54aa2" /><Relationship Type="http://schemas.openxmlformats.org/officeDocument/2006/relationships/notesSlide" Target="/ppt/notesSlides/notesSlide1.xml" Id="Rcff25efd106a449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df5ea328bb6478f" /><Relationship Type="http://schemas.openxmlformats.org/officeDocument/2006/relationships/notesSlide" Target="/ppt/notesSlides/notesSlide2.xml" Id="Rca84686886954e7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afbad7d33cb4127" /><Relationship Type="http://schemas.openxmlformats.org/officeDocument/2006/relationships/notesSlide" Target="/ppt/notesSlides/notesSlide3.xml" Id="R511315a5acc0426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15372c7a8844d92" /><Relationship Type="http://schemas.openxmlformats.org/officeDocument/2006/relationships/notesSlide" Target="/ppt/notesSlides/notesSlide4.xml" Id="R53de803837c8479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2adada49f04418b" /><Relationship Type="http://schemas.openxmlformats.org/officeDocument/2006/relationships/notesSlide" Target="/ppt/notesSlides/notesSlide5.xml" Id="R11baf2e5d4684f0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a53294fb40040ea" /><Relationship Type="http://schemas.openxmlformats.org/officeDocument/2006/relationships/notesSlide" Target="/ppt/notesSlides/notesSlide6.xml" Id="R4b10e3fc328e4c6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d9161195775424f" /><Relationship Type="http://schemas.openxmlformats.org/officeDocument/2006/relationships/notesSlide" Target="/ppt/notesSlides/notesSlide7.xml" Id="R469e01d5d24f470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c8cc195b0694f01" /><Relationship Type="http://schemas.openxmlformats.org/officeDocument/2006/relationships/notesSlide" Target="/ppt/notesSlides/notesSlide8.xml" Id="R34653a62ca3c4c1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34c59e2326f4b7c" /><Relationship Type="http://schemas.openxmlformats.org/officeDocument/2006/relationships/notesSlide" Target="/ppt/notesSlides/notesSlide9.xml" Id="R198b76bd43af40dd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98152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Building Lists with Loops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26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notes = []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count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(3):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note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note: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notes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(note)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"Saved notes:"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note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notes: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(note)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notes = []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count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(3):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note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note: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notes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(note)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"Saved notes:"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note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notes: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(note)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notes = []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count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(3):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note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note: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notes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(note)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"Saved notes:"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note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notes: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(note)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must the empty list be created before the input loop begins?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What happens if append() is placed after the loop instead of inside it?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Why does range(3) make the program ask for exactly three notes?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Why does the second for loop use note to display each saved value rather than using count?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notes = []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count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(3):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note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note: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notes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(note)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"Saved notes:"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note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notes: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(note)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example's output so each saved note is numbered from 1. Store 1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number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before the second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loop, display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number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the note, then add 1. For example, if the first note is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"milk"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 milk"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notes = []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count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(3):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note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note: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notes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(note)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"Saved notes:"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note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notes: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(note)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a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replaces the first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and collects notes until the user enters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"stop"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Append every other answer to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notes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then display the saved notes as before. For example,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"alpha"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"beta"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"stop"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display only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"alpha"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"beta"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notes = []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count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(3):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note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note: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notes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(note)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"Saved notes:"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note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notes: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(note)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team roster. Start with an empty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called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roster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ask how many names to enter, and use a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and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append that many names. Ask for a position and a replacement name, update that item, then display each name on its own line after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"Final roster:"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notes = []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count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(3):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note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note: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notes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(note)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"Saved notes:"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note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notes: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(note)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63395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notes = []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count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(3):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note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note: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notes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(note)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note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notes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(note)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2026-09-28T06:20:30.2170000Z</dcterms:created>
  <dcterms:modified xsi:type="dcterms:W3CDTF">2026-09-28T06:20:30.2170000Z</dcterms:modified>
</coreProperties>
</file>