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6a7ac4c19948b8" /><Relationship Type="http://schemas.openxmlformats.org/officeDocument/2006/relationships/extended-properties" Target="/docProps/app.xml" Id="Re7998e6a58f64678" /><Relationship Type="http://schemas.openxmlformats.org/officeDocument/2006/relationships/officeDocument" Target="/ppt/presentation.xml" Id="Rbafce11bae404d9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ad8c0d9f5b514404"/>
  </p:sldMasterIdLst>
  <p:notesMasterIdLst>
    <p:notesMasterId xmlns:r="http://schemas.openxmlformats.org/officeDocument/2006/relationships" r:id="Ra77317ed15644059"/>
  </p:notesMasterIdLst>
  <p:sldIdLst>
    <p:sldId xmlns:r="http://schemas.openxmlformats.org/officeDocument/2006/relationships" id="256" r:id="R6eb32ea12b144509"/>
    <p:sldId xmlns:r="http://schemas.openxmlformats.org/officeDocument/2006/relationships" id="257" r:id="R7aec81969c7e4de4"/>
    <p:sldId xmlns:r="http://schemas.openxmlformats.org/officeDocument/2006/relationships" id="258" r:id="Re8d9482feff8493d"/>
    <p:sldId xmlns:r="http://schemas.openxmlformats.org/officeDocument/2006/relationships" id="259" r:id="Rd68ef37d56104917"/>
    <p:sldId xmlns:r="http://schemas.openxmlformats.org/officeDocument/2006/relationships" id="260" r:id="R5271bc56ab2a42fc"/>
    <p:sldId xmlns:r="http://schemas.openxmlformats.org/officeDocument/2006/relationships" id="261" r:id="R669e79fe77f94f87"/>
    <p:sldId xmlns:r="http://schemas.openxmlformats.org/officeDocument/2006/relationships" id="262" r:id="R6d4fe9a5c7e54754"/>
    <p:sldId xmlns:r="http://schemas.openxmlformats.org/officeDocument/2006/relationships" id="263" r:id="R21f9fabb50224807"/>
    <p:sldId xmlns:r="http://schemas.openxmlformats.org/officeDocument/2006/relationships" id="264" r:id="Radf78fb1bd0e4d4c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19e1cb71890545b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8f8e8b520a43a7" /><Relationship Type="http://schemas.openxmlformats.org/officeDocument/2006/relationships/slideMaster" Target="/ppt/slideMasters/slideMaster1.xml" Id="Rad8c0d9f5b514404" /><Relationship Type="http://schemas.openxmlformats.org/officeDocument/2006/relationships/notesMaster" Target="/ppt/notesMasters/notesMaster1.xml" Id="Ra77317ed15644059" /><Relationship Type="http://schemas.openxmlformats.org/officeDocument/2006/relationships/presProps" Target="/ppt/presProps.xml" Id="Rc3e0e8d8bb38469d" /><Relationship Type="http://schemas.openxmlformats.org/officeDocument/2006/relationships/viewProps" Target="/ppt/viewProps.xml" Id="R28a01c5f187b4081" /><Relationship Type="http://schemas.openxmlformats.org/officeDocument/2006/relationships/tableStyles" Target="/ppt/tableStyles.xml" Id="Rb44f3067b70f451e" /><Relationship Type="http://schemas.openxmlformats.org/officeDocument/2006/relationships/font" Target="/ppt/fonts/font.dat" Id="R19e1cb71890545b5" /><Relationship Type="http://schemas.openxmlformats.org/officeDocument/2006/relationships/slide" Target="/ppt/slides/slide1.xml" Id="R6eb32ea12b144509" /><Relationship Type="http://schemas.openxmlformats.org/officeDocument/2006/relationships/slide" Target="/ppt/slides/slide2.xml" Id="R7aec81969c7e4de4" /><Relationship Type="http://schemas.openxmlformats.org/officeDocument/2006/relationships/slide" Target="/ppt/slides/slide3.xml" Id="Re8d9482feff8493d" /><Relationship Type="http://schemas.openxmlformats.org/officeDocument/2006/relationships/slide" Target="/ppt/slides/slide4.xml" Id="Rd68ef37d56104917" /><Relationship Type="http://schemas.openxmlformats.org/officeDocument/2006/relationships/slide" Target="/ppt/slides/slide5.xml" Id="R5271bc56ab2a42fc" /><Relationship Type="http://schemas.openxmlformats.org/officeDocument/2006/relationships/slide" Target="/ppt/slides/slide6.xml" Id="R669e79fe77f94f87" /><Relationship Type="http://schemas.openxmlformats.org/officeDocument/2006/relationships/slide" Target="/ppt/slides/slide7.xml" Id="R6d4fe9a5c7e54754" /><Relationship Type="http://schemas.openxmlformats.org/officeDocument/2006/relationships/slide" Target="/ppt/slides/slide8.xml" Id="R21f9fabb50224807" /><Relationship Type="http://schemas.openxmlformats.org/officeDocument/2006/relationships/slide" Target="/ppt/slides/slide9.xml" Id="Radf78fb1bd0e4d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40619b1f1842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aaf299f1f14b4a" /><Relationship Type="http://schemas.openxmlformats.org/officeDocument/2006/relationships/notesMaster" Target="/ppt/notesMasters/notesMaster1.xml" Id="R0cef3a7c1ca04bd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f5a03b874a4983" /><Relationship Type="http://schemas.openxmlformats.org/officeDocument/2006/relationships/notesMaster" Target="/ppt/notesMasters/notesMaster1.xml" Id="Rbaf2b2f7b61443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0adc2456084fdd" /><Relationship Type="http://schemas.openxmlformats.org/officeDocument/2006/relationships/notesMaster" Target="/ppt/notesMasters/notesMaster1.xml" Id="R87acb748a65a4c5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01054795b74bf0" /><Relationship Type="http://schemas.openxmlformats.org/officeDocument/2006/relationships/notesMaster" Target="/ppt/notesMasters/notesMaster1.xml" Id="R2266b4fa74d84d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25135ec98c478b" /><Relationship Type="http://schemas.openxmlformats.org/officeDocument/2006/relationships/notesMaster" Target="/ppt/notesMasters/notesMaster1.xml" Id="R8419d3cb6dee49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fb91564ea34ab5" /><Relationship Type="http://schemas.openxmlformats.org/officeDocument/2006/relationships/notesMaster" Target="/ppt/notesMasters/notesMaster1.xml" Id="R8f92c51a67f14f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e10d658d14147ea" /><Relationship Type="http://schemas.openxmlformats.org/officeDocument/2006/relationships/notesMaster" Target="/ppt/notesMasters/notesMaster1.xml" Id="R2643354f6013441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c8cef0e777439b" /><Relationship Type="http://schemas.openxmlformats.org/officeDocument/2006/relationships/notesMaster" Target="/ppt/notesMasters/notesMaster1.xml" Id="R2d7608fe897f48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48f7d31d8b4dce" /><Relationship Type="http://schemas.openxmlformats.org/officeDocument/2006/relationships/notesMaster" Target="/ppt/notesMasters/notesMaster1.xml" Id="R5b561a6c722a48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8febee41e64dfd" /><Relationship Type="http://schemas.openxmlformats.org/officeDocument/2006/relationships/image" Target="/ppt/media/image.png" Id="R3e40943621bc4fe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4a2fe52ab0407d" /><Relationship Type="http://schemas.openxmlformats.org/officeDocument/2006/relationships/image" Target="/ppt/media/image.png" Id="R4cdab3ad9f0248e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bb9573c38446ba" /><Relationship Type="http://schemas.openxmlformats.org/officeDocument/2006/relationships/image" Target="/ppt/media/image.png" Id="R9dc658308f8d44f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27098d6b8641a0" /><Relationship Type="http://schemas.openxmlformats.org/officeDocument/2006/relationships/image" Target="/ppt/media/image.png" Id="Rf678aa4135c94a5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7ea4279fb4d34" /><Relationship Type="http://schemas.openxmlformats.org/officeDocument/2006/relationships/image" Target="/ppt/media/image.png" Id="R3e8fcd224af74a7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5ecc1726344a87" /><Relationship Type="http://schemas.openxmlformats.org/officeDocument/2006/relationships/image" Target="/ppt/media/image.png" Id="Re21b70abc369466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d2a642258a47d4" /><Relationship Type="http://schemas.openxmlformats.org/officeDocument/2006/relationships/image" Target="/ppt/media/image.png" Id="R03c6a61b31094d9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a9beef7c494a96" /><Relationship Type="http://schemas.openxmlformats.org/officeDocument/2006/relationships/image" Target="/ppt/media/image.png" Id="R6e4966d228634bd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3d754069e742f3" /><Relationship Type="http://schemas.openxmlformats.org/officeDocument/2006/relationships/image" Target="/ppt/media/image.png" Id="R8c9120e99d914dd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635e29ad5a4ce0" /><Relationship Type="http://schemas.openxmlformats.org/officeDocument/2006/relationships/image" Target="/ppt/media/image.png" Id="R868f31dabcd14f0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a07478b0e543c4" /><Relationship Type="http://schemas.openxmlformats.org/officeDocument/2006/relationships/image" Target="/ppt/media/image.png" Id="R5ec8312fb5ae42e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40943621bc4feb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dab3ad9f0248e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c658308f8d44f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78aa4135c94a5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8fcd224af74a7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1b70abc369466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c6a61b31094d9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4966d228634bd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9120e99d914dd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8f31dabcd14f0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ec8312fb5ae42e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ecfcb2521f4594" /><Relationship Type="http://schemas.openxmlformats.org/officeDocument/2006/relationships/slideLayout" Target="/ppt/slideLayouts/slideLayout1.xml" Id="R6e9bbc7580f84735" /><Relationship Type="http://schemas.openxmlformats.org/officeDocument/2006/relationships/slideLayout" Target="/ppt/slideLayouts/slideLayout2.xml" Id="Ra6a7eeaa0aff4586" /><Relationship Type="http://schemas.openxmlformats.org/officeDocument/2006/relationships/slideLayout" Target="/ppt/slideLayouts/slideLayout3.xml" Id="R3c958d15b6a2458e" /><Relationship Type="http://schemas.openxmlformats.org/officeDocument/2006/relationships/slideLayout" Target="/ppt/slideLayouts/slideLayout4.xml" Id="R8f38e41a0a3e4cd8" /><Relationship Type="http://schemas.openxmlformats.org/officeDocument/2006/relationships/slideLayout" Target="/ppt/slideLayouts/slideLayout5.xml" Id="R03a02dfbc2a84b58" /><Relationship Type="http://schemas.openxmlformats.org/officeDocument/2006/relationships/slideLayout" Target="/ppt/slideLayouts/slideLayout6.xml" Id="Rb1463443b5664739" /><Relationship Type="http://schemas.openxmlformats.org/officeDocument/2006/relationships/slideLayout" Target="/ppt/slideLayouts/slideLayout7.xml" Id="Ra89e202e08754d1c" /><Relationship Type="http://schemas.openxmlformats.org/officeDocument/2006/relationships/slideLayout" Target="/ppt/slideLayouts/slideLayout8.xml" Id="R96a490fe76874575" /><Relationship Type="http://schemas.openxmlformats.org/officeDocument/2006/relationships/slideLayout" Target="/ppt/slideLayouts/slideLayout9.xml" Id="R7e586544e1714b70" /><Relationship Type="http://schemas.openxmlformats.org/officeDocument/2006/relationships/slideLayout" Target="/ppt/slideLayouts/slideLayout10.xml" Id="R1bed54f956f64a9b" /><Relationship Type="http://schemas.openxmlformats.org/officeDocument/2006/relationships/slideLayout" Target="/ppt/slideLayouts/slideLayout11.xml" Id="R7faf09bf67e04ae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9bbc7580f84735"/>
    <p:sldLayoutId xmlns:r="http://schemas.openxmlformats.org/officeDocument/2006/relationships" id="2147483650" r:id="Ra6a7eeaa0aff4586"/>
    <p:sldLayoutId xmlns:r="http://schemas.openxmlformats.org/officeDocument/2006/relationships" id="2147483651" r:id="R3c958d15b6a2458e"/>
    <p:sldLayoutId xmlns:r="http://schemas.openxmlformats.org/officeDocument/2006/relationships" id="2147483652" r:id="R8f38e41a0a3e4cd8"/>
    <p:sldLayoutId xmlns:r="http://schemas.openxmlformats.org/officeDocument/2006/relationships" id="2147483653" r:id="R03a02dfbc2a84b58"/>
    <p:sldLayoutId xmlns:r="http://schemas.openxmlformats.org/officeDocument/2006/relationships" id="2147483654" r:id="Rb1463443b5664739"/>
    <p:sldLayoutId xmlns:r="http://schemas.openxmlformats.org/officeDocument/2006/relationships" id="2147483655" r:id="Ra89e202e08754d1c"/>
    <p:sldLayoutId xmlns:r="http://schemas.openxmlformats.org/officeDocument/2006/relationships" id="2147483656" r:id="R96a490fe76874575"/>
    <p:sldLayoutId xmlns:r="http://schemas.openxmlformats.org/officeDocument/2006/relationships" id="2147483657" r:id="R7e586544e1714b70"/>
    <p:sldLayoutId xmlns:r="http://schemas.openxmlformats.org/officeDocument/2006/relationships" id="2147483658" r:id="R1bed54f956f64a9b"/>
    <p:sldLayoutId xmlns:r="http://schemas.openxmlformats.org/officeDocument/2006/relationships" id="2147483659" r:id="R7faf09bf67e04ae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e18c7996c94787" /><Relationship Type="http://schemas.openxmlformats.org/officeDocument/2006/relationships/notesSlide" Target="/ppt/notesSlides/notesSlide1.xml" Id="R1cac69cdbd8b43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8ca0cce1ead4d90" /><Relationship Type="http://schemas.openxmlformats.org/officeDocument/2006/relationships/notesSlide" Target="/ppt/notesSlides/notesSlide2.xml" Id="R14c1a899e6bb43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51cff844e343d1" /><Relationship Type="http://schemas.openxmlformats.org/officeDocument/2006/relationships/notesSlide" Target="/ppt/notesSlides/notesSlide3.xml" Id="R35fa1811894a4b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d4a19175f84d67" /><Relationship Type="http://schemas.openxmlformats.org/officeDocument/2006/relationships/notesSlide" Target="/ppt/notesSlides/notesSlide4.xml" Id="R9e8025d38c624c5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4fdb79baae479c" /><Relationship Type="http://schemas.openxmlformats.org/officeDocument/2006/relationships/notesSlide" Target="/ppt/notesSlides/notesSlide5.xml" Id="Rf4df9d30b95d444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3225e75d4b481f" /><Relationship Type="http://schemas.openxmlformats.org/officeDocument/2006/relationships/notesSlide" Target="/ppt/notesSlides/notesSlide6.xml" Id="R3e451256474b4d0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d526a5fa244552" /><Relationship Type="http://schemas.openxmlformats.org/officeDocument/2006/relationships/notesSlide" Target="/ppt/notesSlides/notesSlide7.xml" Id="R397446f08ddc49a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c1c698df3049e1" /><Relationship Type="http://schemas.openxmlformats.org/officeDocument/2006/relationships/notesSlide" Target="/ppt/notesSlides/notesSlide8.xml" Id="R61e32c02805748e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a481de4ad84c35" /><Relationship Type="http://schemas.openxmlformats.org/officeDocument/2006/relationships/notesSlide" Target="/ppt/notesSlides/notesSlide9.xml" Id="R6e652e317ab6457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8152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Building Lists with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the empty list be created before the input loop begins?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append() is placed after the loop instead of inside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range(3) make the program ask for exactly three notes?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the second for loop use note to display each saved value rather than using count?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(3) to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(5) so the program asks for five notes. Append each answer to [notes].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"two"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"three"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"four"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"five"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the five notes in that order beneath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5014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Using the example code, replace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that asks for notes with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loop. Keep asking for a note until the user enters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"stop"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Append each earlier answer to [notes], but do not append or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"stop"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"alpha"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"beta"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"stop"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only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"alpha"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"beta"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beneath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6855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an empty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[roster]. Ask how many names will be entered and store the whole number in [team_size]. Use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(team_size) to ask for each name and append it to [roster]. Ask for a replacement position from 0 to team_size - 1 and store it in [position]. Ask for a replacement name and store it in [replacement], then update [roster][position]. Test 3 names—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"Cleo"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—then replace position 1 with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"Dara"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Ari, Dara and Cleo beneath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"Final roster:"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63395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2026-08-28T09:25:12.8940000Z</dcterms:created>
  <dcterms:modified xsi:type="dcterms:W3CDTF">2026-08-28T09:25:12.8940000Z</dcterms:modified>
</coreProperties>
</file>