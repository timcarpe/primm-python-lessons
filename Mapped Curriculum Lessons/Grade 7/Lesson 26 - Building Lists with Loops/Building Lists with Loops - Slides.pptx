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81c5b1066f47c3" /><Relationship Type="http://schemas.openxmlformats.org/officeDocument/2006/relationships/extended-properties" Target="/docProps/app.xml" Id="Rcef594045d624555" /><Relationship Type="http://schemas.openxmlformats.org/officeDocument/2006/relationships/officeDocument" Target="/ppt/presentation.xml" Id="R4e88b388ed4d4ae7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0aaedc0b676f4070"/>
  </p:sldMasterIdLst>
  <p:notesMasterIdLst>
    <p:notesMasterId xmlns:r="http://schemas.openxmlformats.org/officeDocument/2006/relationships" r:id="Ra1ada765c03045d9"/>
  </p:notesMasterIdLst>
  <p:sldIdLst>
    <p:sldId xmlns:r="http://schemas.openxmlformats.org/officeDocument/2006/relationships" id="256" r:id="R5c286478bfdf47fa"/>
    <p:sldId xmlns:r="http://schemas.openxmlformats.org/officeDocument/2006/relationships" id="257" r:id="R6cbaba3f95244616"/>
    <p:sldId xmlns:r="http://schemas.openxmlformats.org/officeDocument/2006/relationships" id="258" r:id="Rf475b38a20924fc0"/>
    <p:sldId xmlns:r="http://schemas.openxmlformats.org/officeDocument/2006/relationships" id="259" r:id="R793974f038354b5e"/>
    <p:sldId xmlns:r="http://schemas.openxmlformats.org/officeDocument/2006/relationships" id="260" r:id="Red73c23d6970435f"/>
    <p:sldId xmlns:r="http://schemas.openxmlformats.org/officeDocument/2006/relationships" id="261" r:id="R1816339f190c4867"/>
    <p:sldId xmlns:r="http://schemas.openxmlformats.org/officeDocument/2006/relationships" id="262" r:id="R5c80754860c8468a"/>
    <p:sldId xmlns:r="http://schemas.openxmlformats.org/officeDocument/2006/relationships" id="263" r:id="R24822840f6834c2e"/>
    <p:sldId xmlns:r="http://schemas.openxmlformats.org/officeDocument/2006/relationships" id="264" r:id="Rf9bbb45b5eaf4db9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a97cc8a1393243ff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a4bc2dc2cee4875" /><Relationship Type="http://schemas.openxmlformats.org/officeDocument/2006/relationships/slideMaster" Target="/ppt/slideMasters/slideMaster1.xml" Id="R0aaedc0b676f4070" /><Relationship Type="http://schemas.openxmlformats.org/officeDocument/2006/relationships/notesMaster" Target="/ppt/notesMasters/notesMaster1.xml" Id="Ra1ada765c03045d9" /><Relationship Type="http://schemas.openxmlformats.org/officeDocument/2006/relationships/presProps" Target="/ppt/presProps.xml" Id="R90b58c2375704a11" /><Relationship Type="http://schemas.openxmlformats.org/officeDocument/2006/relationships/viewProps" Target="/ppt/viewProps.xml" Id="R0d8cccd9bf084866" /><Relationship Type="http://schemas.openxmlformats.org/officeDocument/2006/relationships/tableStyles" Target="/ppt/tableStyles.xml" Id="Rb713e56f36054567" /><Relationship Type="http://schemas.openxmlformats.org/officeDocument/2006/relationships/font" Target="/ppt/fonts/font.dat" Id="Ra97cc8a1393243ff" /><Relationship Type="http://schemas.openxmlformats.org/officeDocument/2006/relationships/slide" Target="/ppt/slides/slide1.xml" Id="R5c286478bfdf47fa" /><Relationship Type="http://schemas.openxmlformats.org/officeDocument/2006/relationships/slide" Target="/ppt/slides/slide2.xml" Id="R6cbaba3f95244616" /><Relationship Type="http://schemas.openxmlformats.org/officeDocument/2006/relationships/slide" Target="/ppt/slides/slide3.xml" Id="Rf475b38a20924fc0" /><Relationship Type="http://schemas.openxmlformats.org/officeDocument/2006/relationships/slide" Target="/ppt/slides/slide4.xml" Id="R793974f038354b5e" /><Relationship Type="http://schemas.openxmlformats.org/officeDocument/2006/relationships/slide" Target="/ppt/slides/slide5.xml" Id="Red73c23d6970435f" /><Relationship Type="http://schemas.openxmlformats.org/officeDocument/2006/relationships/slide" Target="/ppt/slides/slide6.xml" Id="R1816339f190c4867" /><Relationship Type="http://schemas.openxmlformats.org/officeDocument/2006/relationships/slide" Target="/ppt/slides/slide7.xml" Id="R5c80754860c8468a" /><Relationship Type="http://schemas.openxmlformats.org/officeDocument/2006/relationships/slide" Target="/ppt/slides/slide8.xml" Id="R24822840f6834c2e" /><Relationship Type="http://schemas.openxmlformats.org/officeDocument/2006/relationships/slide" Target="/ppt/slides/slide9.xml" Id="Rf9bbb45b5eaf4d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4a5119ae2ef45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7d3370a1764d6e" /><Relationship Type="http://schemas.openxmlformats.org/officeDocument/2006/relationships/notesMaster" Target="/ppt/notesMasters/notesMaster1.xml" Id="R040b709bb9294f5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2361e052e5842ed" /><Relationship Type="http://schemas.openxmlformats.org/officeDocument/2006/relationships/notesMaster" Target="/ppt/notesMasters/notesMaster1.xml" Id="Rf38ee4d9109a489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0e3cbdf9d5a4b9a" /><Relationship Type="http://schemas.openxmlformats.org/officeDocument/2006/relationships/notesMaster" Target="/ppt/notesMasters/notesMaster1.xml" Id="Re78eb6da4a3a401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1b1db436574474" /><Relationship Type="http://schemas.openxmlformats.org/officeDocument/2006/relationships/notesMaster" Target="/ppt/notesMasters/notesMaster1.xml" Id="R2e216bc3a2d34df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4633cde6a1542cd" /><Relationship Type="http://schemas.openxmlformats.org/officeDocument/2006/relationships/notesMaster" Target="/ppt/notesMasters/notesMaster1.xml" Id="Rb675c2e7c4e04c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335c479d584430a" /><Relationship Type="http://schemas.openxmlformats.org/officeDocument/2006/relationships/notesMaster" Target="/ppt/notesMasters/notesMaster1.xml" Id="R8e9f883f94164c0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741b7d4b4324e91" /><Relationship Type="http://schemas.openxmlformats.org/officeDocument/2006/relationships/notesMaster" Target="/ppt/notesMasters/notesMaster1.xml" Id="Rd7ac1f921016400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f3cd42a7fb4509" /><Relationship Type="http://schemas.openxmlformats.org/officeDocument/2006/relationships/notesMaster" Target="/ppt/notesMasters/notesMaster1.xml" Id="R94615df9488347a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1335bc3ac5e4763" /><Relationship Type="http://schemas.openxmlformats.org/officeDocument/2006/relationships/notesMaster" Target="/ppt/notesMasters/notesMaster1.xml" Id="Rd74e30199cdc41e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1e816295ee4f61" /><Relationship Type="http://schemas.openxmlformats.org/officeDocument/2006/relationships/image" Target="/ppt/media/image.png" Id="R25b6458f9569495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3410e9acc94a43" /><Relationship Type="http://schemas.openxmlformats.org/officeDocument/2006/relationships/image" Target="/ppt/media/image.png" Id="R5157e848df43492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a898d15a7a42c8" /><Relationship Type="http://schemas.openxmlformats.org/officeDocument/2006/relationships/image" Target="/ppt/media/image.png" Id="Rb9c8757f3504413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fb638bdb6a4c3e" /><Relationship Type="http://schemas.openxmlformats.org/officeDocument/2006/relationships/image" Target="/ppt/media/image.png" Id="R177ccbb602994db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404975184e41d9" /><Relationship Type="http://schemas.openxmlformats.org/officeDocument/2006/relationships/image" Target="/ppt/media/image.png" Id="R9d297fde2cd3495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63bbf8c3aa474e" /><Relationship Type="http://schemas.openxmlformats.org/officeDocument/2006/relationships/image" Target="/ppt/media/image.png" Id="R4e8402ec94e445c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74b5b2c2834aa9" /><Relationship Type="http://schemas.openxmlformats.org/officeDocument/2006/relationships/image" Target="/ppt/media/image.png" Id="R7243ba04fb314a6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568573d4e3467e" /><Relationship Type="http://schemas.openxmlformats.org/officeDocument/2006/relationships/image" Target="/ppt/media/image.png" Id="R04a24c59ec8045e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332ab903484f7b" /><Relationship Type="http://schemas.openxmlformats.org/officeDocument/2006/relationships/image" Target="/ppt/media/image.png" Id="R58251a2bc22b4fc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c94689db064f08" /><Relationship Type="http://schemas.openxmlformats.org/officeDocument/2006/relationships/image" Target="/ppt/media/image.png" Id="R6d26518bb5ec401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46cabf1e1147a4" /><Relationship Type="http://schemas.openxmlformats.org/officeDocument/2006/relationships/image" Target="/ppt/media/image.png" Id="R671ae9f0f8d84f7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5b6458f9569495b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157e848df43492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c8757f3504413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7ccbb602994db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d297fde2cd3495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e8402ec94e445c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243ba04fb314a6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4a24c59ec8045e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8251a2bc22b4fc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26518bb5ec401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71ae9f0f8d84f7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7d3926e02884276" /><Relationship Type="http://schemas.openxmlformats.org/officeDocument/2006/relationships/slideLayout" Target="/ppt/slideLayouts/slideLayout1.xml" Id="R5e19973675e845d4" /><Relationship Type="http://schemas.openxmlformats.org/officeDocument/2006/relationships/slideLayout" Target="/ppt/slideLayouts/slideLayout2.xml" Id="R5bb0435708444f41" /><Relationship Type="http://schemas.openxmlformats.org/officeDocument/2006/relationships/slideLayout" Target="/ppt/slideLayouts/slideLayout3.xml" Id="Ra3d6c12f320844d1" /><Relationship Type="http://schemas.openxmlformats.org/officeDocument/2006/relationships/slideLayout" Target="/ppt/slideLayouts/slideLayout4.xml" Id="R859a75650c3648ae" /><Relationship Type="http://schemas.openxmlformats.org/officeDocument/2006/relationships/slideLayout" Target="/ppt/slideLayouts/slideLayout5.xml" Id="Rc87b6ebd19b543f1" /><Relationship Type="http://schemas.openxmlformats.org/officeDocument/2006/relationships/slideLayout" Target="/ppt/slideLayouts/slideLayout6.xml" Id="R9ee0101d90714106" /><Relationship Type="http://schemas.openxmlformats.org/officeDocument/2006/relationships/slideLayout" Target="/ppt/slideLayouts/slideLayout7.xml" Id="Rb8274810bae446c4" /><Relationship Type="http://schemas.openxmlformats.org/officeDocument/2006/relationships/slideLayout" Target="/ppt/slideLayouts/slideLayout8.xml" Id="R78e04e99dd5f46bc" /><Relationship Type="http://schemas.openxmlformats.org/officeDocument/2006/relationships/slideLayout" Target="/ppt/slideLayouts/slideLayout9.xml" Id="Rade596d3f6b64ff2" /><Relationship Type="http://schemas.openxmlformats.org/officeDocument/2006/relationships/slideLayout" Target="/ppt/slideLayouts/slideLayout10.xml" Id="R33c08defc85b45d7" /><Relationship Type="http://schemas.openxmlformats.org/officeDocument/2006/relationships/slideLayout" Target="/ppt/slideLayouts/slideLayout11.xml" Id="Rae658ab39f16459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19973675e845d4"/>
    <p:sldLayoutId xmlns:r="http://schemas.openxmlformats.org/officeDocument/2006/relationships" id="2147483650" r:id="R5bb0435708444f41"/>
    <p:sldLayoutId xmlns:r="http://schemas.openxmlformats.org/officeDocument/2006/relationships" id="2147483651" r:id="Ra3d6c12f320844d1"/>
    <p:sldLayoutId xmlns:r="http://schemas.openxmlformats.org/officeDocument/2006/relationships" id="2147483652" r:id="R859a75650c3648ae"/>
    <p:sldLayoutId xmlns:r="http://schemas.openxmlformats.org/officeDocument/2006/relationships" id="2147483653" r:id="Rc87b6ebd19b543f1"/>
    <p:sldLayoutId xmlns:r="http://schemas.openxmlformats.org/officeDocument/2006/relationships" id="2147483654" r:id="R9ee0101d90714106"/>
    <p:sldLayoutId xmlns:r="http://schemas.openxmlformats.org/officeDocument/2006/relationships" id="2147483655" r:id="Rb8274810bae446c4"/>
    <p:sldLayoutId xmlns:r="http://schemas.openxmlformats.org/officeDocument/2006/relationships" id="2147483656" r:id="R78e04e99dd5f46bc"/>
    <p:sldLayoutId xmlns:r="http://schemas.openxmlformats.org/officeDocument/2006/relationships" id="2147483657" r:id="Rade596d3f6b64ff2"/>
    <p:sldLayoutId xmlns:r="http://schemas.openxmlformats.org/officeDocument/2006/relationships" id="2147483658" r:id="R33c08defc85b45d7"/>
    <p:sldLayoutId xmlns:r="http://schemas.openxmlformats.org/officeDocument/2006/relationships" id="2147483659" r:id="Rae658ab39f16459f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8aec7cc4a3423d" /><Relationship Type="http://schemas.openxmlformats.org/officeDocument/2006/relationships/notesSlide" Target="/ppt/notesSlides/notesSlide1.xml" Id="R63c9eff9077b4bb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2cd0f49f1cb4a4b" /><Relationship Type="http://schemas.openxmlformats.org/officeDocument/2006/relationships/notesSlide" Target="/ppt/notesSlides/notesSlide2.xml" Id="Rfa0737e20cef4b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2ea2a308e74e0c" /><Relationship Type="http://schemas.openxmlformats.org/officeDocument/2006/relationships/notesSlide" Target="/ppt/notesSlides/notesSlide3.xml" Id="R927bf828f18b44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9575ff210d43af" /><Relationship Type="http://schemas.openxmlformats.org/officeDocument/2006/relationships/notesSlide" Target="/ppt/notesSlides/notesSlide4.xml" Id="Ra58b5db38bac4b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f1a99793fc4889" /><Relationship Type="http://schemas.openxmlformats.org/officeDocument/2006/relationships/notesSlide" Target="/ppt/notesSlides/notesSlide5.xml" Id="R121a02ed90c341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4b06a2b2234acc" /><Relationship Type="http://schemas.openxmlformats.org/officeDocument/2006/relationships/notesSlide" Target="/ppt/notesSlides/notesSlide6.xml" Id="Ra3558f3d83fd40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496c23c7294d0e" /><Relationship Type="http://schemas.openxmlformats.org/officeDocument/2006/relationships/notesSlide" Target="/ppt/notesSlides/notesSlide7.xml" Id="Rdf471d0f4367439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ce92f3dcf640fc" /><Relationship Type="http://schemas.openxmlformats.org/officeDocument/2006/relationships/notesSlide" Target="/ppt/notesSlides/notesSlide8.xml" Id="R3ec3fd0a851e47e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4ef071bf3e44cb" /><Relationship Type="http://schemas.openxmlformats.org/officeDocument/2006/relationships/notesSlide" Target="/ppt/notesSlides/notesSlide9.xml" Id="Re9c56368efa742c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8152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Building Lists with Loops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26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must the empty list be created before the input loop begins?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append() is placed after the loop instead of inside 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range(3) make the program ask for exactly three notes?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does the second for loop use note to display each saved value rather than using count?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example's output so each saved note is numbered from 1. Store 1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number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the second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loop, display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number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the note, then add 1. For example, if the first note is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"milk"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 milk"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replaces the first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collects notes until the user enters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"stop"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Append every other answer to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notes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display the saved notes as before.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"alpha"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"beta"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"stop"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only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"alpha"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"beta"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team roster. Start with an empty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roster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how many names to enter, and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append that many names. Ask for a position and a replacement name, update that item, then display each name on its own line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"Final roster:"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notes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"Saved notes:"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63395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 = []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count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range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note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note: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notes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.append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notes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(note)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2026-09-29T02:08:00.4300000Z</dcterms:created>
  <dcterms:modified xsi:type="dcterms:W3CDTF">2026-09-29T02:08:00.4300000Z</dcterms:modified>
</coreProperties>
</file>