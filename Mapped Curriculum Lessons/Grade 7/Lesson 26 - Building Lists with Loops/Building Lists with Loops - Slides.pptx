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88d12b7cb3a4728" /><Relationship Type="http://schemas.openxmlformats.org/officeDocument/2006/relationships/extended-properties" Target="/docProps/app.xml" Id="R64583c472aea407f" /><Relationship Type="http://schemas.openxmlformats.org/officeDocument/2006/relationships/officeDocument" Target="/ppt/presentation.xml" Id="R4a2a9e45b30246cc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2db5dcf51078400c"/>
  </p:sldMasterIdLst>
  <p:notesMasterIdLst>
    <p:notesMasterId xmlns:r="http://schemas.openxmlformats.org/officeDocument/2006/relationships" r:id="Rc54d7803dfc441d2"/>
  </p:notesMasterIdLst>
  <p:sldIdLst>
    <p:sldId xmlns:r="http://schemas.openxmlformats.org/officeDocument/2006/relationships" id="256" r:id="R27b5b16e8f5d47a9"/>
    <p:sldId xmlns:r="http://schemas.openxmlformats.org/officeDocument/2006/relationships" id="257" r:id="Rb8db052683204624"/>
    <p:sldId xmlns:r="http://schemas.openxmlformats.org/officeDocument/2006/relationships" id="258" r:id="R71e928b85ba94b94"/>
    <p:sldId xmlns:r="http://schemas.openxmlformats.org/officeDocument/2006/relationships" id="259" r:id="R5551f946e6b44d7a"/>
    <p:sldId xmlns:r="http://schemas.openxmlformats.org/officeDocument/2006/relationships" id="260" r:id="R89ebd1314478479a"/>
    <p:sldId xmlns:r="http://schemas.openxmlformats.org/officeDocument/2006/relationships" id="261" r:id="R4e80d16dc7924ca3"/>
    <p:sldId xmlns:r="http://schemas.openxmlformats.org/officeDocument/2006/relationships" id="262" r:id="R2eb2f20c3b324c5b"/>
    <p:sldId xmlns:r="http://schemas.openxmlformats.org/officeDocument/2006/relationships" id="263" r:id="R3b6adf21e5c04a38"/>
    <p:sldId xmlns:r="http://schemas.openxmlformats.org/officeDocument/2006/relationships" id="264" r:id="Rfa01940c48b64193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c17e48fe2601435d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fa652ace1d74eb7" /><Relationship Type="http://schemas.openxmlformats.org/officeDocument/2006/relationships/slideMaster" Target="/ppt/slideMasters/slideMaster1.xml" Id="R2db5dcf51078400c" /><Relationship Type="http://schemas.openxmlformats.org/officeDocument/2006/relationships/notesMaster" Target="/ppt/notesMasters/notesMaster1.xml" Id="Rc54d7803dfc441d2" /><Relationship Type="http://schemas.openxmlformats.org/officeDocument/2006/relationships/presProps" Target="/ppt/presProps.xml" Id="Ra6ae2d2f4e9a409a" /><Relationship Type="http://schemas.openxmlformats.org/officeDocument/2006/relationships/viewProps" Target="/ppt/viewProps.xml" Id="R29917a47c3a743d7" /><Relationship Type="http://schemas.openxmlformats.org/officeDocument/2006/relationships/tableStyles" Target="/ppt/tableStyles.xml" Id="Rccdde5ec8c3a4d2e" /><Relationship Type="http://schemas.openxmlformats.org/officeDocument/2006/relationships/font" Target="/ppt/fonts/font.dat" Id="Rc17e48fe2601435d" /><Relationship Type="http://schemas.openxmlformats.org/officeDocument/2006/relationships/slide" Target="/ppt/slides/slide1.xml" Id="R27b5b16e8f5d47a9" /><Relationship Type="http://schemas.openxmlformats.org/officeDocument/2006/relationships/slide" Target="/ppt/slides/slide2.xml" Id="Rb8db052683204624" /><Relationship Type="http://schemas.openxmlformats.org/officeDocument/2006/relationships/slide" Target="/ppt/slides/slide3.xml" Id="R71e928b85ba94b94" /><Relationship Type="http://schemas.openxmlformats.org/officeDocument/2006/relationships/slide" Target="/ppt/slides/slide4.xml" Id="R5551f946e6b44d7a" /><Relationship Type="http://schemas.openxmlformats.org/officeDocument/2006/relationships/slide" Target="/ppt/slides/slide5.xml" Id="R89ebd1314478479a" /><Relationship Type="http://schemas.openxmlformats.org/officeDocument/2006/relationships/slide" Target="/ppt/slides/slide6.xml" Id="R4e80d16dc7924ca3" /><Relationship Type="http://schemas.openxmlformats.org/officeDocument/2006/relationships/slide" Target="/ppt/slides/slide7.xml" Id="R2eb2f20c3b324c5b" /><Relationship Type="http://schemas.openxmlformats.org/officeDocument/2006/relationships/slide" Target="/ppt/slides/slide8.xml" Id="R3b6adf21e5c04a38" /><Relationship Type="http://schemas.openxmlformats.org/officeDocument/2006/relationships/slide" Target="/ppt/slides/slide9.xml" Id="Rfa01940c48b6419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7d1c896be6f41a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8e1521c13ab4896" /><Relationship Type="http://schemas.openxmlformats.org/officeDocument/2006/relationships/notesMaster" Target="/ppt/notesMasters/notesMaster1.xml" Id="R83982b56f1364bf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ab8aabd3a644348" /><Relationship Type="http://schemas.openxmlformats.org/officeDocument/2006/relationships/notesMaster" Target="/ppt/notesMasters/notesMaster1.xml" Id="Ra89481662c86493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ef52bb727cf4334" /><Relationship Type="http://schemas.openxmlformats.org/officeDocument/2006/relationships/notesMaster" Target="/ppt/notesMasters/notesMaster1.xml" Id="R800a9017d6f2491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eba6f1b545740c9" /><Relationship Type="http://schemas.openxmlformats.org/officeDocument/2006/relationships/notesMaster" Target="/ppt/notesMasters/notesMaster1.xml" Id="Rc350b20e6d6b460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b0fb5d7e56b4791" /><Relationship Type="http://schemas.openxmlformats.org/officeDocument/2006/relationships/notesMaster" Target="/ppt/notesMasters/notesMaster1.xml" Id="Rebd852b40f82423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f3e579342184fcf" /><Relationship Type="http://schemas.openxmlformats.org/officeDocument/2006/relationships/notesMaster" Target="/ppt/notesMasters/notesMaster1.xml" Id="R1fe4d7b8296240f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c4d44bb518744e9" /><Relationship Type="http://schemas.openxmlformats.org/officeDocument/2006/relationships/notesMaster" Target="/ppt/notesMasters/notesMaster1.xml" Id="R13d1ded9369046b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534f873502647bd" /><Relationship Type="http://schemas.openxmlformats.org/officeDocument/2006/relationships/notesMaster" Target="/ppt/notesMasters/notesMaster1.xml" Id="Rbd9eff7951994f6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84e14ad8a584a98" /><Relationship Type="http://schemas.openxmlformats.org/officeDocument/2006/relationships/notesMaster" Target="/ppt/notesMasters/notesMaster1.xml" Id="R581d4e9ccc824a9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fef73ad7fa49c7" /><Relationship Type="http://schemas.openxmlformats.org/officeDocument/2006/relationships/image" Target="/ppt/media/image.png" Id="R5c74ae8863634a9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11915462f4425b" /><Relationship Type="http://schemas.openxmlformats.org/officeDocument/2006/relationships/image" Target="/ppt/media/image.png" Id="R39ae3a7e5cce434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e553abaa3e4a6c" /><Relationship Type="http://schemas.openxmlformats.org/officeDocument/2006/relationships/image" Target="/ppt/media/image.png" Id="R7da1d46744ea4ca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9a7f6c2a54400e" /><Relationship Type="http://schemas.openxmlformats.org/officeDocument/2006/relationships/image" Target="/ppt/media/image.png" Id="R08c3727374884e1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1e8a2369ed4780" /><Relationship Type="http://schemas.openxmlformats.org/officeDocument/2006/relationships/image" Target="/ppt/media/image.png" Id="R79274af47ce54dc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146ea306c349aa" /><Relationship Type="http://schemas.openxmlformats.org/officeDocument/2006/relationships/image" Target="/ppt/media/image.png" Id="R02c23d2be9084f8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687ce55db84dcd" /><Relationship Type="http://schemas.openxmlformats.org/officeDocument/2006/relationships/image" Target="/ppt/media/image.png" Id="Rf7768769eadf441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d07ffa14944704" /><Relationship Type="http://schemas.openxmlformats.org/officeDocument/2006/relationships/image" Target="/ppt/media/image.png" Id="R08941f724f484e9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63a12e367348de" /><Relationship Type="http://schemas.openxmlformats.org/officeDocument/2006/relationships/image" Target="/ppt/media/image.png" Id="R863f9c253983432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6b78b2ea4e40b4" /><Relationship Type="http://schemas.openxmlformats.org/officeDocument/2006/relationships/image" Target="/ppt/media/image.png" Id="Rdd58421cd9ff4c9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08d8fb3b3e4201" /><Relationship Type="http://schemas.openxmlformats.org/officeDocument/2006/relationships/image" Target="/ppt/media/image.png" Id="R0d755e3c6c7843c2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c74ae8863634a9b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9ae3a7e5cce434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da1d46744ea4ca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8c3727374884e1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9274af47ce54dc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2c23d2be9084f8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7768769eadf441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8941f724f484e9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3f9c253983432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d58421cd9ff4c9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d755e3c6c7843c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f563ff321f0454a" /><Relationship Type="http://schemas.openxmlformats.org/officeDocument/2006/relationships/slideLayout" Target="/ppt/slideLayouts/slideLayout1.xml" Id="R521c5e2e1054401b" /><Relationship Type="http://schemas.openxmlformats.org/officeDocument/2006/relationships/slideLayout" Target="/ppt/slideLayouts/slideLayout2.xml" Id="Rd52f151ec9d6457f" /><Relationship Type="http://schemas.openxmlformats.org/officeDocument/2006/relationships/slideLayout" Target="/ppt/slideLayouts/slideLayout3.xml" Id="Rbed888a206ea4940" /><Relationship Type="http://schemas.openxmlformats.org/officeDocument/2006/relationships/slideLayout" Target="/ppt/slideLayouts/slideLayout4.xml" Id="Rd3baff7c036c4891" /><Relationship Type="http://schemas.openxmlformats.org/officeDocument/2006/relationships/slideLayout" Target="/ppt/slideLayouts/slideLayout5.xml" Id="Rd9b0dbc0ce004f72" /><Relationship Type="http://schemas.openxmlformats.org/officeDocument/2006/relationships/slideLayout" Target="/ppt/slideLayouts/slideLayout6.xml" Id="Rce101d22200949cc" /><Relationship Type="http://schemas.openxmlformats.org/officeDocument/2006/relationships/slideLayout" Target="/ppt/slideLayouts/slideLayout7.xml" Id="R65e78f476e3b40a2" /><Relationship Type="http://schemas.openxmlformats.org/officeDocument/2006/relationships/slideLayout" Target="/ppt/slideLayouts/slideLayout8.xml" Id="R20bca12fc9ef4a84" /><Relationship Type="http://schemas.openxmlformats.org/officeDocument/2006/relationships/slideLayout" Target="/ppt/slideLayouts/slideLayout9.xml" Id="R1d96cc364e5f48b1" /><Relationship Type="http://schemas.openxmlformats.org/officeDocument/2006/relationships/slideLayout" Target="/ppt/slideLayouts/slideLayout10.xml" Id="R994b5466107f48ea" /><Relationship Type="http://schemas.openxmlformats.org/officeDocument/2006/relationships/slideLayout" Target="/ppt/slideLayouts/slideLayout11.xml" Id="Rddf9fd033bf54ef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21c5e2e1054401b"/>
    <p:sldLayoutId xmlns:r="http://schemas.openxmlformats.org/officeDocument/2006/relationships" id="2147483650" r:id="Rd52f151ec9d6457f"/>
    <p:sldLayoutId xmlns:r="http://schemas.openxmlformats.org/officeDocument/2006/relationships" id="2147483651" r:id="Rbed888a206ea4940"/>
    <p:sldLayoutId xmlns:r="http://schemas.openxmlformats.org/officeDocument/2006/relationships" id="2147483652" r:id="Rd3baff7c036c4891"/>
    <p:sldLayoutId xmlns:r="http://schemas.openxmlformats.org/officeDocument/2006/relationships" id="2147483653" r:id="Rd9b0dbc0ce004f72"/>
    <p:sldLayoutId xmlns:r="http://schemas.openxmlformats.org/officeDocument/2006/relationships" id="2147483654" r:id="Rce101d22200949cc"/>
    <p:sldLayoutId xmlns:r="http://schemas.openxmlformats.org/officeDocument/2006/relationships" id="2147483655" r:id="R65e78f476e3b40a2"/>
    <p:sldLayoutId xmlns:r="http://schemas.openxmlformats.org/officeDocument/2006/relationships" id="2147483656" r:id="R20bca12fc9ef4a84"/>
    <p:sldLayoutId xmlns:r="http://schemas.openxmlformats.org/officeDocument/2006/relationships" id="2147483657" r:id="R1d96cc364e5f48b1"/>
    <p:sldLayoutId xmlns:r="http://schemas.openxmlformats.org/officeDocument/2006/relationships" id="2147483658" r:id="R994b5466107f48ea"/>
    <p:sldLayoutId xmlns:r="http://schemas.openxmlformats.org/officeDocument/2006/relationships" id="2147483659" r:id="Rddf9fd033bf54efe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85c05640994ae3" /><Relationship Type="http://schemas.openxmlformats.org/officeDocument/2006/relationships/notesSlide" Target="/ppt/notesSlides/notesSlide1.xml" Id="R441dd1cd64de460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1e61138d113401d" /><Relationship Type="http://schemas.openxmlformats.org/officeDocument/2006/relationships/notesSlide" Target="/ppt/notesSlides/notesSlide2.xml" Id="R47dde32283894db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552e7b201043b1" /><Relationship Type="http://schemas.openxmlformats.org/officeDocument/2006/relationships/notesSlide" Target="/ppt/notesSlides/notesSlide3.xml" Id="R24987453150941e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8708675869c4f76" /><Relationship Type="http://schemas.openxmlformats.org/officeDocument/2006/relationships/notesSlide" Target="/ppt/notesSlides/notesSlide4.xml" Id="R5c4205e59fc9438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2789fe51df40fd" /><Relationship Type="http://schemas.openxmlformats.org/officeDocument/2006/relationships/notesSlide" Target="/ppt/notesSlides/notesSlide5.xml" Id="Rdb0ee38144a241a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1bfdcce12a44671" /><Relationship Type="http://schemas.openxmlformats.org/officeDocument/2006/relationships/notesSlide" Target="/ppt/notesSlides/notesSlide6.xml" Id="R46c5a09bb5c043c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0fd947719d74ad6" /><Relationship Type="http://schemas.openxmlformats.org/officeDocument/2006/relationships/notesSlide" Target="/ppt/notesSlides/notesSlide7.xml" Id="R92cbb51932f84a9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48477bd75c42ef" /><Relationship Type="http://schemas.openxmlformats.org/officeDocument/2006/relationships/notesSlide" Target="/ppt/notesSlides/notesSlide8.xml" Id="Re5cab2bdf0de49c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dab4b504434639" /><Relationship Type="http://schemas.openxmlformats.org/officeDocument/2006/relationships/notesSlide" Target="/ppt/notesSlides/notesSlide9.xml" Id="R3fadc423be75461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98152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Building Lists with Loops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26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must the empty list be created before the input loop begins?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append() is placed after the loop instead of inside it?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does range(3) make the program ask for exactly three notes?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Why does the second for loop use note to display each saved value rather than using count?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Collect exactly five notes instead of three. The program must display all five in their original input order.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Replace the fixed input loop with a condition-controlled loop. Keep asking for a note until stop is entered; do not append or display the sentinel stop.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team roster builder. Ask how many names will be entered, collect exactly that many names into an empty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ask for one valid replacement position and update that name before displaying the final roster one name per line.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63395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2026-08-27T03:54:48.7540000Z</dcterms:created>
  <dcterms:modified xsi:type="dcterms:W3CDTF">2026-08-27T03:54:48.7540000Z</dcterms:modified>
</coreProperties>
</file>