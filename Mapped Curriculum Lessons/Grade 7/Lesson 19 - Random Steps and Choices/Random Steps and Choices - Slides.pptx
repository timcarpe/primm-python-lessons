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9e6d98626e4f82" /><Relationship Type="http://schemas.openxmlformats.org/officeDocument/2006/relationships/extended-properties" Target="/docProps/app.xml" Id="R7c87a23295bf45ac" /><Relationship Type="http://schemas.openxmlformats.org/officeDocument/2006/relationships/officeDocument" Target="/ppt/presentation.xml" Id="R466b340a4dfe4a6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8f2cb8083204247"/>
  </p:sldMasterIdLst>
  <p:notesMasterIdLst>
    <p:notesMasterId xmlns:r="http://schemas.openxmlformats.org/officeDocument/2006/relationships" r:id="R7d6ba12e49b64e31"/>
  </p:notesMasterIdLst>
  <p:sldIdLst>
    <p:sldId xmlns:r="http://schemas.openxmlformats.org/officeDocument/2006/relationships" id="256" r:id="R90dc954437be4219"/>
    <p:sldId xmlns:r="http://schemas.openxmlformats.org/officeDocument/2006/relationships" id="257" r:id="Rf4cddc366c0544fe"/>
    <p:sldId xmlns:r="http://schemas.openxmlformats.org/officeDocument/2006/relationships" id="258" r:id="R2b5656c2e16a43ef"/>
    <p:sldId xmlns:r="http://schemas.openxmlformats.org/officeDocument/2006/relationships" id="259" r:id="Rb622d03830074b6b"/>
    <p:sldId xmlns:r="http://schemas.openxmlformats.org/officeDocument/2006/relationships" id="260" r:id="R9b2a44e679ec4b97"/>
    <p:sldId xmlns:r="http://schemas.openxmlformats.org/officeDocument/2006/relationships" id="261" r:id="Rfd59d7a765bf4c30"/>
    <p:sldId xmlns:r="http://schemas.openxmlformats.org/officeDocument/2006/relationships" id="262" r:id="Rc0c38b25d363466c"/>
    <p:sldId xmlns:r="http://schemas.openxmlformats.org/officeDocument/2006/relationships" id="263" r:id="Rc18f41eef63b4ae4"/>
    <p:sldId xmlns:r="http://schemas.openxmlformats.org/officeDocument/2006/relationships" id="264" r:id="Re1ad16922f114e7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d309c78d5b8469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0abb8e01b74316" /><Relationship Type="http://schemas.openxmlformats.org/officeDocument/2006/relationships/slideMaster" Target="/ppt/slideMasters/slideMaster1.xml" Id="R28f2cb8083204247" /><Relationship Type="http://schemas.openxmlformats.org/officeDocument/2006/relationships/notesMaster" Target="/ppt/notesMasters/notesMaster1.xml" Id="R7d6ba12e49b64e31" /><Relationship Type="http://schemas.openxmlformats.org/officeDocument/2006/relationships/presProps" Target="/ppt/presProps.xml" Id="R3aa7ee496cd149a9" /><Relationship Type="http://schemas.openxmlformats.org/officeDocument/2006/relationships/viewProps" Target="/ppt/viewProps.xml" Id="R28a6b1571f9c42ab" /><Relationship Type="http://schemas.openxmlformats.org/officeDocument/2006/relationships/tableStyles" Target="/ppt/tableStyles.xml" Id="Rd25e593932a64a0c" /><Relationship Type="http://schemas.openxmlformats.org/officeDocument/2006/relationships/font" Target="/ppt/fonts/font.dat" Id="Red309c78d5b84694" /><Relationship Type="http://schemas.openxmlformats.org/officeDocument/2006/relationships/slide" Target="/ppt/slides/slide1.xml" Id="R90dc954437be4219" /><Relationship Type="http://schemas.openxmlformats.org/officeDocument/2006/relationships/slide" Target="/ppt/slides/slide2.xml" Id="Rf4cddc366c0544fe" /><Relationship Type="http://schemas.openxmlformats.org/officeDocument/2006/relationships/slide" Target="/ppt/slides/slide3.xml" Id="R2b5656c2e16a43ef" /><Relationship Type="http://schemas.openxmlformats.org/officeDocument/2006/relationships/slide" Target="/ppt/slides/slide4.xml" Id="Rb622d03830074b6b" /><Relationship Type="http://schemas.openxmlformats.org/officeDocument/2006/relationships/slide" Target="/ppt/slides/slide5.xml" Id="R9b2a44e679ec4b97" /><Relationship Type="http://schemas.openxmlformats.org/officeDocument/2006/relationships/slide" Target="/ppt/slides/slide6.xml" Id="Rfd59d7a765bf4c30" /><Relationship Type="http://schemas.openxmlformats.org/officeDocument/2006/relationships/slide" Target="/ppt/slides/slide7.xml" Id="Rc0c38b25d363466c" /><Relationship Type="http://schemas.openxmlformats.org/officeDocument/2006/relationships/slide" Target="/ppt/slides/slide8.xml" Id="Rc18f41eef63b4ae4" /><Relationship Type="http://schemas.openxmlformats.org/officeDocument/2006/relationships/slide" Target="/ppt/slides/slide9.xml" Id="Re1ad16922f114e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756b9813cf4a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0e38d325de4c98" /><Relationship Type="http://schemas.openxmlformats.org/officeDocument/2006/relationships/notesMaster" Target="/ppt/notesMasters/notesMaster1.xml" Id="Rcd7d54d90fee42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616238af104ee3" /><Relationship Type="http://schemas.openxmlformats.org/officeDocument/2006/relationships/notesMaster" Target="/ppt/notesMasters/notesMaster1.xml" Id="R4fb3880b3c1044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397e661c6843e1" /><Relationship Type="http://schemas.openxmlformats.org/officeDocument/2006/relationships/notesMaster" Target="/ppt/notesMasters/notesMaster1.xml" Id="R09241d3383114e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5638fb3eea419e" /><Relationship Type="http://schemas.openxmlformats.org/officeDocument/2006/relationships/notesMaster" Target="/ppt/notesMasters/notesMaster1.xml" Id="R4fe8bc1b94934a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eb592ea95b46ba" /><Relationship Type="http://schemas.openxmlformats.org/officeDocument/2006/relationships/notesMaster" Target="/ppt/notesMasters/notesMaster1.xml" Id="R00e5c7951da849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153973c2944344" /><Relationship Type="http://schemas.openxmlformats.org/officeDocument/2006/relationships/notesMaster" Target="/ppt/notesMasters/notesMaster1.xml" Id="R1828d36a0a1049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c54ac1d0174d4b" /><Relationship Type="http://schemas.openxmlformats.org/officeDocument/2006/relationships/notesMaster" Target="/ppt/notesMasters/notesMaster1.xml" Id="Rfd26dc80499e46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ca8f030d834a59" /><Relationship Type="http://schemas.openxmlformats.org/officeDocument/2006/relationships/notesMaster" Target="/ppt/notesMasters/notesMaster1.xml" Id="Ra3f77f769f3a47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54ac6cb0b54e58" /><Relationship Type="http://schemas.openxmlformats.org/officeDocument/2006/relationships/notesMaster" Target="/ppt/notesMasters/notesMaster1.xml" Id="R40d6b2bea9294b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29914306b24a9e" /><Relationship Type="http://schemas.openxmlformats.org/officeDocument/2006/relationships/image" Target="/ppt/media/image.png" Id="Rd7a6cf7c463f4bb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13a151ab844537" /><Relationship Type="http://schemas.openxmlformats.org/officeDocument/2006/relationships/image" Target="/ppt/media/image.png" Id="Re22ff8444fd24d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6208bb27ba4810" /><Relationship Type="http://schemas.openxmlformats.org/officeDocument/2006/relationships/image" Target="/ppt/media/image.png" Id="R584a51be7e734a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c2a94750ab4a24" /><Relationship Type="http://schemas.openxmlformats.org/officeDocument/2006/relationships/image" Target="/ppt/media/image.png" Id="R3353820965a0466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e85d990b584565" /><Relationship Type="http://schemas.openxmlformats.org/officeDocument/2006/relationships/image" Target="/ppt/media/image.png" Id="Rd1277d3a6f6b400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d5f3b5b9644bea" /><Relationship Type="http://schemas.openxmlformats.org/officeDocument/2006/relationships/image" Target="/ppt/media/image.png" Id="Re58272648c634bd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02901dbf134879" /><Relationship Type="http://schemas.openxmlformats.org/officeDocument/2006/relationships/image" Target="/ppt/media/image.png" Id="Rc5ad3709c1f04a2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d493576fe4b51" /><Relationship Type="http://schemas.openxmlformats.org/officeDocument/2006/relationships/image" Target="/ppt/media/image.png" Id="Rb6ab116f7d66440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749a563b4448ea" /><Relationship Type="http://schemas.openxmlformats.org/officeDocument/2006/relationships/image" Target="/ppt/media/image.png" Id="R22cb733af26244a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f705e355ea4090" /><Relationship Type="http://schemas.openxmlformats.org/officeDocument/2006/relationships/image" Target="/ppt/media/image.png" Id="Red3eea30176e453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78adca5dc432b" /><Relationship Type="http://schemas.openxmlformats.org/officeDocument/2006/relationships/image" Target="/ppt/media/image.png" Id="R1fa4c3989533480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a6cf7c463f4bb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2ff8444fd24d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4a51be7e734a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53820965a0466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277d3a6f6b40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8272648c634b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ad3709c1f04a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ab116f7d66440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cb733af26244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3eea30176e45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a4c398953348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cba8ae32fd418c" /><Relationship Type="http://schemas.openxmlformats.org/officeDocument/2006/relationships/slideLayout" Target="/ppt/slideLayouts/slideLayout1.xml" Id="Ra36162b2ca1f4701" /><Relationship Type="http://schemas.openxmlformats.org/officeDocument/2006/relationships/slideLayout" Target="/ppt/slideLayouts/slideLayout2.xml" Id="R91c925fdff9e4592" /><Relationship Type="http://schemas.openxmlformats.org/officeDocument/2006/relationships/slideLayout" Target="/ppt/slideLayouts/slideLayout3.xml" Id="Ra01855a045dc45c6" /><Relationship Type="http://schemas.openxmlformats.org/officeDocument/2006/relationships/slideLayout" Target="/ppt/slideLayouts/slideLayout4.xml" Id="R0e483c27f6974fee" /><Relationship Type="http://schemas.openxmlformats.org/officeDocument/2006/relationships/slideLayout" Target="/ppt/slideLayouts/slideLayout5.xml" Id="Rfd53673be87d47f4" /><Relationship Type="http://schemas.openxmlformats.org/officeDocument/2006/relationships/slideLayout" Target="/ppt/slideLayouts/slideLayout6.xml" Id="R44152a2d0e7c4e69" /><Relationship Type="http://schemas.openxmlformats.org/officeDocument/2006/relationships/slideLayout" Target="/ppt/slideLayouts/slideLayout7.xml" Id="Ra5d0c680685c487f" /><Relationship Type="http://schemas.openxmlformats.org/officeDocument/2006/relationships/slideLayout" Target="/ppt/slideLayouts/slideLayout8.xml" Id="Rc15a6f2458a0413a" /><Relationship Type="http://schemas.openxmlformats.org/officeDocument/2006/relationships/slideLayout" Target="/ppt/slideLayouts/slideLayout9.xml" Id="R85bdfe5533bf4f75" /><Relationship Type="http://schemas.openxmlformats.org/officeDocument/2006/relationships/slideLayout" Target="/ppt/slideLayouts/slideLayout10.xml" Id="Rd421c1d209984a40" /><Relationship Type="http://schemas.openxmlformats.org/officeDocument/2006/relationships/slideLayout" Target="/ppt/slideLayouts/slideLayout11.xml" Id="Rc6be2b81c127404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6162b2ca1f4701"/>
    <p:sldLayoutId xmlns:r="http://schemas.openxmlformats.org/officeDocument/2006/relationships" id="2147483650" r:id="R91c925fdff9e4592"/>
    <p:sldLayoutId xmlns:r="http://schemas.openxmlformats.org/officeDocument/2006/relationships" id="2147483651" r:id="Ra01855a045dc45c6"/>
    <p:sldLayoutId xmlns:r="http://schemas.openxmlformats.org/officeDocument/2006/relationships" id="2147483652" r:id="R0e483c27f6974fee"/>
    <p:sldLayoutId xmlns:r="http://schemas.openxmlformats.org/officeDocument/2006/relationships" id="2147483653" r:id="Rfd53673be87d47f4"/>
    <p:sldLayoutId xmlns:r="http://schemas.openxmlformats.org/officeDocument/2006/relationships" id="2147483654" r:id="R44152a2d0e7c4e69"/>
    <p:sldLayoutId xmlns:r="http://schemas.openxmlformats.org/officeDocument/2006/relationships" id="2147483655" r:id="Ra5d0c680685c487f"/>
    <p:sldLayoutId xmlns:r="http://schemas.openxmlformats.org/officeDocument/2006/relationships" id="2147483656" r:id="Rc15a6f2458a0413a"/>
    <p:sldLayoutId xmlns:r="http://schemas.openxmlformats.org/officeDocument/2006/relationships" id="2147483657" r:id="R85bdfe5533bf4f75"/>
    <p:sldLayoutId xmlns:r="http://schemas.openxmlformats.org/officeDocument/2006/relationships" id="2147483658" r:id="Rd421c1d209984a40"/>
    <p:sldLayoutId xmlns:r="http://schemas.openxmlformats.org/officeDocument/2006/relationships" id="2147483659" r:id="Rc6be2b81c127404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f06dc127c42dd" /><Relationship Type="http://schemas.openxmlformats.org/officeDocument/2006/relationships/notesSlide" Target="/ppt/notesSlides/notesSlide1.xml" Id="R45e3860868fb4b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b1cf4161b94fd9" /><Relationship Type="http://schemas.openxmlformats.org/officeDocument/2006/relationships/notesSlide" Target="/ppt/notesSlides/notesSlide2.xml" Id="Rfa704db21df14b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64dd0fa8034bbb" /><Relationship Type="http://schemas.openxmlformats.org/officeDocument/2006/relationships/notesSlide" Target="/ppt/notesSlides/notesSlide3.xml" Id="R9828f5baf00549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08179ce7e64e5e" /><Relationship Type="http://schemas.openxmlformats.org/officeDocument/2006/relationships/notesSlide" Target="/ppt/notesSlides/notesSlide4.xml" Id="R35fb027e427241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f80a3828dd4870" /><Relationship Type="http://schemas.openxmlformats.org/officeDocument/2006/relationships/notesSlide" Target="/ppt/notesSlides/notesSlide5.xml" Id="R56aa26b98ce147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1fb3ab7d164ecd" /><Relationship Type="http://schemas.openxmlformats.org/officeDocument/2006/relationships/notesSlide" Target="/ppt/notesSlides/notesSlide6.xml" Id="R0062c875fca448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4320a86e6343db" /><Relationship Type="http://schemas.openxmlformats.org/officeDocument/2006/relationships/notesSlide" Target="/ppt/notesSlides/notesSlide7.xml" Id="Rde9743eff84a47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84a84e52b64052" /><Relationship Type="http://schemas.openxmlformats.org/officeDocument/2006/relationships/notesSlide" Target="/ppt/notesSlides/notesSlide8.xml" Id="R16d04f9178ae4f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e2a99e44f7402b" /><Relationship Type="http://schemas.openxmlformats.org/officeDocument/2006/relationships/notesSlide" Target="/ppt/notesSlides/notesSlide9.xml" Id="Rd34509077fb5408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88781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Steps and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random.randrange(2, 13, 2) produce 12 but not 13?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random.choice() return only an item already present in its collection?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using the same seed produce the same two results when the starter program is run again?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With seed 4, what two output lines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Generate and display a random multiple of 5 from 5 to 30. Run the program several times; every result should be a multiple of 5 in this range.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the colour choices and generate two independently stored colour selections. Display both selections on labelled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random training prompt. Choose an even repetition count from 2 through 12 and one activity from a three-item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you design. Display one instruction such as 8 jumps.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random.seed(4)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12,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"Colour:"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colour)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2026-08-27T03:53:16.1880000Z</dcterms:created>
  <dcterms:modified xsi:type="dcterms:W3CDTF">2026-08-27T03:53:16.1880000Z</dcterms:modified>
</coreProperties>
</file>