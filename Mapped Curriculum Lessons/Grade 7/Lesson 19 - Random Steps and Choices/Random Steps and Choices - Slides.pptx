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86b489d81d4762" /><Relationship Type="http://schemas.openxmlformats.org/officeDocument/2006/relationships/extended-properties" Target="/docProps/app.xml" Id="R53ce22dd351f4b22" /><Relationship Type="http://schemas.openxmlformats.org/officeDocument/2006/relationships/officeDocument" Target="/ppt/presentation.xml" Id="Rab24a7d7c662472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d537dc14e1b472f"/>
  </p:sldMasterIdLst>
  <p:notesMasterIdLst>
    <p:notesMasterId xmlns:r="http://schemas.openxmlformats.org/officeDocument/2006/relationships" r:id="Rcd734d703ad74dbd"/>
  </p:notesMasterIdLst>
  <p:sldIdLst>
    <p:sldId xmlns:r="http://schemas.openxmlformats.org/officeDocument/2006/relationships" id="256" r:id="R5ba2c890320d42f4"/>
    <p:sldId xmlns:r="http://schemas.openxmlformats.org/officeDocument/2006/relationships" id="257" r:id="R0db87b17fc404689"/>
    <p:sldId xmlns:r="http://schemas.openxmlformats.org/officeDocument/2006/relationships" id="258" r:id="R92f2e8052a5d44cf"/>
    <p:sldId xmlns:r="http://schemas.openxmlformats.org/officeDocument/2006/relationships" id="259" r:id="R319efc384c4e4b71"/>
    <p:sldId xmlns:r="http://schemas.openxmlformats.org/officeDocument/2006/relationships" id="260" r:id="Rea8c1623259f4d38"/>
    <p:sldId xmlns:r="http://schemas.openxmlformats.org/officeDocument/2006/relationships" id="261" r:id="Rb8b0c88fca624582"/>
    <p:sldId xmlns:r="http://schemas.openxmlformats.org/officeDocument/2006/relationships" id="262" r:id="Rc9e8387257f34088"/>
    <p:sldId xmlns:r="http://schemas.openxmlformats.org/officeDocument/2006/relationships" id="263" r:id="R53b2ee1112514c6e"/>
    <p:sldId xmlns:r="http://schemas.openxmlformats.org/officeDocument/2006/relationships" id="264" r:id="R0a95ad0bc4e94df2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4520aac75574468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85ea3c7a96404d" /><Relationship Type="http://schemas.openxmlformats.org/officeDocument/2006/relationships/slideMaster" Target="/ppt/slideMasters/slideMaster1.xml" Id="Rdd537dc14e1b472f" /><Relationship Type="http://schemas.openxmlformats.org/officeDocument/2006/relationships/notesMaster" Target="/ppt/notesMasters/notesMaster1.xml" Id="Rcd734d703ad74dbd" /><Relationship Type="http://schemas.openxmlformats.org/officeDocument/2006/relationships/presProps" Target="/ppt/presProps.xml" Id="R9f8101b7783146d6" /><Relationship Type="http://schemas.openxmlformats.org/officeDocument/2006/relationships/viewProps" Target="/ppt/viewProps.xml" Id="Rca0a7751af2e4a41" /><Relationship Type="http://schemas.openxmlformats.org/officeDocument/2006/relationships/tableStyles" Target="/ppt/tableStyles.xml" Id="R82f93a836e934ee3" /><Relationship Type="http://schemas.openxmlformats.org/officeDocument/2006/relationships/font" Target="/ppt/fonts/font.dat" Id="R4520aac755744681" /><Relationship Type="http://schemas.openxmlformats.org/officeDocument/2006/relationships/slide" Target="/ppt/slides/slide1.xml" Id="R5ba2c890320d42f4" /><Relationship Type="http://schemas.openxmlformats.org/officeDocument/2006/relationships/slide" Target="/ppt/slides/slide2.xml" Id="R0db87b17fc404689" /><Relationship Type="http://schemas.openxmlformats.org/officeDocument/2006/relationships/slide" Target="/ppt/slides/slide3.xml" Id="R92f2e8052a5d44cf" /><Relationship Type="http://schemas.openxmlformats.org/officeDocument/2006/relationships/slide" Target="/ppt/slides/slide4.xml" Id="R319efc384c4e4b71" /><Relationship Type="http://schemas.openxmlformats.org/officeDocument/2006/relationships/slide" Target="/ppt/slides/slide5.xml" Id="Rea8c1623259f4d38" /><Relationship Type="http://schemas.openxmlformats.org/officeDocument/2006/relationships/slide" Target="/ppt/slides/slide6.xml" Id="Rb8b0c88fca624582" /><Relationship Type="http://schemas.openxmlformats.org/officeDocument/2006/relationships/slide" Target="/ppt/slides/slide7.xml" Id="Rc9e8387257f34088" /><Relationship Type="http://schemas.openxmlformats.org/officeDocument/2006/relationships/slide" Target="/ppt/slides/slide8.xml" Id="R53b2ee1112514c6e" /><Relationship Type="http://schemas.openxmlformats.org/officeDocument/2006/relationships/slide" Target="/ppt/slides/slide9.xml" Id="R0a95ad0bc4e94d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ede86f78c54c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aee69111f644a2" /><Relationship Type="http://schemas.openxmlformats.org/officeDocument/2006/relationships/notesMaster" Target="/ppt/notesMasters/notesMaster1.xml" Id="R9d792032ec3c49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1159695b094d95" /><Relationship Type="http://schemas.openxmlformats.org/officeDocument/2006/relationships/notesMaster" Target="/ppt/notesMasters/notesMaster1.xml" Id="R3b4415b2348f4d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89374934e047e0" /><Relationship Type="http://schemas.openxmlformats.org/officeDocument/2006/relationships/notesMaster" Target="/ppt/notesMasters/notesMaster1.xml" Id="R3d06643929654d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d6dfe986a64f18" /><Relationship Type="http://schemas.openxmlformats.org/officeDocument/2006/relationships/notesMaster" Target="/ppt/notesMasters/notesMaster1.xml" Id="R63b1b9b3898f4b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d29e6373fb4ef9" /><Relationship Type="http://schemas.openxmlformats.org/officeDocument/2006/relationships/notesMaster" Target="/ppt/notesMasters/notesMaster1.xml" Id="R00799fcd2ad645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707108be184e48" /><Relationship Type="http://schemas.openxmlformats.org/officeDocument/2006/relationships/notesMaster" Target="/ppt/notesMasters/notesMaster1.xml" Id="Rac42d82e976c41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9e5255958644f2" /><Relationship Type="http://schemas.openxmlformats.org/officeDocument/2006/relationships/notesMaster" Target="/ppt/notesMasters/notesMaster1.xml" Id="Rce84837a562a4a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4f5eefe22943d3" /><Relationship Type="http://schemas.openxmlformats.org/officeDocument/2006/relationships/notesMaster" Target="/ppt/notesMasters/notesMaster1.xml" Id="Rc08477f47ea047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db25593fba4291" /><Relationship Type="http://schemas.openxmlformats.org/officeDocument/2006/relationships/notesMaster" Target="/ppt/notesMasters/notesMaster1.xml" Id="R205c8491da3145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f0f943d0f4a07" /><Relationship Type="http://schemas.openxmlformats.org/officeDocument/2006/relationships/image" Target="/ppt/media/image.png" Id="Rde558024a44049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c74de701e4f5a" /><Relationship Type="http://schemas.openxmlformats.org/officeDocument/2006/relationships/image" Target="/ppt/media/image.png" Id="R2c9e22a3ee4640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357b3fbe14bb7" /><Relationship Type="http://schemas.openxmlformats.org/officeDocument/2006/relationships/image" Target="/ppt/media/image.png" Id="R22948535ac204d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8411b44cf4b6f" /><Relationship Type="http://schemas.openxmlformats.org/officeDocument/2006/relationships/image" Target="/ppt/media/image.png" Id="R5a497fdd1c5f49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8cb1df31142cb" /><Relationship Type="http://schemas.openxmlformats.org/officeDocument/2006/relationships/image" Target="/ppt/media/image.png" Id="R57c34519c1494a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27eec9b0e4918" /><Relationship Type="http://schemas.openxmlformats.org/officeDocument/2006/relationships/image" Target="/ppt/media/image.png" Id="Rfd12019222a04ef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8540ead48438f" /><Relationship Type="http://schemas.openxmlformats.org/officeDocument/2006/relationships/image" Target="/ppt/media/image.png" Id="R7065f45b7209470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796f3038d4dbf" /><Relationship Type="http://schemas.openxmlformats.org/officeDocument/2006/relationships/image" Target="/ppt/media/image.png" Id="R83e8c00fea67467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929c268b44c4b" /><Relationship Type="http://schemas.openxmlformats.org/officeDocument/2006/relationships/image" Target="/ppt/media/image.png" Id="Rb6e6888a68b74ac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de206120e4402" /><Relationship Type="http://schemas.openxmlformats.org/officeDocument/2006/relationships/image" Target="/ppt/media/image.png" Id="R2dc7727f0cbd4e9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c7ed5de3d14f5f" /><Relationship Type="http://schemas.openxmlformats.org/officeDocument/2006/relationships/image" Target="/ppt/media/image.png" Id="Rbdadc0b82dc5444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558024a44049f9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9e22a3ee46405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948535ac204de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497fdd1c5f49c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c34519c1494a1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12019222a04ef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65f45b7209470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e8c00fea67467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e6888a68b74ac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c7727f0cbd4e9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adc0b82dc5444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e1c3f9a46d4d0d" /><Relationship Type="http://schemas.openxmlformats.org/officeDocument/2006/relationships/slideLayout" Target="/ppt/slideLayouts/slideLayout1.xml" Id="R2f8c5345e5dc4738" /><Relationship Type="http://schemas.openxmlformats.org/officeDocument/2006/relationships/slideLayout" Target="/ppt/slideLayouts/slideLayout2.xml" Id="R007c30c4e32347b6" /><Relationship Type="http://schemas.openxmlformats.org/officeDocument/2006/relationships/slideLayout" Target="/ppt/slideLayouts/slideLayout3.xml" Id="R4c78717df786451d" /><Relationship Type="http://schemas.openxmlformats.org/officeDocument/2006/relationships/slideLayout" Target="/ppt/slideLayouts/slideLayout4.xml" Id="Rdc98d608017e45a3" /><Relationship Type="http://schemas.openxmlformats.org/officeDocument/2006/relationships/slideLayout" Target="/ppt/slideLayouts/slideLayout5.xml" Id="R2f4643e55c424c90" /><Relationship Type="http://schemas.openxmlformats.org/officeDocument/2006/relationships/slideLayout" Target="/ppt/slideLayouts/slideLayout6.xml" Id="R6f04d00997234ceb" /><Relationship Type="http://schemas.openxmlformats.org/officeDocument/2006/relationships/slideLayout" Target="/ppt/slideLayouts/slideLayout7.xml" Id="Re1436e10e22a4db4" /><Relationship Type="http://schemas.openxmlformats.org/officeDocument/2006/relationships/slideLayout" Target="/ppt/slideLayouts/slideLayout8.xml" Id="R02da3127bf5946e2" /><Relationship Type="http://schemas.openxmlformats.org/officeDocument/2006/relationships/slideLayout" Target="/ppt/slideLayouts/slideLayout9.xml" Id="Rfe07f01019a444b7" /><Relationship Type="http://schemas.openxmlformats.org/officeDocument/2006/relationships/slideLayout" Target="/ppt/slideLayouts/slideLayout10.xml" Id="R9bc4b3a266bc464e" /><Relationship Type="http://schemas.openxmlformats.org/officeDocument/2006/relationships/slideLayout" Target="/ppt/slideLayouts/slideLayout11.xml" Id="Rf1d556588f7e43a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8c5345e5dc4738"/>
    <p:sldLayoutId xmlns:r="http://schemas.openxmlformats.org/officeDocument/2006/relationships" id="2147483650" r:id="R007c30c4e32347b6"/>
    <p:sldLayoutId xmlns:r="http://schemas.openxmlformats.org/officeDocument/2006/relationships" id="2147483651" r:id="R4c78717df786451d"/>
    <p:sldLayoutId xmlns:r="http://schemas.openxmlformats.org/officeDocument/2006/relationships" id="2147483652" r:id="Rdc98d608017e45a3"/>
    <p:sldLayoutId xmlns:r="http://schemas.openxmlformats.org/officeDocument/2006/relationships" id="2147483653" r:id="R2f4643e55c424c90"/>
    <p:sldLayoutId xmlns:r="http://schemas.openxmlformats.org/officeDocument/2006/relationships" id="2147483654" r:id="R6f04d00997234ceb"/>
    <p:sldLayoutId xmlns:r="http://schemas.openxmlformats.org/officeDocument/2006/relationships" id="2147483655" r:id="Re1436e10e22a4db4"/>
    <p:sldLayoutId xmlns:r="http://schemas.openxmlformats.org/officeDocument/2006/relationships" id="2147483656" r:id="R02da3127bf5946e2"/>
    <p:sldLayoutId xmlns:r="http://schemas.openxmlformats.org/officeDocument/2006/relationships" id="2147483657" r:id="Rfe07f01019a444b7"/>
    <p:sldLayoutId xmlns:r="http://schemas.openxmlformats.org/officeDocument/2006/relationships" id="2147483658" r:id="R9bc4b3a266bc464e"/>
    <p:sldLayoutId xmlns:r="http://schemas.openxmlformats.org/officeDocument/2006/relationships" id="2147483659" r:id="Rf1d556588f7e43a0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2ab49d5c24700" /><Relationship Type="http://schemas.openxmlformats.org/officeDocument/2006/relationships/notesSlide" Target="/ppt/notesSlides/notesSlide1.xml" Id="R58a8d2aab9524c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c436fe40a34f42" /><Relationship Type="http://schemas.openxmlformats.org/officeDocument/2006/relationships/notesSlide" Target="/ppt/notesSlides/notesSlide2.xml" Id="R86a753f5faf945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f563d3292d4d30" /><Relationship Type="http://schemas.openxmlformats.org/officeDocument/2006/relationships/notesSlide" Target="/ppt/notesSlides/notesSlide3.xml" Id="Rb7a8f44d4cad46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4e8bc6f7b64bd2" /><Relationship Type="http://schemas.openxmlformats.org/officeDocument/2006/relationships/notesSlide" Target="/ppt/notesSlides/notesSlide4.xml" Id="R3ab5175f442749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043809a8aa4d59" /><Relationship Type="http://schemas.openxmlformats.org/officeDocument/2006/relationships/notesSlide" Target="/ppt/notesSlides/notesSlide5.xml" Id="R5d3e94f23cec48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a27fb4463499f" /><Relationship Type="http://schemas.openxmlformats.org/officeDocument/2006/relationships/notesSlide" Target="/ppt/notesSlides/notesSlide6.xml" Id="R28e8c26f08e54d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17855d685e4e95" /><Relationship Type="http://schemas.openxmlformats.org/officeDocument/2006/relationships/notesSlide" Target="/ppt/notesSlides/notesSlide7.xml" Id="R753b59d8c8c14b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b6f1c032fe4cd2" /><Relationship Type="http://schemas.openxmlformats.org/officeDocument/2006/relationships/notesSlide" Target="/ppt/notesSlides/notesSlide8.xml" Id="Rcdb3696c05ec47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4dfc08f21b4a07" /><Relationship Type="http://schemas.openxmlformats.org/officeDocument/2006/relationships/notesSlide" Target="/ppt/notesSlides/notesSlide9.xml" Id="R36918bcade7e42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88781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Random Steps and Choices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19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import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import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import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can random.randrange(2, 13, 2) produce 12 but not 13?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can random.choice() return only an item already present in its collection?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does using the same seed produce the same two results when the starter program is run again?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With seed 4, what two output lines appear?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import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random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example's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random.randrange()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 so it chooses one of 5, 10, 15, 20, 25 or 30. Store the result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move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display it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Run it several times to check that no other number appears.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import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random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a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called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colours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holds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"green"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Use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random.choice()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twice to pick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first_colour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second_colour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and display them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colour:"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"Second colour:"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import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random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training program with a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called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activities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holding three activity words. Use a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display three training prompts. Each prompt uses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random.randrange()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an even number from 2 to 12 and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random.choice()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an activity, such as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"Training prompt: 8 jumps"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import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random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13, 2)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random.choice([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54933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import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random.seed(4)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even_step = random.randrange(2, 12, 2)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colours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"blue"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"gold"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colour = random.choice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even_step)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"Colour:"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colour)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2026-09-28T09:08:37.4710000Z</dcterms:created>
  <dcterms:modified xsi:type="dcterms:W3CDTF">2026-09-28T09:08:37.4710000Z</dcterms:modified>
</coreProperties>
</file>