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5e1d6835134578" /><Relationship Type="http://schemas.openxmlformats.org/officeDocument/2006/relationships/extended-properties" Target="/docProps/app.xml" Id="R7557240c38394c5a" /><Relationship Type="http://schemas.openxmlformats.org/officeDocument/2006/relationships/officeDocument" Target="/ppt/presentation.xml" Id="R6e90dd8936bc4f0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11c695ac0f84954"/>
  </p:sldMasterIdLst>
  <p:notesMasterIdLst>
    <p:notesMasterId xmlns:r="http://schemas.openxmlformats.org/officeDocument/2006/relationships" r:id="R03b0799380504bc3"/>
  </p:notesMasterIdLst>
  <p:sldIdLst>
    <p:sldId xmlns:r="http://schemas.openxmlformats.org/officeDocument/2006/relationships" id="256" r:id="Re0a9f3c355db482a"/>
    <p:sldId xmlns:r="http://schemas.openxmlformats.org/officeDocument/2006/relationships" id="257" r:id="R983084f0f6374779"/>
    <p:sldId xmlns:r="http://schemas.openxmlformats.org/officeDocument/2006/relationships" id="258" r:id="Rf2d780607826471e"/>
    <p:sldId xmlns:r="http://schemas.openxmlformats.org/officeDocument/2006/relationships" id="259" r:id="Ra1907fa048164bbe"/>
    <p:sldId xmlns:r="http://schemas.openxmlformats.org/officeDocument/2006/relationships" id="260" r:id="Re5c8dbf5a9ca48b8"/>
    <p:sldId xmlns:r="http://schemas.openxmlformats.org/officeDocument/2006/relationships" id="261" r:id="R5243a4e33e1c4ef1"/>
    <p:sldId xmlns:r="http://schemas.openxmlformats.org/officeDocument/2006/relationships" id="262" r:id="R258b73442aab49b2"/>
    <p:sldId xmlns:r="http://schemas.openxmlformats.org/officeDocument/2006/relationships" id="263" r:id="R2ae768920616473f"/>
    <p:sldId xmlns:r="http://schemas.openxmlformats.org/officeDocument/2006/relationships" id="264" r:id="R95f832a2dabb437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ab42ebaa6e34c4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943e7070ed41d9" /><Relationship Type="http://schemas.openxmlformats.org/officeDocument/2006/relationships/slideMaster" Target="/ppt/slideMasters/slideMaster1.xml" Id="Rf11c695ac0f84954" /><Relationship Type="http://schemas.openxmlformats.org/officeDocument/2006/relationships/notesMaster" Target="/ppt/notesMasters/notesMaster1.xml" Id="R03b0799380504bc3" /><Relationship Type="http://schemas.openxmlformats.org/officeDocument/2006/relationships/presProps" Target="/ppt/presProps.xml" Id="Rbd165109398243af" /><Relationship Type="http://schemas.openxmlformats.org/officeDocument/2006/relationships/viewProps" Target="/ppt/viewProps.xml" Id="R5178da4a7e3f4113" /><Relationship Type="http://schemas.openxmlformats.org/officeDocument/2006/relationships/tableStyles" Target="/ppt/tableStyles.xml" Id="R301261c61d7a4ffc" /><Relationship Type="http://schemas.openxmlformats.org/officeDocument/2006/relationships/font" Target="/ppt/fonts/font.dat" Id="R0ab42ebaa6e34c48" /><Relationship Type="http://schemas.openxmlformats.org/officeDocument/2006/relationships/slide" Target="/ppt/slides/slide1.xml" Id="Re0a9f3c355db482a" /><Relationship Type="http://schemas.openxmlformats.org/officeDocument/2006/relationships/slide" Target="/ppt/slides/slide2.xml" Id="R983084f0f6374779" /><Relationship Type="http://schemas.openxmlformats.org/officeDocument/2006/relationships/slide" Target="/ppt/slides/slide3.xml" Id="Rf2d780607826471e" /><Relationship Type="http://schemas.openxmlformats.org/officeDocument/2006/relationships/slide" Target="/ppt/slides/slide4.xml" Id="Ra1907fa048164bbe" /><Relationship Type="http://schemas.openxmlformats.org/officeDocument/2006/relationships/slide" Target="/ppt/slides/slide5.xml" Id="Re5c8dbf5a9ca48b8" /><Relationship Type="http://schemas.openxmlformats.org/officeDocument/2006/relationships/slide" Target="/ppt/slides/slide6.xml" Id="R5243a4e33e1c4ef1" /><Relationship Type="http://schemas.openxmlformats.org/officeDocument/2006/relationships/slide" Target="/ppt/slides/slide7.xml" Id="R258b73442aab49b2" /><Relationship Type="http://schemas.openxmlformats.org/officeDocument/2006/relationships/slide" Target="/ppt/slides/slide8.xml" Id="R2ae768920616473f" /><Relationship Type="http://schemas.openxmlformats.org/officeDocument/2006/relationships/slide" Target="/ppt/slides/slide9.xml" Id="R95f832a2dabb43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b8074388aa48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376e54809d4475" /><Relationship Type="http://schemas.openxmlformats.org/officeDocument/2006/relationships/notesMaster" Target="/ppt/notesMasters/notesMaster1.xml" Id="Ra97a38f7a3d741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816aa4fd1b4d8c" /><Relationship Type="http://schemas.openxmlformats.org/officeDocument/2006/relationships/notesMaster" Target="/ppt/notesMasters/notesMaster1.xml" Id="R26614087b0c341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b3b4c228424170" /><Relationship Type="http://schemas.openxmlformats.org/officeDocument/2006/relationships/notesMaster" Target="/ppt/notesMasters/notesMaster1.xml" Id="Rdb4e03131e6040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3460d1e5ed462d" /><Relationship Type="http://schemas.openxmlformats.org/officeDocument/2006/relationships/notesMaster" Target="/ppt/notesMasters/notesMaster1.xml" Id="R5ad8b92b08c745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65d617374a4984" /><Relationship Type="http://schemas.openxmlformats.org/officeDocument/2006/relationships/notesMaster" Target="/ppt/notesMasters/notesMaster1.xml" Id="Rd694b12a07a940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e2bc9d55a94c5a" /><Relationship Type="http://schemas.openxmlformats.org/officeDocument/2006/relationships/notesMaster" Target="/ppt/notesMasters/notesMaster1.xml" Id="R7bb570a903a047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3c2aeec9a74bfc" /><Relationship Type="http://schemas.openxmlformats.org/officeDocument/2006/relationships/notesMaster" Target="/ppt/notesMasters/notesMaster1.xml" Id="R1d422865c3484e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a18ecb42484f16" /><Relationship Type="http://schemas.openxmlformats.org/officeDocument/2006/relationships/notesMaster" Target="/ppt/notesMasters/notesMaster1.xml" Id="Rfad3ab2f345145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ee1bd615064cbb" /><Relationship Type="http://schemas.openxmlformats.org/officeDocument/2006/relationships/notesMaster" Target="/ppt/notesMasters/notesMaster1.xml" Id="Rf5bc5864bc8e48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223e7e478f4020" /><Relationship Type="http://schemas.openxmlformats.org/officeDocument/2006/relationships/image" Target="/ppt/media/image.png" Id="Rfe3f74fe22224aa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2abf25b664919" /><Relationship Type="http://schemas.openxmlformats.org/officeDocument/2006/relationships/image" Target="/ppt/media/image.png" Id="Rc7b1c41e52cb42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4b862fdd864595" /><Relationship Type="http://schemas.openxmlformats.org/officeDocument/2006/relationships/image" Target="/ppt/media/image.png" Id="R62bed17b3ba042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e7814b1cc94a37" /><Relationship Type="http://schemas.openxmlformats.org/officeDocument/2006/relationships/image" Target="/ppt/media/image.png" Id="R460352ab1963498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b052b0ac1424b" /><Relationship Type="http://schemas.openxmlformats.org/officeDocument/2006/relationships/image" Target="/ppt/media/image.png" Id="Ra36c38eed695497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5f455938f747d3" /><Relationship Type="http://schemas.openxmlformats.org/officeDocument/2006/relationships/image" Target="/ppt/media/image.png" Id="R5c16888bcc024d1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6dbb5ad1274e27" /><Relationship Type="http://schemas.openxmlformats.org/officeDocument/2006/relationships/image" Target="/ppt/media/image.png" Id="R77cb827dba96402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2df2b7b1fd45b2" /><Relationship Type="http://schemas.openxmlformats.org/officeDocument/2006/relationships/image" Target="/ppt/media/image.png" Id="Re142c02134004c5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7e775d87204c1d" /><Relationship Type="http://schemas.openxmlformats.org/officeDocument/2006/relationships/image" Target="/ppt/media/image.png" Id="Rd9ba79d7d1044fb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1542c1e7354a99" /><Relationship Type="http://schemas.openxmlformats.org/officeDocument/2006/relationships/image" Target="/ppt/media/image.png" Id="Ra90c65bb338948b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b0cf826b584e5d" /><Relationship Type="http://schemas.openxmlformats.org/officeDocument/2006/relationships/image" Target="/ppt/media/image.png" Id="R7aa0666841ee4d7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3f74fe22224aa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b1c41e52cb42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bed17b3ba042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0352ab1963498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6c38eed69549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16888bcc024d1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cb827dba96402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42c02134004c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ba79d7d1044fb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0c65bb338948b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a0666841ee4d7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19145024764386" /><Relationship Type="http://schemas.openxmlformats.org/officeDocument/2006/relationships/slideLayout" Target="/ppt/slideLayouts/slideLayout1.xml" Id="Rf6aca546c4f84c88" /><Relationship Type="http://schemas.openxmlformats.org/officeDocument/2006/relationships/slideLayout" Target="/ppt/slideLayouts/slideLayout2.xml" Id="R5aa8e143ecbf4aa1" /><Relationship Type="http://schemas.openxmlformats.org/officeDocument/2006/relationships/slideLayout" Target="/ppt/slideLayouts/slideLayout3.xml" Id="Ra48a0feacc9d4091" /><Relationship Type="http://schemas.openxmlformats.org/officeDocument/2006/relationships/slideLayout" Target="/ppt/slideLayouts/slideLayout4.xml" Id="R4a0c59b597674e66" /><Relationship Type="http://schemas.openxmlformats.org/officeDocument/2006/relationships/slideLayout" Target="/ppt/slideLayouts/slideLayout5.xml" Id="Rb9599ab384e14638" /><Relationship Type="http://schemas.openxmlformats.org/officeDocument/2006/relationships/slideLayout" Target="/ppt/slideLayouts/slideLayout6.xml" Id="R1328caeccc0b4acb" /><Relationship Type="http://schemas.openxmlformats.org/officeDocument/2006/relationships/slideLayout" Target="/ppt/slideLayouts/slideLayout7.xml" Id="R9009060b72024c2d" /><Relationship Type="http://schemas.openxmlformats.org/officeDocument/2006/relationships/slideLayout" Target="/ppt/slideLayouts/slideLayout8.xml" Id="R730ae12c9b614a24" /><Relationship Type="http://schemas.openxmlformats.org/officeDocument/2006/relationships/slideLayout" Target="/ppt/slideLayouts/slideLayout9.xml" Id="R93bd73632c114bf9" /><Relationship Type="http://schemas.openxmlformats.org/officeDocument/2006/relationships/slideLayout" Target="/ppt/slideLayouts/slideLayout10.xml" Id="Rc5a74357fbc947e4" /><Relationship Type="http://schemas.openxmlformats.org/officeDocument/2006/relationships/slideLayout" Target="/ppt/slideLayouts/slideLayout11.xml" Id="R2f0a0be2b0344ca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aca546c4f84c88"/>
    <p:sldLayoutId xmlns:r="http://schemas.openxmlformats.org/officeDocument/2006/relationships" id="2147483650" r:id="R5aa8e143ecbf4aa1"/>
    <p:sldLayoutId xmlns:r="http://schemas.openxmlformats.org/officeDocument/2006/relationships" id="2147483651" r:id="Ra48a0feacc9d4091"/>
    <p:sldLayoutId xmlns:r="http://schemas.openxmlformats.org/officeDocument/2006/relationships" id="2147483652" r:id="R4a0c59b597674e66"/>
    <p:sldLayoutId xmlns:r="http://schemas.openxmlformats.org/officeDocument/2006/relationships" id="2147483653" r:id="Rb9599ab384e14638"/>
    <p:sldLayoutId xmlns:r="http://schemas.openxmlformats.org/officeDocument/2006/relationships" id="2147483654" r:id="R1328caeccc0b4acb"/>
    <p:sldLayoutId xmlns:r="http://schemas.openxmlformats.org/officeDocument/2006/relationships" id="2147483655" r:id="R9009060b72024c2d"/>
    <p:sldLayoutId xmlns:r="http://schemas.openxmlformats.org/officeDocument/2006/relationships" id="2147483656" r:id="R730ae12c9b614a24"/>
    <p:sldLayoutId xmlns:r="http://schemas.openxmlformats.org/officeDocument/2006/relationships" id="2147483657" r:id="R93bd73632c114bf9"/>
    <p:sldLayoutId xmlns:r="http://schemas.openxmlformats.org/officeDocument/2006/relationships" id="2147483658" r:id="Rc5a74357fbc947e4"/>
    <p:sldLayoutId xmlns:r="http://schemas.openxmlformats.org/officeDocument/2006/relationships" id="2147483659" r:id="R2f0a0be2b0344ca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02b5bd0ec456d" /><Relationship Type="http://schemas.openxmlformats.org/officeDocument/2006/relationships/notesSlide" Target="/ppt/notesSlides/notesSlide1.xml" Id="Ra1d3e4f595794c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809acb40b9441e" /><Relationship Type="http://schemas.openxmlformats.org/officeDocument/2006/relationships/notesSlide" Target="/ppt/notesSlides/notesSlide2.xml" Id="R497c0886e8f847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f75743fb6f448d" /><Relationship Type="http://schemas.openxmlformats.org/officeDocument/2006/relationships/notesSlide" Target="/ppt/notesSlides/notesSlide3.xml" Id="Rad6d2c922a7245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4cc2659b064a48" /><Relationship Type="http://schemas.openxmlformats.org/officeDocument/2006/relationships/notesSlide" Target="/ppt/notesSlides/notesSlide4.xml" Id="Rff36db39cfb641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11e63c5c964a1c" /><Relationship Type="http://schemas.openxmlformats.org/officeDocument/2006/relationships/notesSlide" Target="/ppt/notesSlides/notesSlide5.xml" Id="R3a07a0e403b94d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47ac57eaf34ed9" /><Relationship Type="http://schemas.openxmlformats.org/officeDocument/2006/relationships/notesSlide" Target="/ppt/notesSlides/notesSlide6.xml" Id="R3f4aa2a117f140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9c36d446b348fc" /><Relationship Type="http://schemas.openxmlformats.org/officeDocument/2006/relationships/notesSlide" Target="/ppt/notesSlides/notesSlide7.xml" Id="R1aa10bd3ae2c4f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eab69ba5304158" /><Relationship Type="http://schemas.openxmlformats.org/officeDocument/2006/relationships/notesSlide" Target="/ppt/notesSlides/notesSlide8.xml" Id="Rf4e2d113f5ed4a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1e533fee98438e" /><Relationship Type="http://schemas.openxmlformats.org/officeDocument/2006/relationships/notesSlide" Target="/ppt/notesSlides/notesSlide9.xml" Id="R421b7f5b759f4d7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88781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Steps and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random.randrange(2, 13, 2) produce 12 but not 13?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random.choice() return only an item already present in its collection?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using the same seed produce the same two results when the starter program is run again?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With seed 4, what two output lines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Generate and display a random multiple of 5 from 5 to 30. Run the program several times; every result should be a multiple of 5 in this range.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the colour choices and generate two independently sto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colour selections. Display both selections on labelled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random training prompt. Choose an even repetition count from 2 through 12 and one activity from a three-item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you design. Display one instruction such as 8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"jumps"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random.seed(4)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12,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"Colour:"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colour)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2026-08-26T04:04:39.6690000Z</dcterms:created>
  <dcterms:modified xsi:type="dcterms:W3CDTF">2026-08-26T04:04:39.6690000Z</dcterms:modified>
</coreProperties>
</file>