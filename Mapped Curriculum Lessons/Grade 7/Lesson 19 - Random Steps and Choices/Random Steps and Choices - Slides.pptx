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2a4cb809f64dbb" /><Relationship Type="http://schemas.openxmlformats.org/officeDocument/2006/relationships/extended-properties" Target="/docProps/app.xml" Id="Rd751d9ef984e4abb" /><Relationship Type="http://schemas.openxmlformats.org/officeDocument/2006/relationships/officeDocument" Target="/ppt/presentation.xml" Id="R8ae3ca65b928435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86b1bfa63194002"/>
  </p:sldMasterIdLst>
  <p:notesMasterIdLst>
    <p:notesMasterId xmlns:r="http://schemas.openxmlformats.org/officeDocument/2006/relationships" r:id="Rfea6cbc079994041"/>
  </p:notesMasterIdLst>
  <p:sldIdLst>
    <p:sldId xmlns:r="http://schemas.openxmlformats.org/officeDocument/2006/relationships" id="256" r:id="R5be2b5b2b8af4d40"/>
    <p:sldId xmlns:r="http://schemas.openxmlformats.org/officeDocument/2006/relationships" id="257" r:id="Raea0fcc8eb2045a6"/>
    <p:sldId xmlns:r="http://schemas.openxmlformats.org/officeDocument/2006/relationships" id="258" r:id="Rbaf57bd61fc74869"/>
    <p:sldId xmlns:r="http://schemas.openxmlformats.org/officeDocument/2006/relationships" id="259" r:id="Rc4cb3afe481d454d"/>
    <p:sldId xmlns:r="http://schemas.openxmlformats.org/officeDocument/2006/relationships" id="260" r:id="R57538402cf6e44c5"/>
    <p:sldId xmlns:r="http://schemas.openxmlformats.org/officeDocument/2006/relationships" id="261" r:id="R2e36474260954807"/>
    <p:sldId xmlns:r="http://schemas.openxmlformats.org/officeDocument/2006/relationships" id="262" r:id="Rcabc3bd1abaa41eb"/>
    <p:sldId xmlns:r="http://schemas.openxmlformats.org/officeDocument/2006/relationships" id="263" r:id="R05c7a730b3274c4b"/>
    <p:sldId xmlns:r="http://schemas.openxmlformats.org/officeDocument/2006/relationships" id="264" r:id="Rbbfb89ffc5894b1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7f175d9274f4b3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60cd7e94764fbd" /><Relationship Type="http://schemas.openxmlformats.org/officeDocument/2006/relationships/slideMaster" Target="/ppt/slideMasters/slideMaster1.xml" Id="R686b1bfa63194002" /><Relationship Type="http://schemas.openxmlformats.org/officeDocument/2006/relationships/notesMaster" Target="/ppt/notesMasters/notesMaster1.xml" Id="Rfea6cbc079994041" /><Relationship Type="http://schemas.openxmlformats.org/officeDocument/2006/relationships/presProps" Target="/ppt/presProps.xml" Id="Rfd743d8614a0437f" /><Relationship Type="http://schemas.openxmlformats.org/officeDocument/2006/relationships/viewProps" Target="/ppt/viewProps.xml" Id="Rfa04232e426e4f33" /><Relationship Type="http://schemas.openxmlformats.org/officeDocument/2006/relationships/tableStyles" Target="/ppt/tableStyles.xml" Id="R8866c00202844173" /><Relationship Type="http://schemas.openxmlformats.org/officeDocument/2006/relationships/font" Target="/ppt/fonts/font.dat" Id="R97f175d9274f4b30" /><Relationship Type="http://schemas.openxmlformats.org/officeDocument/2006/relationships/slide" Target="/ppt/slides/slide1.xml" Id="R5be2b5b2b8af4d40" /><Relationship Type="http://schemas.openxmlformats.org/officeDocument/2006/relationships/slide" Target="/ppt/slides/slide2.xml" Id="Raea0fcc8eb2045a6" /><Relationship Type="http://schemas.openxmlformats.org/officeDocument/2006/relationships/slide" Target="/ppt/slides/slide3.xml" Id="Rbaf57bd61fc74869" /><Relationship Type="http://schemas.openxmlformats.org/officeDocument/2006/relationships/slide" Target="/ppt/slides/slide4.xml" Id="Rc4cb3afe481d454d" /><Relationship Type="http://schemas.openxmlformats.org/officeDocument/2006/relationships/slide" Target="/ppt/slides/slide5.xml" Id="R57538402cf6e44c5" /><Relationship Type="http://schemas.openxmlformats.org/officeDocument/2006/relationships/slide" Target="/ppt/slides/slide6.xml" Id="R2e36474260954807" /><Relationship Type="http://schemas.openxmlformats.org/officeDocument/2006/relationships/slide" Target="/ppt/slides/slide7.xml" Id="Rcabc3bd1abaa41eb" /><Relationship Type="http://schemas.openxmlformats.org/officeDocument/2006/relationships/slide" Target="/ppt/slides/slide8.xml" Id="R05c7a730b3274c4b" /><Relationship Type="http://schemas.openxmlformats.org/officeDocument/2006/relationships/slide" Target="/ppt/slides/slide9.xml" Id="Rbbfb89ffc5894b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394f60634e41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60ab901b88430b" /><Relationship Type="http://schemas.openxmlformats.org/officeDocument/2006/relationships/notesMaster" Target="/ppt/notesMasters/notesMaster1.xml" Id="R2c8ce2242ef749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8e6b253c03456e" /><Relationship Type="http://schemas.openxmlformats.org/officeDocument/2006/relationships/notesMaster" Target="/ppt/notesMasters/notesMaster1.xml" Id="Rf030a501d2fe4b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a324882ef44e27" /><Relationship Type="http://schemas.openxmlformats.org/officeDocument/2006/relationships/notesMaster" Target="/ppt/notesMasters/notesMaster1.xml" Id="R7cdf457c517e43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2b7b10bda14261" /><Relationship Type="http://schemas.openxmlformats.org/officeDocument/2006/relationships/notesMaster" Target="/ppt/notesMasters/notesMaster1.xml" Id="R028a0544cdeb44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daa362511643b4" /><Relationship Type="http://schemas.openxmlformats.org/officeDocument/2006/relationships/notesMaster" Target="/ppt/notesMasters/notesMaster1.xml" Id="R71860ab3202642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96647f3a364248" /><Relationship Type="http://schemas.openxmlformats.org/officeDocument/2006/relationships/notesMaster" Target="/ppt/notesMasters/notesMaster1.xml" Id="Ra95af73ff6544f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e8dfcefec14e21" /><Relationship Type="http://schemas.openxmlformats.org/officeDocument/2006/relationships/notesMaster" Target="/ppt/notesMasters/notesMaster1.xml" Id="Rda96f3ca915348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af64cc776a4436" /><Relationship Type="http://schemas.openxmlformats.org/officeDocument/2006/relationships/notesMaster" Target="/ppt/notesMasters/notesMaster1.xml" Id="R912289f83ffa48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9f926fbde54fb4" /><Relationship Type="http://schemas.openxmlformats.org/officeDocument/2006/relationships/notesMaster" Target="/ppt/notesMasters/notesMaster1.xml" Id="Rc0e2de1c39be4d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164bd7436340fb" /><Relationship Type="http://schemas.openxmlformats.org/officeDocument/2006/relationships/image" Target="/ppt/media/image.png" Id="Rca070ca4581d48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21df0d5e664c48" /><Relationship Type="http://schemas.openxmlformats.org/officeDocument/2006/relationships/image" Target="/ppt/media/image.png" Id="R530bdeae42f645b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73dcdc378948a9" /><Relationship Type="http://schemas.openxmlformats.org/officeDocument/2006/relationships/image" Target="/ppt/media/image.png" Id="R53e0a6f7c58d45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906f74ebb42a8" /><Relationship Type="http://schemas.openxmlformats.org/officeDocument/2006/relationships/image" Target="/ppt/media/image.png" Id="R66ffea02fc4d4c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dfed8424ad4925" /><Relationship Type="http://schemas.openxmlformats.org/officeDocument/2006/relationships/image" Target="/ppt/media/image.png" Id="Rccfe9c2997d3466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700e9d6eea4aaf" /><Relationship Type="http://schemas.openxmlformats.org/officeDocument/2006/relationships/image" Target="/ppt/media/image.png" Id="Raf8b8cde9de4489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c4a8d30a5b491d" /><Relationship Type="http://schemas.openxmlformats.org/officeDocument/2006/relationships/image" Target="/ppt/media/image.png" Id="R302c470591b747e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2ea951dd2647da" /><Relationship Type="http://schemas.openxmlformats.org/officeDocument/2006/relationships/image" Target="/ppt/media/image.png" Id="R7dd1d1a94ff64f7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1b68f0ad764f0c" /><Relationship Type="http://schemas.openxmlformats.org/officeDocument/2006/relationships/image" Target="/ppt/media/image.png" Id="R9e040ae26c8c4e1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53219b111241f0" /><Relationship Type="http://schemas.openxmlformats.org/officeDocument/2006/relationships/image" Target="/ppt/media/image.png" Id="R5d4b5754f9934c2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98c996aad846a8" /><Relationship Type="http://schemas.openxmlformats.org/officeDocument/2006/relationships/image" Target="/ppt/media/image.png" Id="R3e08d9478c3b4ee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070ca4581d484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0bdeae42f645b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e0a6f7c58d45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ffea02fc4d4c9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fe9c2997d3466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8b8cde9de448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2c470591b747e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d1d1a94ff64f7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040ae26c8c4e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4b5754f9934c2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08d9478c3b4ee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695793c7d04155" /><Relationship Type="http://schemas.openxmlformats.org/officeDocument/2006/relationships/slideLayout" Target="/ppt/slideLayouts/slideLayout1.xml" Id="Rf51dc5183fa44948" /><Relationship Type="http://schemas.openxmlformats.org/officeDocument/2006/relationships/slideLayout" Target="/ppt/slideLayouts/slideLayout2.xml" Id="Rc8256141e8344fde" /><Relationship Type="http://schemas.openxmlformats.org/officeDocument/2006/relationships/slideLayout" Target="/ppt/slideLayouts/slideLayout3.xml" Id="R6151ad16da194a0d" /><Relationship Type="http://schemas.openxmlformats.org/officeDocument/2006/relationships/slideLayout" Target="/ppt/slideLayouts/slideLayout4.xml" Id="R2a558054b7274dab" /><Relationship Type="http://schemas.openxmlformats.org/officeDocument/2006/relationships/slideLayout" Target="/ppt/slideLayouts/slideLayout5.xml" Id="Rcab2407a68c7482e" /><Relationship Type="http://schemas.openxmlformats.org/officeDocument/2006/relationships/slideLayout" Target="/ppt/slideLayouts/slideLayout6.xml" Id="Redb2e8db358144d4" /><Relationship Type="http://schemas.openxmlformats.org/officeDocument/2006/relationships/slideLayout" Target="/ppt/slideLayouts/slideLayout7.xml" Id="R19d8d36266544e7d" /><Relationship Type="http://schemas.openxmlformats.org/officeDocument/2006/relationships/slideLayout" Target="/ppt/slideLayouts/slideLayout8.xml" Id="R5422ce30d27b44e0" /><Relationship Type="http://schemas.openxmlformats.org/officeDocument/2006/relationships/slideLayout" Target="/ppt/slideLayouts/slideLayout9.xml" Id="R2356d7a78d5c4bab" /><Relationship Type="http://schemas.openxmlformats.org/officeDocument/2006/relationships/slideLayout" Target="/ppt/slideLayouts/slideLayout10.xml" Id="R312fdae389bc41a3" /><Relationship Type="http://schemas.openxmlformats.org/officeDocument/2006/relationships/slideLayout" Target="/ppt/slideLayouts/slideLayout11.xml" Id="R7d1a75fb838a432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1dc5183fa44948"/>
    <p:sldLayoutId xmlns:r="http://schemas.openxmlformats.org/officeDocument/2006/relationships" id="2147483650" r:id="Rc8256141e8344fde"/>
    <p:sldLayoutId xmlns:r="http://schemas.openxmlformats.org/officeDocument/2006/relationships" id="2147483651" r:id="R6151ad16da194a0d"/>
    <p:sldLayoutId xmlns:r="http://schemas.openxmlformats.org/officeDocument/2006/relationships" id="2147483652" r:id="R2a558054b7274dab"/>
    <p:sldLayoutId xmlns:r="http://schemas.openxmlformats.org/officeDocument/2006/relationships" id="2147483653" r:id="Rcab2407a68c7482e"/>
    <p:sldLayoutId xmlns:r="http://schemas.openxmlformats.org/officeDocument/2006/relationships" id="2147483654" r:id="Redb2e8db358144d4"/>
    <p:sldLayoutId xmlns:r="http://schemas.openxmlformats.org/officeDocument/2006/relationships" id="2147483655" r:id="R19d8d36266544e7d"/>
    <p:sldLayoutId xmlns:r="http://schemas.openxmlformats.org/officeDocument/2006/relationships" id="2147483656" r:id="R5422ce30d27b44e0"/>
    <p:sldLayoutId xmlns:r="http://schemas.openxmlformats.org/officeDocument/2006/relationships" id="2147483657" r:id="R2356d7a78d5c4bab"/>
    <p:sldLayoutId xmlns:r="http://schemas.openxmlformats.org/officeDocument/2006/relationships" id="2147483658" r:id="R312fdae389bc41a3"/>
    <p:sldLayoutId xmlns:r="http://schemas.openxmlformats.org/officeDocument/2006/relationships" id="2147483659" r:id="R7d1a75fb838a432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79f77c57a43a4" /><Relationship Type="http://schemas.openxmlformats.org/officeDocument/2006/relationships/notesSlide" Target="/ppt/notesSlides/notesSlide1.xml" Id="R20b28af7ccba4d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87dbee9cab4875" /><Relationship Type="http://schemas.openxmlformats.org/officeDocument/2006/relationships/notesSlide" Target="/ppt/notesSlides/notesSlide2.xml" Id="Rd36114a2023243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7273a943884204" /><Relationship Type="http://schemas.openxmlformats.org/officeDocument/2006/relationships/notesSlide" Target="/ppt/notesSlides/notesSlide3.xml" Id="Rf4b24fba3d354d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7e384cb01b4813" /><Relationship Type="http://schemas.openxmlformats.org/officeDocument/2006/relationships/notesSlide" Target="/ppt/notesSlides/notesSlide4.xml" Id="R3838c3c0a89948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429c28bd59491f" /><Relationship Type="http://schemas.openxmlformats.org/officeDocument/2006/relationships/notesSlide" Target="/ppt/notesSlides/notesSlide5.xml" Id="Ree9891d8e3b84f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0a79c41464472a" /><Relationship Type="http://schemas.openxmlformats.org/officeDocument/2006/relationships/notesSlide" Target="/ppt/notesSlides/notesSlide6.xml" Id="Rc7093efef4514b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f2dbfe69b24e7c" /><Relationship Type="http://schemas.openxmlformats.org/officeDocument/2006/relationships/notesSlide" Target="/ppt/notesSlides/notesSlide7.xml" Id="R4c3811629de443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61090f7e074f6f" /><Relationship Type="http://schemas.openxmlformats.org/officeDocument/2006/relationships/notesSlide" Target="/ppt/notesSlides/notesSlide8.xml" Id="R83c96e85c76340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c61e65f40144bf" /><Relationship Type="http://schemas.openxmlformats.org/officeDocument/2006/relationships/notesSlide" Target="/ppt/notesSlides/notesSlide9.xml" Id="Re923001d0b8f469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88781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Steps and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random.randrange(2, 13, 2) produce 12 but not 13?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random.choice() return only an item already present in its collection?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using the same seed produce the same two results when the starter program is run again?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With seed 4, what two output lines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 so it chooses one of 5, 10, 15, 20, 25 or 30. Store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move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Run it several times to check that no other number appears.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 to pick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first_colour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second_colour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colour:"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"Second colour:"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training program with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activities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three activity words.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three training prompts. Each prompt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 even number from 2 to 12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 activity,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"Training prompt: 8 jumps"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random.seed(4)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12,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"Colour:"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colour)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2026-09-29T02:06:30.4720000Z</dcterms:created>
  <dcterms:modified xsi:type="dcterms:W3CDTF">2026-09-29T02:06:30.4720000Z</dcterms:modified>
</coreProperties>
</file>