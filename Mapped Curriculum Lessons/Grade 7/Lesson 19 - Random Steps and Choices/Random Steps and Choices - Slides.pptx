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d2731e7f2d4329" /><Relationship Type="http://schemas.openxmlformats.org/officeDocument/2006/relationships/extended-properties" Target="/docProps/app.xml" Id="Rd2e72e976f2c439f" /><Relationship Type="http://schemas.openxmlformats.org/officeDocument/2006/relationships/officeDocument" Target="/ppt/presentation.xml" Id="R02d74c684099402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70296e8e35d4c29"/>
  </p:sldMasterIdLst>
  <p:notesMasterIdLst>
    <p:notesMasterId xmlns:r="http://schemas.openxmlformats.org/officeDocument/2006/relationships" r:id="R961912db1bd14942"/>
  </p:notesMasterIdLst>
  <p:sldIdLst>
    <p:sldId xmlns:r="http://schemas.openxmlformats.org/officeDocument/2006/relationships" id="256" r:id="Rb49ff554c0024b40"/>
    <p:sldId xmlns:r="http://schemas.openxmlformats.org/officeDocument/2006/relationships" id="257" r:id="R6da791c9cb674da2"/>
    <p:sldId xmlns:r="http://schemas.openxmlformats.org/officeDocument/2006/relationships" id="258" r:id="R80caaee266194d9c"/>
    <p:sldId xmlns:r="http://schemas.openxmlformats.org/officeDocument/2006/relationships" id="259" r:id="Rbbb806dbc81b467a"/>
    <p:sldId xmlns:r="http://schemas.openxmlformats.org/officeDocument/2006/relationships" id="260" r:id="R52533a870cef4f24"/>
    <p:sldId xmlns:r="http://schemas.openxmlformats.org/officeDocument/2006/relationships" id="261" r:id="Rc8cdbcce8d694435"/>
    <p:sldId xmlns:r="http://schemas.openxmlformats.org/officeDocument/2006/relationships" id="262" r:id="Ra6c0fe9eabc94fb5"/>
    <p:sldId xmlns:r="http://schemas.openxmlformats.org/officeDocument/2006/relationships" id="263" r:id="R9355b88a2ee24b6e"/>
    <p:sldId xmlns:r="http://schemas.openxmlformats.org/officeDocument/2006/relationships" id="264" r:id="R7beeb3a0aa534d8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bf9910fa51a43f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a4086c661f4a57" /><Relationship Type="http://schemas.openxmlformats.org/officeDocument/2006/relationships/slideMaster" Target="/ppt/slideMasters/slideMaster1.xml" Id="R970296e8e35d4c29" /><Relationship Type="http://schemas.openxmlformats.org/officeDocument/2006/relationships/notesMaster" Target="/ppt/notesMasters/notesMaster1.xml" Id="R961912db1bd14942" /><Relationship Type="http://schemas.openxmlformats.org/officeDocument/2006/relationships/presProps" Target="/ppt/presProps.xml" Id="R1b5da1045dc04e14" /><Relationship Type="http://schemas.openxmlformats.org/officeDocument/2006/relationships/viewProps" Target="/ppt/viewProps.xml" Id="R829486b775a944c6" /><Relationship Type="http://schemas.openxmlformats.org/officeDocument/2006/relationships/tableStyles" Target="/ppt/tableStyles.xml" Id="Rd3ee2ad039834a25" /><Relationship Type="http://schemas.openxmlformats.org/officeDocument/2006/relationships/font" Target="/ppt/fonts/font.dat" Id="R9bf9910fa51a43f4" /><Relationship Type="http://schemas.openxmlformats.org/officeDocument/2006/relationships/slide" Target="/ppt/slides/slide1.xml" Id="Rb49ff554c0024b40" /><Relationship Type="http://schemas.openxmlformats.org/officeDocument/2006/relationships/slide" Target="/ppt/slides/slide2.xml" Id="R6da791c9cb674da2" /><Relationship Type="http://schemas.openxmlformats.org/officeDocument/2006/relationships/slide" Target="/ppt/slides/slide3.xml" Id="R80caaee266194d9c" /><Relationship Type="http://schemas.openxmlformats.org/officeDocument/2006/relationships/slide" Target="/ppt/slides/slide4.xml" Id="Rbbb806dbc81b467a" /><Relationship Type="http://schemas.openxmlformats.org/officeDocument/2006/relationships/slide" Target="/ppt/slides/slide5.xml" Id="R52533a870cef4f24" /><Relationship Type="http://schemas.openxmlformats.org/officeDocument/2006/relationships/slide" Target="/ppt/slides/slide6.xml" Id="Rc8cdbcce8d694435" /><Relationship Type="http://schemas.openxmlformats.org/officeDocument/2006/relationships/slide" Target="/ppt/slides/slide7.xml" Id="Ra6c0fe9eabc94fb5" /><Relationship Type="http://schemas.openxmlformats.org/officeDocument/2006/relationships/slide" Target="/ppt/slides/slide8.xml" Id="R9355b88a2ee24b6e" /><Relationship Type="http://schemas.openxmlformats.org/officeDocument/2006/relationships/slide" Target="/ppt/slides/slide9.xml" Id="R7beeb3a0aa534d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3d464b4ad040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3b31665a93437a" /><Relationship Type="http://schemas.openxmlformats.org/officeDocument/2006/relationships/notesMaster" Target="/ppt/notesMasters/notesMaster1.xml" Id="Rc027244728184e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2ea6cace274710" /><Relationship Type="http://schemas.openxmlformats.org/officeDocument/2006/relationships/notesMaster" Target="/ppt/notesMasters/notesMaster1.xml" Id="R626a078e19834c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2bfa0555604952" /><Relationship Type="http://schemas.openxmlformats.org/officeDocument/2006/relationships/notesMaster" Target="/ppt/notesMasters/notesMaster1.xml" Id="Rf5de17e68fdf4c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e02d97732a41e0" /><Relationship Type="http://schemas.openxmlformats.org/officeDocument/2006/relationships/notesMaster" Target="/ppt/notesMasters/notesMaster1.xml" Id="Rf51d02c1164e4b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aea67738924e8d" /><Relationship Type="http://schemas.openxmlformats.org/officeDocument/2006/relationships/notesMaster" Target="/ppt/notesMasters/notesMaster1.xml" Id="R995a6597d3044b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c49ea4a20e4014" /><Relationship Type="http://schemas.openxmlformats.org/officeDocument/2006/relationships/notesMaster" Target="/ppt/notesMasters/notesMaster1.xml" Id="Ra30e669d6fe940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5605861c654507" /><Relationship Type="http://schemas.openxmlformats.org/officeDocument/2006/relationships/notesMaster" Target="/ppt/notesMasters/notesMaster1.xml" Id="R4019e37a911c4f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2b681938a5407f" /><Relationship Type="http://schemas.openxmlformats.org/officeDocument/2006/relationships/notesMaster" Target="/ppt/notesMasters/notesMaster1.xml" Id="R16e318d712cd44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5d239cf31546fb" /><Relationship Type="http://schemas.openxmlformats.org/officeDocument/2006/relationships/notesMaster" Target="/ppt/notesMasters/notesMaster1.xml" Id="R36b62594d84849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90e9dd82ea4ae1" /><Relationship Type="http://schemas.openxmlformats.org/officeDocument/2006/relationships/image" Target="/ppt/media/image.png" Id="R28fabfdb5fee48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6d520321434495" /><Relationship Type="http://schemas.openxmlformats.org/officeDocument/2006/relationships/image" Target="/ppt/media/image.png" Id="Rb1f362e2d2a447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f9ef82f19437a" /><Relationship Type="http://schemas.openxmlformats.org/officeDocument/2006/relationships/image" Target="/ppt/media/image.png" Id="Rdd334c1c094c41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5ea84ddec4797" /><Relationship Type="http://schemas.openxmlformats.org/officeDocument/2006/relationships/image" Target="/ppt/media/image.png" Id="Rf831aee9ded0468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9e9d396534190" /><Relationship Type="http://schemas.openxmlformats.org/officeDocument/2006/relationships/image" Target="/ppt/media/image.png" Id="R6a9d03e3c0be4b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f40291cd164f2a" /><Relationship Type="http://schemas.openxmlformats.org/officeDocument/2006/relationships/image" Target="/ppt/media/image.png" Id="R41d22a01c72b40c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2d2de742f4411" /><Relationship Type="http://schemas.openxmlformats.org/officeDocument/2006/relationships/image" Target="/ppt/media/image.png" Id="R7a112827065c418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7b2a2f8554f5a" /><Relationship Type="http://schemas.openxmlformats.org/officeDocument/2006/relationships/image" Target="/ppt/media/image.png" Id="R57f88b818d7e4b2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dde2cc1a34beb" /><Relationship Type="http://schemas.openxmlformats.org/officeDocument/2006/relationships/image" Target="/ppt/media/image.png" Id="Rb38373d7f7b343a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f360d6c9545ad" /><Relationship Type="http://schemas.openxmlformats.org/officeDocument/2006/relationships/image" Target="/ppt/media/image.png" Id="R75c37c347a724b1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03f789df84ee9" /><Relationship Type="http://schemas.openxmlformats.org/officeDocument/2006/relationships/image" Target="/ppt/media/image.png" Id="Rbfd18dd58eb2486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fabfdb5fee480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f362e2d2a447b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334c1c094c41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31aee9ded046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9d03e3c0be4b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d22a01c72b40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112827065c41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f88b818d7e4b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8373d7f7b343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c37c347a724b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d18dd58eb248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e38d4011246e4" /><Relationship Type="http://schemas.openxmlformats.org/officeDocument/2006/relationships/slideLayout" Target="/ppt/slideLayouts/slideLayout1.xml" Id="R71861728d68a46b9" /><Relationship Type="http://schemas.openxmlformats.org/officeDocument/2006/relationships/slideLayout" Target="/ppt/slideLayouts/slideLayout2.xml" Id="Rb1879614b10f4423" /><Relationship Type="http://schemas.openxmlformats.org/officeDocument/2006/relationships/slideLayout" Target="/ppt/slideLayouts/slideLayout3.xml" Id="R94791b3bdf294a2b" /><Relationship Type="http://schemas.openxmlformats.org/officeDocument/2006/relationships/slideLayout" Target="/ppt/slideLayouts/slideLayout4.xml" Id="R3f0ec24086054ab5" /><Relationship Type="http://schemas.openxmlformats.org/officeDocument/2006/relationships/slideLayout" Target="/ppt/slideLayouts/slideLayout5.xml" Id="R8679542a9b884a15" /><Relationship Type="http://schemas.openxmlformats.org/officeDocument/2006/relationships/slideLayout" Target="/ppt/slideLayouts/slideLayout6.xml" Id="Rc2b853fa248e4904" /><Relationship Type="http://schemas.openxmlformats.org/officeDocument/2006/relationships/slideLayout" Target="/ppt/slideLayouts/slideLayout7.xml" Id="Rc1baa2ef35f8418f" /><Relationship Type="http://schemas.openxmlformats.org/officeDocument/2006/relationships/slideLayout" Target="/ppt/slideLayouts/slideLayout8.xml" Id="R72b5d8d288af40be" /><Relationship Type="http://schemas.openxmlformats.org/officeDocument/2006/relationships/slideLayout" Target="/ppt/slideLayouts/slideLayout9.xml" Id="R968e81c1658d4d6e" /><Relationship Type="http://schemas.openxmlformats.org/officeDocument/2006/relationships/slideLayout" Target="/ppt/slideLayouts/slideLayout10.xml" Id="R351a56b2a9a74763" /><Relationship Type="http://schemas.openxmlformats.org/officeDocument/2006/relationships/slideLayout" Target="/ppt/slideLayouts/slideLayout11.xml" Id="R7a80e5418d564e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861728d68a46b9"/>
    <p:sldLayoutId xmlns:r="http://schemas.openxmlformats.org/officeDocument/2006/relationships" id="2147483650" r:id="Rb1879614b10f4423"/>
    <p:sldLayoutId xmlns:r="http://schemas.openxmlformats.org/officeDocument/2006/relationships" id="2147483651" r:id="R94791b3bdf294a2b"/>
    <p:sldLayoutId xmlns:r="http://schemas.openxmlformats.org/officeDocument/2006/relationships" id="2147483652" r:id="R3f0ec24086054ab5"/>
    <p:sldLayoutId xmlns:r="http://schemas.openxmlformats.org/officeDocument/2006/relationships" id="2147483653" r:id="R8679542a9b884a15"/>
    <p:sldLayoutId xmlns:r="http://schemas.openxmlformats.org/officeDocument/2006/relationships" id="2147483654" r:id="Rc2b853fa248e4904"/>
    <p:sldLayoutId xmlns:r="http://schemas.openxmlformats.org/officeDocument/2006/relationships" id="2147483655" r:id="Rc1baa2ef35f8418f"/>
    <p:sldLayoutId xmlns:r="http://schemas.openxmlformats.org/officeDocument/2006/relationships" id="2147483656" r:id="R72b5d8d288af40be"/>
    <p:sldLayoutId xmlns:r="http://schemas.openxmlformats.org/officeDocument/2006/relationships" id="2147483657" r:id="R968e81c1658d4d6e"/>
    <p:sldLayoutId xmlns:r="http://schemas.openxmlformats.org/officeDocument/2006/relationships" id="2147483658" r:id="R351a56b2a9a74763"/>
    <p:sldLayoutId xmlns:r="http://schemas.openxmlformats.org/officeDocument/2006/relationships" id="2147483659" r:id="R7a80e5418d564e5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26236b77440c4" /><Relationship Type="http://schemas.openxmlformats.org/officeDocument/2006/relationships/notesSlide" Target="/ppt/notesSlides/notesSlide1.xml" Id="R7b5b8cf0de1947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361fccebb748b9" /><Relationship Type="http://schemas.openxmlformats.org/officeDocument/2006/relationships/notesSlide" Target="/ppt/notesSlides/notesSlide2.xml" Id="R4e45892b435e49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f181f4a9774b64" /><Relationship Type="http://schemas.openxmlformats.org/officeDocument/2006/relationships/notesSlide" Target="/ppt/notesSlides/notesSlide3.xml" Id="Rddac29e0d29a4c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ac179b2ee445c1" /><Relationship Type="http://schemas.openxmlformats.org/officeDocument/2006/relationships/notesSlide" Target="/ppt/notesSlides/notesSlide4.xml" Id="R5f5a51f8a00642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09e2688dfc4a9b" /><Relationship Type="http://schemas.openxmlformats.org/officeDocument/2006/relationships/notesSlide" Target="/ppt/notesSlides/notesSlide5.xml" Id="R71297d8cee7b49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acba15834f45c5" /><Relationship Type="http://schemas.openxmlformats.org/officeDocument/2006/relationships/notesSlide" Target="/ppt/notesSlides/notesSlide6.xml" Id="R84aa8775b14c4d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9acdce18cd4a9a" /><Relationship Type="http://schemas.openxmlformats.org/officeDocument/2006/relationships/notesSlide" Target="/ppt/notesSlides/notesSlide7.xml" Id="Rb4961a4eb8a74c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b13c5ee2d645c9" /><Relationship Type="http://schemas.openxmlformats.org/officeDocument/2006/relationships/notesSlide" Target="/ppt/notesSlides/notesSlide8.xml" Id="R7eec149f06394a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43b20078924e46" /><Relationship Type="http://schemas.openxmlformats.org/officeDocument/2006/relationships/notesSlide" Target="/ppt/notesSlides/notesSlide9.xml" Id="R056ff45fb1714db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generate one of these whole numbers: 5, 10, 15, 20, 25 or 30. Store the result in [move] and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[move]. Run the program several times and check that no other number appears.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[colours].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and store the results separately in [first_colour] and [second_colour]. Display each result on a labelled line. For example, if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are selected,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colour: 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colour: 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three activity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strings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"push-ups"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"squats"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[activities]. Generate a random even whole number from 2 through 12 and store it in [count]. Select one random item from [activities] and store it in [activity].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[count] and [activity],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 8 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 4 push-ups"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2026-08-28T09:23:35.3780000Z</dcterms:created>
  <dcterms:modified xsi:type="dcterms:W3CDTF">2026-08-28T09:23:35.3780000Z</dcterms:modified>
</coreProperties>
</file>