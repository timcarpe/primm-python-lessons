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06cb0eda4d84e39" /><Relationship Type="http://schemas.openxmlformats.org/officeDocument/2006/relationships/extended-properties" Target="/docProps/app.xml" Id="R02329df2580b4130" /><Relationship Type="http://schemas.openxmlformats.org/officeDocument/2006/relationships/officeDocument" Target="/ppt/presentation.xml" Id="R2b6a54f7c6ef4eb2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658c6588976641d8"/>
  </p:sldMasterIdLst>
  <p:notesMasterIdLst>
    <p:notesMasterId xmlns:r="http://schemas.openxmlformats.org/officeDocument/2006/relationships" r:id="Ref5209d45dc0456e"/>
  </p:notesMasterIdLst>
  <p:sldIdLst>
    <p:sldId xmlns:r="http://schemas.openxmlformats.org/officeDocument/2006/relationships" id="256" r:id="Rfead9498cfcb4af5"/>
    <p:sldId xmlns:r="http://schemas.openxmlformats.org/officeDocument/2006/relationships" id="257" r:id="R8b1e149f71474dd0"/>
    <p:sldId xmlns:r="http://schemas.openxmlformats.org/officeDocument/2006/relationships" id="258" r:id="R3023f36b32f648d6"/>
    <p:sldId xmlns:r="http://schemas.openxmlformats.org/officeDocument/2006/relationships" id="259" r:id="R9cbf2bdc57f44540"/>
    <p:sldId xmlns:r="http://schemas.openxmlformats.org/officeDocument/2006/relationships" id="260" r:id="R81929676e2ec4396"/>
    <p:sldId xmlns:r="http://schemas.openxmlformats.org/officeDocument/2006/relationships" id="261" r:id="R2b1fca6ceb154e12"/>
    <p:sldId xmlns:r="http://schemas.openxmlformats.org/officeDocument/2006/relationships" id="262" r:id="Ra0a8c63e44454dcb"/>
    <p:sldId xmlns:r="http://schemas.openxmlformats.org/officeDocument/2006/relationships" id="263" r:id="R0534f2a7984c4744"/>
    <p:sldId xmlns:r="http://schemas.openxmlformats.org/officeDocument/2006/relationships" id="264" r:id="Rc189b07b319d4daa"/>
  </p:sldIdLst>
  <p:sldSz cx="12192000" cy="6858000"/>
  <p:notesSz cx="6858000" cy="9144000"/>
  <p:embeddedFontLst>
    <p:embeddedFont>
      <p:font typeface="JetBrains Mono"/>
      <p:regular xmlns:r="http://schemas.openxmlformats.org/officeDocument/2006/relationships" r:id="R7ed014c6a4ac42d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bda1c9ed3314d43" /><Relationship Type="http://schemas.openxmlformats.org/officeDocument/2006/relationships/slideMaster" Target="/ppt/slideMasters/slideMaster1.xml" Id="R658c6588976641d8" /><Relationship Type="http://schemas.openxmlformats.org/officeDocument/2006/relationships/notesMaster" Target="/ppt/notesMasters/notesMaster1.xml" Id="Ref5209d45dc0456e" /><Relationship Type="http://schemas.openxmlformats.org/officeDocument/2006/relationships/presProps" Target="/ppt/presProps.xml" Id="Re7a30e4f62724e6d" /><Relationship Type="http://schemas.openxmlformats.org/officeDocument/2006/relationships/viewProps" Target="/ppt/viewProps.xml" Id="Rab2f36bc0a2f4682" /><Relationship Type="http://schemas.openxmlformats.org/officeDocument/2006/relationships/tableStyles" Target="/ppt/tableStyles.xml" Id="R5f4f191c16a04958" /><Relationship Type="http://schemas.openxmlformats.org/officeDocument/2006/relationships/font" Target="/ppt/fonts/font.dat" Id="R7ed014c6a4ac42d2" /><Relationship Type="http://schemas.openxmlformats.org/officeDocument/2006/relationships/slide" Target="/ppt/slides/slide1.xml" Id="Rfead9498cfcb4af5" /><Relationship Type="http://schemas.openxmlformats.org/officeDocument/2006/relationships/slide" Target="/ppt/slides/slide2.xml" Id="R8b1e149f71474dd0" /><Relationship Type="http://schemas.openxmlformats.org/officeDocument/2006/relationships/slide" Target="/ppt/slides/slide3.xml" Id="R3023f36b32f648d6" /><Relationship Type="http://schemas.openxmlformats.org/officeDocument/2006/relationships/slide" Target="/ppt/slides/slide4.xml" Id="R9cbf2bdc57f44540" /><Relationship Type="http://schemas.openxmlformats.org/officeDocument/2006/relationships/slide" Target="/ppt/slides/slide5.xml" Id="R81929676e2ec4396" /><Relationship Type="http://schemas.openxmlformats.org/officeDocument/2006/relationships/slide" Target="/ppt/slides/slide6.xml" Id="R2b1fca6ceb154e12" /><Relationship Type="http://schemas.openxmlformats.org/officeDocument/2006/relationships/slide" Target="/ppt/slides/slide7.xml" Id="Ra0a8c63e44454dcb" /><Relationship Type="http://schemas.openxmlformats.org/officeDocument/2006/relationships/slide" Target="/ppt/slides/slide8.xml" Id="R0534f2a7984c4744" /><Relationship Type="http://schemas.openxmlformats.org/officeDocument/2006/relationships/slide" Target="/ppt/slides/slide9.xml" Id="Rc189b07b319d4da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88305a8a15c411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193bd0322c345ab" /><Relationship Type="http://schemas.openxmlformats.org/officeDocument/2006/relationships/notesMaster" Target="/ppt/notesMasters/notesMaster1.xml" Id="R127360928ee64b5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36ed51111d64889" /><Relationship Type="http://schemas.openxmlformats.org/officeDocument/2006/relationships/notesMaster" Target="/ppt/notesMasters/notesMaster1.xml" Id="R4a78db3546444a3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dcfd3729d3d4232" /><Relationship Type="http://schemas.openxmlformats.org/officeDocument/2006/relationships/notesMaster" Target="/ppt/notesMasters/notesMaster1.xml" Id="Ra4c992af6b0c457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723b2ac42f54721" /><Relationship Type="http://schemas.openxmlformats.org/officeDocument/2006/relationships/notesMaster" Target="/ppt/notesMasters/notesMaster1.xml" Id="R682ec4e657f44d0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4d619a8278e4eda" /><Relationship Type="http://schemas.openxmlformats.org/officeDocument/2006/relationships/notesMaster" Target="/ppt/notesMasters/notesMaster1.xml" Id="R5ba4019fd9b64d4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f8d477ce72541bd" /><Relationship Type="http://schemas.openxmlformats.org/officeDocument/2006/relationships/notesMaster" Target="/ppt/notesMasters/notesMaster1.xml" Id="R5b5d10613624427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53990555281405a" /><Relationship Type="http://schemas.openxmlformats.org/officeDocument/2006/relationships/notesMaster" Target="/ppt/notesMasters/notesMaster1.xml" Id="R9829e087082e49e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82229d1b2949f3" /><Relationship Type="http://schemas.openxmlformats.org/officeDocument/2006/relationships/notesMaster" Target="/ppt/notesMasters/notesMaster1.xml" Id="Rc8b87f690de544e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b6a0669ddc849ca" /><Relationship Type="http://schemas.openxmlformats.org/officeDocument/2006/relationships/notesMaster" Target="/ppt/notesMasters/notesMaster1.xml" Id="Rd7d68b14ca1d4d6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498f92f5b9947da" /><Relationship Type="http://schemas.openxmlformats.org/officeDocument/2006/relationships/image" Target="/ppt/media/image.png" Id="R2fa392a0752140a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14f3c6c8d384c56" /><Relationship Type="http://schemas.openxmlformats.org/officeDocument/2006/relationships/image" Target="/ppt/media/image.png" Id="R87af0a21eddf42a9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413d252aa442ec" /><Relationship Type="http://schemas.openxmlformats.org/officeDocument/2006/relationships/image" Target="/ppt/media/image.png" Id="R5c1549c33a0744a4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c571754ea74863" /><Relationship Type="http://schemas.openxmlformats.org/officeDocument/2006/relationships/image" Target="/ppt/media/image.png" Id="R7a0ff05ecdbf492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8f04511d234577" /><Relationship Type="http://schemas.openxmlformats.org/officeDocument/2006/relationships/image" Target="/ppt/media/image.png" Id="R0b7bbc70a8a0493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1d876d8efb94de9" /><Relationship Type="http://schemas.openxmlformats.org/officeDocument/2006/relationships/image" Target="/ppt/media/image.png" Id="R46312a652d244105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e66601d9294e64" /><Relationship Type="http://schemas.openxmlformats.org/officeDocument/2006/relationships/image" Target="/ppt/media/image.png" Id="R81c78659c5fd4c2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94ac8ab6c54cff" /><Relationship Type="http://schemas.openxmlformats.org/officeDocument/2006/relationships/image" Target="/ppt/media/image.png" Id="R5294deb95cd149ee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fcbd56bd6b4245" /><Relationship Type="http://schemas.openxmlformats.org/officeDocument/2006/relationships/image" Target="/ppt/media/image.png" Id="Rfba7761093c04de2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d4a19fcbcb47e6" /><Relationship Type="http://schemas.openxmlformats.org/officeDocument/2006/relationships/image" Target="/ppt/media/image.png" Id="R1504adf06e7444d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8a2a1394fe4dbc" /><Relationship Type="http://schemas.openxmlformats.org/officeDocument/2006/relationships/image" Target="/ppt/media/image.png" Id="R09e46bbdacdb429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fa392a0752140aa"/>
          <a:stretch xmlns:a="http://schemas.openxmlformats.org/drawingml/2006/main"/>
        </p:blipFill>
        <p:spPr>
          <a:xfrm xmlns:a="http://schemas.openxmlformats.org/drawingml/2006/main" flipH="1">
            <a:off x="9886209" y="4538703"/>
            <a:ext cx="2305791" cy="1808464"/>
          </a:xfrm>
          <a:prstGeom xmlns:a="http://schemas.openxmlformats.org/drawingml/2006/main" prst="rect">
            <a:avLst/>
          </a:prstGeom>
        </p:spPr>
      </p:pic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DFF6CC-43FC-990C-9B6B-9217A2FD674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8F1D1E5-61EC-84C2-68FB-37DA30B7C3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7481232-E342-60AC-0C19-E932E468DAF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9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451A462-1188-9829-7D1E-417EB327429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8AED0F6-839A-B9DC-89D0-453455FF7C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>
                <a:latin typeface="+mn-lt"/>
                <a:ea typeface="+mn-lt"/>
                <a:cs typeface="+mn-lt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B58F53C-9EF7-92DC-D765-8C886206A74B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>
            <a:normAutofit/>
          </a:bodyPr>
          <a:lstStyle xmlns:a="http://schemas.openxmlformats.org/drawingml/2006/main"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CBFC8B0-5A0E-12F0-38B4-11A4F3EF9A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D73EA-21DB-DB97-4D76-9405B6C179F8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7af0a21eddf42a9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FC867F-56FF-F385-7E21-9E50A476D1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BBECC5-631B-7421-97E1-98B9F359D5A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E8F7E75-9E44-2A95-FBD3-0072178142E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860958F-0114-E4CB-62D5-0B058DD7DCD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c1549c33a0744a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3B01DDD-AD72-5492-F320-2E7CE01CE0B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909B796-7446-F558-30BA-08587FEC72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A22B2085-44DC-514D-64F8-CF9AAAFC60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E39ABB85-F6F1-0C19-E67F-0640F2AD98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53A55-7744-6468-2338-E73DDA32AA8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a0ff05ecdbf4928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FFB4B2B-EBD7-897A-C262-268EC4BE965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51E813C-3E6C-AE68-B226-C6FD3EFE476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66CD796-C40A-1020-B4D5-B344846D29D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8914628-58A6-DA78-A619-B9BF81D2BCFD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E4F7B6B7-25B8-12E8-AF86-BF2C33C07444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7AD47AF6-33A9-6B39-7A72-07C6D36764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0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793A1B9-3B80-9879-3F5C-508512892F5F}"/>
              </a:ext>
            </a:extLst>
          </p:cNvPr>
          <p:cNvSpPr>
            <a:spLocks xmlns:a="http://schemas.openxmlformats.org/drawingml/2006/main" noGrp="1"/>
          </p:cNvSpPr>
          <p:nvPr>
            <p:ph type="ftr" idx="1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9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b7bbc70a8a0493b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FCEB483-C8E4-1939-38E2-143E8C2C465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146295CF-961A-17C4-4422-5FAAD161AA7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6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198F76D-7C9E-684E-83A2-F78F7204BB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5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6312a652d244105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A2153FD-6EE3-927D-E92C-AD8A725CBE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817CC06-6DDB-43E3-DC6C-5B8757B339E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4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1c78659c5fd4c24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09BE86E-8041-6262-7462-5F74302C6B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028E74F-C33A-2B50-1388-4D9B8C90B9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BB12FA-7CBC-383A-FB9A-76C44F3BFED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41DD9D1-AA59-4234-5101-B7789D2F77C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7516DE9-6B09-3815-23C9-1128F36E2F0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294deb95cd149ee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FCFA6B7-9D69-735A-E926-4416D17716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86DB7F7-4E31-55AE-507B-BF19F2D4F50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10AB72-D347-A0D1-09AD-464CA22BA74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CAC0EC3-9A02-6817-1AD1-E884E7BA54C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8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CC35688-CEE5-57AE-D35E-231B71BD0ACF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7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ba7761093c04de2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FD1B9AF-39AC-B0C4-144B-75DC396DA23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274C17-AC95-6D65-E5F5-345957FDC05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8C1558-F77E-F6C8-CF31-C04964B8E4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76EA422-06F7-D957-5CC8-8F1F313EC97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04adf06e7444dc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DB701E9E-F58B-AB7A-4F4A-7CF22B8DF1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8B1211-BEE6-97FE-18F8-0091FB8F779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643978-8BED-40E0-988F-1E41DB3473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7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3512B7D-FB40-4AD4-49F8-ABCCF2DAB553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137556" y="6358621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r>
              <a:t>© Tim Carpenter 2024</a:t>
            </a:r>
          </a:p>
        </p:txBody>
      </p:sp>
      <p:pic>
        <p:nvPicPr>
          <p:cNvPr id="26" name="Picture 10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09e46bbdacdb4293">
            <a:alphaModFix amt="28000"/>
          </a:blip>
          <a:stretch xmlns:a="http://schemas.openxmlformats.org/drawingml/2006/main"/>
        </p:blipFill>
        <p:spPr>
          <a:xfrm xmlns:a="http://schemas.openxmlformats.org/drawingml/2006/main">
            <a:off x="10590687" y="5492510"/>
            <a:ext cx="1526225" cy="1197039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9716f39f00a4cde" /><Relationship Type="http://schemas.openxmlformats.org/officeDocument/2006/relationships/slideLayout" Target="/ppt/slideLayouts/slideLayout1.xml" Id="R4fb033be3abf47ac" /><Relationship Type="http://schemas.openxmlformats.org/officeDocument/2006/relationships/slideLayout" Target="/ppt/slideLayouts/slideLayout2.xml" Id="R4fee21b63613418e" /><Relationship Type="http://schemas.openxmlformats.org/officeDocument/2006/relationships/slideLayout" Target="/ppt/slideLayouts/slideLayout3.xml" Id="R04be96f56cb0441a" /><Relationship Type="http://schemas.openxmlformats.org/officeDocument/2006/relationships/slideLayout" Target="/ppt/slideLayouts/slideLayout4.xml" Id="Rf37a56a49d5b4ac7" /><Relationship Type="http://schemas.openxmlformats.org/officeDocument/2006/relationships/slideLayout" Target="/ppt/slideLayouts/slideLayout5.xml" Id="R9ba617453342485e" /><Relationship Type="http://schemas.openxmlformats.org/officeDocument/2006/relationships/slideLayout" Target="/ppt/slideLayouts/slideLayout6.xml" Id="R1338b1077f0e428b" /><Relationship Type="http://schemas.openxmlformats.org/officeDocument/2006/relationships/slideLayout" Target="/ppt/slideLayouts/slideLayout7.xml" Id="R6a9a6587cf7442c1" /><Relationship Type="http://schemas.openxmlformats.org/officeDocument/2006/relationships/slideLayout" Target="/ppt/slideLayouts/slideLayout8.xml" Id="R3989c580d0b7401e" /><Relationship Type="http://schemas.openxmlformats.org/officeDocument/2006/relationships/slideLayout" Target="/ppt/slideLayouts/slideLayout9.xml" Id="Rc650d3f082d34697" /><Relationship Type="http://schemas.openxmlformats.org/officeDocument/2006/relationships/slideLayout" Target="/ppt/slideLayouts/slideLayout10.xml" Id="Rec93558218ed4f70" /><Relationship Type="http://schemas.openxmlformats.org/officeDocument/2006/relationships/slideLayout" Target="/ppt/slideLayouts/slideLayout11.xml" Id="Rc4cbaee6d9ca4079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0F1E21F5-9F35-B093-A31C-887A66DCF43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132DE42-434F-8FAC-25DC-394A4A94E5F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FC8B-5FB5-A137-F95A-878BCA4FEDC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1825222" y="6510367"/>
            <a:ext cx="374325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/>
                </a:solidFill>
              </a:defRPr>
            </a:lvl1pPr>
          </a:lstStyle>
          <a:p xmlns:a="http://schemas.openxmlformats.org/drawingml/2006/main">
            <a:fld id="{61038E6D-FA33-47E9-9599-ABA915C5198A}" type="slidenum">
              <a:t>‹#›</a:t>
            </a:fld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E2C9504-6A79-6DD8-74E5-098CA9D6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615" y="6492875"/>
            <a:ext cx="6095010" cy="2000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700">
                <a:solidFill>
                  <a:schemeClr val="bg2">
                    <a:lumMod val="90000"/>
                  </a:schemeClr>
                </a:solidFill>
              </a:rPr>
              <a:t>© Tim Carpenter 2024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fb033be3abf47ac"/>
    <p:sldLayoutId xmlns:r="http://schemas.openxmlformats.org/officeDocument/2006/relationships" id="2147483650" r:id="R4fee21b63613418e"/>
    <p:sldLayoutId xmlns:r="http://schemas.openxmlformats.org/officeDocument/2006/relationships" id="2147483651" r:id="R04be96f56cb0441a"/>
    <p:sldLayoutId xmlns:r="http://schemas.openxmlformats.org/officeDocument/2006/relationships" id="2147483652" r:id="Rf37a56a49d5b4ac7"/>
    <p:sldLayoutId xmlns:r="http://schemas.openxmlformats.org/officeDocument/2006/relationships" id="2147483653" r:id="R9ba617453342485e"/>
    <p:sldLayoutId xmlns:r="http://schemas.openxmlformats.org/officeDocument/2006/relationships" id="2147483654" r:id="R1338b1077f0e428b"/>
    <p:sldLayoutId xmlns:r="http://schemas.openxmlformats.org/officeDocument/2006/relationships" id="2147483655" r:id="R6a9a6587cf7442c1"/>
    <p:sldLayoutId xmlns:r="http://schemas.openxmlformats.org/officeDocument/2006/relationships" id="2147483656" r:id="R3989c580d0b7401e"/>
    <p:sldLayoutId xmlns:r="http://schemas.openxmlformats.org/officeDocument/2006/relationships" id="2147483657" r:id="Rc650d3f082d34697"/>
    <p:sldLayoutId xmlns:r="http://schemas.openxmlformats.org/officeDocument/2006/relationships" id="2147483658" r:id="Rec93558218ed4f70"/>
    <p:sldLayoutId xmlns:r="http://schemas.openxmlformats.org/officeDocument/2006/relationships" id="2147483659" r:id="Rc4cbaee6d9ca407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n-lt"/>
          <a:ea typeface="+mn-lt"/>
          <a:cs typeface="+mn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e349c6b153409f" /><Relationship Type="http://schemas.openxmlformats.org/officeDocument/2006/relationships/notesSlide" Target="/ppt/notesSlides/notesSlide1.xml" Id="Rb3d014c00f1d4d6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5ca9f0306414bcb" /><Relationship Type="http://schemas.openxmlformats.org/officeDocument/2006/relationships/notesSlide" Target="/ppt/notesSlides/notesSlide2.xml" Id="R7b7cbf5ced7045e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bc24c3f132c4089" /><Relationship Type="http://schemas.openxmlformats.org/officeDocument/2006/relationships/notesSlide" Target="/ppt/notesSlides/notesSlide3.xml" Id="R74d1452c4fcd492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0a5344917c0464f" /><Relationship Type="http://schemas.openxmlformats.org/officeDocument/2006/relationships/notesSlide" Target="/ppt/notesSlides/notesSlide4.xml" Id="R14d6d265b783438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e85472ca708499a" /><Relationship Type="http://schemas.openxmlformats.org/officeDocument/2006/relationships/notesSlide" Target="/ppt/notesSlides/notesSlide5.xml" Id="Rac0d37aec30545d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c9ca40724d49f9" /><Relationship Type="http://schemas.openxmlformats.org/officeDocument/2006/relationships/notesSlide" Target="/ppt/notesSlides/notesSlide6.xml" Id="R00287f8005ff4e8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2555c1e8b084fb7" /><Relationship Type="http://schemas.openxmlformats.org/officeDocument/2006/relationships/notesSlide" Target="/ppt/notesSlides/notesSlide7.xml" Id="R0f8389eb078b4af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2188e1a3e4a4602" /><Relationship Type="http://schemas.openxmlformats.org/officeDocument/2006/relationships/notesSlide" Target="/ppt/notesSlides/notesSlide8.xml" Id="Rcad5965d73454b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e8cafa175744b27" /><Relationship Type="http://schemas.openxmlformats.org/officeDocument/2006/relationships/notesSlide" Target="/ppt/notesSlides/notesSlide9.xml" Id="R2f12ec3c36d24f1f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89DEFA5-464B-5CD3-16E7-8CA8E9D38CFA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/>
        <p:txBody>
          <a:bodyPr xmlns:a="http://schemas.openxmlformats.org/drawingml/2006/main" wrap="none" anchor="ctr">
            <a:normAutofit fontScale="88781"/>
          </a:bodyPr>
          <a:lstStyle xmlns:a="http://schemas.openxmlformats.org/drawingml/2006/main"/>
          <a:p xmlns:a="http://schemas.openxmlformats.org/drawingml/2006/main">
            <a:r>
              <a:rPr>
                <a:latin typeface="+mn-lt"/>
                <a:ea typeface="+mn-lt"/>
                <a:cs typeface="+mn-lt"/>
              </a:rPr>
              <a:t>Random Steps and Choices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6EB4471D-A6DC-90AA-7CE6-A3673F8BDA8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Lesson 19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BE4468F-4F18-FF8F-2544-E216C0ACCBB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D75FED6-38D0-DE9C-92C0-6E7FA635581C}" type="slidenum">
              <a:t>1</a:t>
            </a:fld>
          </a:p>
        </p:txBody>
      </p:sp>
    </p:spTree>
    <p:extLst>
      <p:ext uri="{BB962C8B-B14F-4D97-AF65-F5344CB8AC3E}">
        <p14:creationId xmlns:p14="http://schemas.microsoft.com/office/powerpoint/2010/main" val="3800850190"/>
      </p:ext>
    </p:extLst>
  </p:cSld>
</p:sld>
</file>

<file path=ppt/slides/slide2.xml><?xml version="1.0" encoding="utf-8"?>
<p:sld xmlns:p="http://schemas.openxmlformats.org/presentationml/2006/main" show="0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4E72FCF-5E06-85EB-F7FD-E1261A305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577" y="1749737"/>
            <a:ext cx="10956846" cy="19389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20BA63F-E9FE-C334-C48D-C94A3747F55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</a:p>
        </p:txBody>
      </p:sp>
    </p:spTree>
    <p:extLst>
      <p:ext uri="{BB962C8B-B14F-4D97-AF65-F5344CB8AC3E}">
        <p14:creationId xmlns:p14="http://schemas.microsoft.com/office/powerpoint/2010/main" val="19176601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42E218C-699D-6EC5-2CB5-B8B2CF083A9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Look at this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426873F0-29A2-F81A-C501-1BA80955C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13" name="Slide Number Placeholder 12">
            <a:extLst xmlns:a="http://schemas.openxmlformats.org/drawingml/2006/main">
              <a:ext uri="{FF2B5EF4-FFF2-40B4-BE49-F238E27FC236}">
                <a16:creationId xmlns:a16="http://schemas.microsoft.com/office/drawing/2014/main" id="{D887D507-89E7-7D8D-8C34-78ACD3DB74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</a:p>
        </p:txBody>
      </p:sp>
    </p:spTree>
    <p:extLst>
      <p:ext uri="{BB962C8B-B14F-4D97-AF65-F5344CB8AC3E}">
        <p14:creationId xmlns:p14="http://schemas.microsoft.com/office/powerpoint/2010/main" val="72665308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E5F9C57-C2E5-F6D8-D85A-2011D9F51DB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What do you think this code will do?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4A964A3-7CB4-7BBD-D3F2-79A86FCF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8576" y="1859340"/>
            <a:ext cx="8824852" cy="15696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non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24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DDDBE35E-DE92-4B4D-75A9-891D3E276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</a:p>
        </p:txBody>
      </p:sp>
    </p:spTree>
    <p:extLst>
      <p:ext uri="{BB962C8B-B14F-4D97-AF65-F5344CB8AC3E}">
        <p14:creationId xmlns:p14="http://schemas.microsoft.com/office/powerpoint/2010/main" val="351797978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CB5EA7E-2DAD-0491-950A-43E595A22E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rPr b="1"/>
              <a:t>Let’s investigate.</a:t>
            </a:r>
          </a:p>
        </p:txBody>
      </p:sp>
      <p:sp>
        <p:nvSpPr>
          <p:cNvPr id="4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998CA8A-BAE1-D919-AD2C-1043AF60E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2794"/>
            <a:ext cx="10182101" cy="33855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ctr">
            <a:normAutofit fontScale="100000"/>
          </a:bodyPr>
          <a:lstStyle xmlns:a="http://schemas.openxmlformats.org/drawingml/2006/main">
            <a:lvl1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1pPr>
            <a:lvl2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  <a:lvl6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6pPr>
            <a:lvl7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7pPr>
            <a:lvl8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8pPr>
            <a:lvl9pPr>
              <a:spcBef>
                <a:spcPct val="0"/>
              </a:spcBef>
              <a:spcAft>
                <a:spcPct val="0"/>
              </a:spcAft>
              <a:buNone/>
              <a:defRPr>
                <a:solidFill>
                  <a:schemeClr val="tx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 marL="0" indent="0">
              <a:spcAft>
                <a:spcPts val="16"/>
              </a:spcAft>
              <a:buNone/>
            </a:pPr>
            <a:r>
              <a:rPr sz="2600" b="1"/>
              <a:t>Answer the questions: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1. Why can random.randrange(2, 13, 2) produce 12 but not 13?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2. Why can random.choice() return only an item already present in its collection?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3. Why does using the same seed produce the same two results when the starter program is run again?</a:t>
            </a:r>
          </a:p>
          <a:p xmlns:a="http://schemas.openxmlformats.org/drawingml/2006/main">
            <a:pPr marL="0" indent="0">
              <a:spcAft>
                <a:spcPts val="8"/>
              </a:spcAft>
              <a:buNone/>
            </a:pPr>
            <a:r>
              <a:rPr sz="2000"/>
              <a:t>4. With seed 4, what two output lines appear?</a:t>
            </a:r>
          </a:p>
        </p:txBody>
      </p:sp>
      <p:sp>
        <p:nvSpPr>
          <p:cNvPr id="7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313224D-AAE9-19C6-3D76-BCDB1D377AE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954446" y="1280160"/>
            <a:ext cx="6474775" cy="16459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941323505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CFD3ACF-F271-8980-D873-F9D6FB9FB0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1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E010D74-B7EC-9185-C8DF-767A2EA671F6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example's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 so it chooses one of 5, 10, 15, 20, 25 or 30. Store the result in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move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display it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Run it several times to check that no other number appears.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90156456-F916-2DFA-3233-CF36D6126AC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C8A6263-CC79-FF3D-FD4C-FA1A647B7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222A94C-9EF0-110A-E446-C6FE28AB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2523084536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F32E09-610F-3EC3-B786-50BDF0372E6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2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9C6027A-1FB5-B72A-C3EC-60CC3C954B3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Change the example so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colours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"green"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 Use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twice to pick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first_colour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second_colour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, and display them after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"First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and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"Second colour:"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0D6E3A5-7CB1-FEBE-DD06-6569C8628B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196B955-0246-808C-A71A-D2BB9AF54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9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EBE2FD6-88DA-C59D-A3CB-7D8ADC682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130731557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A55FF9-C519-C841-BC1B-5A0F8233806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Challenge 3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0A78088-1A9E-9140-1446-FCCFF01522D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10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Create a training program with a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list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called </a:t>
            </a:r>
            <a:r>
              <a:rPr sz="2050" b="0">
                <a:solidFill>
                  <a:srgbClr val="6A1B9A"/>
                </a:solidFill>
                <a:highlight>
                  <a:srgbClr val="ECEAF4"/>
                </a:highlight>
                <a:latin typeface="JetBrains Mono"/>
                <a:ea typeface="JetBrains Mono"/>
                <a:cs typeface="JetBrains Mono"/>
              </a:rPr>
              <a:t> activities 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holding three activity words. Use a </a:t>
            </a:r>
            <a:r>
              <a:rPr sz="2050" b="0">
                <a:solidFill>
                  <a:srgbClr val="C45E00"/>
                </a:solidFill>
                <a:latin typeface="JetBrains Mono"/>
                <a:ea typeface="JetBrains Mono"/>
                <a:cs typeface="JetBrains Mono"/>
              </a:rPr>
              <a:t>for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loop to display three training prompts. Each prompt uses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random.randrange()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even number from 2 to 12 and </a:t>
            </a:r>
            <a:r>
              <a:rPr sz="2050" b="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random.choice()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 for an activity, such as </a:t>
            </a:r>
            <a:r>
              <a:rPr sz="2050" b="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"Training prompt: 8 jumps"</a:t>
            </a:r>
            <a:r>
              <a:rPr sz="2400" b="0">
                <a:solidFill>
                  <a:srgbClr val="080808"/>
                </a:solidFill>
                <a:latin typeface="Calibri"/>
                <a:ea typeface="Calibri"/>
                <a:cs typeface="Calibri"/>
              </a:rPr>
              <a:t>.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6969061-E293-66B3-2505-D44FC70B8E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98315360-7E37-4E61-CFB3-15B4BF185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6401"/>
            <a:ext cx="1828800" cy="30777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r>
              <a:rPr sz="1400"/>
              <a:t>Starter Code:</a:t>
            </a:r>
          </a:p>
        </p:txBody>
      </p:sp>
      <p:sp>
        <p:nvSpPr>
          <p:cNvPr id="6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CFC9096-19D0-8DB5-A52D-780B3819F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354178"/>
            <a:ext cx="5897880" cy="1600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vert="horz" wrap="square" lIns="91440" tIns="45720" rIns="91440" bIns="45720" anchor="t">
            <a:normAutofit fontScale="100000"/>
          </a:bodyPr>
          <a:lstStyle xmlns:a="http://schemas.openxmlformats.org/drawingml/2006/main">
            <a:lvl1pPr marL="228600" indent="-228600" algn="l" defTabSz="914400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685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1143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6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600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20574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4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25146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9718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34290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3886200" indent="-228600" algn="l" defTabSz="914400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13, 2)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random.choice([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])</a:t>
            </a:r>
            <a:b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</a:br>
            <a:r>
              <a:rPr sz="16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6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6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</p:txBody>
      </p:sp>
    </p:spTree>
    <p:extLst>
      <p:ext uri="{BB962C8B-B14F-4D97-AF65-F5344CB8AC3E}">
        <p14:creationId xmlns:p14="http://schemas.microsoft.com/office/powerpoint/2010/main" val="337394513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4DFBD71-FEF6-6EBF-BF05-0ED86228F78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37569" y="2124718"/>
            <a:ext cx="3832073" cy="1325563"/>
          </a:xfrm>
        </p:spPr>
        <p:txBody>
          <a:bodyPr xmlns:a="http://schemas.openxmlformats.org/drawingml/2006/main" wrap="none" anchor="ctr">
            <a:normAutofit fontScale="100000"/>
          </a:bodyPr>
          <a:lstStyle xmlns:a="http://schemas.openxmlformats.org/drawingml/2006/main"/>
          <a:p xmlns:a="http://schemas.openxmlformats.org/drawingml/2006/main">
            <a:r>
              <a:t>Fix the code!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DC8E91D-B482-1BE2-7466-89F6C23BCF1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1294599" y="3405120"/>
            <a:ext cx="7425519" cy="2115403"/>
          </a:xfrm>
        </p:spPr>
        <p:txBody>
          <a:bodyPr xmlns:a="http://schemas.openxmlformats.org/drawingml/2006/main">
            <a:normAutofit fontScale="54933" lnSpcReduction="20000"/>
          </a:bodyPr>
          <a:lstStyle xmlns:a="http://schemas.openxmlformats.org/drawingml/2006/main"/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2800" b="1">
                <a:solidFill>
                  <a:srgbClr val="FF0000"/>
                </a:solidFill>
              </a:rPr>
              <a:t>This code has errors!</a:t>
            </a:r>
            <a:r>
              <a:rPr sz="2800" b="1">
                <a:solidFill>
                  <a:srgbClr val="080808"/>
                </a:solidFill>
              </a:rPr>
              <a:t> Look closely at the code to find the problems: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latin typeface="JetBrains Mono"/>
                <a:ea typeface="JetBrains Mono"/>
                <a:cs typeface="JetBrains Mono"/>
              </a:rPr>
              <a:t> 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import random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random.seed(4)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even_step = random.randrange(2, 12, 2)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colours = [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"red"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"blue"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"gold"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]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colour = random.choice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"Move:"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even_step)</a:t>
            </a:r>
          </a:p>
          <a:p xmlns:a="http://schemas.openxmlformats.org/drawingml/2006/main">
            <a:pPr marL="0" indent="0">
              <a:spcAft>
                <a:spcPts val="0"/>
              </a:spcAft>
              <a:buNone/>
            </a:pPr>
            <a:r>
              <a:rPr sz="1800">
                <a:solidFill>
                  <a:srgbClr val="1750EB"/>
                </a:solidFill>
                <a:latin typeface="JetBrains Mono"/>
                <a:ea typeface="JetBrains Mono"/>
                <a:cs typeface="JetBrains Mono"/>
              </a:rPr>
              <a:t>print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(</a:t>
            </a:r>
            <a:r>
              <a:rPr sz="1800">
                <a:solidFill>
                  <a:srgbClr val="067D17"/>
                </a:solidFill>
                <a:latin typeface="JetBrains Mono"/>
                <a:ea typeface="JetBrains Mono"/>
                <a:cs typeface="JetBrains Mono"/>
              </a:rPr>
              <a:t>"Colour:"</a:t>
            </a:r>
            <a:r>
              <a:rPr sz="1800">
                <a:solidFill>
                  <a:srgbClr val="080808"/>
                </a:solidFill>
                <a:latin typeface="JetBrains Mono"/>
                <a:ea typeface="JetBrains Mono"/>
                <a:cs typeface="JetBrains Mono"/>
              </a:rPr>
              <a:t>, colour)</a:t>
            </a:r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4F0ADF4-CBA1-F217-15B9-2DF889C076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</a:p>
        </p:txBody>
      </p:sp>
    </p:spTree>
    <p:extLst>
      <p:ext uri="{BB962C8B-B14F-4D97-AF65-F5344CB8AC3E}">
        <p14:creationId xmlns:p14="http://schemas.microsoft.com/office/powerpoint/2010/main" val="336215718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2026-09-28T08:28:06.3540000Z</dcterms:created>
  <dcterms:modified xsi:type="dcterms:W3CDTF">2026-09-28T08:28:06.3540000Z</dcterms:modified>
</coreProperties>
</file>