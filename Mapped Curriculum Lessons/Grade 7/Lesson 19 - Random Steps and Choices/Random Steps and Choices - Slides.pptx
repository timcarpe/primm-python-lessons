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9306817673d4ab5" /><Relationship Type="http://schemas.openxmlformats.org/officeDocument/2006/relationships/extended-properties" Target="/docProps/app.xml" Id="R02ba6b268b324489" /><Relationship Type="http://schemas.openxmlformats.org/officeDocument/2006/relationships/officeDocument" Target="/ppt/presentation.xml" Id="R49aa54fb90644392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756067898e1d42d8"/>
  </p:sldMasterIdLst>
  <p:notesMasterIdLst>
    <p:notesMasterId xmlns:r="http://schemas.openxmlformats.org/officeDocument/2006/relationships" r:id="Ra49493f38a464b2b"/>
  </p:notesMasterIdLst>
  <p:sldIdLst>
    <p:sldId xmlns:r="http://schemas.openxmlformats.org/officeDocument/2006/relationships" id="256" r:id="R8ddaa9a0f12048a9"/>
    <p:sldId xmlns:r="http://schemas.openxmlformats.org/officeDocument/2006/relationships" id="257" r:id="R3106082936e7428c"/>
    <p:sldId xmlns:r="http://schemas.openxmlformats.org/officeDocument/2006/relationships" id="258" r:id="R400f031257b14236"/>
    <p:sldId xmlns:r="http://schemas.openxmlformats.org/officeDocument/2006/relationships" id="259" r:id="R368107698a9a4c95"/>
    <p:sldId xmlns:r="http://schemas.openxmlformats.org/officeDocument/2006/relationships" id="260" r:id="R117429da9507444f"/>
    <p:sldId xmlns:r="http://schemas.openxmlformats.org/officeDocument/2006/relationships" id="261" r:id="Rc3db4a3598cb42d9"/>
    <p:sldId xmlns:r="http://schemas.openxmlformats.org/officeDocument/2006/relationships" id="262" r:id="Rb49ebafba4b44ef5"/>
    <p:sldId xmlns:r="http://schemas.openxmlformats.org/officeDocument/2006/relationships" id="263" r:id="Rb61ec19d74ab4c1f"/>
    <p:sldId xmlns:r="http://schemas.openxmlformats.org/officeDocument/2006/relationships" id="264" r:id="Re8b4fd1cec99410f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39999b29a0d0444e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69438c713a94fe9" /><Relationship Type="http://schemas.openxmlformats.org/officeDocument/2006/relationships/slideMaster" Target="/ppt/slideMasters/slideMaster1.xml" Id="R756067898e1d42d8" /><Relationship Type="http://schemas.openxmlformats.org/officeDocument/2006/relationships/notesMaster" Target="/ppt/notesMasters/notesMaster1.xml" Id="Ra49493f38a464b2b" /><Relationship Type="http://schemas.openxmlformats.org/officeDocument/2006/relationships/presProps" Target="/ppt/presProps.xml" Id="R62367bedc7814fc4" /><Relationship Type="http://schemas.openxmlformats.org/officeDocument/2006/relationships/viewProps" Target="/ppt/viewProps.xml" Id="R4124cd3c6f6c4fba" /><Relationship Type="http://schemas.openxmlformats.org/officeDocument/2006/relationships/tableStyles" Target="/ppt/tableStyles.xml" Id="R0003634e29f54190" /><Relationship Type="http://schemas.openxmlformats.org/officeDocument/2006/relationships/font" Target="/ppt/fonts/font.dat" Id="R39999b29a0d0444e" /><Relationship Type="http://schemas.openxmlformats.org/officeDocument/2006/relationships/slide" Target="/ppt/slides/slide1.xml" Id="R8ddaa9a0f12048a9" /><Relationship Type="http://schemas.openxmlformats.org/officeDocument/2006/relationships/slide" Target="/ppt/slides/slide2.xml" Id="R3106082936e7428c" /><Relationship Type="http://schemas.openxmlformats.org/officeDocument/2006/relationships/slide" Target="/ppt/slides/slide3.xml" Id="R400f031257b14236" /><Relationship Type="http://schemas.openxmlformats.org/officeDocument/2006/relationships/slide" Target="/ppt/slides/slide4.xml" Id="R368107698a9a4c95" /><Relationship Type="http://schemas.openxmlformats.org/officeDocument/2006/relationships/slide" Target="/ppt/slides/slide5.xml" Id="R117429da9507444f" /><Relationship Type="http://schemas.openxmlformats.org/officeDocument/2006/relationships/slide" Target="/ppt/slides/slide6.xml" Id="Rc3db4a3598cb42d9" /><Relationship Type="http://schemas.openxmlformats.org/officeDocument/2006/relationships/slide" Target="/ppt/slides/slide7.xml" Id="Rb49ebafba4b44ef5" /><Relationship Type="http://schemas.openxmlformats.org/officeDocument/2006/relationships/slide" Target="/ppt/slides/slide8.xml" Id="Rb61ec19d74ab4c1f" /><Relationship Type="http://schemas.openxmlformats.org/officeDocument/2006/relationships/slide" Target="/ppt/slides/slide9.xml" Id="Re8b4fd1cec99410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a665b70255c4f7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9348944326c4fcf" /><Relationship Type="http://schemas.openxmlformats.org/officeDocument/2006/relationships/notesMaster" Target="/ppt/notesMasters/notesMaster1.xml" Id="Re790f6c694e04a4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98df875436d4401" /><Relationship Type="http://schemas.openxmlformats.org/officeDocument/2006/relationships/notesMaster" Target="/ppt/notesMasters/notesMaster1.xml" Id="R58a2f988cc0d431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501c293b858413d" /><Relationship Type="http://schemas.openxmlformats.org/officeDocument/2006/relationships/notesMaster" Target="/ppt/notesMasters/notesMaster1.xml" Id="R6c7ecddd19bc409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9bc5822092c4ed7" /><Relationship Type="http://schemas.openxmlformats.org/officeDocument/2006/relationships/notesMaster" Target="/ppt/notesMasters/notesMaster1.xml" Id="R42f20ff63c9a499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1763918035b4a0d" /><Relationship Type="http://schemas.openxmlformats.org/officeDocument/2006/relationships/notesMaster" Target="/ppt/notesMasters/notesMaster1.xml" Id="R88065aa7a98c4d6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54d3e91397645ed" /><Relationship Type="http://schemas.openxmlformats.org/officeDocument/2006/relationships/notesMaster" Target="/ppt/notesMasters/notesMaster1.xml" Id="R67c1f3b27e55454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e83781593344684" /><Relationship Type="http://schemas.openxmlformats.org/officeDocument/2006/relationships/notesMaster" Target="/ppt/notesMasters/notesMaster1.xml" Id="R6cccb216653a4b9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2a00b0b17524331" /><Relationship Type="http://schemas.openxmlformats.org/officeDocument/2006/relationships/notesMaster" Target="/ppt/notesMasters/notesMaster1.xml" Id="Rbc742aed6a574be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5015441502e4be5" /><Relationship Type="http://schemas.openxmlformats.org/officeDocument/2006/relationships/notesMaster" Target="/ppt/notesMasters/notesMaster1.xml" Id="R1d4ae6dc77d44f9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82f2fc063fb43dd" /><Relationship Type="http://schemas.openxmlformats.org/officeDocument/2006/relationships/image" Target="/ppt/media/image.png" Id="Raf9736bd1c854b8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1b4c060d46480d" /><Relationship Type="http://schemas.openxmlformats.org/officeDocument/2006/relationships/image" Target="/ppt/media/image.png" Id="Ra5305435757448e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d3d050294e4e78" /><Relationship Type="http://schemas.openxmlformats.org/officeDocument/2006/relationships/image" Target="/ppt/media/image.png" Id="R1765b78eb512457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57751479d74706" /><Relationship Type="http://schemas.openxmlformats.org/officeDocument/2006/relationships/image" Target="/ppt/media/image.png" Id="R876799b9429649c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e051640440b479c" /><Relationship Type="http://schemas.openxmlformats.org/officeDocument/2006/relationships/image" Target="/ppt/media/image.png" Id="R39b4ab02b6b545b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36ce8679c854520" /><Relationship Type="http://schemas.openxmlformats.org/officeDocument/2006/relationships/image" Target="/ppt/media/image.png" Id="R1990b77c0137452c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38a6415cc974393" /><Relationship Type="http://schemas.openxmlformats.org/officeDocument/2006/relationships/image" Target="/ppt/media/image.png" Id="Rccc988a151cf488d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e2e223b1b1643a8" /><Relationship Type="http://schemas.openxmlformats.org/officeDocument/2006/relationships/image" Target="/ppt/media/image.png" Id="R3a4f8dae8a9b493d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12584408564c54" /><Relationship Type="http://schemas.openxmlformats.org/officeDocument/2006/relationships/image" Target="/ppt/media/image.png" Id="Rc5244c083b8a42c4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81ba1ef29c74663" /><Relationship Type="http://schemas.openxmlformats.org/officeDocument/2006/relationships/image" Target="/ppt/media/image.png" Id="Rc9bf5064387c4c18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901b895c5004bb4" /><Relationship Type="http://schemas.openxmlformats.org/officeDocument/2006/relationships/image" Target="/ppt/media/image.png" Id="Rd4ae46bc37b54ae1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f9736bd1c854b83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5305435757448e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765b78eb512457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76799b9429649c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9b4ab02b6b545b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990b77c0137452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cc988a151cf488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a4f8dae8a9b493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5244c083b8a42c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9bf5064387c4c1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4ae46bc37b54ae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defc25b70364fb4" /><Relationship Type="http://schemas.openxmlformats.org/officeDocument/2006/relationships/slideLayout" Target="/ppt/slideLayouts/slideLayout1.xml" Id="R535150d9bbc24df4" /><Relationship Type="http://schemas.openxmlformats.org/officeDocument/2006/relationships/slideLayout" Target="/ppt/slideLayouts/slideLayout2.xml" Id="R842aaee4b7544172" /><Relationship Type="http://schemas.openxmlformats.org/officeDocument/2006/relationships/slideLayout" Target="/ppt/slideLayouts/slideLayout3.xml" Id="R80546083cdb245b5" /><Relationship Type="http://schemas.openxmlformats.org/officeDocument/2006/relationships/slideLayout" Target="/ppt/slideLayouts/slideLayout4.xml" Id="Rc07df39f8cd34650" /><Relationship Type="http://schemas.openxmlformats.org/officeDocument/2006/relationships/slideLayout" Target="/ppt/slideLayouts/slideLayout5.xml" Id="R9963fc57c3864d4a" /><Relationship Type="http://schemas.openxmlformats.org/officeDocument/2006/relationships/slideLayout" Target="/ppt/slideLayouts/slideLayout6.xml" Id="Rf9284783edb34535" /><Relationship Type="http://schemas.openxmlformats.org/officeDocument/2006/relationships/slideLayout" Target="/ppt/slideLayouts/slideLayout7.xml" Id="R592959e1f76b4a5e" /><Relationship Type="http://schemas.openxmlformats.org/officeDocument/2006/relationships/slideLayout" Target="/ppt/slideLayouts/slideLayout8.xml" Id="Rca1bbc242b63495c" /><Relationship Type="http://schemas.openxmlformats.org/officeDocument/2006/relationships/slideLayout" Target="/ppt/slideLayouts/slideLayout9.xml" Id="R1ea09b4067644d7f" /><Relationship Type="http://schemas.openxmlformats.org/officeDocument/2006/relationships/slideLayout" Target="/ppt/slideLayouts/slideLayout10.xml" Id="R35b717b8bc58406d" /><Relationship Type="http://schemas.openxmlformats.org/officeDocument/2006/relationships/slideLayout" Target="/ppt/slideLayouts/slideLayout11.xml" Id="R87cee670a18c4694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35150d9bbc24df4"/>
    <p:sldLayoutId xmlns:r="http://schemas.openxmlformats.org/officeDocument/2006/relationships" id="2147483650" r:id="R842aaee4b7544172"/>
    <p:sldLayoutId xmlns:r="http://schemas.openxmlformats.org/officeDocument/2006/relationships" id="2147483651" r:id="R80546083cdb245b5"/>
    <p:sldLayoutId xmlns:r="http://schemas.openxmlformats.org/officeDocument/2006/relationships" id="2147483652" r:id="Rc07df39f8cd34650"/>
    <p:sldLayoutId xmlns:r="http://schemas.openxmlformats.org/officeDocument/2006/relationships" id="2147483653" r:id="R9963fc57c3864d4a"/>
    <p:sldLayoutId xmlns:r="http://schemas.openxmlformats.org/officeDocument/2006/relationships" id="2147483654" r:id="Rf9284783edb34535"/>
    <p:sldLayoutId xmlns:r="http://schemas.openxmlformats.org/officeDocument/2006/relationships" id="2147483655" r:id="R592959e1f76b4a5e"/>
    <p:sldLayoutId xmlns:r="http://schemas.openxmlformats.org/officeDocument/2006/relationships" id="2147483656" r:id="Rca1bbc242b63495c"/>
    <p:sldLayoutId xmlns:r="http://schemas.openxmlformats.org/officeDocument/2006/relationships" id="2147483657" r:id="R1ea09b4067644d7f"/>
    <p:sldLayoutId xmlns:r="http://schemas.openxmlformats.org/officeDocument/2006/relationships" id="2147483658" r:id="R35b717b8bc58406d"/>
    <p:sldLayoutId xmlns:r="http://schemas.openxmlformats.org/officeDocument/2006/relationships" id="2147483659" r:id="R87cee670a18c4694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b7d2b2b6a9460a" /><Relationship Type="http://schemas.openxmlformats.org/officeDocument/2006/relationships/notesSlide" Target="/ppt/notesSlides/notesSlide1.xml" Id="R156258cb61c7499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39faf2adb104c7d" /><Relationship Type="http://schemas.openxmlformats.org/officeDocument/2006/relationships/notesSlide" Target="/ppt/notesSlides/notesSlide2.xml" Id="R6946901c754449d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8400e97dfdd4e45" /><Relationship Type="http://schemas.openxmlformats.org/officeDocument/2006/relationships/notesSlide" Target="/ppt/notesSlides/notesSlide3.xml" Id="Rd0d5bacbe724406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1211b3765ca42be" /><Relationship Type="http://schemas.openxmlformats.org/officeDocument/2006/relationships/notesSlide" Target="/ppt/notesSlides/notesSlide4.xml" Id="Ra9e49b363e6d4ec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ee605d128cf4070" /><Relationship Type="http://schemas.openxmlformats.org/officeDocument/2006/relationships/notesSlide" Target="/ppt/notesSlides/notesSlide5.xml" Id="Rbd4f8347fcdd4ff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caf5d8404c34cde" /><Relationship Type="http://schemas.openxmlformats.org/officeDocument/2006/relationships/notesSlide" Target="/ppt/notesSlides/notesSlide6.xml" Id="R055c94ccad7248e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3373438e9d34997" /><Relationship Type="http://schemas.openxmlformats.org/officeDocument/2006/relationships/notesSlide" Target="/ppt/notesSlides/notesSlide7.xml" Id="R1bfbb57bac964c7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d976f13a30547cc" /><Relationship Type="http://schemas.openxmlformats.org/officeDocument/2006/relationships/notesSlide" Target="/ppt/notesSlides/notesSlide8.xml" Id="R507d652b8b524ba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15f43126ec4437e" /><Relationship Type="http://schemas.openxmlformats.org/officeDocument/2006/relationships/notesSlide" Target="/ppt/notesSlides/notesSlide9.xml" Id="R352e0acedcf9444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88781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Random Steps and Choices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19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import random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even_step = random.randrange(2, 13, 2)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colour = random.choice([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"red"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"blue"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"gold"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"Move:"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even_step)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import random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even_step = random.randrange(2, 13, 2)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colour = random.choice([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"red"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"blue"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"gold"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"Move:"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even_step)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import random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even_step = random.randrange(2, 13, 2)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colour = random.choice([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"red"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"blue"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"gold"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"Move:"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even_step)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can random.randrange(2, 13, 2) produce 12 but not 13?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Why can random.choice() return only an item already present in its collection?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Why does using the same seed produce the same two results when the starter program is run again?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With seed 4, what two output lines appear?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import random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even_step = random.randrange(2, 13, 2)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colour = random.choice([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"red"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"blue"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"gold"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"Move:"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even_step)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example's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random.randrange()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call so it chooses one of 5, 10, 15, 20, 25 or 30. Store the result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move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display it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"Move:"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Run it several times to check that no other number appears.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import random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even_step = random.randrange(2, 13, 2)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colour = random.choice([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"red"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"blue"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"gold"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"Move:"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even_step)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a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called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colours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holds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"red"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"blue"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"gold"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"green"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Use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random.choice()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twice to pick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first_colour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second_colour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and display them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"First colour:"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"Second colour:"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import random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even_step = random.randrange(2, 13, 2)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colour = random.choice([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"red"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"blue"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"gold"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"Move:"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even_step)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training program with a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called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activities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holding three activity words. Use a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to display three training prompts. Each prompt uses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random.randrange()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for an even number from 2 to 12 and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random.choice()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for an activity, such as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"Training prompt: 8 jumps"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import random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even_step = random.randrange(2, 13, 2)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colour = random.choice([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"red"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"blue"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"gold"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"Move:"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even_step)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54933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import random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random.seed(4)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even_step = random.randrange(2, 12, 2)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colours = 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"red"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"blue"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"gold"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colour = random.choice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"Move:"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even_step)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"Colour:"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colour)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2026-09-28T06:19:02.5760000Z</dcterms:created>
  <dcterms:modified xsi:type="dcterms:W3CDTF">2026-09-28T06:19:02.5760000Z</dcterms:modified>
</coreProperties>
</file>