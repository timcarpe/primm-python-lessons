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70ee5e34a4448a" /><Relationship Type="http://schemas.openxmlformats.org/officeDocument/2006/relationships/extended-properties" Target="/docProps/app.xml" Id="Rf143ed6052144ae2" /><Relationship Type="http://schemas.openxmlformats.org/officeDocument/2006/relationships/officeDocument" Target="/ppt/presentation.xml" Id="R4d6fc4fa0efa4d88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43034108db864cf9"/>
  </p:sldMasterIdLst>
  <p:notesMasterIdLst>
    <p:notesMasterId xmlns:r="http://schemas.openxmlformats.org/officeDocument/2006/relationships" r:id="R6c944b1332f443e1"/>
  </p:notesMasterIdLst>
  <p:sldIdLst>
    <p:sldId xmlns:r="http://schemas.openxmlformats.org/officeDocument/2006/relationships" id="256" r:id="R1a69670401be4606"/>
    <p:sldId xmlns:r="http://schemas.openxmlformats.org/officeDocument/2006/relationships" id="257" r:id="R9302652016c147cd"/>
    <p:sldId xmlns:r="http://schemas.openxmlformats.org/officeDocument/2006/relationships" id="258" r:id="Rb9fd78a8f4da4ca4"/>
    <p:sldId xmlns:r="http://schemas.openxmlformats.org/officeDocument/2006/relationships" id="259" r:id="Rf7c444bf0dd04763"/>
    <p:sldId xmlns:r="http://schemas.openxmlformats.org/officeDocument/2006/relationships" id="260" r:id="R618bdf698b6d4312"/>
    <p:sldId xmlns:r="http://schemas.openxmlformats.org/officeDocument/2006/relationships" id="261" r:id="R562bd392833d46d9"/>
    <p:sldId xmlns:r="http://schemas.openxmlformats.org/officeDocument/2006/relationships" id="262" r:id="R1fcf4e0aa7814c7d"/>
    <p:sldId xmlns:r="http://schemas.openxmlformats.org/officeDocument/2006/relationships" id="263" r:id="Rd573bd7d1f564538"/>
    <p:sldId xmlns:r="http://schemas.openxmlformats.org/officeDocument/2006/relationships" id="264" r:id="R49d0abba0aa44ecc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a1445365dde345c8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6b2856405604f7f" /><Relationship Type="http://schemas.openxmlformats.org/officeDocument/2006/relationships/slideMaster" Target="/ppt/slideMasters/slideMaster1.xml" Id="R43034108db864cf9" /><Relationship Type="http://schemas.openxmlformats.org/officeDocument/2006/relationships/notesMaster" Target="/ppt/notesMasters/notesMaster1.xml" Id="R6c944b1332f443e1" /><Relationship Type="http://schemas.openxmlformats.org/officeDocument/2006/relationships/presProps" Target="/ppt/presProps.xml" Id="Rd1b7fa3bbf3a4bbc" /><Relationship Type="http://schemas.openxmlformats.org/officeDocument/2006/relationships/viewProps" Target="/ppt/viewProps.xml" Id="R9de7445a791248cb" /><Relationship Type="http://schemas.openxmlformats.org/officeDocument/2006/relationships/tableStyles" Target="/ppt/tableStyles.xml" Id="R7fdacf183cd240c6" /><Relationship Type="http://schemas.openxmlformats.org/officeDocument/2006/relationships/font" Target="/ppt/fonts/font.dat" Id="Ra1445365dde345c8" /><Relationship Type="http://schemas.openxmlformats.org/officeDocument/2006/relationships/slide" Target="/ppt/slides/slide1.xml" Id="R1a69670401be4606" /><Relationship Type="http://schemas.openxmlformats.org/officeDocument/2006/relationships/slide" Target="/ppt/slides/slide2.xml" Id="R9302652016c147cd" /><Relationship Type="http://schemas.openxmlformats.org/officeDocument/2006/relationships/slide" Target="/ppt/slides/slide3.xml" Id="Rb9fd78a8f4da4ca4" /><Relationship Type="http://schemas.openxmlformats.org/officeDocument/2006/relationships/slide" Target="/ppt/slides/slide4.xml" Id="Rf7c444bf0dd04763" /><Relationship Type="http://schemas.openxmlformats.org/officeDocument/2006/relationships/slide" Target="/ppt/slides/slide5.xml" Id="R618bdf698b6d4312" /><Relationship Type="http://schemas.openxmlformats.org/officeDocument/2006/relationships/slide" Target="/ppt/slides/slide6.xml" Id="R562bd392833d46d9" /><Relationship Type="http://schemas.openxmlformats.org/officeDocument/2006/relationships/slide" Target="/ppt/slides/slide7.xml" Id="R1fcf4e0aa7814c7d" /><Relationship Type="http://schemas.openxmlformats.org/officeDocument/2006/relationships/slide" Target="/ppt/slides/slide8.xml" Id="Rd573bd7d1f564538" /><Relationship Type="http://schemas.openxmlformats.org/officeDocument/2006/relationships/slide" Target="/ppt/slides/slide9.xml" Id="R49d0abba0aa44ec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f779b333e94f2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1717d5bd2d14f9b" /><Relationship Type="http://schemas.openxmlformats.org/officeDocument/2006/relationships/notesMaster" Target="/ppt/notesMasters/notesMaster1.xml" Id="Rb58c72d69477473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443193540684edc" /><Relationship Type="http://schemas.openxmlformats.org/officeDocument/2006/relationships/notesMaster" Target="/ppt/notesMasters/notesMaster1.xml" Id="Rf37db65a461c4ba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bb479d600a94bdf" /><Relationship Type="http://schemas.openxmlformats.org/officeDocument/2006/relationships/notesMaster" Target="/ppt/notesMasters/notesMaster1.xml" Id="R9c022d76c5e043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fa08807bfe343bb" /><Relationship Type="http://schemas.openxmlformats.org/officeDocument/2006/relationships/notesMaster" Target="/ppt/notesMasters/notesMaster1.xml" Id="Redd56c1b52c14c4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8614d55c6234acd" /><Relationship Type="http://schemas.openxmlformats.org/officeDocument/2006/relationships/notesMaster" Target="/ppt/notesMasters/notesMaster1.xml" Id="Rf66e672a4d214a6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a079088715e4510" /><Relationship Type="http://schemas.openxmlformats.org/officeDocument/2006/relationships/notesMaster" Target="/ppt/notesMasters/notesMaster1.xml" Id="Rb3f78bced053401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1bedace6d7a4700" /><Relationship Type="http://schemas.openxmlformats.org/officeDocument/2006/relationships/notesMaster" Target="/ppt/notesMasters/notesMaster1.xml" Id="R3a2305e7788343c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4304a0510004d6f" /><Relationship Type="http://schemas.openxmlformats.org/officeDocument/2006/relationships/notesMaster" Target="/ppt/notesMasters/notesMaster1.xml" Id="Ra17b122a677e4e2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bf1864f929d4cb0" /><Relationship Type="http://schemas.openxmlformats.org/officeDocument/2006/relationships/notesMaster" Target="/ppt/notesMasters/notesMaster1.xml" Id="Ra73eebd2161845d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3c96f49cd24d0a" /><Relationship Type="http://schemas.openxmlformats.org/officeDocument/2006/relationships/image" Target="/ppt/media/image.png" Id="R887924928b7d4a6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515b65f85a4763" /><Relationship Type="http://schemas.openxmlformats.org/officeDocument/2006/relationships/image" Target="/ppt/media/image.png" Id="R2e7ca47eebe141e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4e326f5a8446f8" /><Relationship Type="http://schemas.openxmlformats.org/officeDocument/2006/relationships/image" Target="/ppt/media/image.png" Id="Rd8cfba1c834e486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eb69ae80964767" /><Relationship Type="http://schemas.openxmlformats.org/officeDocument/2006/relationships/image" Target="/ppt/media/image.png" Id="R6059fed314894d0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63b190875646b1" /><Relationship Type="http://schemas.openxmlformats.org/officeDocument/2006/relationships/image" Target="/ppt/media/image.png" Id="R1dee78f2b334495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38ce42a252432a" /><Relationship Type="http://schemas.openxmlformats.org/officeDocument/2006/relationships/image" Target="/ppt/media/image.png" Id="R18f130b834974dd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8f59c5e29a4b08" /><Relationship Type="http://schemas.openxmlformats.org/officeDocument/2006/relationships/image" Target="/ppt/media/image.png" Id="R306d1b0ffaf24a7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4409a4b1954a8c" /><Relationship Type="http://schemas.openxmlformats.org/officeDocument/2006/relationships/image" Target="/ppt/media/image.png" Id="Rda08c12cb35142f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c9949712684be7" /><Relationship Type="http://schemas.openxmlformats.org/officeDocument/2006/relationships/image" Target="/ppt/media/image.png" Id="Re7fe4b86fa41455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20066fa78c4a43" /><Relationship Type="http://schemas.openxmlformats.org/officeDocument/2006/relationships/image" Target="/ppt/media/image.png" Id="Rf4eeaf28d9b04c5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6f74856b6a497b" /><Relationship Type="http://schemas.openxmlformats.org/officeDocument/2006/relationships/image" Target="/ppt/media/image.png" Id="Rd6d71c8a0270444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87924928b7d4a64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e7ca47eebe141e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8cfba1c834e486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059fed314894d0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dee78f2b334495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8f130b834974dd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06d1b0ffaf24a7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a08c12cb35142f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7fe4b86fa41455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4eeaf28d9b04c5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6d71c8a0270444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bbae99eacaa4867" /><Relationship Type="http://schemas.openxmlformats.org/officeDocument/2006/relationships/slideLayout" Target="/ppt/slideLayouts/slideLayout1.xml" Id="R01e477665bc94705" /><Relationship Type="http://schemas.openxmlformats.org/officeDocument/2006/relationships/slideLayout" Target="/ppt/slideLayouts/slideLayout2.xml" Id="R710de0da7f6c4343" /><Relationship Type="http://schemas.openxmlformats.org/officeDocument/2006/relationships/slideLayout" Target="/ppt/slideLayouts/slideLayout3.xml" Id="Rbeb0322adba14cf5" /><Relationship Type="http://schemas.openxmlformats.org/officeDocument/2006/relationships/slideLayout" Target="/ppt/slideLayouts/slideLayout4.xml" Id="R660e87a964784aab" /><Relationship Type="http://schemas.openxmlformats.org/officeDocument/2006/relationships/slideLayout" Target="/ppt/slideLayouts/slideLayout5.xml" Id="R0f70fd4a6be44d89" /><Relationship Type="http://schemas.openxmlformats.org/officeDocument/2006/relationships/slideLayout" Target="/ppt/slideLayouts/slideLayout6.xml" Id="R99a2828e82ca47f3" /><Relationship Type="http://schemas.openxmlformats.org/officeDocument/2006/relationships/slideLayout" Target="/ppt/slideLayouts/slideLayout7.xml" Id="R758b014ba7304322" /><Relationship Type="http://schemas.openxmlformats.org/officeDocument/2006/relationships/slideLayout" Target="/ppt/slideLayouts/slideLayout8.xml" Id="R5d8abf6365d64436" /><Relationship Type="http://schemas.openxmlformats.org/officeDocument/2006/relationships/slideLayout" Target="/ppt/slideLayouts/slideLayout9.xml" Id="R883b1baf446745a3" /><Relationship Type="http://schemas.openxmlformats.org/officeDocument/2006/relationships/slideLayout" Target="/ppt/slideLayouts/slideLayout10.xml" Id="R12d56f681728454b" /><Relationship Type="http://schemas.openxmlformats.org/officeDocument/2006/relationships/slideLayout" Target="/ppt/slideLayouts/slideLayout11.xml" Id="R664c006eb38345d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1e477665bc94705"/>
    <p:sldLayoutId xmlns:r="http://schemas.openxmlformats.org/officeDocument/2006/relationships" id="2147483650" r:id="R710de0da7f6c4343"/>
    <p:sldLayoutId xmlns:r="http://schemas.openxmlformats.org/officeDocument/2006/relationships" id="2147483651" r:id="Rbeb0322adba14cf5"/>
    <p:sldLayoutId xmlns:r="http://schemas.openxmlformats.org/officeDocument/2006/relationships" id="2147483652" r:id="R660e87a964784aab"/>
    <p:sldLayoutId xmlns:r="http://schemas.openxmlformats.org/officeDocument/2006/relationships" id="2147483653" r:id="R0f70fd4a6be44d89"/>
    <p:sldLayoutId xmlns:r="http://schemas.openxmlformats.org/officeDocument/2006/relationships" id="2147483654" r:id="R99a2828e82ca47f3"/>
    <p:sldLayoutId xmlns:r="http://schemas.openxmlformats.org/officeDocument/2006/relationships" id="2147483655" r:id="R758b014ba7304322"/>
    <p:sldLayoutId xmlns:r="http://schemas.openxmlformats.org/officeDocument/2006/relationships" id="2147483656" r:id="R5d8abf6365d64436"/>
    <p:sldLayoutId xmlns:r="http://schemas.openxmlformats.org/officeDocument/2006/relationships" id="2147483657" r:id="R883b1baf446745a3"/>
    <p:sldLayoutId xmlns:r="http://schemas.openxmlformats.org/officeDocument/2006/relationships" id="2147483658" r:id="R12d56f681728454b"/>
    <p:sldLayoutId xmlns:r="http://schemas.openxmlformats.org/officeDocument/2006/relationships" id="2147483659" r:id="R664c006eb38345d0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be2547c7d547a4" /><Relationship Type="http://schemas.openxmlformats.org/officeDocument/2006/relationships/notesSlide" Target="/ppt/notesSlides/notesSlide1.xml" Id="R3cf10d66699f4d4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e3d7b4a94904a87" /><Relationship Type="http://schemas.openxmlformats.org/officeDocument/2006/relationships/notesSlide" Target="/ppt/notesSlides/notesSlide2.xml" Id="R6ecb127ee8ca46a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c8a293644f6434a" /><Relationship Type="http://schemas.openxmlformats.org/officeDocument/2006/relationships/notesSlide" Target="/ppt/notesSlides/notesSlide3.xml" Id="R9cf1cac73687411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f75e1cc9604b16" /><Relationship Type="http://schemas.openxmlformats.org/officeDocument/2006/relationships/notesSlide" Target="/ppt/notesSlides/notesSlide4.xml" Id="R4eedad7dfb5d4d2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b196c030a04783" /><Relationship Type="http://schemas.openxmlformats.org/officeDocument/2006/relationships/notesSlide" Target="/ppt/notesSlides/notesSlide5.xml" Id="R9659faa0605e415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c4334cd01c47fa" /><Relationship Type="http://schemas.openxmlformats.org/officeDocument/2006/relationships/notesSlide" Target="/ppt/notesSlides/notesSlide6.xml" Id="Rd444a3af1610411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6466bf4bb745bf" /><Relationship Type="http://schemas.openxmlformats.org/officeDocument/2006/relationships/notesSlide" Target="/ppt/notesSlides/notesSlide7.xml" Id="R2661b854cb06423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74f6735c8f4944" /><Relationship Type="http://schemas.openxmlformats.org/officeDocument/2006/relationships/notesSlide" Target="/ppt/notesSlides/notesSlide8.xml" Id="R82af9173b1fd410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6736253bf34a71" /><Relationship Type="http://schemas.openxmlformats.org/officeDocument/2006/relationships/notesSlide" Target="/ppt/notesSlides/notesSlide9.xml" Id="R43f0bb9ea8c846e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Lists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17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enter compass, what exact list is printed?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append(item) add one item instead of joining the characters of item separately?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Which line adds the new item to packing_list?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is the new item placed at the end rather than at position 0?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Prepare the starter for a weekend trip by replacing the initial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three useful items. The user's extra item must still be appended and visible in the final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a second item and append it to the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all four items.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Make a movie-night checklist. Start with two items of your choice, ask the user for a third, append it, and display the finished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a clear heading.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(missing_item)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2026-08-26T04:04:14.4180000Z</dcterms:created>
  <dcterms:modified xsi:type="dcterms:W3CDTF">2026-08-26T04:04:14.4180000Z</dcterms:modified>
</coreProperties>
</file>