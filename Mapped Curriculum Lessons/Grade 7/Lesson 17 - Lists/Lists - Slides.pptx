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5fa4ce0b414210" /><Relationship Type="http://schemas.openxmlformats.org/officeDocument/2006/relationships/extended-properties" Target="/docProps/app.xml" Id="R4c2e5994e74d456d" /><Relationship Type="http://schemas.openxmlformats.org/officeDocument/2006/relationships/officeDocument" Target="/ppt/presentation.xml" Id="R7584915f3d044e6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9211fe82b504b9c"/>
  </p:sldMasterIdLst>
  <p:notesMasterIdLst>
    <p:notesMasterId xmlns:r="http://schemas.openxmlformats.org/officeDocument/2006/relationships" r:id="R0f9e6d6e52694058"/>
  </p:notesMasterIdLst>
  <p:sldIdLst>
    <p:sldId xmlns:r="http://schemas.openxmlformats.org/officeDocument/2006/relationships" id="256" r:id="R772c3792c48d4805"/>
    <p:sldId xmlns:r="http://schemas.openxmlformats.org/officeDocument/2006/relationships" id="257" r:id="R615ea62bb2dc4a19"/>
    <p:sldId xmlns:r="http://schemas.openxmlformats.org/officeDocument/2006/relationships" id="258" r:id="R554fc44338804575"/>
    <p:sldId xmlns:r="http://schemas.openxmlformats.org/officeDocument/2006/relationships" id="259" r:id="R11b68acc773b4423"/>
    <p:sldId xmlns:r="http://schemas.openxmlformats.org/officeDocument/2006/relationships" id="260" r:id="R30e2e87c450b4067"/>
    <p:sldId xmlns:r="http://schemas.openxmlformats.org/officeDocument/2006/relationships" id="261" r:id="Ra0f9fb6fb0e04563"/>
    <p:sldId xmlns:r="http://schemas.openxmlformats.org/officeDocument/2006/relationships" id="262" r:id="R98ceb4985e894cf0"/>
    <p:sldId xmlns:r="http://schemas.openxmlformats.org/officeDocument/2006/relationships" id="263" r:id="R15faebe9c5b14f8b"/>
    <p:sldId xmlns:r="http://schemas.openxmlformats.org/officeDocument/2006/relationships" id="264" r:id="Rb1b277a424c8404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baeede2b58c480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08ed4aa9c34535" /><Relationship Type="http://schemas.openxmlformats.org/officeDocument/2006/relationships/slideMaster" Target="/ppt/slideMasters/slideMaster1.xml" Id="Rf9211fe82b504b9c" /><Relationship Type="http://schemas.openxmlformats.org/officeDocument/2006/relationships/notesMaster" Target="/ppt/notesMasters/notesMaster1.xml" Id="R0f9e6d6e52694058" /><Relationship Type="http://schemas.openxmlformats.org/officeDocument/2006/relationships/presProps" Target="/ppt/presProps.xml" Id="R2b3251fb7d9c40a7" /><Relationship Type="http://schemas.openxmlformats.org/officeDocument/2006/relationships/viewProps" Target="/ppt/viewProps.xml" Id="R1a17584611da4d18" /><Relationship Type="http://schemas.openxmlformats.org/officeDocument/2006/relationships/tableStyles" Target="/ppt/tableStyles.xml" Id="R7fcf59b56c6240ee" /><Relationship Type="http://schemas.openxmlformats.org/officeDocument/2006/relationships/font" Target="/ppt/fonts/font.dat" Id="Rebaeede2b58c4807" /><Relationship Type="http://schemas.openxmlformats.org/officeDocument/2006/relationships/slide" Target="/ppt/slides/slide1.xml" Id="R772c3792c48d4805" /><Relationship Type="http://schemas.openxmlformats.org/officeDocument/2006/relationships/slide" Target="/ppt/slides/slide2.xml" Id="R615ea62bb2dc4a19" /><Relationship Type="http://schemas.openxmlformats.org/officeDocument/2006/relationships/slide" Target="/ppt/slides/slide3.xml" Id="R554fc44338804575" /><Relationship Type="http://schemas.openxmlformats.org/officeDocument/2006/relationships/slide" Target="/ppt/slides/slide4.xml" Id="R11b68acc773b4423" /><Relationship Type="http://schemas.openxmlformats.org/officeDocument/2006/relationships/slide" Target="/ppt/slides/slide5.xml" Id="R30e2e87c450b4067" /><Relationship Type="http://schemas.openxmlformats.org/officeDocument/2006/relationships/slide" Target="/ppt/slides/slide6.xml" Id="Ra0f9fb6fb0e04563" /><Relationship Type="http://schemas.openxmlformats.org/officeDocument/2006/relationships/slide" Target="/ppt/slides/slide7.xml" Id="R98ceb4985e894cf0" /><Relationship Type="http://schemas.openxmlformats.org/officeDocument/2006/relationships/slide" Target="/ppt/slides/slide8.xml" Id="R15faebe9c5b14f8b" /><Relationship Type="http://schemas.openxmlformats.org/officeDocument/2006/relationships/slide" Target="/ppt/slides/slide9.xml" Id="Rb1b277a424c840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25863690394f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ecec361c684ec1" /><Relationship Type="http://schemas.openxmlformats.org/officeDocument/2006/relationships/notesMaster" Target="/ppt/notesMasters/notesMaster1.xml" Id="R1e42974e3c784c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f2673a0ee54e3f" /><Relationship Type="http://schemas.openxmlformats.org/officeDocument/2006/relationships/notesMaster" Target="/ppt/notesMasters/notesMaster1.xml" Id="Rfde082e6dce041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a2ef751c9f4be7" /><Relationship Type="http://schemas.openxmlformats.org/officeDocument/2006/relationships/notesMaster" Target="/ppt/notesMasters/notesMaster1.xml" Id="R52e688589d7441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92b21a82ba4fc7" /><Relationship Type="http://schemas.openxmlformats.org/officeDocument/2006/relationships/notesMaster" Target="/ppt/notesMasters/notesMaster1.xml" Id="R927aad163f3d48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aeab640ccc499a" /><Relationship Type="http://schemas.openxmlformats.org/officeDocument/2006/relationships/notesMaster" Target="/ppt/notesMasters/notesMaster1.xml" Id="Re4387c46f22542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253f87ca784dc1" /><Relationship Type="http://schemas.openxmlformats.org/officeDocument/2006/relationships/notesMaster" Target="/ppt/notesMasters/notesMaster1.xml" Id="R37fe92cec0184a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e4fb3b959243d8" /><Relationship Type="http://schemas.openxmlformats.org/officeDocument/2006/relationships/notesMaster" Target="/ppt/notesMasters/notesMaster1.xml" Id="Rd36632ed9105433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d01c94694b4686" /><Relationship Type="http://schemas.openxmlformats.org/officeDocument/2006/relationships/notesMaster" Target="/ppt/notesMasters/notesMaster1.xml" Id="Rdab12ff4ae1248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315b0f88b346e5" /><Relationship Type="http://schemas.openxmlformats.org/officeDocument/2006/relationships/notesMaster" Target="/ppt/notesMasters/notesMaster1.xml" Id="Rce6b9d549c154a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3338a9bdfa4e39" /><Relationship Type="http://schemas.openxmlformats.org/officeDocument/2006/relationships/image" Target="/ppt/media/image.png" Id="R61d60bf175e447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8b513a3bbe48a2" /><Relationship Type="http://schemas.openxmlformats.org/officeDocument/2006/relationships/image" Target="/ppt/media/image.png" Id="Raa74e6a9abbd4b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ab2d82f3a49dd" /><Relationship Type="http://schemas.openxmlformats.org/officeDocument/2006/relationships/image" Target="/ppt/media/image.png" Id="Rd2d9ae5c29d946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c992d407d4eac" /><Relationship Type="http://schemas.openxmlformats.org/officeDocument/2006/relationships/image" Target="/ppt/media/image.png" Id="Rd6f0528d99744c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b92aa3d4094290" /><Relationship Type="http://schemas.openxmlformats.org/officeDocument/2006/relationships/image" Target="/ppt/media/image.png" Id="R24a939f55cb645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a5a85b2b84d07" /><Relationship Type="http://schemas.openxmlformats.org/officeDocument/2006/relationships/image" Target="/ppt/media/image.png" Id="R7e28615456a545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708927d0274ed3" /><Relationship Type="http://schemas.openxmlformats.org/officeDocument/2006/relationships/image" Target="/ppt/media/image.png" Id="Rbbe08f8fec7949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45e71479a84d03" /><Relationship Type="http://schemas.openxmlformats.org/officeDocument/2006/relationships/image" Target="/ppt/media/image.png" Id="R6517758e321e4bc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6632c0c214e37" /><Relationship Type="http://schemas.openxmlformats.org/officeDocument/2006/relationships/image" Target="/ppt/media/image.png" Id="Ra289faf09ac14f1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07dc373a44c6a" /><Relationship Type="http://schemas.openxmlformats.org/officeDocument/2006/relationships/image" Target="/ppt/media/image.png" Id="R01659345d2544ce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c740fdc3e74a25" /><Relationship Type="http://schemas.openxmlformats.org/officeDocument/2006/relationships/image" Target="/ppt/media/image.png" Id="Rc2664afff8c0452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d60bf175e447a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74e6a9abbd4b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d9ae5c29d946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f0528d99744c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a939f55cb6455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28615456a545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e08f8fec79494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17758e321e4b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89faf09ac14f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659345d2544c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664afff8c045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3506c7ba3c466f" /><Relationship Type="http://schemas.openxmlformats.org/officeDocument/2006/relationships/slideLayout" Target="/ppt/slideLayouts/slideLayout1.xml" Id="Ra485dcbc00864643" /><Relationship Type="http://schemas.openxmlformats.org/officeDocument/2006/relationships/slideLayout" Target="/ppt/slideLayouts/slideLayout2.xml" Id="Rf4fd7393a4824f26" /><Relationship Type="http://schemas.openxmlformats.org/officeDocument/2006/relationships/slideLayout" Target="/ppt/slideLayouts/slideLayout3.xml" Id="Re18dc0bd1e424fcd" /><Relationship Type="http://schemas.openxmlformats.org/officeDocument/2006/relationships/slideLayout" Target="/ppt/slideLayouts/slideLayout4.xml" Id="Ra99d4c5a83dc478f" /><Relationship Type="http://schemas.openxmlformats.org/officeDocument/2006/relationships/slideLayout" Target="/ppt/slideLayouts/slideLayout5.xml" Id="R09ad46374e3e43e7" /><Relationship Type="http://schemas.openxmlformats.org/officeDocument/2006/relationships/slideLayout" Target="/ppt/slideLayouts/slideLayout6.xml" Id="R83000ac4f42348eb" /><Relationship Type="http://schemas.openxmlformats.org/officeDocument/2006/relationships/slideLayout" Target="/ppt/slideLayouts/slideLayout7.xml" Id="Rb353325f13b14771" /><Relationship Type="http://schemas.openxmlformats.org/officeDocument/2006/relationships/slideLayout" Target="/ppt/slideLayouts/slideLayout8.xml" Id="R2e4c1bb0723043d4" /><Relationship Type="http://schemas.openxmlformats.org/officeDocument/2006/relationships/slideLayout" Target="/ppt/slideLayouts/slideLayout9.xml" Id="R119f063cb1be4aaa" /><Relationship Type="http://schemas.openxmlformats.org/officeDocument/2006/relationships/slideLayout" Target="/ppt/slideLayouts/slideLayout10.xml" Id="Rbf33e3e15e954bda" /><Relationship Type="http://schemas.openxmlformats.org/officeDocument/2006/relationships/slideLayout" Target="/ppt/slideLayouts/slideLayout11.xml" Id="R73fcfd81ca93476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85dcbc00864643"/>
    <p:sldLayoutId xmlns:r="http://schemas.openxmlformats.org/officeDocument/2006/relationships" id="2147483650" r:id="Rf4fd7393a4824f26"/>
    <p:sldLayoutId xmlns:r="http://schemas.openxmlformats.org/officeDocument/2006/relationships" id="2147483651" r:id="Re18dc0bd1e424fcd"/>
    <p:sldLayoutId xmlns:r="http://schemas.openxmlformats.org/officeDocument/2006/relationships" id="2147483652" r:id="Ra99d4c5a83dc478f"/>
    <p:sldLayoutId xmlns:r="http://schemas.openxmlformats.org/officeDocument/2006/relationships" id="2147483653" r:id="R09ad46374e3e43e7"/>
    <p:sldLayoutId xmlns:r="http://schemas.openxmlformats.org/officeDocument/2006/relationships" id="2147483654" r:id="R83000ac4f42348eb"/>
    <p:sldLayoutId xmlns:r="http://schemas.openxmlformats.org/officeDocument/2006/relationships" id="2147483655" r:id="Rb353325f13b14771"/>
    <p:sldLayoutId xmlns:r="http://schemas.openxmlformats.org/officeDocument/2006/relationships" id="2147483656" r:id="R2e4c1bb0723043d4"/>
    <p:sldLayoutId xmlns:r="http://schemas.openxmlformats.org/officeDocument/2006/relationships" id="2147483657" r:id="R119f063cb1be4aaa"/>
    <p:sldLayoutId xmlns:r="http://schemas.openxmlformats.org/officeDocument/2006/relationships" id="2147483658" r:id="Rbf33e3e15e954bda"/>
    <p:sldLayoutId xmlns:r="http://schemas.openxmlformats.org/officeDocument/2006/relationships" id="2147483659" r:id="R73fcfd81ca93476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a0d0035114941" /><Relationship Type="http://schemas.openxmlformats.org/officeDocument/2006/relationships/notesSlide" Target="/ppt/notesSlides/notesSlide1.xml" Id="R824db81a0e8346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0b670dd19d4df5" /><Relationship Type="http://schemas.openxmlformats.org/officeDocument/2006/relationships/notesSlide" Target="/ppt/notesSlides/notesSlide2.xml" Id="R29825b5ab29545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85073d55b046eb" /><Relationship Type="http://schemas.openxmlformats.org/officeDocument/2006/relationships/notesSlide" Target="/ppt/notesSlides/notesSlide3.xml" Id="R134e8a71117047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423e48533449cb" /><Relationship Type="http://schemas.openxmlformats.org/officeDocument/2006/relationships/notesSlide" Target="/ppt/notesSlides/notesSlide4.xml" Id="Rb51afdb9818745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1becab9a23429c" /><Relationship Type="http://schemas.openxmlformats.org/officeDocument/2006/relationships/notesSlide" Target="/ppt/notesSlides/notesSlide5.xml" Id="R82218bab8dfb44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f921f717904335" /><Relationship Type="http://schemas.openxmlformats.org/officeDocument/2006/relationships/notesSlide" Target="/ppt/notesSlides/notesSlide6.xml" Id="R60333f0432da4d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58533ed98d4ebe" /><Relationship Type="http://schemas.openxmlformats.org/officeDocument/2006/relationships/notesSlide" Target="/ppt/notesSlides/notesSlide7.xml" Id="R244d7c2ed53141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6ecd01cee4a9a" /><Relationship Type="http://schemas.openxmlformats.org/officeDocument/2006/relationships/notesSlide" Target="/ppt/notesSlides/notesSlide8.xml" Id="Rab264078c6a746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221a1a75aa42ba" /><Relationship Type="http://schemas.openxmlformats.org/officeDocument/2006/relationships/notesSlide" Target="/ppt/notesSlides/notesSlide9.xml" Id="Re0e3ad6b61874cc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Prepare the starter for a weekend trip by replacing the initial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three useful items. The user's extra item must still be appended and visible in the final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second item and append it to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all four items.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a movie-night checklist. Start with two items of your choice, ask the user for a third, append it, and display the finished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a clear heading.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2026-08-27T03:52:46.9270000Z</dcterms:created>
  <dcterms:modified xsi:type="dcterms:W3CDTF">2026-08-27T03:52:46.9270000Z</dcterms:modified>
</coreProperties>
</file>