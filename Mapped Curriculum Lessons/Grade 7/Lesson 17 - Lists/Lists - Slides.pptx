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4b60ede966404e" /><Relationship Type="http://schemas.openxmlformats.org/officeDocument/2006/relationships/extended-properties" Target="/docProps/app.xml" Id="Ra9502eed911a47bb" /><Relationship Type="http://schemas.openxmlformats.org/officeDocument/2006/relationships/officeDocument" Target="/ppt/presentation.xml" Id="R77397228c2af415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00d071945e18482f"/>
  </p:sldMasterIdLst>
  <p:notesMasterIdLst>
    <p:notesMasterId xmlns:r="http://schemas.openxmlformats.org/officeDocument/2006/relationships" r:id="Re3baa00468534d70"/>
  </p:notesMasterIdLst>
  <p:sldIdLst>
    <p:sldId xmlns:r="http://schemas.openxmlformats.org/officeDocument/2006/relationships" id="256" r:id="Raeb04c703c2a4c02"/>
    <p:sldId xmlns:r="http://schemas.openxmlformats.org/officeDocument/2006/relationships" id="257" r:id="R649da8a5b29a4ddc"/>
    <p:sldId xmlns:r="http://schemas.openxmlformats.org/officeDocument/2006/relationships" id="258" r:id="Rc899d0e3dfee49d0"/>
    <p:sldId xmlns:r="http://schemas.openxmlformats.org/officeDocument/2006/relationships" id="259" r:id="R881caebf6f9a4230"/>
    <p:sldId xmlns:r="http://schemas.openxmlformats.org/officeDocument/2006/relationships" id="260" r:id="Rd3933a08d1e74799"/>
    <p:sldId xmlns:r="http://schemas.openxmlformats.org/officeDocument/2006/relationships" id="261" r:id="R7a655669c1b54559"/>
    <p:sldId xmlns:r="http://schemas.openxmlformats.org/officeDocument/2006/relationships" id="262" r:id="R896ae9acfa844cf7"/>
    <p:sldId xmlns:r="http://schemas.openxmlformats.org/officeDocument/2006/relationships" id="263" r:id="Rc95f8dcfa9aa42b5"/>
    <p:sldId xmlns:r="http://schemas.openxmlformats.org/officeDocument/2006/relationships" id="264" r:id="R309d67824ad74788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6254dcd394c34be8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ff109b46bf943af" /><Relationship Type="http://schemas.openxmlformats.org/officeDocument/2006/relationships/slideMaster" Target="/ppt/slideMasters/slideMaster1.xml" Id="R00d071945e18482f" /><Relationship Type="http://schemas.openxmlformats.org/officeDocument/2006/relationships/notesMaster" Target="/ppt/notesMasters/notesMaster1.xml" Id="Re3baa00468534d70" /><Relationship Type="http://schemas.openxmlformats.org/officeDocument/2006/relationships/presProps" Target="/ppt/presProps.xml" Id="Ra01176cf41ab406f" /><Relationship Type="http://schemas.openxmlformats.org/officeDocument/2006/relationships/viewProps" Target="/ppt/viewProps.xml" Id="R6722e36620b441d1" /><Relationship Type="http://schemas.openxmlformats.org/officeDocument/2006/relationships/tableStyles" Target="/ppt/tableStyles.xml" Id="R8ed0598e392e4cb1" /><Relationship Type="http://schemas.openxmlformats.org/officeDocument/2006/relationships/font" Target="/ppt/fonts/font.dat" Id="R6254dcd394c34be8" /><Relationship Type="http://schemas.openxmlformats.org/officeDocument/2006/relationships/slide" Target="/ppt/slides/slide1.xml" Id="Raeb04c703c2a4c02" /><Relationship Type="http://schemas.openxmlformats.org/officeDocument/2006/relationships/slide" Target="/ppt/slides/slide2.xml" Id="R649da8a5b29a4ddc" /><Relationship Type="http://schemas.openxmlformats.org/officeDocument/2006/relationships/slide" Target="/ppt/slides/slide3.xml" Id="Rc899d0e3dfee49d0" /><Relationship Type="http://schemas.openxmlformats.org/officeDocument/2006/relationships/slide" Target="/ppt/slides/slide4.xml" Id="R881caebf6f9a4230" /><Relationship Type="http://schemas.openxmlformats.org/officeDocument/2006/relationships/slide" Target="/ppt/slides/slide5.xml" Id="Rd3933a08d1e74799" /><Relationship Type="http://schemas.openxmlformats.org/officeDocument/2006/relationships/slide" Target="/ppt/slides/slide6.xml" Id="R7a655669c1b54559" /><Relationship Type="http://schemas.openxmlformats.org/officeDocument/2006/relationships/slide" Target="/ppt/slides/slide7.xml" Id="R896ae9acfa844cf7" /><Relationship Type="http://schemas.openxmlformats.org/officeDocument/2006/relationships/slide" Target="/ppt/slides/slide8.xml" Id="Rc95f8dcfa9aa42b5" /><Relationship Type="http://schemas.openxmlformats.org/officeDocument/2006/relationships/slide" Target="/ppt/slides/slide9.xml" Id="R309d67824ad7478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a02fb0368245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b06c45c016647ab" /><Relationship Type="http://schemas.openxmlformats.org/officeDocument/2006/relationships/notesMaster" Target="/ppt/notesMasters/notesMaster1.xml" Id="Raefada0d020542b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535268c2ea4845" /><Relationship Type="http://schemas.openxmlformats.org/officeDocument/2006/relationships/notesMaster" Target="/ppt/notesMasters/notesMaster1.xml" Id="R8743643631ee4a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22e911b20574dae" /><Relationship Type="http://schemas.openxmlformats.org/officeDocument/2006/relationships/notesMaster" Target="/ppt/notesMasters/notesMaster1.xml" Id="R79d681e0626042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7787a232552416e" /><Relationship Type="http://schemas.openxmlformats.org/officeDocument/2006/relationships/notesMaster" Target="/ppt/notesMasters/notesMaster1.xml" Id="Raa345aab765a433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d1d12b8b8b4031" /><Relationship Type="http://schemas.openxmlformats.org/officeDocument/2006/relationships/notesMaster" Target="/ppt/notesMasters/notesMaster1.xml" Id="R4a2fc4fa2fdf4fb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8324ddce0d4ca1" /><Relationship Type="http://schemas.openxmlformats.org/officeDocument/2006/relationships/notesMaster" Target="/ppt/notesMasters/notesMaster1.xml" Id="Rc5121d0632d548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9bdab9ede6f4e23" /><Relationship Type="http://schemas.openxmlformats.org/officeDocument/2006/relationships/notesMaster" Target="/ppt/notesMasters/notesMaster1.xml" Id="Ra68501057c90462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099749a5ab548d9" /><Relationship Type="http://schemas.openxmlformats.org/officeDocument/2006/relationships/notesMaster" Target="/ppt/notesMasters/notesMaster1.xml" Id="Rd209db73678748c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e02dbdba5064fc5" /><Relationship Type="http://schemas.openxmlformats.org/officeDocument/2006/relationships/notesMaster" Target="/ppt/notesMasters/notesMaster1.xml" Id="Rd0e7eb980fe940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83f5f454704514" /><Relationship Type="http://schemas.openxmlformats.org/officeDocument/2006/relationships/image" Target="/ppt/media/image.png" Id="Rfeb4da42bfd04e4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d5f9a792b442fb" /><Relationship Type="http://schemas.openxmlformats.org/officeDocument/2006/relationships/image" Target="/ppt/media/image.png" Id="Rc4a6a046ffad407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a08e774b7e4229" /><Relationship Type="http://schemas.openxmlformats.org/officeDocument/2006/relationships/image" Target="/ppt/media/image.png" Id="R36627256d3c1437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1a8c3cf8e84263" /><Relationship Type="http://schemas.openxmlformats.org/officeDocument/2006/relationships/image" Target="/ppt/media/image.png" Id="R1870214874f1436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6082a83193490d" /><Relationship Type="http://schemas.openxmlformats.org/officeDocument/2006/relationships/image" Target="/ppt/media/image.png" Id="R457df720b9b84e6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b76c7e78a449ea" /><Relationship Type="http://schemas.openxmlformats.org/officeDocument/2006/relationships/image" Target="/ppt/media/image.png" Id="R6afdbe74995d455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7cc4cae0f4455b" /><Relationship Type="http://schemas.openxmlformats.org/officeDocument/2006/relationships/image" Target="/ppt/media/image.png" Id="Rf01b50f4834d4be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086b9444fb438f" /><Relationship Type="http://schemas.openxmlformats.org/officeDocument/2006/relationships/image" Target="/ppt/media/image.png" Id="Rbe15f7ff29c04df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336a78e82341fd" /><Relationship Type="http://schemas.openxmlformats.org/officeDocument/2006/relationships/image" Target="/ppt/media/image.png" Id="R1fa94b2ba6f44fa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9b9d42c6694299" /><Relationship Type="http://schemas.openxmlformats.org/officeDocument/2006/relationships/image" Target="/ppt/media/image.png" Id="Ra3ab67f447b8488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74bb7608cb4f6f" /><Relationship Type="http://schemas.openxmlformats.org/officeDocument/2006/relationships/image" Target="/ppt/media/image.png" Id="R785e50686d5c426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eb4da42bfd04e43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4a6a046ffad407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6627256d3c1437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870214874f1436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57df720b9b84e6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fdbe74995d455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01b50f4834d4be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e15f7ff29c04df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fa94b2ba6f44fa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3ab67f447b8488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85e50686d5c426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a8c1c1d3fb4a45" /><Relationship Type="http://schemas.openxmlformats.org/officeDocument/2006/relationships/slideLayout" Target="/ppt/slideLayouts/slideLayout1.xml" Id="R1cf8f393bd404264" /><Relationship Type="http://schemas.openxmlformats.org/officeDocument/2006/relationships/slideLayout" Target="/ppt/slideLayouts/slideLayout2.xml" Id="R7e3030098ed84b7f" /><Relationship Type="http://schemas.openxmlformats.org/officeDocument/2006/relationships/slideLayout" Target="/ppt/slideLayouts/slideLayout3.xml" Id="R2ed905650d9e490a" /><Relationship Type="http://schemas.openxmlformats.org/officeDocument/2006/relationships/slideLayout" Target="/ppt/slideLayouts/slideLayout4.xml" Id="R57b6576bec6b418f" /><Relationship Type="http://schemas.openxmlformats.org/officeDocument/2006/relationships/slideLayout" Target="/ppt/slideLayouts/slideLayout5.xml" Id="Rb5a02be6d61b4529" /><Relationship Type="http://schemas.openxmlformats.org/officeDocument/2006/relationships/slideLayout" Target="/ppt/slideLayouts/slideLayout6.xml" Id="R7386168c41374e8b" /><Relationship Type="http://schemas.openxmlformats.org/officeDocument/2006/relationships/slideLayout" Target="/ppt/slideLayouts/slideLayout7.xml" Id="Ra184f236456648a7" /><Relationship Type="http://schemas.openxmlformats.org/officeDocument/2006/relationships/slideLayout" Target="/ppt/slideLayouts/slideLayout8.xml" Id="R0ca072a8b3a34526" /><Relationship Type="http://schemas.openxmlformats.org/officeDocument/2006/relationships/slideLayout" Target="/ppt/slideLayouts/slideLayout9.xml" Id="Re699c1c71d7b43eb" /><Relationship Type="http://schemas.openxmlformats.org/officeDocument/2006/relationships/slideLayout" Target="/ppt/slideLayouts/slideLayout10.xml" Id="R472df6f67b454c44" /><Relationship Type="http://schemas.openxmlformats.org/officeDocument/2006/relationships/slideLayout" Target="/ppt/slideLayouts/slideLayout11.xml" Id="R4710568208ec4e7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f8f393bd404264"/>
    <p:sldLayoutId xmlns:r="http://schemas.openxmlformats.org/officeDocument/2006/relationships" id="2147483650" r:id="R7e3030098ed84b7f"/>
    <p:sldLayoutId xmlns:r="http://schemas.openxmlformats.org/officeDocument/2006/relationships" id="2147483651" r:id="R2ed905650d9e490a"/>
    <p:sldLayoutId xmlns:r="http://schemas.openxmlformats.org/officeDocument/2006/relationships" id="2147483652" r:id="R57b6576bec6b418f"/>
    <p:sldLayoutId xmlns:r="http://schemas.openxmlformats.org/officeDocument/2006/relationships" id="2147483653" r:id="Rb5a02be6d61b4529"/>
    <p:sldLayoutId xmlns:r="http://schemas.openxmlformats.org/officeDocument/2006/relationships" id="2147483654" r:id="R7386168c41374e8b"/>
    <p:sldLayoutId xmlns:r="http://schemas.openxmlformats.org/officeDocument/2006/relationships" id="2147483655" r:id="Ra184f236456648a7"/>
    <p:sldLayoutId xmlns:r="http://schemas.openxmlformats.org/officeDocument/2006/relationships" id="2147483656" r:id="R0ca072a8b3a34526"/>
    <p:sldLayoutId xmlns:r="http://schemas.openxmlformats.org/officeDocument/2006/relationships" id="2147483657" r:id="Re699c1c71d7b43eb"/>
    <p:sldLayoutId xmlns:r="http://schemas.openxmlformats.org/officeDocument/2006/relationships" id="2147483658" r:id="R472df6f67b454c44"/>
    <p:sldLayoutId xmlns:r="http://schemas.openxmlformats.org/officeDocument/2006/relationships" id="2147483659" r:id="R4710568208ec4e7e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955bd58ba34d4e" /><Relationship Type="http://schemas.openxmlformats.org/officeDocument/2006/relationships/notesSlide" Target="/ppt/notesSlides/notesSlide1.xml" Id="R4b48e41e4b6746f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d95c397ee844fe" /><Relationship Type="http://schemas.openxmlformats.org/officeDocument/2006/relationships/notesSlide" Target="/ppt/notesSlides/notesSlide2.xml" Id="R2def1c74dada4be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8fcd092f5144cd" /><Relationship Type="http://schemas.openxmlformats.org/officeDocument/2006/relationships/notesSlide" Target="/ppt/notesSlides/notesSlide3.xml" Id="R0fdda800e0cd49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3c033e3a854d15" /><Relationship Type="http://schemas.openxmlformats.org/officeDocument/2006/relationships/notesSlide" Target="/ppt/notesSlides/notesSlide4.xml" Id="R9a12ca65078545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07c7d287eb4ba6" /><Relationship Type="http://schemas.openxmlformats.org/officeDocument/2006/relationships/notesSlide" Target="/ppt/notesSlides/notesSlide5.xml" Id="Re1bd7e5ebd5949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e11d53eafc45cf" /><Relationship Type="http://schemas.openxmlformats.org/officeDocument/2006/relationships/notesSlide" Target="/ppt/notesSlides/notesSlide6.xml" Id="R13e30abff76e4f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821f4645fd40f0" /><Relationship Type="http://schemas.openxmlformats.org/officeDocument/2006/relationships/notesSlide" Target="/ppt/notesSlides/notesSlide7.xml" Id="Rd56c19aafab74aa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bc5ab13ac946b0" /><Relationship Type="http://schemas.openxmlformats.org/officeDocument/2006/relationships/notesSlide" Target="/ppt/notesSlides/notesSlide8.xml" Id="R09fb8b274e2842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7eb640c4d1411b" /><Relationship Type="http://schemas.openxmlformats.org/officeDocument/2006/relationships/notesSlide" Target="/ppt/notesSlides/notesSlide9.xml" Id="R21dae1903e7d4c8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17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compass, what exact list is printed?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append(item) add one item instead of joining the characters of item separately?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Which line adds the new item to packing_list?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is the new item placed at the end rather than at position 0?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also asks whether the trip is overnight. If the answer is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append()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add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"sleeping bag"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packing_list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it is displayed.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 ['water', 'map', 'coat', 'sleeping bag']"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asks for a second item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another_item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uses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append()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add it too.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 ['water', 'map', 'coat', 'torch']"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guest-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program. Start with an empty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guests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Ask for three names and append each one. Then ask whether a plus-one is coming; if the answer is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append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"Plus 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"Guests:"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(missing_item)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2026-09-28T09:08:12.0220000Z</dcterms:created>
  <dcterms:modified xsi:type="dcterms:W3CDTF">2026-09-28T09:08:12.0220000Z</dcterms:modified>
</coreProperties>
</file>