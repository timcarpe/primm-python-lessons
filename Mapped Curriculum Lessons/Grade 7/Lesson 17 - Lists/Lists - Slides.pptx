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22a31e1f5084efe" /><Relationship Type="http://schemas.openxmlformats.org/officeDocument/2006/relationships/extended-properties" Target="/docProps/app.xml" Id="Re2d0f686edc44677" /><Relationship Type="http://schemas.openxmlformats.org/officeDocument/2006/relationships/officeDocument" Target="/ppt/presentation.xml" Id="R29dbfc5a41e64049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38c0a54289a84387"/>
  </p:sldMasterIdLst>
  <p:notesMasterIdLst>
    <p:notesMasterId xmlns:r="http://schemas.openxmlformats.org/officeDocument/2006/relationships" r:id="R8c4c7edd07bd43af"/>
  </p:notesMasterIdLst>
  <p:sldIdLst>
    <p:sldId xmlns:r="http://schemas.openxmlformats.org/officeDocument/2006/relationships" id="256" r:id="R8bab4309d06646f0"/>
    <p:sldId xmlns:r="http://schemas.openxmlformats.org/officeDocument/2006/relationships" id="257" r:id="R4db78d544a554b28"/>
    <p:sldId xmlns:r="http://schemas.openxmlformats.org/officeDocument/2006/relationships" id="258" r:id="Re406866faf5449b1"/>
    <p:sldId xmlns:r="http://schemas.openxmlformats.org/officeDocument/2006/relationships" id="259" r:id="Rf2708ccbe4f44cdb"/>
    <p:sldId xmlns:r="http://schemas.openxmlformats.org/officeDocument/2006/relationships" id="260" r:id="R2c8b502cccd54d30"/>
    <p:sldId xmlns:r="http://schemas.openxmlformats.org/officeDocument/2006/relationships" id="261" r:id="Re251320cd99b4728"/>
    <p:sldId xmlns:r="http://schemas.openxmlformats.org/officeDocument/2006/relationships" id="262" r:id="Rfff0cbdd16d4482e"/>
    <p:sldId xmlns:r="http://schemas.openxmlformats.org/officeDocument/2006/relationships" id="263" r:id="R2c2bff0897a9480a"/>
    <p:sldId xmlns:r="http://schemas.openxmlformats.org/officeDocument/2006/relationships" id="264" r:id="Rc27c0592602349b4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7cfc2b56623742fd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958137a7e284da3" /><Relationship Type="http://schemas.openxmlformats.org/officeDocument/2006/relationships/slideMaster" Target="/ppt/slideMasters/slideMaster1.xml" Id="R38c0a54289a84387" /><Relationship Type="http://schemas.openxmlformats.org/officeDocument/2006/relationships/notesMaster" Target="/ppt/notesMasters/notesMaster1.xml" Id="R8c4c7edd07bd43af" /><Relationship Type="http://schemas.openxmlformats.org/officeDocument/2006/relationships/presProps" Target="/ppt/presProps.xml" Id="R84cccdbe9a1a427a" /><Relationship Type="http://schemas.openxmlformats.org/officeDocument/2006/relationships/viewProps" Target="/ppt/viewProps.xml" Id="Ree08848d0f9d46c3" /><Relationship Type="http://schemas.openxmlformats.org/officeDocument/2006/relationships/tableStyles" Target="/ppt/tableStyles.xml" Id="R4c7f00dca65b41df" /><Relationship Type="http://schemas.openxmlformats.org/officeDocument/2006/relationships/font" Target="/ppt/fonts/font.dat" Id="R7cfc2b56623742fd" /><Relationship Type="http://schemas.openxmlformats.org/officeDocument/2006/relationships/slide" Target="/ppt/slides/slide1.xml" Id="R8bab4309d06646f0" /><Relationship Type="http://schemas.openxmlformats.org/officeDocument/2006/relationships/slide" Target="/ppt/slides/slide2.xml" Id="R4db78d544a554b28" /><Relationship Type="http://schemas.openxmlformats.org/officeDocument/2006/relationships/slide" Target="/ppt/slides/slide3.xml" Id="Re406866faf5449b1" /><Relationship Type="http://schemas.openxmlformats.org/officeDocument/2006/relationships/slide" Target="/ppt/slides/slide4.xml" Id="Rf2708ccbe4f44cdb" /><Relationship Type="http://schemas.openxmlformats.org/officeDocument/2006/relationships/slide" Target="/ppt/slides/slide5.xml" Id="R2c8b502cccd54d30" /><Relationship Type="http://schemas.openxmlformats.org/officeDocument/2006/relationships/slide" Target="/ppt/slides/slide6.xml" Id="Re251320cd99b4728" /><Relationship Type="http://schemas.openxmlformats.org/officeDocument/2006/relationships/slide" Target="/ppt/slides/slide7.xml" Id="Rfff0cbdd16d4482e" /><Relationship Type="http://schemas.openxmlformats.org/officeDocument/2006/relationships/slide" Target="/ppt/slides/slide8.xml" Id="R2c2bff0897a9480a" /><Relationship Type="http://schemas.openxmlformats.org/officeDocument/2006/relationships/slide" Target="/ppt/slides/slide9.xml" Id="Rc27c0592602349b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cccd9861250433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fa37b9b2aed4956" /><Relationship Type="http://schemas.openxmlformats.org/officeDocument/2006/relationships/notesMaster" Target="/ppt/notesMasters/notesMaster1.xml" Id="Rbea38a0e5be944c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666d79edc5e46c4" /><Relationship Type="http://schemas.openxmlformats.org/officeDocument/2006/relationships/notesMaster" Target="/ppt/notesMasters/notesMaster1.xml" Id="Rdc1c7f91ed0a4e3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d4b0eef6334078" /><Relationship Type="http://schemas.openxmlformats.org/officeDocument/2006/relationships/notesMaster" Target="/ppt/notesMasters/notesMaster1.xml" Id="Re5bccf46768a470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7c6203eb8554b4a" /><Relationship Type="http://schemas.openxmlformats.org/officeDocument/2006/relationships/notesMaster" Target="/ppt/notesMasters/notesMaster1.xml" Id="Rbee4bf509f3f48a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86b705ebadc4667" /><Relationship Type="http://schemas.openxmlformats.org/officeDocument/2006/relationships/notesMaster" Target="/ppt/notesMasters/notesMaster1.xml" Id="R9ca4c61c582543e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c6f00712b35455a" /><Relationship Type="http://schemas.openxmlformats.org/officeDocument/2006/relationships/notesMaster" Target="/ppt/notesMasters/notesMaster1.xml" Id="R7391025fb47e47b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a3392987400407a" /><Relationship Type="http://schemas.openxmlformats.org/officeDocument/2006/relationships/notesMaster" Target="/ppt/notesMasters/notesMaster1.xml" Id="Re0546d14ae24496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259497682414f1b" /><Relationship Type="http://schemas.openxmlformats.org/officeDocument/2006/relationships/notesMaster" Target="/ppt/notesMasters/notesMaster1.xml" Id="R5a69ef896f814f7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63cea6aea2b4067" /><Relationship Type="http://schemas.openxmlformats.org/officeDocument/2006/relationships/notesMaster" Target="/ppt/notesMasters/notesMaster1.xml" Id="R39353e86ff074c9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392fad8c224eae" /><Relationship Type="http://schemas.openxmlformats.org/officeDocument/2006/relationships/image" Target="/ppt/media/image.png" Id="R6a3f0a191aa744a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0984fed3854edc" /><Relationship Type="http://schemas.openxmlformats.org/officeDocument/2006/relationships/image" Target="/ppt/media/image.png" Id="R61594c6732ce40c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3c218ef7134533" /><Relationship Type="http://schemas.openxmlformats.org/officeDocument/2006/relationships/image" Target="/ppt/media/image.png" Id="Rc2af33b7f1404df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a7573215844d6b" /><Relationship Type="http://schemas.openxmlformats.org/officeDocument/2006/relationships/image" Target="/ppt/media/image.png" Id="R46afecf597a6450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77b731904048fc" /><Relationship Type="http://schemas.openxmlformats.org/officeDocument/2006/relationships/image" Target="/ppt/media/image.png" Id="Rd4ccc9e5f82f442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63969ef61d42b5" /><Relationship Type="http://schemas.openxmlformats.org/officeDocument/2006/relationships/image" Target="/ppt/media/image.png" Id="R87adcb345af542d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6a01de26f94156" /><Relationship Type="http://schemas.openxmlformats.org/officeDocument/2006/relationships/image" Target="/ppt/media/image.png" Id="Rdd7a42488e6541e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71a0f1242540dd" /><Relationship Type="http://schemas.openxmlformats.org/officeDocument/2006/relationships/image" Target="/ppt/media/image.png" Id="Rd3c48c512d1644d0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343094eb9d47e6" /><Relationship Type="http://schemas.openxmlformats.org/officeDocument/2006/relationships/image" Target="/ppt/media/image.png" Id="R87f7bb59ee4147a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b3e7f75e954ef9" /><Relationship Type="http://schemas.openxmlformats.org/officeDocument/2006/relationships/image" Target="/ppt/media/image.png" Id="R32536a3fa3c7468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32b612d2e14aa9" /><Relationship Type="http://schemas.openxmlformats.org/officeDocument/2006/relationships/image" Target="/ppt/media/image.png" Id="R00a6e2e081df4b86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a3f0a191aa744af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1594c6732ce40c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2af33b7f1404df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6afecf597a6450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4ccc9e5f82f442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7adcb345af542d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d7a42488e6541e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3c48c512d1644d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7f7bb59ee4147a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2536a3fa3c7468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0a6e2e081df4b8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f44df7458fd421e" /><Relationship Type="http://schemas.openxmlformats.org/officeDocument/2006/relationships/slideLayout" Target="/ppt/slideLayouts/slideLayout1.xml" Id="Rd38dc9c8777a4b3c" /><Relationship Type="http://schemas.openxmlformats.org/officeDocument/2006/relationships/slideLayout" Target="/ppt/slideLayouts/slideLayout2.xml" Id="Raeae5a8acfae4a7a" /><Relationship Type="http://schemas.openxmlformats.org/officeDocument/2006/relationships/slideLayout" Target="/ppt/slideLayouts/slideLayout3.xml" Id="R821ed749a560404e" /><Relationship Type="http://schemas.openxmlformats.org/officeDocument/2006/relationships/slideLayout" Target="/ppt/slideLayouts/slideLayout4.xml" Id="Ra207b62ac0a74f07" /><Relationship Type="http://schemas.openxmlformats.org/officeDocument/2006/relationships/slideLayout" Target="/ppt/slideLayouts/slideLayout5.xml" Id="R4c81c6fc58a044a5" /><Relationship Type="http://schemas.openxmlformats.org/officeDocument/2006/relationships/slideLayout" Target="/ppt/slideLayouts/slideLayout6.xml" Id="Rd73b76a10f7b4afb" /><Relationship Type="http://schemas.openxmlformats.org/officeDocument/2006/relationships/slideLayout" Target="/ppt/slideLayouts/slideLayout7.xml" Id="R8b63ca220d2c4f71" /><Relationship Type="http://schemas.openxmlformats.org/officeDocument/2006/relationships/slideLayout" Target="/ppt/slideLayouts/slideLayout8.xml" Id="Re18076cc2a5c4241" /><Relationship Type="http://schemas.openxmlformats.org/officeDocument/2006/relationships/slideLayout" Target="/ppt/slideLayouts/slideLayout9.xml" Id="R2a6b46f1406d41b9" /><Relationship Type="http://schemas.openxmlformats.org/officeDocument/2006/relationships/slideLayout" Target="/ppt/slideLayouts/slideLayout10.xml" Id="R495fe2b90b4745e8" /><Relationship Type="http://schemas.openxmlformats.org/officeDocument/2006/relationships/slideLayout" Target="/ppt/slideLayouts/slideLayout11.xml" Id="R695d6a304d9746c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38dc9c8777a4b3c"/>
    <p:sldLayoutId xmlns:r="http://schemas.openxmlformats.org/officeDocument/2006/relationships" id="2147483650" r:id="Raeae5a8acfae4a7a"/>
    <p:sldLayoutId xmlns:r="http://schemas.openxmlformats.org/officeDocument/2006/relationships" id="2147483651" r:id="R821ed749a560404e"/>
    <p:sldLayoutId xmlns:r="http://schemas.openxmlformats.org/officeDocument/2006/relationships" id="2147483652" r:id="Ra207b62ac0a74f07"/>
    <p:sldLayoutId xmlns:r="http://schemas.openxmlformats.org/officeDocument/2006/relationships" id="2147483653" r:id="R4c81c6fc58a044a5"/>
    <p:sldLayoutId xmlns:r="http://schemas.openxmlformats.org/officeDocument/2006/relationships" id="2147483654" r:id="Rd73b76a10f7b4afb"/>
    <p:sldLayoutId xmlns:r="http://schemas.openxmlformats.org/officeDocument/2006/relationships" id="2147483655" r:id="R8b63ca220d2c4f71"/>
    <p:sldLayoutId xmlns:r="http://schemas.openxmlformats.org/officeDocument/2006/relationships" id="2147483656" r:id="Re18076cc2a5c4241"/>
    <p:sldLayoutId xmlns:r="http://schemas.openxmlformats.org/officeDocument/2006/relationships" id="2147483657" r:id="R2a6b46f1406d41b9"/>
    <p:sldLayoutId xmlns:r="http://schemas.openxmlformats.org/officeDocument/2006/relationships" id="2147483658" r:id="R495fe2b90b4745e8"/>
    <p:sldLayoutId xmlns:r="http://schemas.openxmlformats.org/officeDocument/2006/relationships" id="2147483659" r:id="R695d6a304d9746c0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852d2140a9498c" /><Relationship Type="http://schemas.openxmlformats.org/officeDocument/2006/relationships/notesSlide" Target="/ppt/notesSlides/notesSlide1.xml" Id="R5a725c9557544e1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15656e926fc421f" /><Relationship Type="http://schemas.openxmlformats.org/officeDocument/2006/relationships/notesSlide" Target="/ppt/notesSlides/notesSlide2.xml" Id="Rc82a500b12eb418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7e8a898c2c4586" /><Relationship Type="http://schemas.openxmlformats.org/officeDocument/2006/relationships/notesSlide" Target="/ppt/notesSlides/notesSlide3.xml" Id="Rbc1a3bbee060453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a1295de4d2b43f5" /><Relationship Type="http://schemas.openxmlformats.org/officeDocument/2006/relationships/notesSlide" Target="/ppt/notesSlides/notesSlide4.xml" Id="R78b581d1c38b469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d6e812476d24fe5" /><Relationship Type="http://schemas.openxmlformats.org/officeDocument/2006/relationships/notesSlide" Target="/ppt/notesSlides/notesSlide5.xml" Id="Rdffbeed3ef1f463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179489d436145b2" /><Relationship Type="http://schemas.openxmlformats.org/officeDocument/2006/relationships/notesSlide" Target="/ppt/notesSlides/notesSlide6.xml" Id="Rcc902018b19b407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f87e8af0d94947" /><Relationship Type="http://schemas.openxmlformats.org/officeDocument/2006/relationships/notesSlide" Target="/ppt/notesSlides/notesSlide7.xml" Id="Re1eded601b5c4bb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101129b99bb4187" /><Relationship Type="http://schemas.openxmlformats.org/officeDocument/2006/relationships/notesSlide" Target="/ppt/notesSlides/notesSlide8.xml" Id="Rc1e4b71504cb481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7d3b9b435eb4ae9" /><Relationship Type="http://schemas.openxmlformats.org/officeDocument/2006/relationships/notesSlide" Target="/ppt/notesSlides/notesSlide9.xml" Id="R634fcede9751409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Lists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17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you enter compass, what exact list is printed?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append(item) add one item instead of joining the characters of item separately?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Which line adds the new item to packing_list?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Why is the new item placed at the end rather than at position 0?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also asks whether the trip is overnight. If the answer is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append()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add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"sleeping bag"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packing_list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before it is displayed.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 ['water', 'map', 'coat', 'sleeping bag']"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it asks for a second item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another_item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uses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append()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add it too.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 ['water', 'map', 'coat', 'torch']"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guest-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program. Start with an empty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guests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Ask for three names and append each one. Then ask whether a plus-one is coming; if the answer is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append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"Plus one"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"Guests:"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(item)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item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 one item: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packing_list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(missing_item)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"Packing list:"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packing_list)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2026-09-28T06:18:37.6850000Z</dcterms:created>
  <dcterms:modified xsi:type="dcterms:W3CDTF">2026-09-28T06:18:37.6850000Z</dcterms:modified>
</coreProperties>
</file>