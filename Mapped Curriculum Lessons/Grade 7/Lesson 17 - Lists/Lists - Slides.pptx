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25199233df4718" /><Relationship Type="http://schemas.openxmlformats.org/officeDocument/2006/relationships/extended-properties" Target="/docProps/app.xml" Id="Rbde07ba934ff4810" /><Relationship Type="http://schemas.openxmlformats.org/officeDocument/2006/relationships/officeDocument" Target="/ppt/presentation.xml" Id="R4a4322986e6546d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c352aff60cb4017"/>
  </p:sldMasterIdLst>
  <p:notesMasterIdLst>
    <p:notesMasterId xmlns:r="http://schemas.openxmlformats.org/officeDocument/2006/relationships" r:id="Rd0383674cbc44517"/>
  </p:notesMasterIdLst>
  <p:sldIdLst>
    <p:sldId xmlns:r="http://schemas.openxmlformats.org/officeDocument/2006/relationships" id="256" r:id="R5ec38bf4659a431b"/>
    <p:sldId xmlns:r="http://schemas.openxmlformats.org/officeDocument/2006/relationships" id="257" r:id="R20e29e47def641cf"/>
    <p:sldId xmlns:r="http://schemas.openxmlformats.org/officeDocument/2006/relationships" id="258" r:id="R6ffccd46eb534f63"/>
    <p:sldId xmlns:r="http://schemas.openxmlformats.org/officeDocument/2006/relationships" id="259" r:id="Rde13bd83de564c08"/>
    <p:sldId xmlns:r="http://schemas.openxmlformats.org/officeDocument/2006/relationships" id="260" r:id="Rebee14f4534d49d5"/>
    <p:sldId xmlns:r="http://schemas.openxmlformats.org/officeDocument/2006/relationships" id="261" r:id="R9c37b34092fc463f"/>
    <p:sldId xmlns:r="http://schemas.openxmlformats.org/officeDocument/2006/relationships" id="262" r:id="R803e3d29545e4edf"/>
    <p:sldId xmlns:r="http://schemas.openxmlformats.org/officeDocument/2006/relationships" id="263" r:id="Rf3e6c4b883eb433a"/>
    <p:sldId xmlns:r="http://schemas.openxmlformats.org/officeDocument/2006/relationships" id="264" r:id="R06b327d42b184a5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ab65141ea22455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6dbd19f6034ade" /><Relationship Type="http://schemas.openxmlformats.org/officeDocument/2006/relationships/slideMaster" Target="/ppt/slideMasters/slideMaster1.xml" Id="R5c352aff60cb4017" /><Relationship Type="http://schemas.openxmlformats.org/officeDocument/2006/relationships/notesMaster" Target="/ppt/notesMasters/notesMaster1.xml" Id="Rd0383674cbc44517" /><Relationship Type="http://schemas.openxmlformats.org/officeDocument/2006/relationships/presProps" Target="/ppt/presProps.xml" Id="R22a5a6d9914746dc" /><Relationship Type="http://schemas.openxmlformats.org/officeDocument/2006/relationships/viewProps" Target="/ppt/viewProps.xml" Id="R33f63aceb90d4263" /><Relationship Type="http://schemas.openxmlformats.org/officeDocument/2006/relationships/tableStyles" Target="/ppt/tableStyles.xml" Id="R8e358573d8364764" /><Relationship Type="http://schemas.openxmlformats.org/officeDocument/2006/relationships/font" Target="/ppt/fonts/font.dat" Id="R6ab65141ea22455e" /><Relationship Type="http://schemas.openxmlformats.org/officeDocument/2006/relationships/slide" Target="/ppt/slides/slide1.xml" Id="R5ec38bf4659a431b" /><Relationship Type="http://schemas.openxmlformats.org/officeDocument/2006/relationships/slide" Target="/ppt/slides/slide2.xml" Id="R20e29e47def641cf" /><Relationship Type="http://schemas.openxmlformats.org/officeDocument/2006/relationships/slide" Target="/ppt/slides/slide3.xml" Id="R6ffccd46eb534f63" /><Relationship Type="http://schemas.openxmlformats.org/officeDocument/2006/relationships/slide" Target="/ppt/slides/slide4.xml" Id="Rde13bd83de564c08" /><Relationship Type="http://schemas.openxmlformats.org/officeDocument/2006/relationships/slide" Target="/ppt/slides/slide5.xml" Id="Rebee14f4534d49d5" /><Relationship Type="http://schemas.openxmlformats.org/officeDocument/2006/relationships/slide" Target="/ppt/slides/slide6.xml" Id="R9c37b34092fc463f" /><Relationship Type="http://schemas.openxmlformats.org/officeDocument/2006/relationships/slide" Target="/ppt/slides/slide7.xml" Id="R803e3d29545e4edf" /><Relationship Type="http://schemas.openxmlformats.org/officeDocument/2006/relationships/slide" Target="/ppt/slides/slide8.xml" Id="Rf3e6c4b883eb433a" /><Relationship Type="http://schemas.openxmlformats.org/officeDocument/2006/relationships/slide" Target="/ppt/slides/slide9.xml" Id="R06b327d42b184a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5548c49a984e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5f82fef5d4445e" /><Relationship Type="http://schemas.openxmlformats.org/officeDocument/2006/relationships/notesMaster" Target="/ppt/notesMasters/notesMaster1.xml" Id="R64c1359a61894e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a201b5d34a4312" /><Relationship Type="http://schemas.openxmlformats.org/officeDocument/2006/relationships/notesMaster" Target="/ppt/notesMasters/notesMaster1.xml" Id="R95675fa70b8f4c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1bac472f3748a3" /><Relationship Type="http://schemas.openxmlformats.org/officeDocument/2006/relationships/notesMaster" Target="/ppt/notesMasters/notesMaster1.xml" Id="R948341ef20204c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4b438e35ba45d4" /><Relationship Type="http://schemas.openxmlformats.org/officeDocument/2006/relationships/notesMaster" Target="/ppt/notesMasters/notesMaster1.xml" Id="R2eeb2839e53a43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aeab5058334a71" /><Relationship Type="http://schemas.openxmlformats.org/officeDocument/2006/relationships/notesMaster" Target="/ppt/notesMasters/notesMaster1.xml" Id="Re4f77628e5be4f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442418cab34273" /><Relationship Type="http://schemas.openxmlformats.org/officeDocument/2006/relationships/notesMaster" Target="/ppt/notesMasters/notesMaster1.xml" Id="Rcbd0f1daba2b4b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5245a3beb4c89" /><Relationship Type="http://schemas.openxmlformats.org/officeDocument/2006/relationships/notesMaster" Target="/ppt/notesMasters/notesMaster1.xml" Id="R24dc30f9669d4c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459600f8464452" /><Relationship Type="http://schemas.openxmlformats.org/officeDocument/2006/relationships/notesMaster" Target="/ppt/notesMasters/notesMaster1.xml" Id="R1164cd5767c248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4929a63bb5467c" /><Relationship Type="http://schemas.openxmlformats.org/officeDocument/2006/relationships/notesMaster" Target="/ppt/notesMasters/notesMaster1.xml" Id="R59a3c3bda4464b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a069b095174144" /><Relationship Type="http://schemas.openxmlformats.org/officeDocument/2006/relationships/image" Target="/ppt/media/image.png" Id="R53d71171e1394c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563810947e44de" /><Relationship Type="http://schemas.openxmlformats.org/officeDocument/2006/relationships/image" Target="/ppt/media/image.png" Id="Rfb692cf33ea444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d843954aba4e4d" /><Relationship Type="http://schemas.openxmlformats.org/officeDocument/2006/relationships/image" Target="/ppt/media/image.png" Id="R92f7068d3e3c4a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22201edba848b7" /><Relationship Type="http://schemas.openxmlformats.org/officeDocument/2006/relationships/image" Target="/ppt/media/image.png" Id="R22053bccd98347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c732ee2444a2b" /><Relationship Type="http://schemas.openxmlformats.org/officeDocument/2006/relationships/image" Target="/ppt/media/image.png" Id="Raa28ea91149841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4057f50ea4c80" /><Relationship Type="http://schemas.openxmlformats.org/officeDocument/2006/relationships/image" Target="/ppt/media/image.png" Id="R666bfb8a1074412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a28fdf28449fa" /><Relationship Type="http://schemas.openxmlformats.org/officeDocument/2006/relationships/image" Target="/ppt/media/image.png" Id="R3cf41fcea6bd42e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9d7989fc144e2" /><Relationship Type="http://schemas.openxmlformats.org/officeDocument/2006/relationships/image" Target="/ppt/media/image.png" Id="R668b11f7c769438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f55c9471e46dd" /><Relationship Type="http://schemas.openxmlformats.org/officeDocument/2006/relationships/image" Target="/ppt/media/image.png" Id="R4ae91dfe56e0467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60a7c9133145c5" /><Relationship Type="http://schemas.openxmlformats.org/officeDocument/2006/relationships/image" Target="/ppt/media/image.png" Id="Rf9552e4a430c4e3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1995ab947846a8" /><Relationship Type="http://schemas.openxmlformats.org/officeDocument/2006/relationships/image" Target="/ppt/media/image.png" Id="Re5b379287ba54e6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d71171e1394c2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692cf33ea444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f7068d3e3c4a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053bccd98347a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28ea91149841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6bfb8a107441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f41fcea6bd42e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8b11f7c76943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e91dfe56e046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552e4a430c4e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b379287ba54e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d05b5ab2a04564" /><Relationship Type="http://schemas.openxmlformats.org/officeDocument/2006/relationships/slideLayout" Target="/ppt/slideLayouts/slideLayout1.xml" Id="Rbf9a295c67de44b8" /><Relationship Type="http://schemas.openxmlformats.org/officeDocument/2006/relationships/slideLayout" Target="/ppt/slideLayouts/slideLayout2.xml" Id="R9b0f8dd7ca8c4f53" /><Relationship Type="http://schemas.openxmlformats.org/officeDocument/2006/relationships/slideLayout" Target="/ppt/slideLayouts/slideLayout3.xml" Id="R37c4e0eee4234920" /><Relationship Type="http://schemas.openxmlformats.org/officeDocument/2006/relationships/slideLayout" Target="/ppt/slideLayouts/slideLayout4.xml" Id="Rf39484236ffa476f" /><Relationship Type="http://schemas.openxmlformats.org/officeDocument/2006/relationships/slideLayout" Target="/ppt/slideLayouts/slideLayout5.xml" Id="R48e9f649cb9e481c" /><Relationship Type="http://schemas.openxmlformats.org/officeDocument/2006/relationships/slideLayout" Target="/ppt/slideLayouts/slideLayout6.xml" Id="R93c829a684af48c1" /><Relationship Type="http://schemas.openxmlformats.org/officeDocument/2006/relationships/slideLayout" Target="/ppt/slideLayouts/slideLayout7.xml" Id="Raec3b8eb47ed4d8e" /><Relationship Type="http://schemas.openxmlformats.org/officeDocument/2006/relationships/slideLayout" Target="/ppt/slideLayouts/slideLayout8.xml" Id="Rf7d8fd83638449d5" /><Relationship Type="http://schemas.openxmlformats.org/officeDocument/2006/relationships/slideLayout" Target="/ppt/slideLayouts/slideLayout9.xml" Id="R47e82dce9a2b43f2" /><Relationship Type="http://schemas.openxmlformats.org/officeDocument/2006/relationships/slideLayout" Target="/ppt/slideLayouts/slideLayout10.xml" Id="Rbee588b71db94eb5" /><Relationship Type="http://schemas.openxmlformats.org/officeDocument/2006/relationships/slideLayout" Target="/ppt/slideLayouts/slideLayout11.xml" Id="R8f13702886bd4f4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9a295c67de44b8"/>
    <p:sldLayoutId xmlns:r="http://schemas.openxmlformats.org/officeDocument/2006/relationships" id="2147483650" r:id="R9b0f8dd7ca8c4f53"/>
    <p:sldLayoutId xmlns:r="http://schemas.openxmlformats.org/officeDocument/2006/relationships" id="2147483651" r:id="R37c4e0eee4234920"/>
    <p:sldLayoutId xmlns:r="http://schemas.openxmlformats.org/officeDocument/2006/relationships" id="2147483652" r:id="Rf39484236ffa476f"/>
    <p:sldLayoutId xmlns:r="http://schemas.openxmlformats.org/officeDocument/2006/relationships" id="2147483653" r:id="R48e9f649cb9e481c"/>
    <p:sldLayoutId xmlns:r="http://schemas.openxmlformats.org/officeDocument/2006/relationships" id="2147483654" r:id="R93c829a684af48c1"/>
    <p:sldLayoutId xmlns:r="http://schemas.openxmlformats.org/officeDocument/2006/relationships" id="2147483655" r:id="Raec3b8eb47ed4d8e"/>
    <p:sldLayoutId xmlns:r="http://schemas.openxmlformats.org/officeDocument/2006/relationships" id="2147483656" r:id="Rf7d8fd83638449d5"/>
    <p:sldLayoutId xmlns:r="http://schemas.openxmlformats.org/officeDocument/2006/relationships" id="2147483657" r:id="R47e82dce9a2b43f2"/>
    <p:sldLayoutId xmlns:r="http://schemas.openxmlformats.org/officeDocument/2006/relationships" id="2147483658" r:id="Rbee588b71db94eb5"/>
    <p:sldLayoutId xmlns:r="http://schemas.openxmlformats.org/officeDocument/2006/relationships" id="2147483659" r:id="R8f13702886bd4f4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b9e6865af46c5" /><Relationship Type="http://schemas.openxmlformats.org/officeDocument/2006/relationships/notesSlide" Target="/ppt/notesSlides/notesSlide1.xml" Id="R10709059d03244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0f46fca7594322" /><Relationship Type="http://schemas.openxmlformats.org/officeDocument/2006/relationships/notesSlide" Target="/ppt/notesSlides/notesSlide2.xml" Id="R4ffe1ff8c2b548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f31abced7b4ac0" /><Relationship Type="http://schemas.openxmlformats.org/officeDocument/2006/relationships/notesSlide" Target="/ppt/notesSlides/notesSlide3.xml" Id="R4051e2df0d3248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c0f255db254ef5" /><Relationship Type="http://schemas.openxmlformats.org/officeDocument/2006/relationships/notesSlide" Target="/ppt/notesSlides/notesSlide4.xml" Id="R6e3ec7bf98ac45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a9ed74893f4c9b" /><Relationship Type="http://schemas.openxmlformats.org/officeDocument/2006/relationships/notesSlide" Target="/ppt/notesSlides/notesSlide5.xml" Id="Rb5a6a638570041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37414812be4cff" /><Relationship Type="http://schemas.openxmlformats.org/officeDocument/2006/relationships/notesSlide" Target="/ppt/notesSlides/notesSlide6.xml" Id="R93f89e77e3d54b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097613aa554bbf" /><Relationship Type="http://schemas.openxmlformats.org/officeDocument/2006/relationships/notesSlide" Target="/ppt/notesSlides/notesSlide7.xml" Id="R1935de451ead4b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aac4fadc00412f" /><Relationship Type="http://schemas.openxmlformats.org/officeDocument/2006/relationships/notesSlide" Target="/ppt/notesSlides/notesSlide8.xml" Id="R1b5eacf2053a4e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d3819deed84db5" /><Relationship Type="http://schemas.openxmlformats.org/officeDocument/2006/relationships/notesSlide" Target="/ppt/notesSlides/notesSlide9.xml" Id="Rdaae20c79fb7467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whether the trip is overnight.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"sleeping bag"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packing_list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it is displayed.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'sleeping bag']"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second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another_item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too.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'torch']"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guest-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program.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three names and append each one. Then ask whether a plus-one is coming;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append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"Plus 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2026-09-29T02:06:04.9960000Z</dcterms:created>
  <dcterms:modified xsi:type="dcterms:W3CDTF">2026-09-29T02:06:04.9960000Z</dcterms:modified>
</coreProperties>
</file>