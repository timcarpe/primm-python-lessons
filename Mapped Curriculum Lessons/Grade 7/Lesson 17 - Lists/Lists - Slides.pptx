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270275009b44b82" /><Relationship Type="http://schemas.openxmlformats.org/officeDocument/2006/relationships/extended-properties" Target="/docProps/app.xml" Id="Rc124cb5e5e45457d" /><Relationship Type="http://schemas.openxmlformats.org/officeDocument/2006/relationships/officeDocument" Target="/ppt/presentation.xml" Id="Re52dc0b0b1e84854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8756cb38e6244150"/>
  </p:sldMasterIdLst>
  <p:notesMasterIdLst>
    <p:notesMasterId xmlns:r="http://schemas.openxmlformats.org/officeDocument/2006/relationships" r:id="Rf7b72a8a4d994181"/>
  </p:notesMasterIdLst>
  <p:sldIdLst>
    <p:sldId xmlns:r="http://schemas.openxmlformats.org/officeDocument/2006/relationships" id="256" r:id="R03060c3083f94db9"/>
    <p:sldId xmlns:r="http://schemas.openxmlformats.org/officeDocument/2006/relationships" id="257" r:id="R7e6957c424a2415c"/>
    <p:sldId xmlns:r="http://schemas.openxmlformats.org/officeDocument/2006/relationships" id="258" r:id="Rd2bcfcde3c3441f7"/>
    <p:sldId xmlns:r="http://schemas.openxmlformats.org/officeDocument/2006/relationships" id="259" r:id="R3e28acdc665e4c79"/>
    <p:sldId xmlns:r="http://schemas.openxmlformats.org/officeDocument/2006/relationships" id="260" r:id="Rf7f30bf1bb494705"/>
    <p:sldId xmlns:r="http://schemas.openxmlformats.org/officeDocument/2006/relationships" id="261" r:id="R8af68463ebf641f7"/>
    <p:sldId xmlns:r="http://schemas.openxmlformats.org/officeDocument/2006/relationships" id="262" r:id="R069f10a14bc74b2f"/>
    <p:sldId xmlns:r="http://schemas.openxmlformats.org/officeDocument/2006/relationships" id="263" r:id="Rcfbce48688df46a2"/>
    <p:sldId xmlns:r="http://schemas.openxmlformats.org/officeDocument/2006/relationships" id="264" r:id="Rb10251081e2f48e2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ae711756b81d4fa3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922409a0f96424d" /><Relationship Type="http://schemas.openxmlformats.org/officeDocument/2006/relationships/slideMaster" Target="/ppt/slideMasters/slideMaster1.xml" Id="R8756cb38e6244150" /><Relationship Type="http://schemas.openxmlformats.org/officeDocument/2006/relationships/notesMaster" Target="/ppt/notesMasters/notesMaster1.xml" Id="Rf7b72a8a4d994181" /><Relationship Type="http://schemas.openxmlformats.org/officeDocument/2006/relationships/presProps" Target="/ppt/presProps.xml" Id="Rec755a31a49e4433" /><Relationship Type="http://schemas.openxmlformats.org/officeDocument/2006/relationships/viewProps" Target="/ppt/viewProps.xml" Id="R4f679e6bc8b94297" /><Relationship Type="http://schemas.openxmlformats.org/officeDocument/2006/relationships/tableStyles" Target="/ppt/tableStyles.xml" Id="R02b38bcbb74a445b" /><Relationship Type="http://schemas.openxmlformats.org/officeDocument/2006/relationships/font" Target="/ppt/fonts/font.dat" Id="Rae711756b81d4fa3" /><Relationship Type="http://schemas.openxmlformats.org/officeDocument/2006/relationships/slide" Target="/ppt/slides/slide1.xml" Id="R03060c3083f94db9" /><Relationship Type="http://schemas.openxmlformats.org/officeDocument/2006/relationships/slide" Target="/ppt/slides/slide2.xml" Id="R7e6957c424a2415c" /><Relationship Type="http://schemas.openxmlformats.org/officeDocument/2006/relationships/slide" Target="/ppt/slides/slide3.xml" Id="Rd2bcfcde3c3441f7" /><Relationship Type="http://schemas.openxmlformats.org/officeDocument/2006/relationships/slide" Target="/ppt/slides/slide4.xml" Id="R3e28acdc665e4c79" /><Relationship Type="http://schemas.openxmlformats.org/officeDocument/2006/relationships/slide" Target="/ppt/slides/slide5.xml" Id="Rf7f30bf1bb494705" /><Relationship Type="http://schemas.openxmlformats.org/officeDocument/2006/relationships/slide" Target="/ppt/slides/slide6.xml" Id="R8af68463ebf641f7" /><Relationship Type="http://schemas.openxmlformats.org/officeDocument/2006/relationships/slide" Target="/ppt/slides/slide7.xml" Id="R069f10a14bc74b2f" /><Relationship Type="http://schemas.openxmlformats.org/officeDocument/2006/relationships/slide" Target="/ppt/slides/slide8.xml" Id="Rcfbce48688df46a2" /><Relationship Type="http://schemas.openxmlformats.org/officeDocument/2006/relationships/slide" Target="/ppt/slides/slide9.xml" Id="Rb10251081e2f48e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6b14a255a5d4eb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6d50e6bfe224b3d" /><Relationship Type="http://schemas.openxmlformats.org/officeDocument/2006/relationships/notesMaster" Target="/ppt/notesMasters/notesMaster1.xml" Id="Raf8c8f330e724b9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b3625c61c014f27" /><Relationship Type="http://schemas.openxmlformats.org/officeDocument/2006/relationships/notesMaster" Target="/ppt/notesMasters/notesMaster1.xml" Id="Re3fba03ef5f1477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3e1b4a5058945fe" /><Relationship Type="http://schemas.openxmlformats.org/officeDocument/2006/relationships/notesMaster" Target="/ppt/notesMasters/notesMaster1.xml" Id="R10b899dea9004a7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99b23ce1dee42f3" /><Relationship Type="http://schemas.openxmlformats.org/officeDocument/2006/relationships/notesMaster" Target="/ppt/notesMasters/notesMaster1.xml" Id="Rf45b66e3d644497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83ad92bbe5d42df" /><Relationship Type="http://schemas.openxmlformats.org/officeDocument/2006/relationships/notesMaster" Target="/ppt/notesMasters/notesMaster1.xml" Id="R187ace85c0624ee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608887781404393" /><Relationship Type="http://schemas.openxmlformats.org/officeDocument/2006/relationships/notesMaster" Target="/ppt/notesMasters/notesMaster1.xml" Id="Rbaed52fa89c34ef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2364a50b8414db1" /><Relationship Type="http://schemas.openxmlformats.org/officeDocument/2006/relationships/notesMaster" Target="/ppt/notesMasters/notesMaster1.xml" Id="R5e35497f661f4ab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77303e67d2f44a1" /><Relationship Type="http://schemas.openxmlformats.org/officeDocument/2006/relationships/notesMaster" Target="/ppt/notesMasters/notesMaster1.xml" Id="Ra5d77f2482cb401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3cac01630054bc0" /><Relationship Type="http://schemas.openxmlformats.org/officeDocument/2006/relationships/notesMaster" Target="/ppt/notesMasters/notesMaster1.xml" Id="R16e9be61baa7444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b9173f3ed74288" /><Relationship Type="http://schemas.openxmlformats.org/officeDocument/2006/relationships/image" Target="/ppt/media/image.png" Id="R0c90575219a54e2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07a1e943ee40e0" /><Relationship Type="http://schemas.openxmlformats.org/officeDocument/2006/relationships/image" Target="/ppt/media/image.png" Id="R65d86f9292c74f0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c351d94a8c4ea5" /><Relationship Type="http://schemas.openxmlformats.org/officeDocument/2006/relationships/image" Target="/ppt/media/image.png" Id="Rfd2a73a8791e497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9551f483074814" /><Relationship Type="http://schemas.openxmlformats.org/officeDocument/2006/relationships/image" Target="/ppt/media/image.png" Id="Rb0fd0dcf43d34ba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d39cbb82f64668" /><Relationship Type="http://schemas.openxmlformats.org/officeDocument/2006/relationships/image" Target="/ppt/media/image.png" Id="R93516908a6e742d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52752f40ea4da3" /><Relationship Type="http://schemas.openxmlformats.org/officeDocument/2006/relationships/image" Target="/ppt/media/image.png" Id="R3fe4536b471c4df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6c1c527bf04108" /><Relationship Type="http://schemas.openxmlformats.org/officeDocument/2006/relationships/image" Target="/ppt/media/image.png" Id="R424a81c4f4df4ca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abe5009f94471b" /><Relationship Type="http://schemas.openxmlformats.org/officeDocument/2006/relationships/image" Target="/ppt/media/image.png" Id="Re46a902bb2b2418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09f54bfff84bfd" /><Relationship Type="http://schemas.openxmlformats.org/officeDocument/2006/relationships/image" Target="/ppt/media/image.png" Id="R356049790e93487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743bcce3da425b" /><Relationship Type="http://schemas.openxmlformats.org/officeDocument/2006/relationships/image" Target="/ppt/media/image.png" Id="R69aed24030264aa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a726f0640a4842" /><Relationship Type="http://schemas.openxmlformats.org/officeDocument/2006/relationships/image" Target="/ppt/media/image.png" Id="R5a171911b0d74c72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c90575219a54e22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5d86f9292c74f0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d2a73a8791e497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0fd0dcf43d34ba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3516908a6e742d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fe4536b471c4df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24a81c4f4df4ca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46a902bb2b2418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56049790e93487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9aed24030264aa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a171911b0d74c7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9400c51e6494376" /><Relationship Type="http://schemas.openxmlformats.org/officeDocument/2006/relationships/slideLayout" Target="/ppt/slideLayouts/slideLayout1.xml" Id="Ra95c35e0bd464d96" /><Relationship Type="http://schemas.openxmlformats.org/officeDocument/2006/relationships/slideLayout" Target="/ppt/slideLayouts/slideLayout2.xml" Id="Rbdedc05e4a074959" /><Relationship Type="http://schemas.openxmlformats.org/officeDocument/2006/relationships/slideLayout" Target="/ppt/slideLayouts/slideLayout3.xml" Id="R87012d421e1b4060" /><Relationship Type="http://schemas.openxmlformats.org/officeDocument/2006/relationships/slideLayout" Target="/ppt/slideLayouts/slideLayout4.xml" Id="Rca58bd0029364179" /><Relationship Type="http://schemas.openxmlformats.org/officeDocument/2006/relationships/slideLayout" Target="/ppt/slideLayouts/slideLayout5.xml" Id="R7c86d7dbac5e41fa" /><Relationship Type="http://schemas.openxmlformats.org/officeDocument/2006/relationships/slideLayout" Target="/ppt/slideLayouts/slideLayout6.xml" Id="R171760cd3739402a" /><Relationship Type="http://schemas.openxmlformats.org/officeDocument/2006/relationships/slideLayout" Target="/ppt/slideLayouts/slideLayout7.xml" Id="R9270c567deb04ae4" /><Relationship Type="http://schemas.openxmlformats.org/officeDocument/2006/relationships/slideLayout" Target="/ppt/slideLayouts/slideLayout8.xml" Id="R930149c044174cc8" /><Relationship Type="http://schemas.openxmlformats.org/officeDocument/2006/relationships/slideLayout" Target="/ppt/slideLayouts/slideLayout9.xml" Id="Rc3e0ffb375e74087" /><Relationship Type="http://schemas.openxmlformats.org/officeDocument/2006/relationships/slideLayout" Target="/ppt/slideLayouts/slideLayout10.xml" Id="Rbd1d287ca9ef4857" /><Relationship Type="http://schemas.openxmlformats.org/officeDocument/2006/relationships/slideLayout" Target="/ppt/slideLayouts/slideLayout11.xml" Id="R49ea6bcb3c474b5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95c35e0bd464d96"/>
    <p:sldLayoutId xmlns:r="http://schemas.openxmlformats.org/officeDocument/2006/relationships" id="2147483650" r:id="Rbdedc05e4a074959"/>
    <p:sldLayoutId xmlns:r="http://schemas.openxmlformats.org/officeDocument/2006/relationships" id="2147483651" r:id="R87012d421e1b4060"/>
    <p:sldLayoutId xmlns:r="http://schemas.openxmlformats.org/officeDocument/2006/relationships" id="2147483652" r:id="Rca58bd0029364179"/>
    <p:sldLayoutId xmlns:r="http://schemas.openxmlformats.org/officeDocument/2006/relationships" id="2147483653" r:id="R7c86d7dbac5e41fa"/>
    <p:sldLayoutId xmlns:r="http://schemas.openxmlformats.org/officeDocument/2006/relationships" id="2147483654" r:id="R171760cd3739402a"/>
    <p:sldLayoutId xmlns:r="http://schemas.openxmlformats.org/officeDocument/2006/relationships" id="2147483655" r:id="R9270c567deb04ae4"/>
    <p:sldLayoutId xmlns:r="http://schemas.openxmlformats.org/officeDocument/2006/relationships" id="2147483656" r:id="R930149c044174cc8"/>
    <p:sldLayoutId xmlns:r="http://schemas.openxmlformats.org/officeDocument/2006/relationships" id="2147483657" r:id="Rc3e0ffb375e74087"/>
    <p:sldLayoutId xmlns:r="http://schemas.openxmlformats.org/officeDocument/2006/relationships" id="2147483658" r:id="Rbd1d287ca9ef4857"/>
    <p:sldLayoutId xmlns:r="http://schemas.openxmlformats.org/officeDocument/2006/relationships" id="2147483659" r:id="R49ea6bcb3c474b5f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95cf512fa445c4" /><Relationship Type="http://schemas.openxmlformats.org/officeDocument/2006/relationships/notesSlide" Target="/ppt/notesSlides/notesSlide1.xml" Id="R36fed9a42f374d8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f8b298fce224357" /><Relationship Type="http://schemas.openxmlformats.org/officeDocument/2006/relationships/notesSlide" Target="/ppt/notesSlides/notesSlide2.xml" Id="R49d9a2ef57354dd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1ae9c4abeda48cd" /><Relationship Type="http://schemas.openxmlformats.org/officeDocument/2006/relationships/notesSlide" Target="/ppt/notesSlides/notesSlide3.xml" Id="R7d8833f777a7439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043fa6c475a4d7c" /><Relationship Type="http://schemas.openxmlformats.org/officeDocument/2006/relationships/notesSlide" Target="/ppt/notesSlides/notesSlide4.xml" Id="Rc3fa2e75cf1e482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a4de17abf014186" /><Relationship Type="http://schemas.openxmlformats.org/officeDocument/2006/relationships/notesSlide" Target="/ppt/notesSlides/notesSlide5.xml" Id="Re31067d6c05b439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9c1c70212f44253" /><Relationship Type="http://schemas.openxmlformats.org/officeDocument/2006/relationships/notesSlide" Target="/ppt/notesSlides/notesSlide6.xml" Id="Rbae2bc324d4a478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621760237464848" /><Relationship Type="http://schemas.openxmlformats.org/officeDocument/2006/relationships/notesSlide" Target="/ppt/notesSlides/notesSlide7.xml" Id="R4449dce7d3454cd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952f8cfb5b468b" /><Relationship Type="http://schemas.openxmlformats.org/officeDocument/2006/relationships/notesSlide" Target="/ppt/notesSlides/notesSlide8.xml" Id="R7372cb70abfb422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007fb492b24894" /><Relationship Type="http://schemas.openxmlformats.org/officeDocument/2006/relationships/notesSlide" Target="/ppt/notesSlides/notesSlide9.xml" Id="R531c18115cd3473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Lists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17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you enter compass, what exact list is printed?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does append(item) add one item instead of joining the characters of item separately?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Which line adds the new item to packing_list?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Why is the new item placed at the end rather than at position 0?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Add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"snacks"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as the third item in [packing_list]. Keep the input and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append()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lines so the user's item is added after it. Test the input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 ['water', 'map', 'snacks', 'coat']"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for the first item and store it in [item], then append it to [packing_list]. Ask for another item and store it in [another_item], then append that item too.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 ['water', 'map', 'coat', 'torch']"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94208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Store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"film"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"popcorn"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a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[movie_night]. Ask for another item and store it in [item]. Append [item] to [movie_night], then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"Movie-night checklist:"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"tickets"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"Movie-night checklist: ['film', 'popcorn', 'tickets']"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(missing_item)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2026-08-28T09:23:07.1580000Z</dcterms:created>
  <dcterms:modified xsi:type="dcterms:W3CDTF">2026-08-28T09:23:07.1580000Z</dcterms:modified>
</coreProperties>
</file>