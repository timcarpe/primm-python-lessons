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0a235920124e18" /><Relationship Type="http://schemas.openxmlformats.org/officeDocument/2006/relationships/extended-properties" Target="/docProps/app.xml" Id="Rfb71c23f462a47f9" /><Relationship Type="http://schemas.openxmlformats.org/officeDocument/2006/relationships/officeDocument" Target="/ppt/presentation.xml" Id="R5861daafa89f4bc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9af4f50fcc84aef"/>
  </p:sldMasterIdLst>
  <p:notesMasterIdLst>
    <p:notesMasterId xmlns:r="http://schemas.openxmlformats.org/officeDocument/2006/relationships" r:id="R5cac84e517934846"/>
  </p:notesMasterIdLst>
  <p:sldIdLst>
    <p:sldId xmlns:r="http://schemas.openxmlformats.org/officeDocument/2006/relationships" id="256" r:id="R8c67bf1dbb40402c"/>
    <p:sldId xmlns:r="http://schemas.openxmlformats.org/officeDocument/2006/relationships" id="257" r:id="R53dac919406b4b34"/>
    <p:sldId xmlns:r="http://schemas.openxmlformats.org/officeDocument/2006/relationships" id="258" r:id="Rac98a918454a4804"/>
    <p:sldId xmlns:r="http://schemas.openxmlformats.org/officeDocument/2006/relationships" id="259" r:id="R909cf8fae02b4dac"/>
    <p:sldId xmlns:r="http://schemas.openxmlformats.org/officeDocument/2006/relationships" id="260" r:id="Rd38a4207566744ce"/>
    <p:sldId xmlns:r="http://schemas.openxmlformats.org/officeDocument/2006/relationships" id="261" r:id="R0d83a2d69c224fbe"/>
    <p:sldId xmlns:r="http://schemas.openxmlformats.org/officeDocument/2006/relationships" id="262" r:id="Rb325a03eedde4329"/>
    <p:sldId xmlns:r="http://schemas.openxmlformats.org/officeDocument/2006/relationships" id="263" r:id="R19b287af3b2f4d73"/>
    <p:sldId xmlns:r="http://schemas.openxmlformats.org/officeDocument/2006/relationships" id="264" r:id="R9463ad8b293344bb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3baca85b8d8a41c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67042029684f5e" /><Relationship Type="http://schemas.openxmlformats.org/officeDocument/2006/relationships/slideMaster" Target="/ppt/slideMasters/slideMaster1.xml" Id="R79af4f50fcc84aef" /><Relationship Type="http://schemas.openxmlformats.org/officeDocument/2006/relationships/notesMaster" Target="/ppt/notesMasters/notesMaster1.xml" Id="R5cac84e517934846" /><Relationship Type="http://schemas.openxmlformats.org/officeDocument/2006/relationships/presProps" Target="/ppt/presProps.xml" Id="R8f10ca0ac7344a10" /><Relationship Type="http://schemas.openxmlformats.org/officeDocument/2006/relationships/viewProps" Target="/ppt/viewProps.xml" Id="R6a0a2c982e464f08" /><Relationship Type="http://schemas.openxmlformats.org/officeDocument/2006/relationships/tableStyles" Target="/ppt/tableStyles.xml" Id="R4e32619bce1e46c2" /><Relationship Type="http://schemas.openxmlformats.org/officeDocument/2006/relationships/font" Target="/ppt/fonts/font.dat" Id="R3baca85b8d8a41c5" /><Relationship Type="http://schemas.openxmlformats.org/officeDocument/2006/relationships/slide" Target="/ppt/slides/slide1.xml" Id="R8c67bf1dbb40402c" /><Relationship Type="http://schemas.openxmlformats.org/officeDocument/2006/relationships/slide" Target="/ppt/slides/slide2.xml" Id="R53dac919406b4b34" /><Relationship Type="http://schemas.openxmlformats.org/officeDocument/2006/relationships/slide" Target="/ppt/slides/slide3.xml" Id="Rac98a918454a4804" /><Relationship Type="http://schemas.openxmlformats.org/officeDocument/2006/relationships/slide" Target="/ppt/slides/slide4.xml" Id="R909cf8fae02b4dac" /><Relationship Type="http://schemas.openxmlformats.org/officeDocument/2006/relationships/slide" Target="/ppt/slides/slide5.xml" Id="Rd38a4207566744ce" /><Relationship Type="http://schemas.openxmlformats.org/officeDocument/2006/relationships/slide" Target="/ppt/slides/slide6.xml" Id="R0d83a2d69c224fbe" /><Relationship Type="http://schemas.openxmlformats.org/officeDocument/2006/relationships/slide" Target="/ppt/slides/slide7.xml" Id="Rb325a03eedde4329" /><Relationship Type="http://schemas.openxmlformats.org/officeDocument/2006/relationships/slide" Target="/ppt/slides/slide8.xml" Id="R19b287af3b2f4d73" /><Relationship Type="http://schemas.openxmlformats.org/officeDocument/2006/relationships/slide" Target="/ppt/slides/slide9.xml" Id="R9463ad8b2933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b4a1a76bef43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d4d5a4ef834f0b" /><Relationship Type="http://schemas.openxmlformats.org/officeDocument/2006/relationships/notesMaster" Target="/ppt/notesMasters/notesMaster1.xml" Id="R7081b33c4ceb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e16b177c9b4741" /><Relationship Type="http://schemas.openxmlformats.org/officeDocument/2006/relationships/notesMaster" Target="/ppt/notesMasters/notesMaster1.xml" Id="Ra7e2f8e528234c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7004ba7b5e4205" /><Relationship Type="http://schemas.openxmlformats.org/officeDocument/2006/relationships/notesMaster" Target="/ppt/notesMasters/notesMaster1.xml" Id="Re3963638249d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4c1a347e88480a" /><Relationship Type="http://schemas.openxmlformats.org/officeDocument/2006/relationships/notesMaster" Target="/ppt/notesMasters/notesMaster1.xml" Id="R9be186980c6f4b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197988bebe481b" /><Relationship Type="http://schemas.openxmlformats.org/officeDocument/2006/relationships/notesMaster" Target="/ppt/notesMasters/notesMaster1.xml" Id="R5d02a1285229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cbb5a4536406c" /><Relationship Type="http://schemas.openxmlformats.org/officeDocument/2006/relationships/notesMaster" Target="/ppt/notesMasters/notesMaster1.xml" Id="R0fa1264f5e7a4c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ac8a5738e04f46" /><Relationship Type="http://schemas.openxmlformats.org/officeDocument/2006/relationships/notesMaster" Target="/ppt/notesMasters/notesMaster1.xml" Id="R4fdec9e59049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4113bf38484a11" /><Relationship Type="http://schemas.openxmlformats.org/officeDocument/2006/relationships/notesMaster" Target="/ppt/notesMasters/notesMaster1.xml" Id="Rb8020a061b5740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c6b281a50d47be" /><Relationship Type="http://schemas.openxmlformats.org/officeDocument/2006/relationships/notesMaster" Target="/ppt/notesMasters/notesMaster1.xml" Id="R476053541eb24e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a3d92b42a411c" /><Relationship Type="http://schemas.openxmlformats.org/officeDocument/2006/relationships/image" Target="/ppt/media/image.png" Id="Rfec4b6b0ddba40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d06322dfc45e9" /><Relationship Type="http://schemas.openxmlformats.org/officeDocument/2006/relationships/image" Target="/ppt/media/image.png" Id="Re22ff9ea5d6141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baf6de153461d" /><Relationship Type="http://schemas.openxmlformats.org/officeDocument/2006/relationships/image" Target="/ppt/media/image.png" Id="Rcdbcf85c28574d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0677d64354bcb" /><Relationship Type="http://schemas.openxmlformats.org/officeDocument/2006/relationships/image" Target="/ppt/media/image.png" Id="Rb123baa085e648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69ee95112401c" /><Relationship Type="http://schemas.openxmlformats.org/officeDocument/2006/relationships/image" Target="/ppt/media/image.png" Id="R67abce75cc034c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de0afd3e14916" /><Relationship Type="http://schemas.openxmlformats.org/officeDocument/2006/relationships/image" Target="/ppt/media/image.png" Id="Rb042a4076dd545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d238c398a4d3f" /><Relationship Type="http://schemas.openxmlformats.org/officeDocument/2006/relationships/image" Target="/ppt/media/image.png" Id="R9893264ae4834f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0c9872f43418b" /><Relationship Type="http://schemas.openxmlformats.org/officeDocument/2006/relationships/image" Target="/ppt/media/image.png" Id="Rda1f3402fd1b414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2cdb1ecfe4bb1" /><Relationship Type="http://schemas.openxmlformats.org/officeDocument/2006/relationships/image" Target="/ppt/media/image.png" Id="R6ff8e9461b914f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f6cd7e6634f89" /><Relationship Type="http://schemas.openxmlformats.org/officeDocument/2006/relationships/image" Target="/ppt/media/image.png" Id="R70f82dc809d3494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283c460e74f94" /><Relationship Type="http://schemas.openxmlformats.org/officeDocument/2006/relationships/image" Target="/ppt/media/image.png" Id="R611098b289154d1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c4b6b0ddba40d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2ff9ea5d6141f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bcf85c28574dd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23baa085e648f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abce75cc034ca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42a4076dd5458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93264ae4834fb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1f3402fd1b414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f8e9461b914f4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f82dc809d3494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1098b289154d1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87d179458414d" /><Relationship Type="http://schemas.openxmlformats.org/officeDocument/2006/relationships/slideLayout" Target="/ppt/slideLayouts/slideLayout1.xml" Id="R901dc95c18b9421f" /><Relationship Type="http://schemas.openxmlformats.org/officeDocument/2006/relationships/slideLayout" Target="/ppt/slideLayouts/slideLayout2.xml" Id="R4ccb5894bcd04be4" /><Relationship Type="http://schemas.openxmlformats.org/officeDocument/2006/relationships/slideLayout" Target="/ppt/slideLayouts/slideLayout3.xml" Id="Ra95dcb8a05d647f3" /><Relationship Type="http://schemas.openxmlformats.org/officeDocument/2006/relationships/slideLayout" Target="/ppt/slideLayouts/slideLayout4.xml" Id="R432dfe83f4754a32" /><Relationship Type="http://schemas.openxmlformats.org/officeDocument/2006/relationships/slideLayout" Target="/ppt/slideLayouts/slideLayout5.xml" Id="Rb4a9bb3692cb48f2" /><Relationship Type="http://schemas.openxmlformats.org/officeDocument/2006/relationships/slideLayout" Target="/ppt/slideLayouts/slideLayout6.xml" Id="R21b85d062f25458c" /><Relationship Type="http://schemas.openxmlformats.org/officeDocument/2006/relationships/slideLayout" Target="/ppt/slideLayouts/slideLayout7.xml" Id="R5077ebe9fba246b9" /><Relationship Type="http://schemas.openxmlformats.org/officeDocument/2006/relationships/slideLayout" Target="/ppt/slideLayouts/slideLayout8.xml" Id="R1fc256869a8d4c98" /><Relationship Type="http://schemas.openxmlformats.org/officeDocument/2006/relationships/slideLayout" Target="/ppt/slideLayouts/slideLayout9.xml" Id="R696b9b22473e4cee" /><Relationship Type="http://schemas.openxmlformats.org/officeDocument/2006/relationships/slideLayout" Target="/ppt/slideLayouts/slideLayout10.xml" Id="R0ebf0688a27b406a" /><Relationship Type="http://schemas.openxmlformats.org/officeDocument/2006/relationships/slideLayout" Target="/ppt/slideLayouts/slideLayout11.xml" Id="R0a42d8b68db241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1dc95c18b9421f"/>
    <p:sldLayoutId xmlns:r="http://schemas.openxmlformats.org/officeDocument/2006/relationships" id="2147483650" r:id="R4ccb5894bcd04be4"/>
    <p:sldLayoutId xmlns:r="http://schemas.openxmlformats.org/officeDocument/2006/relationships" id="2147483651" r:id="Ra95dcb8a05d647f3"/>
    <p:sldLayoutId xmlns:r="http://schemas.openxmlformats.org/officeDocument/2006/relationships" id="2147483652" r:id="R432dfe83f4754a32"/>
    <p:sldLayoutId xmlns:r="http://schemas.openxmlformats.org/officeDocument/2006/relationships" id="2147483653" r:id="Rb4a9bb3692cb48f2"/>
    <p:sldLayoutId xmlns:r="http://schemas.openxmlformats.org/officeDocument/2006/relationships" id="2147483654" r:id="R21b85d062f25458c"/>
    <p:sldLayoutId xmlns:r="http://schemas.openxmlformats.org/officeDocument/2006/relationships" id="2147483655" r:id="R5077ebe9fba246b9"/>
    <p:sldLayoutId xmlns:r="http://schemas.openxmlformats.org/officeDocument/2006/relationships" id="2147483656" r:id="R1fc256869a8d4c98"/>
    <p:sldLayoutId xmlns:r="http://schemas.openxmlformats.org/officeDocument/2006/relationships" id="2147483657" r:id="R696b9b22473e4cee"/>
    <p:sldLayoutId xmlns:r="http://schemas.openxmlformats.org/officeDocument/2006/relationships" id="2147483658" r:id="R0ebf0688a27b406a"/>
    <p:sldLayoutId xmlns:r="http://schemas.openxmlformats.org/officeDocument/2006/relationships" id="2147483659" r:id="R0a42d8b68db2419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da48d63a64b94" /><Relationship Type="http://schemas.openxmlformats.org/officeDocument/2006/relationships/notesSlide" Target="/ppt/notesSlides/notesSlide1.xml" Id="R588405ea366342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393994a8e447fa" /><Relationship Type="http://schemas.openxmlformats.org/officeDocument/2006/relationships/notesSlide" Target="/ppt/notesSlides/notesSlide2.xml" Id="Rfb7f043d927c46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574b67869845ac" /><Relationship Type="http://schemas.openxmlformats.org/officeDocument/2006/relationships/notesSlide" Target="/ppt/notesSlides/notesSlide3.xml" Id="R0a4c18599b6e4d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c6f5f0756e450f" /><Relationship Type="http://schemas.openxmlformats.org/officeDocument/2006/relationships/notesSlide" Target="/ppt/notesSlides/notesSlide4.xml" Id="R37caea96e97a4c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99cee0eb124ed1" /><Relationship Type="http://schemas.openxmlformats.org/officeDocument/2006/relationships/notesSlide" Target="/ppt/notesSlides/notesSlide5.xml" Id="Rd27a0376e6e941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b2c24877764859" /><Relationship Type="http://schemas.openxmlformats.org/officeDocument/2006/relationships/notesSlide" Target="/ppt/notesSlides/notesSlide6.xml" Id="R0e5fc4f874d34a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a96b7d6ac24dfc" /><Relationship Type="http://schemas.openxmlformats.org/officeDocument/2006/relationships/notesSlide" Target="/ppt/notesSlides/notesSlide7.xml" Id="R37eecd54db4840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b3e8b77ac742be" /><Relationship Type="http://schemas.openxmlformats.org/officeDocument/2006/relationships/notesSlide" Target="/ppt/notesSlides/notesSlide8.xml" Id="R327acc145bf043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a9647224554d32" /><Relationship Type="http://schemas.openxmlformats.org/officeDocument/2006/relationships/notesSlide" Target="/ppt/notesSlides/notesSlide9.xml" Id="R21f0a40411b742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92019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List Positions and Updates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the first list position 0 rather than 1?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the user enters position 3 for a list containing three items?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position input be converted with int() before it is used inside square brackets?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How does index assignment change one item without changing the length of the list?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Replace the item at position 2 with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"scissors"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The final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must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"scissors"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that order.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After the replacement, ask for a second valid position and display the item currently stored there. For 1/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"folder"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then 1, the selected item must be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"folder"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three-stop route editor. Start with three place names, ask which valid position to change and the new place, then display the first stop and the complete updated route.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"Position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supplies[position])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replacement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"Replacement item: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supplies[position] = replacement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list:"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"pencil"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"Old item:"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supplies(3))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supplies(1)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"folder"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(supplies)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2026-08-26T04:05:18.4330000Z</dcterms:created>
  <dcterms:modified xsi:type="dcterms:W3CDTF">2026-08-26T04:05:18.4330000Z</dcterms:modified>
</coreProperties>
</file>