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464185d6ae54ae2" /><Relationship Type="http://schemas.openxmlformats.org/officeDocument/2006/relationships/extended-properties" Target="/docProps/app.xml" Id="R215017c06cb34f31" /><Relationship Type="http://schemas.openxmlformats.org/officeDocument/2006/relationships/officeDocument" Target="/ppt/presentation.xml" Id="R76ca7062abb54869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e51fd9e6646e457b"/>
  </p:sldMasterIdLst>
  <p:notesMasterIdLst>
    <p:notesMasterId xmlns:r="http://schemas.openxmlformats.org/officeDocument/2006/relationships" r:id="R25a39c67ed474927"/>
  </p:notesMasterIdLst>
  <p:sldIdLst>
    <p:sldId xmlns:r="http://schemas.openxmlformats.org/officeDocument/2006/relationships" id="256" r:id="R007c447c1a40460d"/>
    <p:sldId xmlns:r="http://schemas.openxmlformats.org/officeDocument/2006/relationships" id="257" r:id="Rcbca212ea4f344d7"/>
    <p:sldId xmlns:r="http://schemas.openxmlformats.org/officeDocument/2006/relationships" id="258" r:id="R805f612443d145cf"/>
    <p:sldId xmlns:r="http://schemas.openxmlformats.org/officeDocument/2006/relationships" id="259" r:id="Rdd4e536072294853"/>
    <p:sldId xmlns:r="http://schemas.openxmlformats.org/officeDocument/2006/relationships" id="260" r:id="Re35604540ab34a7b"/>
    <p:sldId xmlns:r="http://schemas.openxmlformats.org/officeDocument/2006/relationships" id="261" r:id="R6aa691cf03c64a3c"/>
    <p:sldId xmlns:r="http://schemas.openxmlformats.org/officeDocument/2006/relationships" id="262" r:id="R944d71925a56472c"/>
    <p:sldId xmlns:r="http://schemas.openxmlformats.org/officeDocument/2006/relationships" id="263" r:id="R4c9257068c9845f2"/>
    <p:sldId xmlns:r="http://schemas.openxmlformats.org/officeDocument/2006/relationships" id="264" r:id="R670bdcdc961f48a5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3a72bc335b9a4a25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2b92bf31164465d" /><Relationship Type="http://schemas.openxmlformats.org/officeDocument/2006/relationships/slideMaster" Target="/ppt/slideMasters/slideMaster1.xml" Id="Re51fd9e6646e457b" /><Relationship Type="http://schemas.openxmlformats.org/officeDocument/2006/relationships/notesMaster" Target="/ppt/notesMasters/notesMaster1.xml" Id="R25a39c67ed474927" /><Relationship Type="http://schemas.openxmlformats.org/officeDocument/2006/relationships/presProps" Target="/ppt/presProps.xml" Id="R8dcc4e21870c46a7" /><Relationship Type="http://schemas.openxmlformats.org/officeDocument/2006/relationships/viewProps" Target="/ppt/viewProps.xml" Id="Reeb6973cf35040d8" /><Relationship Type="http://schemas.openxmlformats.org/officeDocument/2006/relationships/tableStyles" Target="/ppt/tableStyles.xml" Id="Rdf26c20471d045df" /><Relationship Type="http://schemas.openxmlformats.org/officeDocument/2006/relationships/font" Target="/ppt/fonts/font.dat" Id="R3a72bc335b9a4a25" /><Relationship Type="http://schemas.openxmlformats.org/officeDocument/2006/relationships/slide" Target="/ppt/slides/slide1.xml" Id="R007c447c1a40460d" /><Relationship Type="http://schemas.openxmlformats.org/officeDocument/2006/relationships/slide" Target="/ppt/slides/slide2.xml" Id="Rcbca212ea4f344d7" /><Relationship Type="http://schemas.openxmlformats.org/officeDocument/2006/relationships/slide" Target="/ppt/slides/slide3.xml" Id="R805f612443d145cf" /><Relationship Type="http://schemas.openxmlformats.org/officeDocument/2006/relationships/slide" Target="/ppt/slides/slide4.xml" Id="Rdd4e536072294853" /><Relationship Type="http://schemas.openxmlformats.org/officeDocument/2006/relationships/slide" Target="/ppt/slides/slide5.xml" Id="Re35604540ab34a7b" /><Relationship Type="http://schemas.openxmlformats.org/officeDocument/2006/relationships/slide" Target="/ppt/slides/slide6.xml" Id="R6aa691cf03c64a3c" /><Relationship Type="http://schemas.openxmlformats.org/officeDocument/2006/relationships/slide" Target="/ppt/slides/slide7.xml" Id="R944d71925a56472c" /><Relationship Type="http://schemas.openxmlformats.org/officeDocument/2006/relationships/slide" Target="/ppt/slides/slide8.xml" Id="R4c9257068c9845f2" /><Relationship Type="http://schemas.openxmlformats.org/officeDocument/2006/relationships/slide" Target="/ppt/slides/slide9.xml" Id="R670bdcdc961f48a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4c6ce171706495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24a0cac49de423c" /><Relationship Type="http://schemas.openxmlformats.org/officeDocument/2006/relationships/notesMaster" Target="/ppt/notesMasters/notesMaster1.xml" Id="Rbd6bd524b512454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0882caa93bd4942" /><Relationship Type="http://schemas.openxmlformats.org/officeDocument/2006/relationships/notesMaster" Target="/ppt/notesMasters/notesMaster1.xml" Id="R97c7cea45da84cb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2772cc1fb5f490c" /><Relationship Type="http://schemas.openxmlformats.org/officeDocument/2006/relationships/notesMaster" Target="/ppt/notesMasters/notesMaster1.xml" Id="R9a5ec1fa2a214bd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c221963335b4b92" /><Relationship Type="http://schemas.openxmlformats.org/officeDocument/2006/relationships/notesMaster" Target="/ppt/notesMasters/notesMaster1.xml" Id="Rb75c350f59b64e5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3b0a6661bdf4a4c" /><Relationship Type="http://schemas.openxmlformats.org/officeDocument/2006/relationships/notesMaster" Target="/ppt/notesMasters/notesMaster1.xml" Id="R862872a6b02c4a1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32d003f6e24496f" /><Relationship Type="http://schemas.openxmlformats.org/officeDocument/2006/relationships/notesMaster" Target="/ppt/notesMasters/notesMaster1.xml" Id="R8aee5c68273a4c4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7367fc1428c46c6" /><Relationship Type="http://schemas.openxmlformats.org/officeDocument/2006/relationships/notesMaster" Target="/ppt/notesMasters/notesMaster1.xml" Id="R1e9160c6f009413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bf4e639caf34805" /><Relationship Type="http://schemas.openxmlformats.org/officeDocument/2006/relationships/notesMaster" Target="/ppt/notesMasters/notesMaster1.xml" Id="R83236c67a1a9489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7292f4fcd0c4c68" /><Relationship Type="http://schemas.openxmlformats.org/officeDocument/2006/relationships/notesMaster" Target="/ppt/notesMasters/notesMaster1.xml" Id="R9335361f825d451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7bf4a5db524fe3" /><Relationship Type="http://schemas.openxmlformats.org/officeDocument/2006/relationships/image" Target="/ppt/media/image.png" Id="R65b6f85c41a1459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8839b8206a422b" /><Relationship Type="http://schemas.openxmlformats.org/officeDocument/2006/relationships/image" Target="/ppt/media/image.png" Id="R104ee3fe5ae24e1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07236031194c58" /><Relationship Type="http://schemas.openxmlformats.org/officeDocument/2006/relationships/image" Target="/ppt/media/image.png" Id="Rabf0010e5888499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ca1cecb4f1419f" /><Relationship Type="http://schemas.openxmlformats.org/officeDocument/2006/relationships/image" Target="/ppt/media/image.png" Id="R03f068ce2cfc412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23217698b14d90" /><Relationship Type="http://schemas.openxmlformats.org/officeDocument/2006/relationships/image" Target="/ppt/media/image.png" Id="Ra051a4d2989c41f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bf98f0779a4b95" /><Relationship Type="http://schemas.openxmlformats.org/officeDocument/2006/relationships/image" Target="/ppt/media/image.png" Id="Rd017fd3069244b4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3151185f0642ea" /><Relationship Type="http://schemas.openxmlformats.org/officeDocument/2006/relationships/image" Target="/ppt/media/image.png" Id="Re0c5f4d4667444f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20d7f06a4e4faa" /><Relationship Type="http://schemas.openxmlformats.org/officeDocument/2006/relationships/image" Target="/ppt/media/image.png" Id="R27d14fbe87d743fb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44fdfea37c47a6" /><Relationship Type="http://schemas.openxmlformats.org/officeDocument/2006/relationships/image" Target="/ppt/media/image.png" Id="R9f6b0af53494405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dde52fc9124bca" /><Relationship Type="http://schemas.openxmlformats.org/officeDocument/2006/relationships/image" Target="/ppt/media/image.png" Id="R345839bdce1f424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2eef0105524ef3" /><Relationship Type="http://schemas.openxmlformats.org/officeDocument/2006/relationships/image" Target="/ppt/media/image.png" Id="Rd01d64c8356740d0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5b6f85c41a14594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04ee3fe5ae24e1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bf0010e5888499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3f068ce2cfc412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051a4d2989c41f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017fd3069244b4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0c5f4d4667444f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7d14fbe87d743f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f6b0af53494405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45839bdce1f424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01d64c8356740d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ef8be40f7514770" /><Relationship Type="http://schemas.openxmlformats.org/officeDocument/2006/relationships/slideLayout" Target="/ppt/slideLayouts/slideLayout1.xml" Id="R14157d5a399c4c44" /><Relationship Type="http://schemas.openxmlformats.org/officeDocument/2006/relationships/slideLayout" Target="/ppt/slideLayouts/slideLayout2.xml" Id="R375e9de6230d4a46" /><Relationship Type="http://schemas.openxmlformats.org/officeDocument/2006/relationships/slideLayout" Target="/ppt/slideLayouts/slideLayout3.xml" Id="R755c768912da4a1f" /><Relationship Type="http://schemas.openxmlformats.org/officeDocument/2006/relationships/slideLayout" Target="/ppt/slideLayouts/slideLayout4.xml" Id="R85326e34fddf4991" /><Relationship Type="http://schemas.openxmlformats.org/officeDocument/2006/relationships/slideLayout" Target="/ppt/slideLayouts/slideLayout5.xml" Id="R6dff3b02a85446cc" /><Relationship Type="http://schemas.openxmlformats.org/officeDocument/2006/relationships/slideLayout" Target="/ppt/slideLayouts/slideLayout6.xml" Id="Rfe082f1f27da4118" /><Relationship Type="http://schemas.openxmlformats.org/officeDocument/2006/relationships/slideLayout" Target="/ppt/slideLayouts/slideLayout7.xml" Id="Rab660d3cbb0d454f" /><Relationship Type="http://schemas.openxmlformats.org/officeDocument/2006/relationships/slideLayout" Target="/ppt/slideLayouts/slideLayout8.xml" Id="R67c32530d08c4a3d" /><Relationship Type="http://schemas.openxmlformats.org/officeDocument/2006/relationships/slideLayout" Target="/ppt/slideLayouts/slideLayout9.xml" Id="R1235a91b54b442e8" /><Relationship Type="http://schemas.openxmlformats.org/officeDocument/2006/relationships/slideLayout" Target="/ppt/slideLayouts/slideLayout10.xml" Id="Ra328c2203f7d4006" /><Relationship Type="http://schemas.openxmlformats.org/officeDocument/2006/relationships/slideLayout" Target="/ppt/slideLayouts/slideLayout11.xml" Id="R7881a1d46c1b484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4157d5a399c4c44"/>
    <p:sldLayoutId xmlns:r="http://schemas.openxmlformats.org/officeDocument/2006/relationships" id="2147483650" r:id="R375e9de6230d4a46"/>
    <p:sldLayoutId xmlns:r="http://schemas.openxmlformats.org/officeDocument/2006/relationships" id="2147483651" r:id="R755c768912da4a1f"/>
    <p:sldLayoutId xmlns:r="http://schemas.openxmlformats.org/officeDocument/2006/relationships" id="2147483652" r:id="R85326e34fddf4991"/>
    <p:sldLayoutId xmlns:r="http://schemas.openxmlformats.org/officeDocument/2006/relationships" id="2147483653" r:id="R6dff3b02a85446cc"/>
    <p:sldLayoutId xmlns:r="http://schemas.openxmlformats.org/officeDocument/2006/relationships" id="2147483654" r:id="Rfe082f1f27da4118"/>
    <p:sldLayoutId xmlns:r="http://schemas.openxmlformats.org/officeDocument/2006/relationships" id="2147483655" r:id="Rab660d3cbb0d454f"/>
    <p:sldLayoutId xmlns:r="http://schemas.openxmlformats.org/officeDocument/2006/relationships" id="2147483656" r:id="R67c32530d08c4a3d"/>
    <p:sldLayoutId xmlns:r="http://schemas.openxmlformats.org/officeDocument/2006/relationships" id="2147483657" r:id="R1235a91b54b442e8"/>
    <p:sldLayoutId xmlns:r="http://schemas.openxmlformats.org/officeDocument/2006/relationships" id="2147483658" r:id="Ra328c2203f7d4006"/>
    <p:sldLayoutId xmlns:r="http://schemas.openxmlformats.org/officeDocument/2006/relationships" id="2147483659" r:id="R7881a1d46c1b4847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90dc4bbef14d0f" /><Relationship Type="http://schemas.openxmlformats.org/officeDocument/2006/relationships/notesSlide" Target="/ppt/notesSlides/notesSlide1.xml" Id="Re9cdbd8efeab43f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827a73e530c4463" /><Relationship Type="http://schemas.openxmlformats.org/officeDocument/2006/relationships/notesSlide" Target="/ppt/notesSlides/notesSlide2.xml" Id="R2a1574b68a5a426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f8393df0e2f47cc" /><Relationship Type="http://schemas.openxmlformats.org/officeDocument/2006/relationships/notesSlide" Target="/ppt/notesSlides/notesSlide3.xml" Id="R0a0c08d103b0495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2f2eb31857a4202" /><Relationship Type="http://schemas.openxmlformats.org/officeDocument/2006/relationships/notesSlide" Target="/ppt/notesSlides/notesSlide4.xml" Id="R2c02727894cc423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dde91e0e93943c9" /><Relationship Type="http://schemas.openxmlformats.org/officeDocument/2006/relationships/notesSlide" Target="/ppt/notesSlides/notesSlide5.xml" Id="Rb528a3c434454e7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e351337c7ac4408" /><Relationship Type="http://schemas.openxmlformats.org/officeDocument/2006/relationships/notesSlide" Target="/ppt/notesSlides/notesSlide6.xml" Id="Rb4a88624175d423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a569595fb5e4901" /><Relationship Type="http://schemas.openxmlformats.org/officeDocument/2006/relationships/notesSlide" Target="/ppt/notesSlides/notesSlide7.xml" Id="R48c41548fa95415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d889f825b8a450a" /><Relationship Type="http://schemas.openxmlformats.org/officeDocument/2006/relationships/notesSlide" Target="/ppt/notesSlides/notesSlide8.xml" Id="R42310a83a50145b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27109b9b947451a" /><Relationship Type="http://schemas.openxmlformats.org/officeDocument/2006/relationships/notesSlide" Target="/ppt/notesSlides/notesSlide9.xml" Id="R5df6626e13cc446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92019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List Positions and Updates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22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is the first list position 0 rather than 1?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the user enters position 3 for a list containing three items?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must the position input be converted with int() before it is used inside square brackets?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How does index assignment change one item without changing the length of the list?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5483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Keep the starter's first position and replacement inputs. After the first update,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"New item:"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item at [position]. Ask for another position from 0 to 2 and store it in [second_position]. Ask for another replacement and store it in [second_replacement], then update that item. Test position 2 with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"scissors"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followed by position 0 with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 ['pen', 'book', 'scissors']"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After completing one replacement, ask for another position from 0 to 2 and store it in [check_position].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"Selected item:"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item at [check_position]. Test replacement position 1, replacement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"folder"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check position 1;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"Selected item: folder"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7835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Store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"Park"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"Museum"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"Station"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 a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[places]. Ask for a position from 0 to 2 and store it in [position]. Ask for a new place and store it in [new_place], then replace the item at [position]. Test position 1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"Library"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stop: Park"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places: ['Park', 'Library', 'Station']"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supplies(3))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supplies(1) =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"folder"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(supplies)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2026-08-28T09:24:18.3520000Z</dcterms:created>
  <dcterms:modified xsi:type="dcterms:W3CDTF">2026-08-28T09:24:18.3520000Z</dcterms:modified>
</coreProperties>
</file>