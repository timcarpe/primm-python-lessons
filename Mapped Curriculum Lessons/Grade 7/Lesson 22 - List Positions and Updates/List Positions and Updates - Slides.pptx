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797eeb68e5a14e32" /><Relationship Type="http://schemas.openxmlformats.org/officeDocument/2006/relationships/extended-properties" Target="/docProps/app.xml" Id="R2e6a71c8458b4264" /><Relationship Type="http://schemas.openxmlformats.org/officeDocument/2006/relationships/officeDocument" Target="/ppt/presentation.xml" Id="Rf80232f7e35c4bd3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58a963ecc57e46d3"/>
  </p:sldMasterIdLst>
  <p:notesMasterIdLst>
    <p:notesMasterId xmlns:r="http://schemas.openxmlformats.org/officeDocument/2006/relationships" r:id="R2d777916bcd446ec"/>
  </p:notesMasterIdLst>
  <p:sldIdLst>
    <p:sldId xmlns:r="http://schemas.openxmlformats.org/officeDocument/2006/relationships" id="256" r:id="Re783a5e8484e48bf"/>
    <p:sldId xmlns:r="http://schemas.openxmlformats.org/officeDocument/2006/relationships" id="257" r:id="R0023ab6417d64a8f"/>
    <p:sldId xmlns:r="http://schemas.openxmlformats.org/officeDocument/2006/relationships" id="258" r:id="R115216d327b8499b"/>
    <p:sldId xmlns:r="http://schemas.openxmlformats.org/officeDocument/2006/relationships" id="259" r:id="R0fe96d52705c4421"/>
    <p:sldId xmlns:r="http://schemas.openxmlformats.org/officeDocument/2006/relationships" id="260" r:id="R5e019c292e374cfa"/>
    <p:sldId xmlns:r="http://schemas.openxmlformats.org/officeDocument/2006/relationships" id="261" r:id="R7bc0720df9e44116"/>
    <p:sldId xmlns:r="http://schemas.openxmlformats.org/officeDocument/2006/relationships" id="262" r:id="R29b279fdf8a4420b"/>
    <p:sldId xmlns:r="http://schemas.openxmlformats.org/officeDocument/2006/relationships" id="263" r:id="R188a26c001144a87"/>
    <p:sldId xmlns:r="http://schemas.openxmlformats.org/officeDocument/2006/relationships" id="264" r:id="Rba1403ade6d046d3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84d996f533ae45bd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6e2deee39cb439f" /><Relationship Type="http://schemas.openxmlformats.org/officeDocument/2006/relationships/slideMaster" Target="/ppt/slideMasters/slideMaster1.xml" Id="R58a963ecc57e46d3" /><Relationship Type="http://schemas.openxmlformats.org/officeDocument/2006/relationships/notesMaster" Target="/ppt/notesMasters/notesMaster1.xml" Id="R2d777916bcd446ec" /><Relationship Type="http://schemas.openxmlformats.org/officeDocument/2006/relationships/presProps" Target="/ppt/presProps.xml" Id="Racc5629c83e947b1" /><Relationship Type="http://schemas.openxmlformats.org/officeDocument/2006/relationships/viewProps" Target="/ppt/viewProps.xml" Id="R5a8c143f62184bbc" /><Relationship Type="http://schemas.openxmlformats.org/officeDocument/2006/relationships/tableStyles" Target="/ppt/tableStyles.xml" Id="R524fc33b11e14469" /><Relationship Type="http://schemas.openxmlformats.org/officeDocument/2006/relationships/font" Target="/ppt/fonts/font.dat" Id="R84d996f533ae45bd" /><Relationship Type="http://schemas.openxmlformats.org/officeDocument/2006/relationships/slide" Target="/ppt/slides/slide1.xml" Id="Re783a5e8484e48bf" /><Relationship Type="http://schemas.openxmlformats.org/officeDocument/2006/relationships/slide" Target="/ppt/slides/slide2.xml" Id="R0023ab6417d64a8f" /><Relationship Type="http://schemas.openxmlformats.org/officeDocument/2006/relationships/slide" Target="/ppt/slides/slide3.xml" Id="R115216d327b8499b" /><Relationship Type="http://schemas.openxmlformats.org/officeDocument/2006/relationships/slide" Target="/ppt/slides/slide4.xml" Id="R0fe96d52705c4421" /><Relationship Type="http://schemas.openxmlformats.org/officeDocument/2006/relationships/slide" Target="/ppt/slides/slide5.xml" Id="R5e019c292e374cfa" /><Relationship Type="http://schemas.openxmlformats.org/officeDocument/2006/relationships/slide" Target="/ppt/slides/slide6.xml" Id="R7bc0720df9e44116" /><Relationship Type="http://schemas.openxmlformats.org/officeDocument/2006/relationships/slide" Target="/ppt/slides/slide7.xml" Id="R29b279fdf8a4420b" /><Relationship Type="http://schemas.openxmlformats.org/officeDocument/2006/relationships/slide" Target="/ppt/slides/slide8.xml" Id="R188a26c001144a87" /><Relationship Type="http://schemas.openxmlformats.org/officeDocument/2006/relationships/slide" Target="/ppt/slides/slide9.xml" Id="Rba1403ade6d046d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1c95daad2b5444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ab33090a9a04b23" /><Relationship Type="http://schemas.openxmlformats.org/officeDocument/2006/relationships/notesMaster" Target="/ppt/notesMasters/notesMaster1.xml" Id="Rcb62e8ea695d43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4d3ee2e90942fa" /><Relationship Type="http://schemas.openxmlformats.org/officeDocument/2006/relationships/notesMaster" Target="/ppt/notesMasters/notesMaster1.xml" Id="R26de10def145425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f1ecc1bad924d6c" /><Relationship Type="http://schemas.openxmlformats.org/officeDocument/2006/relationships/notesMaster" Target="/ppt/notesMasters/notesMaster1.xml" Id="R162498f4fe3049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9ffc1bdeb764a24" /><Relationship Type="http://schemas.openxmlformats.org/officeDocument/2006/relationships/notesMaster" Target="/ppt/notesMasters/notesMaster1.xml" Id="Ra8e82bc5d66146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30be90a991e47a8" /><Relationship Type="http://schemas.openxmlformats.org/officeDocument/2006/relationships/notesMaster" Target="/ppt/notesMasters/notesMaster1.xml" Id="R2bbf7ead44044d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927f2d0bf42457d" /><Relationship Type="http://schemas.openxmlformats.org/officeDocument/2006/relationships/notesMaster" Target="/ppt/notesMasters/notesMaster1.xml" Id="R394a478507244a7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e7b325e59e14936" /><Relationship Type="http://schemas.openxmlformats.org/officeDocument/2006/relationships/notesMaster" Target="/ppt/notesMasters/notesMaster1.xml" Id="Rba71226569d8419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810cfb7b5964cc3" /><Relationship Type="http://schemas.openxmlformats.org/officeDocument/2006/relationships/notesMaster" Target="/ppt/notesMasters/notesMaster1.xml" Id="R5e37e526e96d46f2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1f7eabfc92c49aa" /><Relationship Type="http://schemas.openxmlformats.org/officeDocument/2006/relationships/notesMaster" Target="/ppt/notesMasters/notesMaster1.xml" Id="R045f3f1936be4ae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2962ee86e44804" /><Relationship Type="http://schemas.openxmlformats.org/officeDocument/2006/relationships/image" Target="/ppt/media/image.png" Id="R0cfee9ba42784dfd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29a18bdca754b55" /><Relationship Type="http://schemas.openxmlformats.org/officeDocument/2006/relationships/image" Target="/ppt/media/image.png" Id="Rc51a95c530bd41b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64b8a72b0d45b0" /><Relationship Type="http://schemas.openxmlformats.org/officeDocument/2006/relationships/image" Target="/ppt/media/image.png" Id="R522dd82e76de405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0477e3ff1cb486d" /><Relationship Type="http://schemas.openxmlformats.org/officeDocument/2006/relationships/image" Target="/ppt/media/image.png" Id="R574bdc0827f444d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0ffb8f47e4a48a5" /><Relationship Type="http://schemas.openxmlformats.org/officeDocument/2006/relationships/image" Target="/ppt/media/image.png" Id="R03fa1b49866a47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955d9379d94c1e" /><Relationship Type="http://schemas.openxmlformats.org/officeDocument/2006/relationships/image" Target="/ppt/media/image.png" Id="Rc5a91c71977f4714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2759abcc7b4080" /><Relationship Type="http://schemas.openxmlformats.org/officeDocument/2006/relationships/image" Target="/ppt/media/image.png" Id="Rfcc91919e43948a5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13655aff6ad4648" /><Relationship Type="http://schemas.openxmlformats.org/officeDocument/2006/relationships/image" Target="/ppt/media/image.png" Id="Rbbac5d369f404b1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23f444093cd48d7" /><Relationship Type="http://schemas.openxmlformats.org/officeDocument/2006/relationships/image" Target="/ppt/media/image.png" Id="R0fde47e598ce409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e64c77c1e247f5" /><Relationship Type="http://schemas.openxmlformats.org/officeDocument/2006/relationships/image" Target="/ppt/media/image.png" Id="Rb39827d1daef497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632ec051e4f15" /><Relationship Type="http://schemas.openxmlformats.org/officeDocument/2006/relationships/image" Target="/ppt/media/image.png" Id="Rf8bf0f14a40143d0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cfee9ba42784dfd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1a95c530bd41bf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2dd82e76de405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74bdc0827f444d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3fa1b49866a478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5a91c71977f47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cc91919e43948a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bac5d369f404b1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fde47e598ce409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39827d1daef497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8bf0f14a40143d0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cf19879fc564911" /><Relationship Type="http://schemas.openxmlformats.org/officeDocument/2006/relationships/slideLayout" Target="/ppt/slideLayouts/slideLayout1.xml" Id="R5d01b03924fa4ceb" /><Relationship Type="http://schemas.openxmlformats.org/officeDocument/2006/relationships/slideLayout" Target="/ppt/slideLayouts/slideLayout2.xml" Id="Re3f11e30a6f24aba" /><Relationship Type="http://schemas.openxmlformats.org/officeDocument/2006/relationships/slideLayout" Target="/ppt/slideLayouts/slideLayout3.xml" Id="Rff41a4f7cae7400b" /><Relationship Type="http://schemas.openxmlformats.org/officeDocument/2006/relationships/slideLayout" Target="/ppt/slideLayouts/slideLayout4.xml" Id="R68ca4a8621104a14" /><Relationship Type="http://schemas.openxmlformats.org/officeDocument/2006/relationships/slideLayout" Target="/ppt/slideLayouts/slideLayout5.xml" Id="R1dcfdc10a90f4cba" /><Relationship Type="http://schemas.openxmlformats.org/officeDocument/2006/relationships/slideLayout" Target="/ppt/slideLayouts/slideLayout6.xml" Id="R0ee3df681c124a54" /><Relationship Type="http://schemas.openxmlformats.org/officeDocument/2006/relationships/slideLayout" Target="/ppt/slideLayouts/slideLayout7.xml" Id="Rb954bc8cfa084c32" /><Relationship Type="http://schemas.openxmlformats.org/officeDocument/2006/relationships/slideLayout" Target="/ppt/slideLayouts/slideLayout8.xml" Id="Raa7d493219b241e2" /><Relationship Type="http://schemas.openxmlformats.org/officeDocument/2006/relationships/slideLayout" Target="/ppt/slideLayouts/slideLayout9.xml" Id="R8513082f21d64db7" /><Relationship Type="http://schemas.openxmlformats.org/officeDocument/2006/relationships/slideLayout" Target="/ppt/slideLayouts/slideLayout10.xml" Id="R443a3064e69146c0" /><Relationship Type="http://schemas.openxmlformats.org/officeDocument/2006/relationships/slideLayout" Target="/ppt/slideLayouts/slideLayout11.xml" Id="Ree650a7ddaf4455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d01b03924fa4ceb"/>
    <p:sldLayoutId xmlns:r="http://schemas.openxmlformats.org/officeDocument/2006/relationships" id="2147483650" r:id="Re3f11e30a6f24aba"/>
    <p:sldLayoutId xmlns:r="http://schemas.openxmlformats.org/officeDocument/2006/relationships" id="2147483651" r:id="Rff41a4f7cae7400b"/>
    <p:sldLayoutId xmlns:r="http://schemas.openxmlformats.org/officeDocument/2006/relationships" id="2147483652" r:id="R68ca4a8621104a14"/>
    <p:sldLayoutId xmlns:r="http://schemas.openxmlformats.org/officeDocument/2006/relationships" id="2147483653" r:id="R1dcfdc10a90f4cba"/>
    <p:sldLayoutId xmlns:r="http://schemas.openxmlformats.org/officeDocument/2006/relationships" id="2147483654" r:id="R0ee3df681c124a54"/>
    <p:sldLayoutId xmlns:r="http://schemas.openxmlformats.org/officeDocument/2006/relationships" id="2147483655" r:id="Rb954bc8cfa084c32"/>
    <p:sldLayoutId xmlns:r="http://schemas.openxmlformats.org/officeDocument/2006/relationships" id="2147483656" r:id="Raa7d493219b241e2"/>
    <p:sldLayoutId xmlns:r="http://schemas.openxmlformats.org/officeDocument/2006/relationships" id="2147483657" r:id="R8513082f21d64db7"/>
    <p:sldLayoutId xmlns:r="http://schemas.openxmlformats.org/officeDocument/2006/relationships" id="2147483658" r:id="R443a3064e69146c0"/>
    <p:sldLayoutId xmlns:r="http://schemas.openxmlformats.org/officeDocument/2006/relationships" id="2147483659" r:id="Ree650a7ddaf4455c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2896c16bd41b6" /><Relationship Type="http://schemas.openxmlformats.org/officeDocument/2006/relationships/notesSlide" Target="/ppt/notesSlides/notesSlide1.xml" Id="R1a7f1658882344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854dd17043d419c" /><Relationship Type="http://schemas.openxmlformats.org/officeDocument/2006/relationships/notesSlide" Target="/ppt/notesSlides/notesSlide2.xml" Id="Rc6e636dfa44b4bc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6c82b992be14dbb" /><Relationship Type="http://schemas.openxmlformats.org/officeDocument/2006/relationships/notesSlide" Target="/ppt/notesSlides/notesSlide3.xml" Id="Rcacf07fd35e54f4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6c6615581604d29" /><Relationship Type="http://schemas.openxmlformats.org/officeDocument/2006/relationships/notesSlide" Target="/ppt/notesSlides/notesSlide4.xml" Id="R0f1139b9ae654a7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493d9e750a472b" /><Relationship Type="http://schemas.openxmlformats.org/officeDocument/2006/relationships/notesSlide" Target="/ppt/notesSlides/notesSlide5.xml" Id="Rd09f67fae1604bb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61b09e548e146f0" /><Relationship Type="http://schemas.openxmlformats.org/officeDocument/2006/relationships/notesSlide" Target="/ppt/notesSlides/notesSlide6.xml" Id="Rdd3fde85c1084c4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c84035158ac4a78" /><Relationship Type="http://schemas.openxmlformats.org/officeDocument/2006/relationships/notesSlide" Target="/ppt/notesSlides/notesSlide7.xml" Id="R67f7178ab26c4c7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da3aebc54494f56" /><Relationship Type="http://schemas.openxmlformats.org/officeDocument/2006/relationships/notesSlide" Target="/ppt/notesSlides/notesSlide8.xml" Id="R0371c4cf987b4d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3d1379e28f84835" /><Relationship Type="http://schemas.openxmlformats.org/officeDocument/2006/relationships/notesSlide" Target="/ppt/notesSlides/notesSlide9.xml" Id="R8d2ae33831bb461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92019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List Positions and Updates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22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is the first list position 0 rather than 1?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What happens if the user enters position 3 for a list containing three items?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must the position input be converted with int() before it is used inside square brackets?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How does index assignment change one item without changing the length of the list?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it swaps two items instead of replacing one. Ask for two positions from 0 to 2, store the first item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temp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use it to swap the items.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0 and 2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 ['tape', 'book', 'pencil']"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Extend the example so that, after the replacement, it asks for another position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check_position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Display the item there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then the updated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1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"Selected item: folder"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scoreboard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scores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0, 0 and 0 for three teams. Twice, ask which team scored (0 to 2) and how many points, then add the points to that team's score. Display the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For example, 1 and 3, then 1 and 2, display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"Scores: [0, 5, 0]"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position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"Position 0 to 2: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supplies[position])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replacement = </a:t>
            </a: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input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"Replacement item: 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)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supplies[position] = replacement</a:t>
            </a:r>
            <a:b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"Updated list:"</a:t>
            </a:r>
            <a:r>
              <a:rPr sz="1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89177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"pencil"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"book"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"tape"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"Old item:"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supplies(3))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supplies(1) =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"folder"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(supplies)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2026-09-29T02:07:09.4610000Z</dcterms:created>
  <dcterms:modified xsi:type="dcterms:W3CDTF">2026-09-29T02:07:09.4610000Z</dcterms:modified>
</coreProperties>
</file>