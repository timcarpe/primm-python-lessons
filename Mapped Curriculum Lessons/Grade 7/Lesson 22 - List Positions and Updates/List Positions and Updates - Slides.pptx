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5e20018d644656" /><Relationship Type="http://schemas.openxmlformats.org/officeDocument/2006/relationships/extended-properties" Target="/docProps/app.xml" Id="Raeb060fce048443f" /><Relationship Type="http://schemas.openxmlformats.org/officeDocument/2006/relationships/officeDocument" Target="/ppt/presentation.xml" Id="R7d12aa0863ba45f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09874f192a848e0"/>
  </p:sldMasterIdLst>
  <p:notesMasterIdLst>
    <p:notesMasterId xmlns:r="http://schemas.openxmlformats.org/officeDocument/2006/relationships" r:id="Re93b4474dce64a3e"/>
  </p:notesMasterIdLst>
  <p:sldIdLst>
    <p:sldId xmlns:r="http://schemas.openxmlformats.org/officeDocument/2006/relationships" id="256" r:id="R97ab9f386c654c04"/>
    <p:sldId xmlns:r="http://schemas.openxmlformats.org/officeDocument/2006/relationships" id="257" r:id="R237c8370fa07425c"/>
    <p:sldId xmlns:r="http://schemas.openxmlformats.org/officeDocument/2006/relationships" id="258" r:id="Rc24f89c4f69c4331"/>
    <p:sldId xmlns:r="http://schemas.openxmlformats.org/officeDocument/2006/relationships" id="259" r:id="R4e721b55c8884831"/>
    <p:sldId xmlns:r="http://schemas.openxmlformats.org/officeDocument/2006/relationships" id="260" r:id="Re4d925be57e44fb4"/>
    <p:sldId xmlns:r="http://schemas.openxmlformats.org/officeDocument/2006/relationships" id="261" r:id="R320e1d6ed9bc4915"/>
    <p:sldId xmlns:r="http://schemas.openxmlformats.org/officeDocument/2006/relationships" id="262" r:id="R6cd3f2f7243f428f"/>
    <p:sldId xmlns:r="http://schemas.openxmlformats.org/officeDocument/2006/relationships" id="263" r:id="Rb14d5f2c04914962"/>
    <p:sldId xmlns:r="http://schemas.openxmlformats.org/officeDocument/2006/relationships" id="264" r:id="R685d9c0b6b55440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62594b4d84045e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dec45427ee4d42" /><Relationship Type="http://schemas.openxmlformats.org/officeDocument/2006/relationships/slideMaster" Target="/ppt/slideMasters/slideMaster1.xml" Id="Ra09874f192a848e0" /><Relationship Type="http://schemas.openxmlformats.org/officeDocument/2006/relationships/notesMaster" Target="/ppt/notesMasters/notesMaster1.xml" Id="Re93b4474dce64a3e" /><Relationship Type="http://schemas.openxmlformats.org/officeDocument/2006/relationships/presProps" Target="/ppt/presProps.xml" Id="Rb48368775e3e4647" /><Relationship Type="http://schemas.openxmlformats.org/officeDocument/2006/relationships/viewProps" Target="/ppt/viewProps.xml" Id="Rb38c1c03e3594132" /><Relationship Type="http://schemas.openxmlformats.org/officeDocument/2006/relationships/tableStyles" Target="/ppt/tableStyles.xml" Id="R5f638d50ff7e42b4" /><Relationship Type="http://schemas.openxmlformats.org/officeDocument/2006/relationships/font" Target="/ppt/fonts/font.dat" Id="Ra62594b4d84045e0" /><Relationship Type="http://schemas.openxmlformats.org/officeDocument/2006/relationships/slide" Target="/ppt/slides/slide1.xml" Id="R97ab9f386c654c04" /><Relationship Type="http://schemas.openxmlformats.org/officeDocument/2006/relationships/slide" Target="/ppt/slides/slide2.xml" Id="R237c8370fa07425c" /><Relationship Type="http://schemas.openxmlformats.org/officeDocument/2006/relationships/slide" Target="/ppt/slides/slide3.xml" Id="Rc24f89c4f69c4331" /><Relationship Type="http://schemas.openxmlformats.org/officeDocument/2006/relationships/slide" Target="/ppt/slides/slide4.xml" Id="R4e721b55c8884831" /><Relationship Type="http://schemas.openxmlformats.org/officeDocument/2006/relationships/slide" Target="/ppt/slides/slide5.xml" Id="Re4d925be57e44fb4" /><Relationship Type="http://schemas.openxmlformats.org/officeDocument/2006/relationships/slide" Target="/ppt/slides/slide6.xml" Id="R320e1d6ed9bc4915" /><Relationship Type="http://schemas.openxmlformats.org/officeDocument/2006/relationships/slide" Target="/ppt/slides/slide7.xml" Id="R6cd3f2f7243f428f" /><Relationship Type="http://schemas.openxmlformats.org/officeDocument/2006/relationships/slide" Target="/ppt/slides/slide8.xml" Id="Rb14d5f2c04914962" /><Relationship Type="http://schemas.openxmlformats.org/officeDocument/2006/relationships/slide" Target="/ppt/slides/slide9.xml" Id="R685d9c0b6b5544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ac33bd374a43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4f00040ff84f43" /><Relationship Type="http://schemas.openxmlformats.org/officeDocument/2006/relationships/notesMaster" Target="/ppt/notesMasters/notesMaster1.xml" Id="R7d42be5fe5224f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5ce526c21943bd" /><Relationship Type="http://schemas.openxmlformats.org/officeDocument/2006/relationships/notesMaster" Target="/ppt/notesMasters/notesMaster1.xml" Id="R199050fd0f1541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66f2232784408d" /><Relationship Type="http://schemas.openxmlformats.org/officeDocument/2006/relationships/notesMaster" Target="/ppt/notesMasters/notesMaster1.xml" Id="R1ec82be31a0f41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f23cf4438f43f9" /><Relationship Type="http://schemas.openxmlformats.org/officeDocument/2006/relationships/notesMaster" Target="/ppt/notesMasters/notesMaster1.xml" Id="R2593111a44a047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583e6c02f241cd" /><Relationship Type="http://schemas.openxmlformats.org/officeDocument/2006/relationships/notesMaster" Target="/ppt/notesMasters/notesMaster1.xml" Id="R20c51fd5b8db44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201e8d63314338" /><Relationship Type="http://schemas.openxmlformats.org/officeDocument/2006/relationships/notesMaster" Target="/ppt/notesMasters/notesMaster1.xml" Id="Rb28f1c7b3ef747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a4a58181a84c30" /><Relationship Type="http://schemas.openxmlformats.org/officeDocument/2006/relationships/notesMaster" Target="/ppt/notesMasters/notesMaster1.xml" Id="R6f1b14836ec247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8ea99c6dcd4ac3" /><Relationship Type="http://schemas.openxmlformats.org/officeDocument/2006/relationships/notesMaster" Target="/ppt/notesMasters/notesMaster1.xml" Id="R6ad3d335b09949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136eac68264491" /><Relationship Type="http://schemas.openxmlformats.org/officeDocument/2006/relationships/notesMaster" Target="/ppt/notesMasters/notesMaster1.xml" Id="Rd445b85c3d2446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870c45eed4c01" /><Relationship Type="http://schemas.openxmlformats.org/officeDocument/2006/relationships/image" Target="/ppt/media/image.png" Id="R436d227cbdda42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0fc339d724211" /><Relationship Type="http://schemas.openxmlformats.org/officeDocument/2006/relationships/image" Target="/ppt/media/image.png" Id="R6d3f22953c4946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36909bde7400a" /><Relationship Type="http://schemas.openxmlformats.org/officeDocument/2006/relationships/image" Target="/ppt/media/image.png" Id="Ra0a0e3931a3046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bac3039184cda" /><Relationship Type="http://schemas.openxmlformats.org/officeDocument/2006/relationships/image" Target="/ppt/media/image.png" Id="Re1635f18ae904c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49b6496ab840c2" /><Relationship Type="http://schemas.openxmlformats.org/officeDocument/2006/relationships/image" Target="/ppt/media/image.png" Id="R6a3fc1a9374c4c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281085a51941f5" /><Relationship Type="http://schemas.openxmlformats.org/officeDocument/2006/relationships/image" Target="/ppt/media/image.png" Id="Rdabe1043cfbc4ee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db03525b94806" /><Relationship Type="http://schemas.openxmlformats.org/officeDocument/2006/relationships/image" Target="/ppt/media/image.png" Id="R9079f31d4f9941e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1bc92c9b54bd4" /><Relationship Type="http://schemas.openxmlformats.org/officeDocument/2006/relationships/image" Target="/ppt/media/image.png" Id="R99e2641a7f1f4c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00bb6c11f414e" /><Relationship Type="http://schemas.openxmlformats.org/officeDocument/2006/relationships/image" Target="/ppt/media/image.png" Id="R371b27320b9e4e0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06f48edb941a2" /><Relationship Type="http://schemas.openxmlformats.org/officeDocument/2006/relationships/image" Target="/ppt/media/image.png" Id="R5c1902736c1646b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646d447f8a4ded" /><Relationship Type="http://schemas.openxmlformats.org/officeDocument/2006/relationships/image" Target="/ppt/media/image.png" Id="R6416d759f4434a0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6d227cbdda42e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3f22953c4946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a0e3931a3046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635f18ae904cb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3fc1a9374c4c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be1043cfbc4e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79f31d4f9941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e2641a7f1f4c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1b27320b9e4e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1902736c1646b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16d759f4434a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da84e6ea2549cf" /><Relationship Type="http://schemas.openxmlformats.org/officeDocument/2006/relationships/slideLayout" Target="/ppt/slideLayouts/slideLayout1.xml" Id="R523530dc620f4e5d" /><Relationship Type="http://schemas.openxmlformats.org/officeDocument/2006/relationships/slideLayout" Target="/ppt/slideLayouts/slideLayout2.xml" Id="R64b429e034fa44f7" /><Relationship Type="http://schemas.openxmlformats.org/officeDocument/2006/relationships/slideLayout" Target="/ppt/slideLayouts/slideLayout3.xml" Id="Rb64a1f451cdc45e8" /><Relationship Type="http://schemas.openxmlformats.org/officeDocument/2006/relationships/slideLayout" Target="/ppt/slideLayouts/slideLayout4.xml" Id="Rf11c87fbfec846da" /><Relationship Type="http://schemas.openxmlformats.org/officeDocument/2006/relationships/slideLayout" Target="/ppt/slideLayouts/slideLayout5.xml" Id="Rd169805deeb44618" /><Relationship Type="http://schemas.openxmlformats.org/officeDocument/2006/relationships/slideLayout" Target="/ppt/slideLayouts/slideLayout6.xml" Id="R5d16636d2c594389" /><Relationship Type="http://schemas.openxmlformats.org/officeDocument/2006/relationships/slideLayout" Target="/ppt/slideLayouts/slideLayout7.xml" Id="Ra91918dcf62a49ba" /><Relationship Type="http://schemas.openxmlformats.org/officeDocument/2006/relationships/slideLayout" Target="/ppt/slideLayouts/slideLayout8.xml" Id="R232b9b4731154751" /><Relationship Type="http://schemas.openxmlformats.org/officeDocument/2006/relationships/slideLayout" Target="/ppt/slideLayouts/slideLayout9.xml" Id="Rbf053fa394f04635" /><Relationship Type="http://schemas.openxmlformats.org/officeDocument/2006/relationships/slideLayout" Target="/ppt/slideLayouts/slideLayout10.xml" Id="Rc756c6d29929406c" /><Relationship Type="http://schemas.openxmlformats.org/officeDocument/2006/relationships/slideLayout" Target="/ppt/slideLayouts/slideLayout11.xml" Id="R23d3ba3bf2ec446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3530dc620f4e5d"/>
    <p:sldLayoutId xmlns:r="http://schemas.openxmlformats.org/officeDocument/2006/relationships" id="2147483650" r:id="R64b429e034fa44f7"/>
    <p:sldLayoutId xmlns:r="http://schemas.openxmlformats.org/officeDocument/2006/relationships" id="2147483651" r:id="Rb64a1f451cdc45e8"/>
    <p:sldLayoutId xmlns:r="http://schemas.openxmlformats.org/officeDocument/2006/relationships" id="2147483652" r:id="Rf11c87fbfec846da"/>
    <p:sldLayoutId xmlns:r="http://schemas.openxmlformats.org/officeDocument/2006/relationships" id="2147483653" r:id="Rd169805deeb44618"/>
    <p:sldLayoutId xmlns:r="http://schemas.openxmlformats.org/officeDocument/2006/relationships" id="2147483654" r:id="R5d16636d2c594389"/>
    <p:sldLayoutId xmlns:r="http://schemas.openxmlformats.org/officeDocument/2006/relationships" id="2147483655" r:id="Ra91918dcf62a49ba"/>
    <p:sldLayoutId xmlns:r="http://schemas.openxmlformats.org/officeDocument/2006/relationships" id="2147483656" r:id="R232b9b4731154751"/>
    <p:sldLayoutId xmlns:r="http://schemas.openxmlformats.org/officeDocument/2006/relationships" id="2147483657" r:id="Rbf053fa394f04635"/>
    <p:sldLayoutId xmlns:r="http://schemas.openxmlformats.org/officeDocument/2006/relationships" id="2147483658" r:id="Rc756c6d29929406c"/>
    <p:sldLayoutId xmlns:r="http://schemas.openxmlformats.org/officeDocument/2006/relationships" id="2147483659" r:id="R23d3ba3bf2ec446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f7c937e9a413b" /><Relationship Type="http://schemas.openxmlformats.org/officeDocument/2006/relationships/notesSlide" Target="/ppt/notesSlides/notesSlide1.xml" Id="R7904a687f0e748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cc3595cd6a4b0b" /><Relationship Type="http://schemas.openxmlformats.org/officeDocument/2006/relationships/notesSlide" Target="/ppt/notesSlides/notesSlide2.xml" Id="Radedb7f6b6f044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74585e6bf54323" /><Relationship Type="http://schemas.openxmlformats.org/officeDocument/2006/relationships/notesSlide" Target="/ppt/notesSlides/notesSlide3.xml" Id="Ra529d6bae38541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1cac7a353144b8" /><Relationship Type="http://schemas.openxmlformats.org/officeDocument/2006/relationships/notesSlide" Target="/ppt/notesSlides/notesSlide4.xml" Id="R13963e5024ce40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d81315a367449c" /><Relationship Type="http://schemas.openxmlformats.org/officeDocument/2006/relationships/notesSlide" Target="/ppt/notesSlides/notesSlide5.xml" Id="R2522f2cf934b44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00d737e3564060" /><Relationship Type="http://schemas.openxmlformats.org/officeDocument/2006/relationships/notesSlide" Target="/ppt/notesSlides/notesSlide6.xml" Id="R3c470dcf27a840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d8563dc2ea4764" /><Relationship Type="http://schemas.openxmlformats.org/officeDocument/2006/relationships/notesSlide" Target="/ppt/notesSlides/notesSlide7.xml" Id="Ra9e0b6f0bd554a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f828bff2dd413a" /><Relationship Type="http://schemas.openxmlformats.org/officeDocument/2006/relationships/notesSlide" Target="/ppt/notesSlides/notesSlide8.xml" Id="R49159c97600940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66bb79167841b7" /><Relationship Type="http://schemas.openxmlformats.org/officeDocument/2006/relationships/notesSlide" Target="/ppt/notesSlides/notesSlide9.xml" Id="Ra78267978ff0414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Replace the item at position 2 with scissors. The final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must display pencil, book and scissors in that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the replacement, ask for a second valid position and display the item currently stored there. For 1/folder then 1, the selected item must be folder.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three-stop route editor. Start with three place names, ask which valid position to change and the new place, then display the first stop and the complete updated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2026-08-27T03:53:55.6300000Z</dcterms:created>
  <dcterms:modified xsi:type="dcterms:W3CDTF">2026-08-27T03:53:55.6300000Z</dcterms:modified>
</coreProperties>
</file>