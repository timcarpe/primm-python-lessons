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e59943fb36461d" /><Relationship Type="http://schemas.openxmlformats.org/officeDocument/2006/relationships/extended-properties" Target="/docProps/app.xml" Id="Re06164ebe6c9429d" /><Relationship Type="http://schemas.openxmlformats.org/officeDocument/2006/relationships/officeDocument" Target="/ppt/presentation.xml" Id="Re227300af70b422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4f4e6c7c5c14406"/>
  </p:sldMasterIdLst>
  <p:notesMasterIdLst>
    <p:notesMasterId xmlns:r="http://schemas.openxmlformats.org/officeDocument/2006/relationships" r:id="R41df40386e754bbf"/>
  </p:notesMasterIdLst>
  <p:sldIdLst>
    <p:sldId xmlns:r="http://schemas.openxmlformats.org/officeDocument/2006/relationships" id="256" r:id="R1cd75144a33b4226"/>
    <p:sldId xmlns:r="http://schemas.openxmlformats.org/officeDocument/2006/relationships" id="257" r:id="R23f5c9c9c62b4062"/>
    <p:sldId xmlns:r="http://schemas.openxmlformats.org/officeDocument/2006/relationships" id="258" r:id="R0603302cb24b40f0"/>
    <p:sldId xmlns:r="http://schemas.openxmlformats.org/officeDocument/2006/relationships" id="259" r:id="Rc158c9fe53e44e7f"/>
    <p:sldId xmlns:r="http://schemas.openxmlformats.org/officeDocument/2006/relationships" id="260" r:id="R7daf0d6361b14185"/>
    <p:sldId xmlns:r="http://schemas.openxmlformats.org/officeDocument/2006/relationships" id="261" r:id="R1ae47d4fa3154479"/>
    <p:sldId xmlns:r="http://schemas.openxmlformats.org/officeDocument/2006/relationships" id="262" r:id="Rd52fa4fe2c1a44a4"/>
    <p:sldId xmlns:r="http://schemas.openxmlformats.org/officeDocument/2006/relationships" id="263" r:id="Re8178cb01a1b4fd8"/>
    <p:sldId xmlns:r="http://schemas.openxmlformats.org/officeDocument/2006/relationships" id="264" r:id="R81abd20d6dae4edb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9baece58e92486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1617853f45a4369" /><Relationship Type="http://schemas.openxmlformats.org/officeDocument/2006/relationships/slideMaster" Target="/ppt/slideMasters/slideMaster1.xml" Id="R14f4e6c7c5c14406" /><Relationship Type="http://schemas.openxmlformats.org/officeDocument/2006/relationships/notesMaster" Target="/ppt/notesMasters/notesMaster1.xml" Id="R41df40386e754bbf" /><Relationship Type="http://schemas.openxmlformats.org/officeDocument/2006/relationships/presProps" Target="/ppt/presProps.xml" Id="Re46a6cb489ed4e27" /><Relationship Type="http://schemas.openxmlformats.org/officeDocument/2006/relationships/viewProps" Target="/ppt/viewProps.xml" Id="Rad1c700d7fab485b" /><Relationship Type="http://schemas.openxmlformats.org/officeDocument/2006/relationships/tableStyles" Target="/ppt/tableStyles.xml" Id="R80d0b7524be34114" /><Relationship Type="http://schemas.openxmlformats.org/officeDocument/2006/relationships/font" Target="/ppt/fonts/font.dat" Id="Rd9baece58e92486c" /><Relationship Type="http://schemas.openxmlformats.org/officeDocument/2006/relationships/slide" Target="/ppt/slides/slide1.xml" Id="R1cd75144a33b4226" /><Relationship Type="http://schemas.openxmlformats.org/officeDocument/2006/relationships/slide" Target="/ppt/slides/slide2.xml" Id="R23f5c9c9c62b4062" /><Relationship Type="http://schemas.openxmlformats.org/officeDocument/2006/relationships/slide" Target="/ppt/slides/slide3.xml" Id="R0603302cb24b40f0" /><Relationship Type="http://schemas.openxmlformats.org/officeDocument/2006/relationships/slide" Target="/ppt/slides/slide4.xml" Id="Rc158c9fe53e44e7f" /><Relationship Type="http://schemas.openxmlformats.org/officeDocument/2006/relationships/slide" Target="/ppt/slides/slide5.xml" Id="R7daf0d6361b14185" /><Relationship Type="http://schemas.openxmlformats.org/officeDocument/2006/relationships/slide" Target="/ppt/slides/slide6.xml" Id="R1ae47d4fa3154479" /><Relationship Type="http://schemas.openxmlformats.org/officeDocument/2006/relationships/slide" Target="/ppt/slides/slide7.xml" Id="Rd52fa4fe2c1a44a4" /><Relationship Type="http://schemas.openxmlformats.org/officeDocument/2006/relationships/slide" Target="/ppt/slides/slide8.xml" Id="Re8178cb01a1b4fd8" /><Relationship Type="http://schemas.openxmlformats.org/officeDocument/2006/relationships/slide" Target="/ppt/slides/slide9.xml" Id="R81abd20d6dae4e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54cc7e7c2644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6969acd2794500" /><Relationship Type="http://schemas.openxmlformats.org/officeDocument/2006/relationships/notesMaster" Target="/ppt/notesMasters/notesMaster1.xml" Id="R1d72e936b18d4e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cb9016cf8a444d4" /><Relationship Type="http://schemas.openxmlformats.org/officeDocument/2006/relationships/notesMaster" Target="/ppt/notesMasters/notesMaster1.xml" Id="R0ed0d4ad91fc48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51de670bf24e89" /><Relationship Type="http://schemas.openxmlformats.org/officeDocument/2006/relationships/notesMaster" Target="/ppt/notesMasters/notesMaster1.xml" Id="R10ac5f9f3d4e459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bc580857fb44af" /><Relationship Type="http://schemas.openxmlformats.org/officeDocument/2006/relationships/notesMaster" Target="/ppt/notesMasters/notesMaster1.xml" Id="R73fa20e56c7e4e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a5068f9fb14152" /><Relationship Type="http://schemas.openxmlformats.org/officeDocument/2006/relationships/notesMaster" Target="/ppt/notesMasters/notesMaster1.xml" Id="R6317a537ffce4d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cee8e19cda4b7a" /><Relationship Type="http://schemas.openxmlformats.org/officeDocument/2006/relationships/notesMaster" Target="/ppt/notesMasters/notesMaster1.xml" Id="Rccd9b22eb6734d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484fc6418754611" /><Relationship Type="http://schemas.openxmlformats.org/officeDocument/2006/relationships/notesMaster" Target="/ppt/notesMasters/notesMaster1.xml" Id="Re22458833db048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ef0cbdc3c24a26" /><Relationship Type="http://schemas.openxmlformats.org/officeDocument/2006/relationships/notesMaster" Target="/ppt/notesMasters/notesMaster1.xml" Id="R47ce8e5385c54e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b0cbe326d04b47" /><Relationship Type="http://schemas.openxmlformats.org/officeDocument/2006/relationships/notesMaster" Target="/ppt/notesMasters/notesMaster1.xml" Id="R1f9525dfebaf46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33c3bdb7b411a" /><Relationship Type="http://schemas.openxmlformats.org/officeDocument/2006/relationships/image" Target="/ppt/media/image.png" Id="R72347039257e41c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1d171d2c6c42d0" /><Relationship Type="http://schemas.openxmlformats.org/officeDocument/2006/relationships/image" Target="/ppt/media/image.png" Id="R6fbfee92581c40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ea02886b6a4629" /><Relationship Type="http://schemas.openxmlformats.org/officeDocument/2006/relationships/image" Target="/ppt/media/image.png" Id="R5f011038a60a429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4d489367a34f9c" /><Relationship Type="http://schemas.openxmlformats.org/officeDocument/2006/relationships/image" Target="/ppt/media/image.png" Id="Rafa8e77224a8467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059878bc0345aa" /><Relationship Type="http://schemas.openxmlformats.org/officeDocument/2006/relationships/image" Target="/ppt/media/image.png" Id="R199b42aa227542b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3e4c96f9af4182" /><Relationship Type="http://schemas.openxmlformats.org/officeDocument/2006/relationships/image" Target="/ppt/media/image.png" Id="R8eb95f6f93474df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5af5ce661349d9" /><Relationship Type="http://schemas.openxmlformats.org/officeDocument/2006/relationships/image" Target="/ppt/media/image.png" Id="Rf3b334b1f3bc42c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44058c52c48e3" /><Relationship Type="http://schemas.openxmlformats.org/officeDocument/2006/relationships/image" Target="/ppt/media/image.png" Id="R1879daebd1814d4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0c563fc224c86" /><Relationship Type="http://schemas.openxmlformats.org/officeDocument/2006/relationships/image" Target="/ppt/media/image.png" Id="R1368583d999c463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976adeb534461" /><Relationship Type="http://schemas.openxmlformats.org/officeDocument/2006/relationships/image" Target="/ppt/media/image.png" Id="R85b43e171b0245d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b65c830f964a6d" /><Relationship Type="http://schemas.openxmlformats.org/officeDocument/2006/relationships/image" Target="/ppt/media/image.png" Id="Ra1bdd216f787469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347039257e41c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bfee92581c40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011038a60a429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a8e77224a846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99b42aa227542b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b95f6f93474df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b334b1f3bc42c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79daebd1814d4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68583d999c463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b43e171b0245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1bdd216f78746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0a29362ddb489f" /><Relationship Type="http://schemas.openxmlformats.org/officeDocument/2006/relationships/slideLayout" Target="/ppt/slideLayouts/slideLayout1.xml" Id="Rb6c2578ee87947d6" /><Relationship Type="http://schemas.openxmlformats.org/officeDocument/2006/relationships/slideLayout" Target="/ppt/slideLayouts/slideLayout2.xml" Id="R6d46856e58f14cf8" /><Relationship Type="http://schemas.openxmlformats.org/officeDocument/2006/relationships/slideLayout" Target="/ppt/slideLayouts/slideLayout3.xml" Id="Rb6ac4e85e05b4b45" /><Relationship Type="http://schemas.openxmlformats.org/officeDocument/2006/relationships/slideLayout" Target="/ppt/slideLayouts/slideLayout4.xml" Id="Rd06b2548dce6491e" /><Relationship Type="http://schemas.openxmlformats.org/officeDocument/2006/relationships/slideLayout" Target="/ppt/slideLayouts/slideLayout5.xml" Id="Raebd1171a7844c0c" /><Relationship Type="http://schemas.openxmlformats.org/officeDocument/2006/relationships/slideLayout" Target="/ppt/slideLayouts/slideLayout6.xml" Id="R303c45e560a84155" /><Relationship Type="http://schemas.openxmlformats.org/officeDocument/2006/relationships/slideLayout" Target="/ppt/slideLayouts/slideLayout7.xml" Id="R4f18e1043445493d" /><Relationship Type="http://schemas.openxmlformats.org/officeDocument/2006/relationships/slideLayout" Target="/ppt/slideLayouts/slideLayout8.xml" Id="R457e6110b81e4693" /><Relationship Type="http://schemas.openxmlformats.org/officeDocument/2006/relationships/slideLayout" Target="/ppt/slideLayouts/slideLayout9.xml" Id="R01ce513ed17b4388" /><Relationship Type="http://schemas.openxmlformats.org/officeDocument/2006/relationships/slideLayout" Target="/ppt/slideLayouts/slideLayout10.xml" Id="R8aaf379003484908" /><Relationship Type="http://schemas.openxmlformats.org/officeDocument/2006/relationships/slideLayout" Target="/ppt/slideLayouts/slideLayout11.xml" Id="Rcfc2c5e653c7478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2578ee87947d6"/>
    <p:sldLayoutId xmlns:r="http://schemas.openxmlformats.org/officeDocument/2006/relationships" id="2147483650" r:id="R6d46856e58f14cf8"/>
    <p:sldLayoutId xmlns:r="http://schemas.openxmlformats.org/officeDocument/2006/relationships" id="2147483651" r:id="Rb6ac4e85e05b4b45"/>
    <p:sldLayoutId xmlns:r="http://schemas.openxmlformats.org/officeDocument/2006/relationships" id="2147483652" r:id="Rd06b2548dce6491e"/>
    <p:sldLayoutId xmlns:r="http://schemas.openxmlformats.org/officeDocument/2006/relationships" id="2147483653" r:id="Raebd1171a7844c0c"/>
    <p:sldLayoutId xmlns:r="http://schemas.openxmlformats.org/officeDocument/2006/relationships" id="2147483654" r:id="R303c45e560a84155"/>
    <p:sldLayoutId xmlns:r="http://schemas.openxmlformats.org/officeDocument/2006/relationships" id="2147483655" r:id="R4f18e1043445493d"/>
    <p:sldLayoutId xmlns:r="http://schemas.openxmlformats.org/officeDocument/2006/relationships" id="2147483656" r:id="R457e6110b81e4693"/>
    <p:sldLayoutId xmlns:r="http://schemas.openxmlformats.org/officeDocument/2006/relationships" id="2147483657" r:id="R01ce513ed17b4388"/>
    <p:sldLayoutId xmlns:r="http://schemas.openxmlformats.org/officeDocument/2006/relationships" id="2147483658" r:id="R8aaf379003484908"/>
    <p:sldLayoutId xmlns:r="http://schemas.openxmlformats.org/officeDocument/2006/relationships" id="2147483659" r:id="Rcfc2c5e653c7478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d5668374748d2" /><Relationship Type="http://schemas.openxmlformats.org/officeDocument/2006/relationships/notesSlide" Target="/ppt/notesSlides/notesSlide1.xml" Id="R492378279172402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8056141be6472e" /><Relationship Type="http://schemas.openxmlformats.org/officeDocument/2006/relationships/notesSlide" Target="/ppt/notesSlides/notesSlide2.xml" Id="R77e17337a3cc42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3eef2dc8694bd7" /><Relationship Type="http://schemas.openxmlformats.org/officeDocument/2006/relationships/notesSlide" Target="/ppt/notesSlides/notesSlide3.xml" Id="R3f212c6a84da4e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ddfc3c233d4c74" /><Relationship Type="http://schemas.openxmlformats.org/officeDocument/2006/relationships/notesSlide" Target="/ppt/notesSlides/notesSlide4.xml" Id="Rb41387e4e56845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6f15c69d0540d5" /><Relationship Type="http://schemas.openxmlformats.org/officeDocument/2006/relationships/notesSlide" Target="/ppt/notesSlides/notesSlide5.xml" Id="R33f398d27a3446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19bbc1b4f34fd2" /><Relationship Type="http://schemas.openxmlformats.org/officeDocument/2006/relationships/notesSlide" Target="/ppt/notesSlides/notesSlide6.xml" Id="R47a1144beab9465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05a263bac64f1c" /><Relationship Type="http://schemas.openxmlformats.org/officeDocument/2006/relationships/notesSlide" Target="/ppt/notesSlides/notesSlide7.xml" Id="Rf5cd2e1dc3f440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10ca44bd604f73" /><Relationship Type="http://schemas.openxmlformats.org/officeDocument/2006/relationships/notesSlide" Target="/ppt/notesSlides/notesSlide8.xml" Id="Rbc4bd1f4cd9942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690ecc7e2648da" /><Relationship Type="http://schemas.openxmlformats.org/officeDocument/2006/relationships/notesSlide" Target="/ppt/notesSlides/notesSlide9.xml" Id="Rd28756d60c654f5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swaps two items instead of replacing one. Ask for two positions from 0 to 2, store the first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temp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use it to swap the items.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0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 ['tape', 'book', 'pencil']"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that, after the replacement, it asks for another position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check_position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item there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updated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 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scoreboard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0, 0 and 0 for three teams. Twice, ask which team scored (0 to 2) and how many points, then add the points to that team's score.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3, then 1 and 2,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 [0, 5, 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2026-09-28T06:19:39.9440000Z</dcterms:created>
  <dcterms:modified xsi:type="dcterms:W3CDTF">2026-09-28T06:19:39.9440000Z</dcterms:modified>
</coreProperties>
</file>