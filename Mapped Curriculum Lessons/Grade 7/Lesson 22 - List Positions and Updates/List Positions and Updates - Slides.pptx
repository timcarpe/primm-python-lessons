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ca2f1280c24666" /><Relationship Type="http://schemas.openxmlformats.org/officeDocument/2006/relationships/extended-properties" Target="/docProps/app.xml" Id="Rd9ff543c27484c66" /><Relationship Type="http://schemas.openxmlformats.org/officeDocument/2006/relationships/officeDocument" Target="/ppt/presentation.xml" Id="R163774921c0040f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54d56f089f84474"/>
  </p:sldMasterIdLst>
  <p:notesMasterIdLst>
    <p:notesMasterId xmlns:r="http://schemas.openxmlformats.org/officeDocument/2006/relationships" r:id="Ra5f0021ebbb44fae"/>
  </p:notesMasterIdLst>
  <p:sldIdLst>
    <p:sldId xmlns:r="http://schemas.openxmlformats.org/officeDocument/2006/relationships" id="256" r:id="Rd28140469c0b4948"/>
    <p:sldId xmlns:r="http://schemas.openxmlformats.org/officeDocument/2006/relationships" id="257" r:id="R782e5a7335cb46e4"/>
    <p:sldId xmlns:r="http://schemas.openxmlformats.org/officeDocument/2006/relationships" id="258" r:id="R18d738d8ea9d4196"/>
    <p:sldId xmlns:r="http://schemas.openxmlformats.org/officeDocument/2006/relationships" id="259" r:id="R93bedb8fd89a4c5b"/>
    <p:sldId xmlns:r="http://schemas.openxmlformats.org/officeDocument/2006/relationships" id="260" r:id="Ra5b628d181c94768"/>
    <p:sldId xmlns:r="http://schemas.openxmlformats.org/officeDocument/2006/relationships" id="261" r:id="R0f215ca75f2f4613"/>
    <p:sldId xmlns:r="http://schemas.openxmlformats.org/officeDocument/2006/relationships" id="262" r:id="Rc48db06efed64e18"/>
    <p:sldId xmlns:r="http://schemas.openxmlformats.org/officeDocument/2006/relationships" id="263" r:id="R09dbd560202e4e78"/>
    <p:sldId xmlns:r="http://schemas.openxmlformats.org/officeDocument/2006/relationships" id="264" r:id="R615bec0d0ff4497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d4bab123aa5406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942e2df229464f" /><Relationship Type="http://schemas.openxmlformats.org/officeDocument/2006/relationships/slideMaster" Target="/ppt/slideMasters/slideMaster1.xml" Id="Rc54d56f089f84474" /><Relationship Type="http://schemas.openxmlformats.org/officeDocument/2006/relationships/notesMaster" Target="/ppt/notesMasters/notesMaster1.xml" Id="Ra5f0021ebbb44fae" /><Relationship Type="http://schemas.openxmlformats.org/officeDocument/2006/relationships/presProps" Target="/ppt/presProps.xml" Id="Re66aab4e432947bb" /><Relationship Type="http://schemas.openxmlformats.org/officeDocument/2006/relationships/viewProps" Target="/ppt/viewProps.xml" Id="Re35f705780e142b3" /><Relationship Type="http://schemas.openxmlformats.org/officeDocument/2006/relationships/tableStyles" Target="/ppt/tableStyles.xml" Id="Rb6e7249ddc6c4bf2" /><Relationship Type="http://schemas.openxmlformats.org/officeDocument/2006/relationships/font" Target="/ppt/fonts/font.dat" Id="R1d4bab123aa54068" /><Relationship Type="http://schemas.openxmlformats.org/officeDocument/2006/relationships/slide" Target="/ppt/slides/slide1.xml" Id="Rd28140469c0b4948" /><Relationship Type="http://schemas.openxmlformats.org/officeDocument/2006/relationships/slide" Target="/ppt/slides/slide2.xml" Id="R782e5a7335cb46e4" /><Relationship Type="http://schemas.openxmlformats.org/officeDocument/2006/relationships/slide" Target="/ppt/slides/slide3.xml" Id="R18d738d8ea9d4196" /><Relationship Type="http://schemas.openxmlformats.org/officeDocument/2006/relationships/slide" Target="/ppt/slides/slide4.xml" Id="R93bedb8fd89a4c5b" /><Relationship Type="http://schemas.openxmlformats.org/officeDocument/2006/relationships/slide" Target="/ppt/slides/slide5.xml" Id="Ra5b628d181c94768" /><Relationship Type="http://schemas.openxmlformats.org/officeDocument/2006/relationships/slide" Target="/ppt/slides/slide6.xml" Id="R0f215ca75f2f4613" /><Relationship Type="http://schemas.openxmlformats.org/officeDocument/2006/relationships/slide" Target="/ppt/slides/slide7.xml" Id="Rc48db06efed64e18" /><Relationship Type="http://schemas.openxmlformats.org/officeDocument/2006/relationships/slide" Target="/ppt/slides/slide8.xml" Id="R09dbd560202e4e78" /><Relationship Type="http://schemas.openxmlformats.org/officeDocument/2006/relationships/slide" Target="/ppt/slides/slide9.xml" Id="R615bec0d0ff449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73b38c21894f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bf73bdc02842f2" /><Relationship Type="http://schemas.openxmlformats.org/officeDocument/2006/relationships/notesMaster" Target="/ppt/notesMasters/notesMaster1.xml" Id="R6d0a1f8d349743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c67ea5eba24c06" /><Relationship Type="http://schemas.openxmlformats.org/officeDocument/2006/relationships/notesMaster" Target="/ppt/notesMasters/notesMaster1.xml" Id="R7c265134b2674a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db437570a8430a" /><Relationship Type="http://schemas.openxmlformats.org/officeDocument/2006/relationships/notesMaster" Target="/ppt/notesMasters/notesMaster1.xml" Id="R17ab7ee9ca8f42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94d05c6077449f" /><Relationship Type="http://schemas.openxmlformats.org/officeDocument/2006/relationships/notesMaster" Target="/ppt/notesMasters/notesMaster1.xml" Id="Rb61a9f0331e241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6000ff75a9414e" /><Relationship Type="http://schemas.openxmlformats.org/officeDocument/2006/relationships/notesMaster" Target="/ppt/notesMasters/notesMaster1.xml" Id="R2b72988aedba4a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1dba894f054e07" /><Relationship Type="http://schemas.openxmlformats.org/officeDocument/2006/relationships/notesMaster" Target="/ppt/notesMasters/notesMaster1.xml" Id="R1a2ac9ab558141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0b26a0aeb04433" /><Relationship Type="http://schemas.openxmlformats.org/officeDocument/2006/relationships/notesMaster" Target="/ppt/notesMasters/notesMaster1.xml" Id="R32b5c876e50b4f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0a605ba5a045d4" /><Relationship Type="http://schemas.openxmlformats.org/officeDocument/2006/relationships/notesMaster" Target="/ppt/notesMasters/notesMaster1.xml" Id="R3e57541aefc743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210fbbc9ea497a" /><Relationship Type="http://schemas.openxmlformats.org/officeDocument/2006/relationships/notesMaster" Target="/ppt/notesMasters/notesMaster1.xml" Id="R5ba019ec846c4c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0c2cb25d2c4a00" /><Relationship Type="http://schemas.openxmlformats.org/officeDocument/2006/relationships/image" Target="/ppt/media/image.png" Id="Rb5b6bad1020b46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f33623a19048f3" /><Relationship Type="http://schemas.openxmlformats.org/officeDocument/2006/relationships/image" Target="/ppt/media/image.png" Id="R8ce9d33d85e144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645b80c6643fb" /><Relationship Type="http://schemas.openxmlformats.org/officeDocument/2006/relationships/image" Target="/ppt/media/image.png" Id="R300f0261d3c5451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008cf6c4f44bb8" /><Relationship Type="http://schemas.openxmlformats.org/officeDocument/2006/relationships/image" Target="/ppt/media/image.png" Id="Rf793cca727154c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4c5387f5fb4840" /><Relationship Type="http://schemas.openxmlformats.org/officeDocument/2006/relationships/image" Target="/ppt/media/image.png" Id="Re1f6a71be3844a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54e31bc99b4c7c" /><Relationship Type="http://schemas.openxmlformats.org/officeDocument/2006/relationships/image" Target="/ppt/media/image.png" Id="R042fd9378125432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8fbe4fdac049cd" /><Relationship Type="http://schemas.openxmlformats.org/officeDocument/2006/relationships/image" Target="/ppt/media/image.png" Id="Raf64e4cc029b46d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5cc29ae384d48" /><Relationship Type="http://schemas.openxmlformats.org/officeDocument/2006/relationships/image" Target="/ppt/media/image.png" Id="Rcde9945a0aca4da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7a7be70a0f4aa2" /><Relationship Type="http://schemas.openxmlformats.org/officeDocument/2006/relationships/image" Target="/ppt/media/image.png" Id="R5a541eaac0c3420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7c3590087c4e84" /><Relationship Type="http://schemas.openxmlformats.org/officeDocument/2006/relationships/image" Target="/ppt/media/image.png" Id="Re9df1a41646947d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39f17481f34eff" /><Relationship Type="http://schemas.openxmlformats.org/officeDocument/2006/relationships/image" Target="/ppt/media/image.png" Id="R05c75856be564c5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b6bad1020b469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e9d33d85e144b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0f0261d3c545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93cca727154c2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f6a71be3844a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2fd937812543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64e4cc029b46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e9945a0aca4d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541eaac0c342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df1a41646947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c75856be564c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bbee855531400a" /><Relationship Type="http://schemas.openxmlformats.org/officeDocument/2006/relationships/slideLayout" Target="/ppt/slideLayouts/slideLayout1.xml" Id="Re05bb4fc55864797" /><Relationship Type="http://schemas.openxmlformats.org/officeDocument/2006/relationships/slideLayout" Target="/ppt/slideLayouts/slideLayout2.xml" Id="Rb8fdbc8ad6c84689" /><Relationship Type="http://schemas.openxmlformats.org/officeDocument/2006/relationships/slideLayout" Target="/ppt/slideLayouts/slideLayout3.xml" Id="R6a1c7df476ab4c14" /><Relationship Type="http://schemas.openxmlformats.org/officeDocument/2006/relationships/slideLayout" Target="/ppt/slideLayouts/slideLayout4.xml" Id="Re232d0de781d422d" /><Relationship Type="http://schemas.openxmlformats.org/officeDocument/2006/relationships/slideLayout" Target="/ppt/slideLayouts/slideLayout5.xml" Id="R5ddfadd85ea24f27" /><Relationship Type="http://schemas.openxmlformats.org/officeDocument/2006/relationships/slideLayout" Target="/ppt/slideLayouts/slideLayout6.xml" Id="R2a633dd6afda404c" /><Relationship Type="http://schemas.openxmlformats.org/officeDocument/2006/relationships/slideLayout" Target="/ppt/slideLayouts/slideLayout7.xml" Id="Rbd43ceafe6134508" /><Relationship Type="http://schemas.openxmlformats.org/officeDocument/2006/relationships/slideLayout" Target="/ppt/slideLayouts/slideLayout8.xml" Id="R2d5368f0d5794c4e" /><Relationship Type="http://schemas.openxmlformats.org/officeDocument/2006/relationships/slideLayout" Target="/ppt/slideLayouts/slideLayout9.xml" Id="R3684eb074a3d4a4c" /><Relationship Type="http://schemas.openxmlformats.org/officeDocument/2006/relationships/slideLayout" Target="/ppt/slideLayouts/slideLayout10.xml" Id="R50b7cbac61e6450f" /><Relationship Type="http://schemas.openxmlformats.org/officeDocument/2006/relationships/slideLayout" Target="/ppt/slideLayouts/slideLayout11.xml" Id="R3d7ebc7ec0de45b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5bb4fc55864797"/>
    <p:sldLayoutId xmlns:r="http://schemas.openxmlformats.org/officeDocument/2006/relationships" id="2147483650" r:id="Rb8fdbc8ad6c84689"/>
    <p:sldLayoutId xmlns:r="http://schemas.openxmlformats.org/officeDocument/2006/relationships" id="2147483651" r:id="R6a1c7df476ab4c14"/>
    <p:sldLayoutId xmlns:r="http://schemas.openxmlformats.org/officeDocument/2006/relationships" id="2147483652" r:id="Re232d0de781d422d"/>
    <p:sldLayoutId xmlns:r="http://schemas.openxmlformats.org/officeDocument/2006/relationships" id="2147483653" r:id="R5ddfadd85ea24f27"/>
    <p:sldLayoutId xmlns:r="http://schemas.openxmlformats.org/officeDocument/2006/relationships" id="2147483654" r:id="R2a633dd6afda404c"/>
    <p:sldLayoutId xmlns:r="http://schemas.openxmlformats.org/officeDocument/2006/relationships" id="2147483655" r:id="Rbd43ceafe6134508"/>
    <p:sldLayoutId xmlns:r="http://schemas.openxmlformats.org/officeDocument/2006/relationships" id="2147483656" r:id="R2d5368f0d5794c4e"/>
    <p:sldLayoutId xmlns:r="http://schemas.openxmlformats.org/officeDocument/2006/relationships" id="2147483657" r:id="R3684eb074a3d4a4c"/>
    <p:sldLayoutId xmlns:r="http://schemas.openxmlformats.org/officeDocument/2006/relationships" id="2147483658" r:id="R50b7cbac61e6450f"/>
    <p:sldLayoutId xmlns:r="http://schemas.openxmlformats.org/officeDocument/2006/relationships" id="2147483659" r:id="R3d7ebc7ec0de45b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7c903f8724500" /><Relationship Type="http://schemas.openxmlformats.org/officeDocument/2006/relationships/notesSlide" Target="/ppt/notesSlides/notesSlide1.xml" Id="R0f93b33b0f0545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ebf412751e4af4" /><Relationship Type="http://schemas.openxmlformats.org/officeDocument/2006/relationships/notesSlide" Target="/ppt/notesSlides/notesSlide2.xml" Id="R4c07c710314640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0fe58511934fe9" /><Relationship Type="http://schemas.openxmlformats.org/officeDocument/2006/relationships/notesSlide" Target="/ppt/notesSlides/notesSlide3.xml" Id="R8e38119a515a4f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e3091da1a045a5" /><Relationship Type="http://schemas.openxmlformats.org/officeDocument/2006/relationships/notesSlide" Target="/ppt/notesSlides/notesSlide4.xml" Id="Rbf04916721b24f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b49e014e2140d6" /><Relationship Type="http://schemas.openxmlformats.org/officeDocument/2006/relationships/notesSlide" Target="/ppt/notesSlides/notesSlide5.xml" Id="R42f3dd6b94bd45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c4e88e338a47fb" /><Relationship Type="http://schemas.openxmlformats.org/officeDocument/2006/relationships/notesSlide" Target="/ppt/notesSlides/notesSlide6.xml" Id="R326bb0f5c9f44c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8a8f7954e34df6" /><Relationship Type="http://schemas.openxmlformats.org/officeDocument/2006/relationships/notesSlide" Target="/ppt/notesSlides/notesSlide7.xml" Id="Rb6235f7781454e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6cecd2f5aa4fdd" /><Relationship Type="http://schemas.openxmlformats.org/officeDocument/2006/relationships/notesSlide" Target="/ppt/notesSlides/notesSlide8.xml" Id="R4c3b2320469f4a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14136df32f423e" /><Relationship Type="http://schemas.openxmlformats.org/officeDocument/2006/relationships/notesSlide" Target="/ppt/notesSlides/notesSlide9.xml" Id="R1c7caa022499442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2019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 Positions and Updates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first list position 0 rather than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user enters position 3 for a list containing three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position input be converted with int() before it is used inside square brackets?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index assignment change one item without changing the length of the list?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swaps two items instead of replacing one. Ask for two positions from 0 to 2, store the first item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temp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use it to swap the items.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0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 ['tape', 'book', 'pencil']"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that, after the replacement, it asks for another position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check_position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item there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updated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 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scoreboard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0, 0 and 0 for three teams. Twice, ask which team scored (0 to 2) and how many points, then add the points to that team's score.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3, then 1 and 2,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 [0, 5, 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supplies(3))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supplies(1)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(supplies)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2026-09-28T08:28:43.7350000Z</dcterms:created>
  <dcterms:modified xsi:type="dcterms:W3CDTF">2026-09-28T08:28:43.7350000Z</dcterms:modified>
</coreProperties>
</file>