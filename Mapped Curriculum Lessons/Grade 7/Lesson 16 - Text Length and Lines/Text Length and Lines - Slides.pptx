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f2850842a54af7" /><Relationship Type="http://schemas.openxmlformats.org/officeDocument/2006/relationships/extended-properties" Target="/docProps/app.xml" Id="R84aaa0c183044322" /><Relationship Type="http://schemas.openxmlformats.org/officeDocument/2006/relationships/officeDocument" Target="/ppt/presentation.xml" Id="R12084fc23383478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995d166824c415d"/>
  </p:sldMasterIdLst>
  <p:notesMasterIdLst>
    <p:notesMasterId xmlns:r="http://schemas.openxmlformats.org/officeDocument/2006/relationships" r:id="R842949b6b45c49aa"/>
  </p:notesMasterIdLst>
  <p:sldIdLst>
    <p:sldId xmlns:r="http://schemas.openxmlformats.org/officeDocument/2006/relationships" id="256" r:id="R75cf4c2d26da4906"/>
    <p:sldId xmlns:r="http://schemas.openxmlformats.org/officeDocument/2006/relationships" id="257" r:id="R4715f96a276948e2"/>
    <p:sldId xmlns:r="http://schemas.openxmlformats.org/officeDocument/2006/relationships" id="258" r:id="Rfe8c40fadc1f43e5"/>
    <p:sldId xmlns:r="http://schemas.openxmlformats.org/officeDocument/2006/relationships" id="259" r:id="R4432190dc5a94975"/>
    <p:sldId xmlns:r="http://schemas.openxmlformats.org/officeDocument/2006/relationships" id="260" r:id="R1745beefce2b486e"/>
    <p:sldId xmlns:r="http://schemas.openxmlformats.org/officeDocument/2006/relationships" id="261" r:id="Ref7d3ea75e394d36"/>
    <p:sldId xmlns:r="http://schemas.openxmlformats.org/officeDocument/2006/relationships" id="262" r:id="Recd189f88ac149a5"/>
    <p:sldId xmlns:r="http://schemas.openxmlformats.org/officeDocument/2006/relationships" id="263" r:id="Rc6bbb581af384eed"/>
    <p:sldId xmlns:r="http://schemas.openxmlformats.org/officeDocument/2006/relationships" id="264" r:id="Rd839280ebaea40c9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5c5f3895f9a140f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b12111c0174d32" /><Relationship Type="http://schemas.openxmlformats.org/officeDocument/2006/relationships/slideMaster" Target="/ppt/slideMasters/slideMaster1.xml" Id="Rb995d166824c415d" /><Relationship Type="http://schemas.openxmlformats.org/officeDocument/2006/relationships/notesMaster" Target="/ppt/notesMasters/notesMaster1.xml" Id="R842949b6b45c49aa" /><Relationship Type="http://schemas.openxmlformats.org/officeDocument/2006/relationships/presProps" Target="/ppt/presProps.xml" Id="R94cb5a16f7ca45c0" /><Relationship Type="http://schemas.openxmlformats.org/officeDocument/2006/relationships/viewProps" Target="/ppt/viewProps.xml" Id="Rd87017cf913e4648" /><Relationship Type="http://schemas.openxmlformats.org/officeDocument/2006/relationships/tableStyles" Target="/ppt/tableStyles.xml" Id="R0dbae8bea21a4faa" /><Relationship Type="http://schemas.openxmlformats.org/officeDocument/2006/relationships/font" Target="/ppt/fonts/font.dat" Id="R5c5f3895f9a140f1" /><Relationship Type="http://schemas.openxmlformats.org/officeDocument/2006/relationships/slide" Target="/ppt/slides/slide1.xml" Id="R75cf4c2d26da4906" /><Relationship Type="http://schemas.openxmlformats.org/officeDocument/2006/relationships/slide" Target="/ppt/slides/slide2.xml" Id="R4715f96a276948e2" /><Relationship Type="http://schemas.openxmlformats.org/officeDocument/2006/relationships/slide" Target="/ppt/slides/slide3.xml" Id="Rfe8c40fadc1f43e5" /><Relationship Type="http://schemas.openxmlformats.org/officeDocument/2006/relationships/slide" Target="/ppt/slides/slide4.xml" Id="R4432190dc5a94975" /><Relationship Type="http://schemas.openxmlformats.org/officeDocument/2006/relationships/slide" Target="/ppt/slides/slide5.xml" Id="R1745beefce2b486e" /><Relationship Type="http://schemas.openxmlformats.org/officeDocument/2006/relationships/slide" Target="/ppt/slides/slide6.xml" Id="Ref7d3ea75e394d36" /><Relationship Type="http://schemas.openxmlformats.org/officeDocument/2006/relationships/slide" Target="/ppt/slides/slide7.xml" Id="Recd189f88ac149a5" /><Relationship Type="http://schemas.openxmlformats.org/officeDocument/2006/relationships/slide" Target="/ppt/slides/slide8.xml" Id="Rc6bbb581af384eed" /><Relationship Type="http://schemas.openxmlformats.org/officeDocument/2006/relationships/slide" Target="/ppt/slides/slide9.xml" Id="Rd839280ebaea40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320c22996d47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d5ee7a8c9b4f2b" /><Relationship Type="http://schemas.openxmlformats.org/officeDocument/2006/relationships/notesMaster" Target="/ppt/notesMasters/notesMaster1.xml" Id="R9268e05e056441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62a85b7274416e" /><Relationship Type="http://schemas.openxmlformats.org/officeDocument/2006/relationships/notesMaster" Target="/ppt/notesMasters/notesMaster1.xml" Id="R76274aad78884f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a9504abd0f49b2" /><Relationship Type="http://schemas.openxmlformats.org/officeDocument/2006/relationships/notesMaster" Target="/ppt/notesMasters/notesMaster1.xml" Id="R6e90ed0f1cdb4e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2186fdc76b432a" /><Relationship Type="http://schemas.openxmlformats.org/officeDocument/2006/relationships/notesMaster" Target="/ppt/notesMasters/notesMaster1.xml" Id="R2e58d1617b1a4b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c978e3c62e4159" /><Relationship Type="http://schemas.openxmlformats.org/officeDocument/2006/relationships/notesMaster" Target="/ppt/notesMasters/notesMaster1.xml" Id="R54ec47e1ccab42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6c411198c944ff" /><Relationship Type="http://schemas.openxmlformats.org/officeDocument/2006/relationships/notesMaster" Target="/ppt/notesMasters/notesMaster1.xml" Id="R5672a58e181040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94dfe1d00d4cd4" /><Relationship Type="http://schemas.openxmlformats.org/officeDocument/2006/relationships/notesMaster" Target="/ppt/notesMasters/notesMaster1.xml" Id="Rf8ff8f1aa6d342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a86d4456d646e8" /><Relationship Type="http://schemas.openxmlformats.org/officeDocument/2006/relationships/notesMaster" Target="/ppt/notesMasters/notesMaster1.xml" Id="Rb7f4b62f703441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49c2219cc6410a" /><Relationship Type="http://schemas.openxmlformats.org/officeDocument/2006/relationships/notesMaster" Target="/ppt/notesMasters/notesMaster1.xml" Id="R56b5172ed7e547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ed22d3387a4a4a" /><Relationship Type="http://schemas.openxmlformats.org/officeDocument/2006/relationships/image" Target="/ppt/media/image.png" Id="R62e09c7dde464a8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18fe3c62a14071" /><Relationship Type="http://schemas.openxmlformats.org/officeDocument/2006/relationships/image" Target="/ppt/media/image.png" Id="Rb554e88e0198400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5fc26645074282" /><Relationship Type="http://schemas.openxmlformats.org/officeDocument/2006/relationships/image" Target="/ppt/media/image.png" Id="R2c8c2d56aab24a4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e2d18d9ac24e75" /><Relationship Type="http://schemas.openxmlformats.org/officeDocument/2006/relationships/image" Target="/ppt/media/image.png" Id="Re9af87d084e9437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1bbdefb3b94261" /><Relationship Type="http://schemas.openxmlformats.org/officeDocument/2006/relationships/image" Target="/ppt/media/image.png" Id="R2aedc567382e496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b4508221c946f2" /><Relationship Type="http://schemas.openxmlformats.org/officeDocument/2006/relationships/image" Target="/ppt/media/image.png" Id="R9da5231f4a57429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2c868a786c457a" /><Relationship Type="http://schemas.openxmlformats.org/officeDocument/2006/relationships/image" Target="/ppt/media/image.png" Id="R0e8ae5bac3024cf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b858c93575416a" /><Relationship Type="http://schemas.openxmlformats.org/officeDocument/2006/relationships/image" Target="/ppt/media/image.png" Id="Ra1b0fab93348451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f992e186c341b4" /><Relationship Type="http://schemas.openxmlformats.org/officeDocument/2006/relationships/image" Target="/ppt/media/image.png" Id="R9ec3d25c098e4a6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63749e99c64ad0" /><Relationship Type="http://schemas.openxmlformats.org/officeDocument/2006/relationships/image" Target="/ppt/media/image.png" Id="R012a484923094a1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f61434e10a436e" /><Relationship Type="http://schemas.openxmlformats.org/officeDocument/2006/relationships/image" Target="/ppt/media/image.png" Id="Re8818e0a0c3542e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e09c7dde464a80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54e88e019840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c8c2d56aab24a4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af87d084e943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edc567382e496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a5231f4a57429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8ae5bac3024cf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1b0fab93348451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c3d25c098e4a6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2a484923094a1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818e0a0c3542e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75fc39d91f4827" /><Relationship Type="http://schemas.openxmlformats.org/officeDocument/2006/relationships/slideLayout" Target="/ppt/slideLayouts/slideLayout1.xml" Id="R11345ec7bf5541f5" /><Relationship Type="http://schemas.openxmlformats.org/officeDocument/2006/relationships/slideLayout" Target="/ppt/slideLayouts/slideLayout2.xml" Id="Rbf86fa505b324ee4" /><Relationship Type="http://schemas.openxmlformats.org/officeDocument/2006/relationships/slideLayout" Target="/ppt/slideLayouts/slideLayout3.xml" Id="Rc996250453684492" /><Relationship Type="http://schemas.openxmlformats.org/officeDocument/2006/relationships/slideLayout" Target="/ppt/slideLayouts/slideLayout4.xml" Id="R3c8babc975604ffe" /><Relationship Type="http://schemas.openxmlformats.org/officeDocument/2006/relationships/slideLayout" Target="/ppt/slideLayouts/slideLayout5.xml" Id="Rb2273e21bdc447d2" /><Relationship Type="http://schemas.openxmlformats.org/officeDocument/2006/relationships/slideLayout" Target="/ppt/slideLayouts/slideLayout6.xml" Id="R72b19417700a42c5" /><Relationship Type="http://schemas.openxmlformats.org/officeDocument/2006/relationships/slideLayout" Target="/ppt/slideLayouts/slideLayout7.xml" Id="R71cfe7c9201343bd" /><Relationship Type="http://schemas.openxmlformats.org/officeDocument/2006/relationships/slideLayout" Target="/ppt/slideLayouts/slideLayout8.xml" Id="R21b54ab161b64bba" /><Relationship Type="http://schemas.openxmlformats.org/officeDocument/2006/relationships/slideLayout" Target="/ppt/slideLayouts/slideLayout9.xml" Id="R16c31ed705244ffa" /><Relationship Type="http://schemas.openxmlformats.org/officeDocument/2006/relationships/slideLayout" Target="/ppt/slideLayouts/slideLayout10.xml" Id="Re4df8eb2449d497c" /><Relationship Type="http://schemas.openxmlformats.org/officeDocument/2006/relationships/slideLayout" Target="/ppt/slideLayouts/slideLayout11.xml" Id="Rd94e754f40fe4d4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345ec7bf5541f5"/>
    <p:sldLayoutId xmlns:r="http://schemas.openxmlformats.org/officeDocument/2006/relationships" id="2147483650" r:id="Rbf86fa505b324ee4"/>
    <p:sldLayoutId xmlns:r="http://schemas.openxmlformats.org/officeDocument/2006/relationships" id="2147483651" r:id="Rc996250453684492"/>
    <p:sldLayoutId xmlns:r="http://schemas.openxmlformats.org/officeDocument/2006/relationships" id="2147483652" r:id="R3c8babc975604ffe"/>
    <p:sldLayoutId xmlns:r="http://schemas.openxmlformats.org/officeDocument/2006/relationships" id="2147483653" r:id="Rb2273e21bdc447d2"/>
    <p:sldLayoutId xmlns:r="http://schemas.openxmlformats.org/officeDocument/2006/relationships" id="2147483654" r:id="R72b19417700a42c5"/>
    <p:sldLayoutId xmlns:r="http://schemas.openxmlformats.org/officeDocument/2006/relationships" id="2147483655" r:id="R71cfe7c9201343bd"/>
    <p:sldLayoutId xmlns:r="http://schemas.openxmlformats.org/officeDocument/2006/relationships" id="2147483656" r:id="R21b54ab161b64bba"/>
    <p:sldLayoutId xmlns:r="http://schemas.openxmlformats.org/officeDocument/2006/relationships" id="2147483657" r:id="R16c31ed705244ffa"/>
    <p:sldLayoutId xmlns:r="http://schemas.openxmlformats.org/officeDocument/2006/relationships" id="2147483658" r:id="Re4df8eb2449d497c"/>
    <p:sldLayoutId xmlns:r="http://schemas.openxmlformats.org/officeDocument/2006/relationships" id="2147483659" r:id="Rd94e754f40fe4d41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44ab7cc6d9420f" /><Relationship Type="http://schemas.openxmlformats.org/officeDocument/2006/relationships/notesSlide" Target="/ppt/notesSlides/notesSlide1.xml" Id="R098262cdb77548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59aaae191049a0" /><Relationship Type="http://schemas.openxmlformats.org/officeDocument/2006/relationships/notesSlide" Target="/ppt/notesSlides/notesSlide2.xml" Id="Rfc30d988c4da4b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dcf8890bfd4f72" /><Relationship Type="http://schemas.openxmlformats.org/officeDocument/2006/relationships/notesSlide" Target="/ppt/notesSlides/notesSlide3.xml" Id="R56ebd2bb4c1945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a4aeb8bb2a44b3" /><Relationship Type="http://schemas.openxmlformats.org/officeDocument/2006/relationships/notesSlide" Target="/ppt/notesSlides/notesSlide4.xml" Id="Rcd9085ee74ad49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09d869d3ae4610" /><Relationship Type="http://schemas.openxmlformats.org/officeDocument/2006/relationships/notesSlide" Target="/ppt/notesSlides/notesSlide5.xml" Id="R21d07bc7ce794b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701b96953e4425" /><Relationship Type="http://schemas.openxmlformats.org/officeDocument/2006/relationships/notesSlide" Target="/ppt/notesSlides/notesSlide6.xml" Id="R03979b76c9b241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a69bbf699b4d1b" /><Relationship Type="http://schemas.openxmlformats.org/officeDocument/2006/relationships/notesSlide" Target="/ppt/notesSlides/notesSlide7.xml" Id="R6bd1216326f240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7074897ac141eb" /><Relationship Type="http://schemas.openxmlformats.org/officeDocument/2006/relationships/notesSlide" Target="/ppt/notesSlides/notesSlide8.xml" Id="Reb5c676aaf3d46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c1f9ce652c4052" /><Relationship Type="http://schemas.openxmlformats.org/officeDocument/2006/relationships/notesSlide" Target="/ppt/notesSlides/notesSlide9.xml" Id="Rf4bf03e8d24a49f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Text Length and Lines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For the input Code now!, what number is stored in character_count, and which space or punctuation marks are included?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the two-character sequence \n create a new line inside a string instead of appearing as two printed characters?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For the input Code now!, what appears on the line after Message:?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uses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message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counting its characters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Code now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now"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 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title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subtitle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them on separate lines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"Text:"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"Title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"Subtitle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each count.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Club"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"Join today"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give 9 and 10.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poster checker that asks for a heading and an instruction. Display them on two lines using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"\n"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the two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results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"Combined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total. If the total is over 20, also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long for the poster."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"Sit here"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message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2026-09-28T09:07:59.3860000Z</dcterms:created>
  <dcterms:modified xsi:type="dcterms:W3CDTF">2026-09-28T09:07:59.3860000Z</dcterms:modified>
</coreProperties>
</file>