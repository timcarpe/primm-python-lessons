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7c91646fe1454d" /><Relationship Type="http://schemas.openxmlformats.org/officeDocument/2006/relationships/extended-properties" Target="/docProps/app.xml" Id="Rfae8b6eb5eec4d4c" /><Relationship Type="http://schemas.openxmlformats.org/officeDocument/2006/relationships/officeDocument" Target="/ppt/presentation.xml" Id="R153d6b2e970a49b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97d9d23e25cb47d8"/>
  </p:sldMasterIdLst>
  <p:notesMasterIdLst>
    <p:notesMasterId xmlns:r="http://schemas.openxmlformats.org/officeDocument/2006/relationships" r:id="R903f1e96ccbb4b98"/>
  </p:notesMasterIdLst>
  <p:sldIdLst>
    <p:sldId xmlns:r="http://schemas.openxmlformats.org/officeDocument/2006/relationships" id="256" r:id="Rce037980009544a6"/>
    <p:sldId xmlns:r="http://schemas.openxmlformats.org/officeDocument/2006/relationships" id="257" r:id="R8ec4eb5aceec46ec"/>
    <p:sldId xmlns:r="http://schemas.openxmlformats.org/officeDocument/2006/relationships" id="258" r:id="Rc9c6adf8911d474b"/>
    <p:sldId xmlns:r="http://schemas.openxmlformats.org/officeDocument/2006/relationships" id="259" r:id="Rfb8617c9074c4e7a"/>
    <p:sldId xmlns:r="http://schemas.openxmlformats.org/officeDocument/2006/relationships" id="260" r:id="Ree6fad05107f42ef"/>
    <p:sldId xmlns:r="http://schemas.openxmlformats.org/officeDocument/2006/relationships" id="261" r:id="R455dd11bf0604875"/>
    <p:sldId xmlns:r="http://schemas.openxmlformats.org/officeDocument/2006/relationships" id="262" r:id="Rc20db67a6a0b45ac"/>
    <p:sldId xmlns:r="http://schemas.openxmlformats.org/officeDocument/2006/relationships" id="263" r:id="Rc8db4a5bf8984063"/>
    <p:sldId xmlns:r="http://schemas.openxmlformats.org/officeDocument/2006/relationships" id="264" r:id="Ra81957d015ee43c5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bd84c3bf7fd404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df615d5a3b4303" /><Relationship Type="http://schemas.openxmlformats.org/officeDocument/2006/relationships/slideMaster" Target="/ppt/slideMasters/slideMaster1.xml" Id="R97d9d23e25cb47d8" /><Relationship Type="http://schemas.openxmlformats.org/officeDocument/2006/relationships/notesMaster" Target="/ppt/notesMasters/notesMaster1.xml" Id="R903f1e96ccbb4b98" /><Relationship Type="http://schemas.openxmlformats.org/officeDocument/2006/relationships/presProps" Target="/ppt/presProps.xml" Id="Rd165af96bd6a4c2a" /><Relationship Type="http://schemas.openxmlformats.org/officeDocument/2006/relationships/viewProps" Target="/ppt/viewProps.xml" Id="Rbb964d06c47d4bc9" /><Relationship Type="http://schemas.openxmlformats.org/officeDocument/2006/relationships/tableStyles" Target="/ppt/tableStyles.xml" Id="Rbbd064e2b71a410b" /><Relationship Type="http://schemas.openxmlformats.org/officeDocument/2006/relationships/font" Target="/ppt/fonts/font.dat" Id="Rdbd84c3bf7fd4045" /><Relationship Type="http://schemas.openxmlformats.org/officeDocument/2006/relationships/slide" Target="/ppt/slides/slide1.xml" Id="Rce037980009544a6" /><Relationship Type="http://schemas.openxmlformats.org/officeDocument/2006/relationships/slide" Target="/ppt/slides/slide2.xml" Id="R8ec4eb5aceec46ec" /><Relationship Type="http://schemas.openxmlformats.org/officeDocument/2006/relationships/slide" Target="/ppt/slides/slide3.xml" Id="Rc9c6adf8911d474b" /><Relationship Type="http://schemas.openxmlformats.org/officeDocument/2006/relationships/slide" Target="/ppt/slides/slide4.xml" Id="Rfb8617c9074c4e7a" /><Relationship Type="http://schemas.openxmlformats.org/officeDocument/2006/relationships/slide" Target="/ppt/slides/slide5.xml" Id="Ree6fad05107f42ef" /><Relationship Type="http://schemas.openxmlformats.org/officeDocument/2006/relationships/slide" Target="/ppt/slides/slide6.xml" Id="R455dd11bf0604875" /><Relationship Type="http://schemas.openxmlformats.org/officeDocument/2006/relationships/slide" Target="/ppt/slides/slide7.xml" Id="Rc20db67a6a0b45ac" /><Relationship Type="http://schemas.openxmlformats.org/officeDocument/2006/relationships/slide" Target="/ppt/slides/slide8.xml" Id="Rc8db4a5bf8984063" /><Relationship Type="http://schemas.openxmlformats.org/officeDocument/2006/relationships/slide" Target="/ppt/slides/slide9.xml" Id="Ra81957d015ee43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b638eb19a141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f9889092ee4301" /><Relationship Type="http://schemas.openxmlformats.org/officeDocument/2006/relationships/notesMaster" Target="/ppt/notesMasters/notesMaster1.xml" Id="Reb1547436abc40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0f3caebfd44ce2" /><Relationship Type="http://schemas.openxmlformats.org/officeDocument/2006/relationships/notesMaster" Target="/ppt/notesMasters/notesMaster1.xml" Id="Rd858e9257bea4e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8e1078a06b4db5" /><Relationship Type="http://schemas.openxmlformats.org/officeDocument/2006/relationships/notesMaster" Target="/ppt/notesMasters/notesMaster1.xml" Id="Rd8f946b799224e9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d9b1c16b00544c9" /><Relationship Type="http://schemas.openxmlformats.org/officeDocument/2006/relationships/notesMaster" Target="/ppt/notesMasters/notesMaster1.xml" Id="Rf86d05b4f5ca464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da65d462a94f73" /><Relationship Type="http://schemas.openxmlformats.org/officeDocument/2006/relationships/notesMaster" Target="/ppt/notesMasters/notesMaster1.xml" Id="Rd761dd8ba35e46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7c6f5729c94b8e" /><Relationship Type="http://schemas.openxmlformats.org/officeDocument/2006/relationships/notesMaster" Target="/ppt/notesMasters/notesMaster1.xml" Id="R20ee44b584814e7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4e0ad4f4c764c2b" /><Relationship Type="http://schemas.openxmlformats.org/officeDocument/2006/relationships/notesMaster" Target="/ppt/notesMasters/notesMaster1.xml" Id="R044fb56a67304c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446a4f06da49b6" /><Relationship Type="http://schemas.openxmlformats.org/officeDocument/2006/relationships/notesMaster" Target="/ppt/notesMasters/notesMaster1.xml" Id="R3f92c23f334a476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5185fb493d4a92" /><Relationship Type="http://schemas.openxmlformats.org/officeDocument/2006/relationships/notesMaster" Target="/ppt/notesMasters/notesMaster1.xml" Id="R87614b6123444d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b75ed2f9604712" /><Relationship Type="http://schemas.openxmlformats.org/officeDocument/2006/relationships/image" Target="/ppt/media/image.png" Id="R8e668fff7a99427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067f69f8cd4015" /><Relationship Type="http://schemas.openxmlformats.org/officeDocument/2006/relationships/image" Target="/ppt/media/image.png" Id="R84c0ad317ea84c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9eac7179304dd8" /><Relationship Type="http://schemas.openxmlformats.org/officeDocument/2006/relationships/image" Target="/ppt/media/image.png" Id="Ra0fda1921f49430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4c14fb4de646d1" /><Relationship Type="http://schemas.openxmlformats.org/officeDocument/2006/relationships/image" Target="/ppt/media/image.png" Id="R0400e6f4ff85485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7310b8a7fe45e8" /><Relationship Type="http://schemas.openxmlformats.org/officeDocument/2006/relationships/image" Target="/ppt/media/image.png" Id="Rc3412d54b4db44e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3c7262e0ca4742" /><Relationship Type="http://schemas.openxmlformats.org/officeDocument/2006/relationships/image" Target="/ppt/media/image.png" Id="R1152ae12cda64ad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583a8b72ef4063" /><Relationship Type="http://schemas.openxmlformats.org/officeDocument/2006/relationships/image" Target="/ppt/media/image.png" Id="R904d6468c105448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bcfd08435d417c" /><Relationship Type="http://schemas.openxmlformats.org/officeDocument/2006/relationships/image" Target="/ppt/media/image.png" Id="R034a894a4d74494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9a905381c444a8" /><Relationship Type="http://schemas.openxmlformats.org/officeDocument/2006/relationships/image" Target="/ppt/media/image.png" Id="Rdbdf2d8effd0490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e5e7f8c408496f" /><Relationship Type="http://schemas.openxmlformats.org/officeDocument/2006/relationships/image" Target="/ppt/media/image.png" Id="R976c6a7797d3459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0f2fa745df45fe" /><Relationship Type="http://schemas.openxmlformats.org/officeDocument/2006/relationships/image" Target="/ppt/media/image.png" Id="Re5f12fdac23f4f7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e668fff7a99427b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c0ad317ea84c2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0fda1921f49430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400e6f4ff85485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412d54b4db44e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52ae12cda64ad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4d6468c105448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4a894a4d74494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df2d8effd0490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6c6a7797d3459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f12fdac23f4f7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2b5e3ba3a240d4" /><Relationship Type="http://schemas.openxmlformats.org/officeDocument/2006/relationships/slideLayout" Target="/ppt/slideLayouts/slideLayout1.xml" Id="R033366a7254a46cb" /><Relationship Type="http://schemas.openxmlformats.org/officeDocument/2006/relationships/slideLayout" Target="/ppt/slideLayouts/slideLayout2.xml" Id="Rbabf9898b33e476c" /><Relationship Type="http://schemas.openxmlformats.org/officeDocument/2006/relationships/slideLayout" Target="/ppt/slideLayouts/slideLayout3.xml" Id="R3c3797db66c74ba9" /><Relationship Type="http://schemas.openxmlformats.org/officeDocument/2006/relationships/slideLayout" Target="/ppt/slideLayouts/slideLayout4.xml" Id="R85e4df9e36f44260" /><Relationship Type="http://schemas.openxmlformats.org/officeDocument/2006/relationships/slideLayout" Target="/ppt/slideLayouts/slideLayout5.xml" Id="R46a9b3de99e74840" /><Relationship Type="http://schemas.openxmlformats.org/officeDocument/2006/relationships/slideLayout" Target="/ppt/slideLayouts/slideLayout6.xml" Id="Rcd3c7e4c064a42f4" /><Relationship Type="http://schemas.openxmlformats.org/officeDocument/2006/relationships/slideLayout" Target="/ppt/slideLayouts/slideLayout7.xml" Id="Rccd2fd653700448b" /><Relationship Type="http://schemas.openxmlformats.org/officeDocument/2006/relationships/slideLayout" Target="/ppt/slideLayouts/slideLayout8.xml" Id="R6feb14ce108b4257" /><Relationship Type="http://schemas.openxmlformats.org/officeDocument/2006/relationships/slideLayout" Target="/ppt/slideLayouts/slideLayout9.xml" Id="R5b484012263f4c95" /><Relationship Type="http://schemas.openxmlformats.org/officeDocument/2006/relationships/slideLayout" Target="/ppt/slideLayouts/slideLayout10.xml" Id="R6bf9a0ee8d9b45a3" /><Relationship Type="http://schemas.openxmlformats.org/officeDocument/2006/relationships/slideLayout" Target="/ppt/slideLayouts/slideLayout11.xml" Id="R81589263e8724db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33366a7254a46cb"/>
    <p:sldLayoutId xmlns:r="http://schemas.openxmlformats.org/officeDocument/2006/relationships" id="2147483650" r:id="Rbabf9898b33e476c"/>
    <p:sldLayoutId xmlns:r="http://schemas.openxmlformats.org/officeDocument/2006/relationships" id="2147483651" r:id="R3c3797db66c74ba9"/>
    <p:sldLayoutId xmlns:r="http://schemas.openxmlformats.org/officeDocument/2006/relationships" id="2147483652" r:id="R85e4df9e36f44260"/>
    <p:sldLayoutId xmlns:r="http://schemas.openxmlformats.org/officeDocument/2006/relationships" id="2147483653" r:id="R46a9b3de99e74840"/>
    <p:sldLayoutId xmlns:r="http://schemas.openxmlformats.org/officeDocument/2006/relationships" id="2147483654" r:id="Rcd3c7e4c064a42f4"/>
    <p:sldLayoutId xmlns:r="http://schemas.openxmlformats.org/officeDocument/2006/relationships" id="2147483655" r:id="Rccd2fd653700448b"/>
    <p:sldLayoutId xmlns:r="http://schemas.openxmlformats.org/officeDocument/2006/relationships" id="2147483656" r:id="R6feb14ce108b4257"/>
    <p:sldLayoutId xmlns:r="http://schemas.openxmlformats.org/officeDocument/2006/relationships" id="2147483657" r:id="R5b484012263f4c95"/>
    <p:sldLayoutId xmlns:r="http://schemas.openxmlformats.org/officeDocument/2006/relationships" id="2147483658" r:id="R6bf9a0ee8d9b45a3"/>
    <p:sldLayoutId xmlns:r="http://schemas.openxmlformats.org/officeDocument/2006/relationships" id="2147483659" r:id="R81589263e8724db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c28c76ae9452b" /><Relationship Type="http://schemas.openxmlformats.org/officeDocument/2006/relationships/notesSlide" Target="/ppt/notesSlides/notesSlide1.xml" Id="Rb51c56e435d146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6936c67c074564" /><Relationship Type="http://schemas.openxmlformats.org/officeDocument/2006/relationships/notesSlide" Target="/ppt/notesSlides/notesSlide2.xml" Id="R683c46865b414b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f0445d853247fc" /><Relationship Type="http://schemas.openxmlformats.org/officeDocument/2006/relationships/notesSlide" Target="/ppt/notesSlides/notesSlide3.xml" Id="R4ad939c24a3a4da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07c2cf872f4c77" /><Relationship Type="http://schemas.openxmlformats.org/officeDocument/2006/relationships/notesSlide" Target="/ppt/notesSlides/notesSlide4.xml" Id="R501ba47c01b6408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577f4cc7cf4209" /><Relationship Type="http://schemas.openxmlformats.org/officeDocument/2006/relationships/notesSlide" Target="/ppt/notesSlides/notesSlide5.xml" Id="R5aa4f49d227548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11a0110048496f" /><Relationship Type="http://schemas.openxmlformats.org/officeDocument/2006/relationships/notesSlide" Target="/ppt/notesSlides/notesSlide6.xml" Id="R2d6fdaa7a8bd4f0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651d26f9314b50" /><Relationship Type="http://schemas.openxmlformats.org/officeDocument/2006/relationships/notesSlide" Target="/ppt/notesSlides/notesSlide7.xml" Id="R13566affe5bd48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730ba8d30f4b1b" /><Relationship Type="http://schemas.openxmlformats.org/officeDocument/2006/relationships/notesSlide" Target="/ppt/notesSlides/notesSlide8.xml" Id="Rd6f1801c734d45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845cf06b0e4c41" /><Relationship Type="http://schemas.openxmlformats.org/officeDocument/2006/relationships/notesSlide" Target="/ppt/notesSlides/notesSlide9.xml" Id="Rf12f3bb23dcc467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Text Length and Lines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For the input Code now!, what number is stored in character_count, and which space or punctuation marks are included?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the two-character sequence \n create a new line inside a string instead of appearing as two printed characters?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For the input Code now!, what appears on the line after Message:?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uses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message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counting its characters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Code now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now"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 8"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asks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title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subtitle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them on separate lines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"Text:"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"Title characters:"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"Subtitle characters:"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each count.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 Club"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"Join today"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give 9 and 10.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poster checker that asks for a heading and an instruction. Display them on two lines using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"\n"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Add the two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results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"Combined characters:"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total. If the total is over 20, also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long for the poster."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"Sit here"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"Message:\n"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message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"Short message: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character_count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message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"Message:"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+ 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character_count)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2026-09-28T06:18:25.1860000Z</dcterms:created>
  <dcterms:modified xsi:type="dcterms:W3CDTF">2026-09-28T06:18:25.1860000Z</dcterms:modified>
</coreProperties>
</file>