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4e830cbbb7d4bc7" /><Relationship Type="http://schemas.openxmlformats.org/officeDocument/2006/relationships/extended-properties" Target="/docProps/app.xml" Id="R20e789cd91164ad8" /><Relationship Type="http://schemas.openxmlformats.org/officeDocument/2006/relationships/officeDocument" Target="/ppt/presentation.xml" Id="R8068eee7849046a7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ce7f42ef656a4bb5"/>
  </p:sldMasterIdLst>
  <p:notesMasterIdLst>
    <p:notesMasterId xmlns:r="http://schemas.openxmlformats.org/officeDocument/2006/relationships" r:id="R8cfc3d01c9044ec6"/>
  </p:notesMasterIdLst>
  <p:sldIdLst>
    <p:sldId xmlns:r="http://schemas.openxmlformats.org/officeDocument/2006/relationships" id="256" r:id="R812e7cada6924d63"/>
    <p:sldId xmlns:r="http://schemas.openxmlformats.org/officeDocument/2006/relationships" id="257" r:id="R5d66a3c7ee0a47e4"/>
    <p:sldId xmlns:r="http://schemas.openxmlformats.org/officeDocument/2006/relationships" id="258" r:id="Rea247b5c601d448c"/>
    <p:sldId xmlns:r="http://schemas.openxmlformats.org/officeDocument/2006/relationships" id="259" r:id="R3e46cea261c84bfe"/>
    <p:sldId xmlns:r="http://schemas.openxmlformats.org/officeDocument/2006/relationships" id="260" r:id="R332e9902d41245e3"/>
    <p:sldId xmlns:r="http://schemas.openxmlformats.org/officeDocument/2006/relationships" id="261" r:id="Rb0b00e2ae2d54773"/>
    <p:sldId xmlns:r="http://schemas.openxmlformats.org/officeDocument/2006/relationships" id="262" r:id="R53198191dbd94ee1"/>
    <p:sldId xmlns:r="http://schemas.openxmlformats.org/officeDocument/2006/relationships" id="263" r:id="R3cd162917ebc45c4"/>
    <p:sldId xmlns:r="http://schemas.openxmlformats.org/officeDocument/2006/relationships" id="264" r:id="Rb5178f8121124d6d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ae248dbc2036412d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aba0a5821364511" /><Relationship Type="http://schemas.openxmlformats.org/officeDocument/2006/relationships/slideMaster" Target="/ppt/slideMasters/slideMaster1.xml" Id="Rce7f42ef656a4bb5" /><Relationship Type="http://schemas.openxmlformats.org/officeDocument/2006/relationships/notesMaster" Target="/ppt/notesMasters/notesMaster1.xml" Id="R8cfc3d01c9044ec6" /><Relationship Type="http://schemas.openxmlformats.org/officeDocument/2006/relationships/presProps" Target="/ppt/presProps.xml" Id="Re62337b6e9294fec" /><Relationship Type="http://schemas.openxmlformats.org/officeDocument/2006/relationships/viewProps" Target="/ppt/viewProps.xml" Id="R7374b926c660428a" /><Relationship Type="http://schemas.openxmlformats.org/officeDocument/2006/relationships/tableStyles" Target="/ppt/tableStyles.xml" Id="Ra21607d3c205476b" /><Relationship Type="http://schemas.openxmlformats.org/officeDocument/2006/relationships/font" Target="/ppt/fonts/font.dat" Id="Rae248dbc2036412d" /><Relationship Type="http://schemas.openxmlformats.org/officeDocument/2006/relationships/slide" Target="/ppt/slides/slide1.xml" Id="R812e7cada6924d63" /><Relationship Type="http://schemas.openxmlformats.org/officeDocument/2006/relationships/slide" Target="/ppt/slides/slide2.xml" Id="R5d66a3c7ee0a47e4" /><Relationship Type="http://schemas.openxmlformats.org/officeDocument/2006/relationships/slide" Target="/ppt/slides/slide3.xml" Id="Rea247b5c601d448c" /><Relationship Type="http://schemas.openxmlformats.org/officeDocument/2006/relationships/slide" Target="/ppt/slides/slide4.xml" Id="R3e46cea261c84bfe" /><Relationship Type="http://schemas.openxmlformats.org/officeDocument/2006/relationships/slide" Target="/ppt/slides/slide5.xml" Id="R332e9902d41245e3" /><Relationship Type="http://schemas.openxmlformats.org/officeDocument/2006/relationships/slide" Target="/ppt/slides/slide6.xml" Id="Rb0b00e2ae2d54773" /><Relationship Type="http://schemas.openxmlformats.org/officeDocument/2006/relationships/slide" Target="/ppt/slides/slide7.xml" Id="R53198191dbd94ee1" /><Relationship Type="http://schemas.openxmlformats.org/officeDocument/2006/relationships/slide" Target="/ppt/slides/slide8.xml" Id="R3cd162917ebc45c4" /><Relationship Type="http://schemas.openxmlformats.org/officeDocument/2006/relationships/slide" Target="/ppt/slides/slide9.xml" Id="Rb5178f8121124d6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99cb036e9064d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efd8ca06a224d82" /><Relationship Type="http://schemas.openxmlformats.org/officeDocument/2006/relationships/notesMaster" Target="/ppt/notesMasters/notesMaster1.xml" Id="R6f33fa05283642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f00873a978b4864" /><Relationship Type="http://schemas.openxmlformats.org/officeDocument/2006/relationships/notesMaster" Target="/ppt/notesMasters/notesMaster1.xml" Id="R2eb2581e015f43f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7267e1febd34425" /><Relationship Type="http://schemas.openxmlformats.org/officeDocument/2006/relationships/notesMaster" Target="/ppt/notesMasters/notesMaster1.xml" Id="R249aaffb5cbf429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2397d3bfdb54f0c" /><Relationship Type="http://schemas.openxmlformats.org/officeDocument/2006/relationships/notesMaster" Target="/ppt/notesMasters/notesMaster1.xml" Id="Rd1999f1bd9dd4c0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144fe47b5a34eb1" /><Relationship Type="http://schemas.openxmlformats.org/officeDocument/2006/relationships/notesMaster" Target="/ppt/notesMasters/notesMaster1.xml" Id="R9b7b73a5bf9b4ae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ebdb46d6cec4423" /><Relationship Type="http://schemas.openxmlformats.org/officeDocument/2006/relationships/notesMaster" Target="/ppt/notesMasters/notesMaster1.xml" Id="R2d9d05fd4e694f8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dae406d181748e6" /><Relationship Type="http://schemas.openxmlformats.org/officeDocument/2006/relationships/notesMaster" Target="/ppt/notesMasters/notesMaster1.xml" Id="R9c2782d9d6f9425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ef30cb211b4493a" /><Relationship Type="http://schemas.openxmlformats.org/officeDocument/2006/relationships/notesMaster" Target="/ppt/notesMasters/notesMaster1.xml" Id="R6fb8a29d2e83404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a592ffb8d4840bd" /><Relationship Type="http://schemas.openxmlformats.org/officeDocument/2006/relationships/notesMaster" Target="/ppt/notesMasters/notesMaster1.xml" Id="R2e9e37c6c2054cf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a6a9d60d5242b8" /><Relationship Type="http://schemas.openxmlformats.org/officeDocument/2006/relationships/image" Target="/ppt/media/image.png" Id="Rcd6c92896ff44aa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fd14ba35494e29" /><Relationship Type="http://schemas.openxmlformats.org/officeDocument/2006/relationships/image" Target="/ppt/media/image.png" Id="R4591736a17cc4d6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e3f774c99e435c" /><Relationship Type="http://schemas.openxmlformats.org/officeDocument/2006/relationships/image" Target="/ppt/media/image.png" Id="Ra47dd1126406485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8fef41ad8e4fac" /><Relationship Type="http://schemas.openxmlformats.org/officeDocument/2006/relationships/image" Target="/ppt/media/image.png" Id="R9215bc23792c4b3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2dcff155514c68" /><Relationship Type="http://schemas.openxmlformats.org/officeDocument/2006/relationships/image" Target="/ppt/media/image.png" Id="R1967237256c946d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dd2cbbaa504019" /><Relationship Type="http://schemas.openxmlformats.org/officeDocument/2006/relationships/image" Target="/ppt/media/image.png" Id="R81f7b5192ca44a7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97e527d418408f" /><Relationship Type="http://schemas.openxmlformats.org/officeDocument/2006/relationships/image" Target="/ppt/media/image.png" Id="Ree3410684a9147d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05afb72f28405a" /><Relationship Type="http://schemas.openxmlformats.org/officeDocument/2006/relationships/image" Target="/ppt/media/image.png" Id="Rb66acc78f5c4403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2149467f504eae" /><Relationship Type="http://schemas.openxmlformats.org/officeDocument/2006/relationships/image" Target="/ppt/media/image.png" Id="Rc91977902bea499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97e94216594d2f" /><Relationship Type="http://schemas.openxmlformats.org/officeDocument/2006/relationships/image" Target="/ppt/media/image.png" Id="R3b6bc86ba2b3468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c045eb5b5b4ecb" /><Relationship Type="http://schemas.openxmlformats.org/officeDocument/2006/relationships/image" Target="/ppt/media/image.png" Id="R96fa00b3ab864da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6c92896ff44aa0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591736a17cc4d6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47dd1126406485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215bc23792c4b3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967237256c946d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1f7b5192ca44a7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e3410684a9147d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66acc78f5c4403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91977902bea499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b6bc86ba2b3468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fa00b3ab864da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5a3195ac16848ba" /><Relationship Type="http://schemas.openxmlformats.org/officeDocument/2006/relationships/slideLayout" Target="/ppt/slideLayouts/slideLayout1.xml" Id="R3ef64334872043e2" /><Relationship Type="http://schemas.openxmlformats.org/officeDocument/2006/relationships/slideLayout" Target="/ppt/slideLayouts/slideLayout2.xml" Id="Rd77d7780649d4549" /><Relationship Type="http://schemas.openxmlformats.org/officeDocument/2006/relationships/slideLayout" Target="/ppt/slideLayouts/slideLayout3.xml" Id="R72981a06c9bd45fd" /><Relationship Type="http://schemas.openxmlformats.org/officeDocument/2006/relationships/slideLayout" Target="/ppt/slideLayouts/slideLayout4.xml" Id="R2b109fdcc307412f" /><Relationship Type="http://schemas.openxmlformats.org/officeDocument/2006/relationships/slideLayout" Target="/ppt/slideLayouts/slideLayout5.xml" Id="R849ad96be454488b" /><Relationship Type="http://schemas.openxmlformats.org/officeDocument/2006/relationships/slideLayout" Target="/ppt/slideLayouts/slideLayout6.xml" Id="R13e6250d50394ee2" /><Relationship Type="http://schemas.openxmlformats.org/officeDocument/2006/relationships/slideLayout" Target="/ppt/slideLayouts/slideLayout7.xml" Id="R8a57a19f013341fb" /><Relationship Type="http://schemas.openxmlformats.org/officeDocument/2006/relationships/slideLayout" Target="/ppt/slideLayouts/slideLayout8.xml" Id="R1a1442d72c0148d7" /><Relationship Type="http://schemas.openxmlformats.org/officeDocument/2006/relationships/slideLayout" Target="/ppt/slideLayouts/slideLayout9.xml" Id="R3d6ee40f182d402c" /><Relationship Type="http://schemas.openxmlformats.org/officeDocument/2006/relationships/slideLayout" Target="/ppt/slideLayouts/slideLayout10.xml" Id="R3facc4317b8a46de" /><Relationship Type="http://schemas.openxmlformats.org/officeDocument/2006/relationships/slideLayout" Target="/ppt/slideLayouts/slideLayout11.xml" Id="R7f403cfea44349a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ef64334872043e2"/>
    <p:sldLayoutId xmlns:r="http://schemas.openxmlformats.org/officeDocument/2006/relationships" id="2147483650" r:id="Rd77d7780649d4549"/>
    <p:sldLayoutId xmlns:r="http://schemas.openxmlformats.org/officeDocument/2006/relationships" id="2147483651" r:id="R72981a06c9bd45fd"/>
    <p:sldLayoutId xmlns:r="http://schemas.openxmlformats.org/officeDocument/2006/relationships" id="2147483652" r:id="R2b109fdcc307412f"/>
    <p:sldLayoutId xmlns:r="http://schemas.openxmlformats.org/officeDocument/2006/relationships" id="2147483653" r:id="R849ad96be454488b"/>
    <p:sldLayoutId xmlns:r="http://schemas.openxmlformats.org/officeDocument/2006/relationships" id="2147483654" r:id="R13e6250d50394ee2"/>
    <p:sldLayoutId xmlns:r="http://schemas.openxmlformats.org/officeDocument/2006/relationships" id="2147483655" r:id="R8a57a19f013341fb"/>
    <p:sldLayoutId xmlns:r="http://schemas.openxmlformats.org/officeDocument/2006/relationships" id="2147483656" r:id="R1a1442d72c0148d7"/>
    <p:sldLayoutId xmlns:r="http://schemas.openxmlformats.org/officeDocument/2006/relationships" id="2147483657" r:id="R3d6ee40f182d402c"/>
    <p:sldLayoutId xmlns:r="http://schemas.openxmlformats.org/officeDocument/2006/relationships" id="2147483658" r:id="R3facc4317b8a46de"/>
    <p:sldLayoutId xmlns:r="http://schemas.openxmlformats.org/officeDocument/2006/relationships" id="2147483659" r:id="R7f403cfea44349a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e7b48529f34c44" /><Relationship Type="http://schemas.openxmlformats.org/officeDocument/2006/relationships/notesSlide" Target="/ppt/notesSlides/notesSlide1.xml" Id="Rdad70f3ae271469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422c629363441b6" /><Relationship Type="http://schemas.openxmlformats.org/officeDocument/2006/relationships/notesSlide" Target="/ppt/notesSlides/notesSlide2.xml" Id="R083eb62e04ae45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02d60e78fe4394" /><Relationship Type="http://schemas.openxmlformats.org/officeDocument/2006/relationships/notesSlide" Target="/ppt/notesSlides/notesSlide3.xml" Id="R585cd31887ce4d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86ab4a3ad74d7b" /><Relationship Type="http://schemas.openxmlformats.org/officeDocument/2006/relationships/notesSlide" Target="/ppt/notesSlides/notesSlide4.xml" Id="Rf9ce6dca60d6426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09afe141d440b4" /><Relationship Type="http://schemas.openxmlformats.org/officeDocument/2006/relationships/notesSlide" Target="/ppt/notesSlides/notesSlide5.xml" Id="R9a055bac5a3143c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df6b2798c44af0" /><Relationship Type="http://schemas.openxmlformats.org/officeDocument/2006/relationships/notesSlide" Target="/ppt/notesSlides/notesSlide6.xml" Id="Ra5871b577e91476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6443671dae4e78" /><Relationship Type="http://schemas.openxmlformats.org/officeDocument/2006/relationships/notesSlide" Target="/ppt/notesSlides/notesSlide7.xml" Id="Rd4af187e6aa2461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c9a8ba915b4cf0" /><Relationship Type="http://schemas.openxmlformats.org/officeDocument/2006/relationships/notesSlide" Target="/ppt/notesSlides/notesSlide8.xml" Id="Ra7ddf9d7a09a49a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fd9a96fcbd407e" /><Relationship Type="http://schemas.openxmlformats.org/officeDocument/2006/relationships/notesSlide" Target="/ppt/notesSlides/notesSlide9.xml" Id="R46cb69c96bf2476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Text Length and Lines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16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For the input Code now!, what number is stored in character_count, and which space or punctuation marks are included?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the two-character sequence \n create a new line inside a string instead of appearing as two printed characters?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For the input Code now!, what appears on the line after Message:?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Use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remove spaces from the start and end of [message] before using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Store the new length in [character_count].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Code now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 now"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the message line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 8"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the final line.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a title and store it in [title]. Ask for a subtitle and store it in [subtitle]. Display the title and subtitle on separate lines, followed by a labelled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result for each one.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 Club"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"Join today"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"Title characters: 9"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"Subtitle characters: 10"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7835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a poster heading and store it in [heading]. Ask for one instruction and store it in [instruction]. Display [heading] on the first line and [instruction] on the second line by placing \n between them. Add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(heading) and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(instruction), then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"Combined characters:"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result.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"Sit here"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"Combined characters: 15"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2131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message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2026-08-28T09:22:52.7790000Z</dcterms:created>
  <dcterms:modified xsi:type="dcterms:W3CDTF">2026-08-28T09:22:52.7790000Z</dcterms:modified>
</coreProperties>
</file>