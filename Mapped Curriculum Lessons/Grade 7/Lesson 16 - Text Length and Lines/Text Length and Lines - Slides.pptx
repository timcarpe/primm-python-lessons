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e804a848b3f41d8" /><Relationship Type="http://schemas.openxmlformats.org/officeDocument/2006/relationships/extended-properties" Target="/docProps/app.xml" Id="R846b0c97b3084234" /><Relationship Type="http://schemas.openxmlformats.org/officeDocument/2006/relationships/officeDocument" Target="/ppt/presentation.xml" Id="R09c23ff50ccf4ed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48a178523f2e4654"/>
  </p:sldMasterIdLst>
  <p:notesMasterIdLst>
    <p:notesMasterId xmlns:r="http://schemas.openxmlformats.org/officeDocument/2006/relationships" r:id="R4ee4e280b5a14929"/>
  </p:notesMasterIdLst>
  <p:sldIdLst>
    <p:sldId xmlns:r="http://schemas.openxmlformats.org/officeDocument/2006/relationships" id="256" r:id="R2792163a76274bf4"/>
    <p:sldId xmlns:r="http://schemas.openxmlformats.org/officeDocument/2006/relationships" id="257" r:id="Rb6735f76d1db4e92"/>
    <p:sldId xmlns:r="http://schemas.openxmlformats.org/officeDocument/2006/relationships" id="258" r:id="R21ed5fbbf78d4b04"/>
    <p:sldId xmlns:r="http://schemas.openxmlformats.org/officeDocument/2006/relationships" id="259" r:id="R8cfd474ed6644d88"/>
    <p:sldId xmlns:r="http://schemas.openxmlformats.org/officeDocument/2006/relationships" id="260" r:id="R721db3afbecb4ee8"/>
    <p:sldId xmlns:r="http://schemas.openxmlformats.org/officeDocument/2006/relationships" id="261" r:id="Ra65093db73c24319"/>
    <p:sldId xmlns:r="http://schemas.openxmlformats.org/officeDocument/2006/relationships" id="262" r:id="R93b4593774204c7d"/>
    <p:sldId xmlns:r="http://schemas.openxmlformats.org/officeDocument/2006/relationships" id="263" r:id="R589083986d9647d6"/>
    <p:sldId xmlns:r="http://schemas.openxmlformats.org/officeDocument/2006/relationships" id="264" r:id="Rbc947bb1b7a246fb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f54d32d2b8604687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f4cb7d779e44083" /><Relationship Type="http://schemas.openxmlformats.org/officeDocument/2006/relationships/slideMaster" Target="/ppt/slideMasters/slideMaster1.xml" Id="R48a178523f2e4654" /><Relationship Type="http://schemas.openxmlformats.org/officeDocument/2006/relationships/notesMaster" Target="/ppt/notesMasters/notesMaster1.xml" Id="R4ee4e280b5a14929" /><Relationship Type="http://schemas.openxmlformats.org/officeDocument/2006/relationships/presProps" Target="/ppt/presProps.xml" Id="R2e9183ae69884851" /><Relationship Type="http://schemas.openxmlformats.org/officeDocument/2006/relationships/viewProps" Target="/ppt/viewProps.xml" Id="Rde899b57b2b04ce2" /><Relationship Type="http://schemas.openxmlformats.org/officeDocument/2006/relationships/tableStyles" Target="/ppt/tableStyles.xml" Id="R05f8e3c98eee4e97" /><Relationship Type="http://schemas.openxmlformats.org/officeDocument/2006/relationships/font" Target="/ppt/fonts/font.dat" Id="Rf54d32d2b8604687" /><Relationship Type="http://schemas.openxmlformats.org/officeDocument/2006/relationships/slide" Target="/ppt/slides/slide1.xml" Id="R2792163a76274bf4" /><Relationship Type="http://schemas.openxmlformats.org/officeDocument/2006/relationships/slide" Target="/ppt/slides/slide2.xml" Id="Rb6735f76d1db4e92" /><Relationship Type="http://schemas.openxmlformats.org/officeDocument/2006/relationships/slide" Target="/ppt/slides/slide3.xml" Id="R21ed5fbbf78d4b04" /><Relationship Type="http://schemas.openxmlformats.org/officeDocument/2006/relationships/slide" Target="/ppt/slides/slide4.xml" Id="R8cfd474ed6644d88" /><Relationship Type="http://schemas.openxmlformats.org/officeDocument/2006/relationships/slide" Target="/ppt/slides/slide5.xml" Id="R721db3afbecb4ee8" /><Relationship Type="http://schemas.openxmlformats.org/officeDocument/2006/relationships/slide" Target="/ppt/slides/slide6.xml" Id="Ra65093db73c24319" /><Relationship Type="http://schemas.openxmlformats.org/officeDocument/2006/relationships/slide" Target="/ppt/slides/slide7.xml" Id="R93b4593774204c7d" /><Relationship Type="http://schemas.openxmlformats.org/officeDocument/2006/relationships/slide" Target="/ppt/slides/slide8.xml" Id="R589083986d9647d6" /><Relationship Type="http://schemas.openxmlformats.org/officeDocument/2006/relationships/slide" Target="/ppt/slides/slide9.xml" Id="Rbc947bb1b7a246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a5039d675984b7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3f5d3832bd14ed6" /><Relationship Type="http://schemas.openxmlformats.org/officeDocument/2006/relationships/notesMaster" Target="/ppt/notesMasters/notesMaster1.xml" Id="R35e64c8b0c9c40d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08cff150c2349d1" /><Relationship Type="http://schemas.openxmlformats.org/officeDocument/2006/relationships/notesMaster" Target="/ppt/notesMasters/notesMaster1.xml" Id="R233d60ec386242c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c9e97d0b86f4bb9" /><Relationship Type="http://schemas.openxmlformats.org/officeDocument/2006/relationships/notesMaster" Target="/ppt/notesMasters/notesMaster1.xml" Id="R9179ace01e2d440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dcec8aa49de4f2a" /><Relationship Type="http://schemas.openxmlformats.org/officeDocument/2006/relationships/notesMaster" Target="/ppt/notesMasters/notesMaster1.xml" Id="R2463fc789298462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823d76c21f4497d" /><Relationship Type="http://schemas.openxmlformats.org/officeDocument/2006/relationships/notesMaster" Target="/ppt/notesMasters/notesMaster1.xml" Id="R34fca5c710c545b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e67f5c373694aad" /><Relationship Type="http://schemas.openxmlformats.org/officeDocument/2006/relationships/notesMaster" Target="/ppt/notesMasters/notesMaster1.xml" Id="Rdab5e0c1a183492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931894af227404b" /><Relationship Type="http://schemas.openxmlformats.org/officeDocument/2006/relationships/notesMaster" Target="/ppt/notesMasters/notesMaster1.xml" Id="R810025704a8f447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d5c294ecae44824" /><Relationship Type="http://schemas.openxmlformats.org/officeDocument/2006/relationships/notesMaster" Target="/ppt/notesMasters/notesMaster1.xml" Id="R2f09c2676cb9449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d4628ad23b64279" /><Relationship Type="http://schemas.openxmlformats.org/officeDocument/2006/relationships/notesMaster" Target="/ppt/notesMasters/notesMaster1.xml" Id="Re2f80187db1a454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b1b5e9bb1946a2" /><Relationship Type="http://schemas.openxmlformats.org/officeDocument/2006/relationships/image" Target="/ppt/media/image.png" Id="R92fe86688ffa482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942bcf450e40a1" /><Relationship Type="http://schemas.openxmlformats.org/officeDocument/2006/relationships/image" Target="/ppt/media/image.png" Id="R917baf329bbb407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b60e9447b8457d" /><Relationship Type="http://schemas.openxmlformats.org/officeDocument/2006/relationships/image" Target="/ppt/media/image.png" Id="R59d10394981a4ef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be588c2f514fab" /><Relationship Type="http://schemas.openxmlformats.org/officeDocument/2006/relationships/image" Target="/ppt/media/image.png" Id="Re84756e7fdab4f6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bb72ebf74c4348" /><Relationship Type="http://schemas.openxmlformats.org/officeDocument/2006/relationships/image" Target="/ppt/media/image.png" Id="R31ae826da5204b9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74b86e5ec54f50" /><Relationship Type="http://schemas.openxmlformats.org/officeDocument/2006/relationships/image" Target="/ppt/media/image.png" Id="R456554a0f4c6409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a9f48f48444997" /><Relationship Type="http://schemas.openxmlformats.org/officeDocument/2006/relationships/image" Target="/ppt/media/image.png" Id="R6b245332b91a44f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5fbde55f3c4a9c" /><Relationship Type="http://schemas.openxmlformats.org/officeDocument/2006/relationships/image" Target="/ppt/media/image.png" Id="R0e4f2aa9e2ed4bf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55d5f751cd4bf6" /><Relationship Type="http://schemas.openxmlformats.org/officeDocument/2006/relationships/image" Target="/ppt/media/image.png" Id="R0b0097253b26453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92c6b854284fa7" /><Relationship Type="http://schemas.openxmlformats.org/officeDocument/2006/relationships/image" Target="/ppt/media/image.png" Id="Rbf07d75c5ad047a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6be956182f4eea" /><Relationship Type="http://schemas.openxmlformats.org/officeDocument/2006/relationships/image" Target="/ppt/media/image.png" Id="Rcef24cc12be54c2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2fe86688ffa4824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17baf329bbb407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9d10394981a4ef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84756e7fdab4f6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1ae826da5204b9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56554a0f4c6409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b245332b91a44f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e4f2aa9e2ed4bf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b0097253b26453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f07d75c5ad047a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ef24cc12be54c2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9eda6133d694e05" /><Relationship Type="http://schemas.openxmlformats.org/officeDocument/2006/relationships/slideLayout" Target="/ppt/slideLayouts/slideLayout1.xml" Id="R78bc05959e1a4195" /><Relationship Type="http://schemas.openxmlformats.org/officeDocument/2006/relationships/slideLayout" Target="/ppt/slideLayouts/slideLayout2.xml" Id="Ra32d3d99d3fb483e" /><Relationship Type="http://schemas.openxmlformats.org/officeDocument/2006/relationships/slideLayout" Target="/ppt/slideLayouts/slideLayout3.xml" Id="R2112b9ecfecb483f" /><Relationship Type="http://schemas.openxmlformats.org/officeDocument/2006/relationships/slideLayout" Target="/ppt/slideLayouts/slideLayout4.xml" Id="Rf8da3e13a55e4f24" /><Relationship Type="http://schemas.openxmlformats.org/officeDocument/2006/relationships/slideLayout" Target="/ppt/slideLayouts/slideLayout5.xml" Id="R2f6011abb5134a4f" /><Relationship Type="http://schemas.openxmlformats.org/officeDocument/2006/relationships/slideLayout" Target="/ppt/slideLayouts/slideLayout6.xml" Id="R591bed9e5a654c31" /><Relationship Type="http://schemas.openxmlformats.org/officeDocument/2006/relationships/slideLayout" Target="/ppt/slideLayouts/slideLayout7.xml" Id="Ra49054eed7ed4b4c" /><Relationship Type="http://schemas.openxmlformats.org/officeDocument/2006/relationships/slideLayout" Target="/ppt/slideLayouts/slideLayout8.xml" Id="Ra69146d701ef4994" /><Relationship Type="http://schemas.openxmlformats.org/officeDocument/2006/relationships/slideLayout" Target="/ppt/slideLayouts/slideLayout9.xml" Id="Raf1a18b5530f4a54" /><Relationship Type="http://schemas.openxmlformats.org/officeDocument/2006/relationships/slideLayout" Target="/ppt/slideLayouts/slideLayout10.xml" Id="R72f10e40268a4428" /><Relationship Type="http://schemas.openxmlformats.org/officeDocument/2006/relationships/slideLayout" Target="/ppt/slideLayouts/slideLayout11.xml" Id="R0711e87ca15c40b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8bc05959e1a4195"/>
    <p:sldLayoutId xmlns:r="http://schemas.openxmlformats.org/officeDocument/2006/relationships" id="2147483650" r:id="Ra32d3d99d3fb483e"/>
    <p:sldLayoutId xmlns:r="http://schemas.openxmlformats.org/officeDocument/2006/relationships" id="2147483651" r:id="R2112b9ecfecb483f"/>
    <p:sldLayoutId xmlns:r="http://schemas.openxmlformats.org/officeDocument/2006/relationships" id="2147483652" r:id="Rf8da3e13a55e4f24"/>
    <p:sldLayoutId xmlns:r="http://schemas.openxmlformats.org/officeDocument/2006/relationships" id="2147483653" r:id="R2f6011abb5134a4f"/>
    <p:sldLayoutId xmlns:r="http://schemas.openxmlformats.org/officeDocument/2006/relationships" id="2147483654" r:id="R591bed9e5a654c31"/>
    <p:sldLayoutId xmlns:r="http://schemas.openxmlformats.org/officeDocument/2006/relationships" id="2147483655" r:id="Ra49054eed7ed4b4c"/>
    <p:sldLayoutId xmlns:r="http://schemas.openxmlformats.org/officeDocument/2006/relationships" id="2147483656" r:id="Ra69146d701ef4994"/>
    <p:sldLayoutId xmlns:r="http://schemas.openxmlformats.org/officeDocument/2006/relationships" id="2147483657" r:id="Raf1a18b5530f4a54"/>
    <p:sldLayoutId xmlns:r="http://schemas.openxmlformats.org/officeDocument/2006/relationships" id="2147483658" r:id="R72f10e40268a4428"/>
    <p:sldLayoutId xmlns:r="http://schemas.openxmlformats.org/officeDocument/2006/relationships" id="2147483659" r:id="R0711e87ca15c40bc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f9b444856c4e59" /><Relationship Type="http://schemas.openxmlformats.org/officeDocument/2006/relationships/notesSlide" Target="/ppt/notesSlides/notesSlide1.xml" Id="Rd37571503c9246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fcbdb27f53c4082" /><Relationship Type="http://schemas.openxmlformats.org/officeDocument/2006/relationships/notesSlide" Target="/ppt/notesSlides/notesSlide2.xml" Id="Re252c2295dd744e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61cd3c145e44db" /><Relationship Type="http://schemas.openxmlformats.org/officeDocument/2006/relationships/notesSlide" Target="/ppt/notesSlides/notesSlide3.xml" Id="R305a9a8b42a742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5b88f1b38447b3" /><Relationship Type="http://schemas.openxmlformats.org/officeDocument/2006/relationships/notesSlide" Target="/ppt/notesSlides/notesSlide4.xml" Id="R4c54212ac07e4f7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b6be6f5c7d44d6" /><Relationship Type="http://schemas.openxmlformats.org/officeDocument/2006/relationships/notesSlide" Target="/ppt/notesSlides/notesSlide5.xml" Id="R246fee6f02724f9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fdbbf69ee348f4" /><Relationship Type="http://schemas.openxmlformats.org/officeDocument/2006/relationships/notesSlide" Target="/ppt/notesSlides/notesSlide6.xml" Id="Rc90f93e58fb44e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00385a3f134ccf" /><Relationship Type="http://schemas.openxmlformats.org/officeDocument/2006/relationships/notesSlide" Target="/ppt/notesSlides/notesSlide7.xml" Id="R24663c36f0804cd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ca206120d644a0" /><Relationship Type="http://schemas.openxmlformats.org/officeDocument/2006/relationships/notesSlide" Target="/ppt/notesSlides/notesSlide8.xml" Id="Reb771c043fd64ae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6e64dd56444cbb" /><Relationship Type="http://schemas.openxmlformats.org/officeDocument/2006/relationships/notesSlide" Target="/ppt/notesSlides/notesSlide9.xml" Id="Rb5adebfd32c144e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Text Length and Lines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16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For the input Code now!, what number is stored in character_count, and which space or punctuation marks are included?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the two-character sequence \n create a new line inside a string instead of appearing as two printed characters?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For the input Code now!, what appears on the line after Message:?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Remove spaces from the start and end of [message] before displaying and counting it.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 now"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two spaces before and after it; the message should display as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 now"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the count should be 8.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Collect a title and a subtitle. Display both on separate lines, then display a labelled character count for each one.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two-line poster checker. Ask for a heading and one instruction, display the poster on two lines, and report the combined character count using the two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results.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2131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message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2026-08-27T03:52:32.6860000Z</dcterms:created>
  <dcterms:modified xsi:type="dcterms:W3CDTF">2026-08-27T03:52:32.6860000Z</dcterms:modified>
</coreProperties>
</file>