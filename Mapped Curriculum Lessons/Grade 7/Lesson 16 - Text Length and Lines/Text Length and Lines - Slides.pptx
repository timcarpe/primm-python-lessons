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b94addaa1a423e" /><Relationship Type="http://schemas.openxmlformats.org/officeDocument/2006/relationships/extended-properties" Target="/docProps/app.xml" Id="Rfb88eb12d536489a" /><Relationship Type="http://schemas.openxmlformats.org/officeDocument/2006/relationships/officeDocument" Target="/ppt/presentation.xml" Id="R22f5e47f41bf4635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189bfb1887ae4eb5"/>
  </p:sldMasterIdLst>
  <p:notesMasterIdLst>
    <p:notesMasterId xmlns:r="http://schemas.openxmlformats.org/officeDocument/2006/relationships" r:id="Rea539c4d49714320"/>
  </p:notesMasterIdLst>
  <p:sldIdLst>
    <p:sldId xmlns:r="http://schemas.openxmlformats.org/officeDocument/2006/relationships" id="256" r:id="Ree2835da8d32475c"/>
    <p:sldId xmlns:r="http://schemas.openxmlformats.org/officeDocument/2006/relationships" id="257" r:id="Rf2b4ec9ac2ed4227"/>
    <p:sldId xmlns:r="http://schemas.openxmlformats.org/officeDocument/2006/relationships" id="258" r:id="Rec5ef777d82c44a6"/>
    <p:sldId xmlns:r="http://schemas.openxmlformats.org/officeDocument/2006/relationships" id="259" r:id="R79b6e9aed4ef4318"/>
    <p:sldId xmlns:r="http://schemas.openxmlformats.org/officeDocument/2006/relationships" id="260" r:id="R55c495537043480a"/>
    <p:sldId xmlns:r="http://schemas.openxmlformats.org/officeDocument/2006/relationships" id="261" r:id="R3ab6d07ae8424fab"/>
    <p:sldId xmlns:r="http://schemas.openxmlformats.org/officeDocument/2006/relationships" id="262" r:id="Rd07379424f5949ec"/>
    <p:sldId xmlns:r="http://schemas.openxmlformats.org/officeDocument/2006/relationships" id="263" r:id="R1837a0e8ce0e4f18"/>
    <p:sldId xmlns:r="http://schemas.openxmlformats.org/officeDocument/2006/relationships" id="264" r:id="R2e0e5eadff7849f9"/>
  </p:sldIdLst>
  <p:sldSz cx="12192000" cy="6858000"/>
  <p:notesSz cx="6858000" cy="9144000"/>
  <p:embeddedFontLst>
    <p:embeddedFont>
      <p:font typeface="JetBrains Mono"/>
      <p:regular xmlns:r="http://schemas.openxmlformats.org/officeDocument/2006/relationships" r:id="R25f3276f40a64948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01b3a3242c44df" /><Relationship Type="http://schemas.openxmlformats.org/officeDocument/2006/relationships/slideMaster" Target="/ppt/slideMasters/slideMaster1.xml" Id="R189bfb1887ae4eb5" /><Relationship Type="http://schemas.openxmlformats.org/officeDocument/2006/relationships/notesMaster" Target="/ppt/notesMasters/notesMaster1.xml" Id="Rea539c4d49714320" /><Relationship Type="http://schemas.openxmlformats.org/officeDocument/2006/relationships/presProps" Target="/ppt/presProps.xml" Id="R6ea15d6c36ad475e" /><Relationship Type="http://schemas.openxmlformats.org/officeDocument/2006/relationships/viewProps" Target="/ppt/viewProps.xml" Id="Ra15a18b332da455e" /><Relationship Type="http://schemas.openxmlformats.org/officeDocument/2006/relationships/tableStyles" Target="/ppt/tableStyles.xml" Id="R766d7ff580ab4afc" /><Relationship Type="http://schemas.openxmlformats.org/officeDocument/2006/relationships/font" Target="/ppt/fonts/font.dat" Id="R25f3276f40a64948" /><Relationship Type="http://schemas.openxmlformats.org/officeDocument/2006/relationships/slide" Target="/ppt/slides/slide1.xml" Id="Ree2835da8d32475c" /><Relationship Type="http://schemas.openxmlformats.org/officeDocument/2006/relationships/slide" Target="/ppt/slides/slide2.xml" Id="Rf2b4ec9ac2ed4227" /><Relationship Type="http://schemas.openxmlformats.org/officeDocument/2006/relationships/slide" Target="/ppt/slides/slide3.xml" Id="Rec5ef777d82c44a6" /><Relationship Type="http://schemas.openxmlformats.org/officeDocument/2006/relationships/slide" Target="/ppt/slides/slide4.xml" Id="R79b6e9aed4ef4318" /><Relationship Type="http://schemas.openxmlformats.org/officeDocument/2006/relationships/slide" Target="/ppt/slides/slide5.xml" Id="R55c495537043480a" /><Relationship Type="http://schemas.openxmlformats.org/officeDocument/2006/relationships/slide" Target="/ppt/slides/slide6.xml" Id="R3ab6d07ae8424fab" /><Relationship Type="http://schemas.openxmlformats.org/officeDocument/2006/relationships/slide" Target="/ppt/slides/slide7.xml" Id="Rd07379424f5949ec" /><Relationship Type="http://schemas.openxmlformats.org/officeDocument/2006/relationships/slide" Target="/ppt/slides/slide8.xml" Id="R1837a0e8ce0e4f18" /><Relationship Type="http://schemas.openxmlformats.org/officeDocument/2006/relationships/slide" Target="/ppt/slides/slide9.xml" Id="R2e0e5eadff7849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5fea93b29042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548c3b706442a9" /><Relationship Type="http://schemas.openxmlformats.org/officeDocument/2006/relationships/notesMaster" Target="/ppt/notesMasters/notesMaster1.xml" Id="Ra08bd0c8bcb24c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ce225398264aa7" /><Relationship Type="http://schemas.openxmlformats.org/officeDocument/2006/relationships/notesMaster" Target="/ppt/notesMasters/notesMaster1.xml" Id="Rd696aab43d5e4a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254ae7edd04cc1" /><Relationship Type="http://schemas.openxmlformats.org/officeDocument/2006/relationships/notesMaster" Target="/ppt/notesMasters/notesMaster1.xml" Id="Rc7e08364fbec4d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4a069ab2814ccb" /><Relationship Type="http://schemas.openxmlformats.org/officeDocument/2006/relationships/notesMaster" Target="/ppt/notesMasters/notesMaster1.xml" Id="Rf3146095e3d54a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fca45a9f3941cb" /><Relationship Type="http://schemas.openxmlformats.org/officeDocument/2006/relationships/notesMaster" Target="/ppt/notesMasters/notesMaster1.xml" Id="R9d3ed5c7412842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8e2e10cfb74145" /><Relationship Type="http://schemas.openxmlformats.org/officeDocument/2006/relationships/notesMaster" Target="/ppt/notesMasters/notesMaster1.xml" Id="R759f760a663645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f797504d55e4c7a" /><Relationship Type="http://schemas.openxmlformats.org/officeDocument/2006/relationships/notesMaster" Target="/ppt/notesMasters/notesMaster1.xml" Id="Rf30c858028474d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4b72f7d1b19425d" /><Relationship Type="http://schemas.openxmlformats.org/officeDocument/2006/relationships/notesMaster" Target="/ppt/notesMasters/notesMaster1.xml" Id="Rdd24f61447be467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91d5cb194e84a5e" /><Relationship Type="http://schemas.openxmlformats.org/officeDocument/2006/relationships/notesMaster" Target="/ppt/notesMasters/notesMaster1.xml" Id="R1cb59c5de1224c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8ab84c343149dc" /><Relationship Type="http://schemas.openxmlformats.org/officeDocument/2006/relationships/image" Target="/ppt/media/image.png" Id="Rf3d4a7c3e06f486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c7489940734dba" /><Relationship Type="http://schemas.openxmlformats.org/officeDocument/2006/relationships/image" Target="/ppt/media/image.png" Id="R3032646e22e3420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140716d22c4067" /><Relationship Type="http://schemas.openxmlformats.org/officeDocument/2006/relationships/image" Target="/ppt/media/image.png" Id="R9664fcb8f4c7400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ddbf3534424671" /><Relationship Type="http://schemas.openxmlformats.org/officeDocument/2006/relationships/image" Target="/ppt/media/image.png" Id="Rfe428bdc0e604a0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4b60ef754d4a63" /><Relationship Type="http://schemas.openxmlformats.org/officeDocument/2006/relationships/image" Target="/ppt/media/image.png" Id="R98e817a426714ee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321b4918794bfc" /><Relationship Type="http://schemas.openxmlformats.org/officeDocument/2006/relationships/image" Target="/ppt/media/image.png" Id="Rcf21f618b599481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502368a3b8462b" /><Relationship Type="http://schemas.openxmlformats.org/officeDocument/2006/relationships/image" Target="/ppt/media/image.png" Id="R2d2ef279496842e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f9a2df14c549fd" /><Relationship Type="http://schemas.openxmlformats.org/officeDocument/2006/relationships/image" Target="/ppt/media/image.png" Id="R279bc88169df40e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d8555415a04ac3" /><Relationship Type="http://schemas.openxmlformats.org/officeDocument/2006/relationships/image" Target="/ppt/media/image.png" Id="Ra9306a0bd7ca445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84eac3e0bb437f" /><Relationship Type="http://schemas.openxmlformats.org/officeDocument/2006/relationships/image" Target="/ppt/media/image.png" Id="Rc6f4ad0edf074a5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b136ddf75849d4" /><Relationship Type="http://schemas.openxmlformats.org/officeDocument/2006/relationships/image" Target="/ppt/media/image.png" Id="R064fc46435b54df9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3d4a7c3e06f486e"/>
          <a:stretch xmlns:a="http://schemas.openxmlformats.org/drawingml/2006/main"/>
        </p:blipFill>
        <p:spPr>
          <a:xfrm xmlns:a="http://schemas.openxmlformats.org/drawingml/2006/main" flipH="1">
            <a:off x="9886209" y="4538703"/>
            <a:ext cx="2305791" cy="1808464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032646e22e3420e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664fcb8f4c7400f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e428bdc0e604a08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8e817a426714eee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f21f618b5994810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d2ef279496842e0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79bc88169df40ef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9306a0bd7ca445a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6f4ad0edf074a55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64fc46435b54df9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becf2d8c9a4358" /><Relationship Type="http://schemas.openxmlformats.org/officeDocument/2006/relationships/slideLayout" Target="/ppt/slideLayouts/slideLayout1.xml" Id="R5a5c7b03dbd04f2e" /><Relationship Type="http://schemas.openxmlformats.org/officeDocument/2006/relationships/slideLayout" Target="/ppt/slideLayouts/slideLayout2.xml" Id="Re3f1237560224a59" /><Relationship Type="http://schemas.openxmlformats.org/officeDocument/2006/relationships/slideLayout" Target="/ppt/slideLayouts/slideLayout3.xml" Id="Rcff799bc86814971" /><Relationship Type="http://schemas.openxmlformats.org/officeDocument/2006/relationships/slideLayout" Target="/ppt/slideLayouts/slideLayout4.xml" Id="R0cecd824ad4d4fea" /><Relationship Type="http://schemas.openxmlformats.org/officeDocument/2006/relationships/slideLayout" Target="/ppt/slideLayouts/slideLayout5.xml" Id="R200726a799304a64" /><Relationship Type="http://schemas.openxmlformats.org/officeDocument/2006/relationships/slideLayout" Target="/ppt/slideLayouts/slideLayout6.xml" Id="Re33e14f241814f10" /><Relationship Type="http://schemas.openxmlformats.org/officeDocument/2006/relationships/slideLayout" Target="/ppt/slideLayouts/slideLayout7.xml" Id="R996fe1aae355410e" /><Relationship Type="http://schemas.openxmlformats.org/officeDocument/2006/relationships/slideLayout" Target="/ppt/slideLayouts/slideLayout8.xml" Id="R2334388bc6a44868" /><Relationship Type="http://schemas.openxmlformats.org/officeDocument/2006/relationships/slideLayout" Target="/ppt/slideLayouts/slideLayout9.xml" Id="R92af0ddbc2d047ae" /><Relationship Type="http://schemas.openxmlformats.org/officeDocument/2006/relationships/slideLayout" Target="/ppt/slideLayouts/slideLayout10.xml" Id="R5cdaeed83e9e48d2" /><Relationship Type="http://schemas.openxmlformats.org/officeDocument/2006/relationships/slideLayout" Target="/ppt/slideLayouts/slideLayout11.xml" Id="Rd225fae5776a4a2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825222" y="6510367"/>
            <a:ext cx="37432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5" y="6492875"/>
            <a:ext cx="609501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5c7b03dbd04f2e"/>
    <p:sldLayoutId xmlns:r="http://schemas.openxmlformats.org/officeDocument/2006/relationships" id="2147483650" r:id="Re3f1237560224a59"/>
    <p:sldLayoutId xmlns:r="http://schemas.openxmlformats.org/officeDocument/2006/relationships" id="2147483651" r:id="Rcff799bc86814971"/>
    <p:sldLayoutId xmlns:r="http://schemas.openxmlformats.org/officeDocument/2006/relationships" id="2147483652" r:id="R0cecd824ad4d4fea"/>
    <p:sldLayoutId xmlns:r="http://schemas.openxmlformats.org/officeDocument/2006/relationships" id="2147483653" r:id="R200726a799304a64"/>
    <p:sldLayoutId xmlns:r="http://schemas.openxmlformats.org/officeDocument/2006/relationships" id="2147483654" r:id="Re33e14f241814f10"/>
    <p:sldLayoutId xmlns:r="http://schemas.openxmlformats.org/officeDocument/2006/relationships" id="2147483655" r:id="R996fe1aae355410e"/>
    <p:sldLayoutId xmlns:r="http://schemas.openxmlformats.org/officeDocument/2006/relationships" id="2147483656" r:id="R2334388bc6a44868"/>
    <p:sldLayoutId xmlns:r="http://schemas.openxmlformats.org/officeDocument/2006/relationships" id="2147483657" r:id="R92af0ddbc2d047ae"/>
    <p:sldLayoutId xmlns:r="http://schemas.openxmlformats.org/officeDocument/2006/relationships" id="2147483658" r:id="R5cdaeed83e9e48d2"/>
    <p:sldLayoutId xmlns:r="http://schemas.openxmlformats.org/officeDocument/2006/relationships" id="2147483659" r:id="Rd225fae5776a4a2d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4c7ffa7a574017" /><Relationship Type="http://schemas.openxmlformats.org/officeDocument/2006/relationships/notesSlide" Target="/ppt/notesSlides/notesSlide1.xml" Id="R04971f0364e345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eff5a0f018b41fe" /><Relationship Type="http://schemas.openxmlformats.org/officeDocument/2006/relationships/notesSlide" Target="/ppt/notesSlides/notesSlide2.xml" Id="Rd619c35b19b04b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8ac58bedfe4567" /><Relationship Type="http://schemas.openxmlformats.org/officeDocument/2006/relationships/notesSlide" Target="/ppt/notesSlides/notesSlide3.xml" Id="Rb420307284d443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854d2254d749d9" /><Relationship Type="http://schemas.openxmlformats.org/officeDocument/2006/relationships/notesSlide" Target="/ppt/notesSlides/notesSlide4.xml" Id="Re6f1aff52ac64c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13f15197cd4c58" /><Relationship Type="http://schemas.openxmlformats.org/officeDocument/2006/relationships/notesSlide" Target="/ppt/notesSlides/notesSlide5.xml" Id="Re1fdd5879c7140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229a65226b40bc" /><Relationship Type="http://schemas.openxmlformats.org/officeDocument/2006/relationships/notesSlide" Target="/ppt/notesSlides/notesSlide6.xml" Id="Re4612ba0b8d646a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d857ff55114535" /><Relationship Type="http://schemas.openxmlformats.org/officeDocument/2006/relationships/notesSlide" Target="/ppt/notesSlides/notesSlide7.xml" Id="R11f84a9b776c418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de11fc905e4c29" /><Relationship Type="http://schemas.openxmlformats.org/officeDocument/2006/relationships/notesSlide" Target="/ppt/notesSlides/notesSlide8.xml" Id="Ra25c2f038aa146b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227663caa44cfc" /><Relationship Type="http://schemas.openxmlformats.org/officeDocument/2006/relationships/notesSlide" Target="/ppt/notesSlides/notesSlide9.xml" Id="R84bb519c9b0d4ff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Text Length and Lines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16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5FED6-38D0-DE9C-92C0-6E7FA635581C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</p:sld>
</file>

<file path=ppt/slides/slide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E72FCF-5E06-85EB-F7FD-E1261A3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77" y="1749737"/>
            <a:ext cx="10956846" cy="193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message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"Short message: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character_count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len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(message)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"Message:\n"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+ message)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"Characters:"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character_count)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0BA63F-E9FE-C334-C48D-C94A3747F5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917660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Look at this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message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"Short message: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character_count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len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(message)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"Message:\n"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+ message)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"Characters:"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character_count)</a:t>
            </a:r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5F9C57-C2E5-F6D8-D85A-2011D9F51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do you think this code will do?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A964A3-7CB4-7BBD-D3F2-79A86FCF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message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"Short message: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character_count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len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(message)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"Message:\n"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+ message)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"Characters:"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character_count)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DBE35E-DE92-4B4D-75A9-891D3E276B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35179797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B5EA7E-2DAD-0491-950A-43E595A22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b="1"/>
              <a:t>Let’s investigate.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98CA8A-BAE1-D919-AD2C-1043AF6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2794"/>
            <a:ext cx="10182101" cy="3385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normAutofit fontScale="100000"/>
          </a:bodyPr>
          <a:lstStyle xmlns:a="http://schemas.openxmlformats.org/drawingml/2006/main"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Aft>
                <a:spcPts val="16"/>
              </a:spcAft>
              <a:buNone/>
            </a:pPr>
            <a:r>
              <a:rPr sz="2600" b="1"/>
              <a:t>Answer the questions: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1. For the input Code now!, what number is stored in character_count, and which space or punctuation marks are included?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2. Why does the two-character sequence \n create a new line inside a string instead of appearing as two printed characters?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3. For the input Code now!, what appears on the line after Message:?</a:t>
            </a:r>
          </a:p>
        </p:txBody>
      </p:sp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13224D-AAE9-19C6-3D76-BCDB1D377A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4446" y="1280160"/>
            <a:ext cx="6474775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message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"Short message: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character_count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len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(message)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"Message:\n"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+ message)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"Characters:"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character_count)</a:t>
            </a:r>
          </a:p>
        </p:txBody>
      </p:sp>
    </p:spTree>
    <p:extLst>
      <p:ext uri="{BB962C8B-B14F-4D97-AF65-F5344CB8AC3E}">
        <p14:creationId xmlns:p14="http://schemas.microsoft.com/office/powerpoint/2010/main" val="39413235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Remove spaces from the start and end of [message] before displaying and counting it. Test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 now"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with two spaces before and after it; the message should display as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 now"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the count should be 8.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8A6263-CC79-FF3D-FD4C-FA1A647B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2A94C-9EF0-110A-E446-C6FE28AB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message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"Short message: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character_count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len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(message)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"Message:\n"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+ message)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"Characters:"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character_count)</a:t>
            </a:r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Collect a title and a subtitle. Display both on separate lines, then display a labelled character count for each one.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96B955-0246-808C-A71A-D2BB9AF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BE2FD6-88DA-C59D-A3CB-7D8ADC68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message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"Short message: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character_count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len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(message)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"Message:\n"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+ message)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"Characters:"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character_count)</a:t>
            </a:r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A55FF9-C519-C841-BC1B-5A0F82338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A78088-1A9E-9140-1446-FCCFF01522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Create a two-line poster checker. Ask for a heading and one instruction, display the poster on two lines, and report the combined character count using the two </a:t>
            </a:r>
            <a:r>
              <a:rPr sz="240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len()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results.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6969061-E293-66B3-2505-D44FC70B8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8315360-7E37-4E61-CFB3-15B4BF1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FC9096-19D0-8DB5-A52D-780B3819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message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"Short message: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character_count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len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(message)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"Message:\n"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+ message)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"Characters:"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character_count)</a:t>
            </a:r>
          </a:p>
        </p:txBody>
      </p:sp>
    </p:spTree>
    <p:extLst>
      <p:ext uri="{BB962C8B-B14F-4D97-AF65-F5344CB8AC3E}">
        <p14:creationId xmlns:p14="http://schemas.microsoft.com/office/powerpoint/2010/main" val="337394513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DFBD71-FEF6-6EBF-BF05-0ED86228F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Fix the code!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C8E91D-B482-1BE2-7466-89F6C23BC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72131" lnSpcReduction="2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800" b="1">
                <a:solidFill>
                  <a:srgbClr val="FF0000"/>
                </a:solidFill>
              </a:rPr>
              <a:t>This code has errors!</a:t>
            </a:r>
            <a:r>
              <a:rPr sz="2800" b="1">
                <a:solidFill>
                  <a:srgbClr val="080808"/>
                </a:solidFill>
              </a:rPr>
              <a:t> Look closely at the code to find the problems: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message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"Short message: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character_count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len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message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"Message:"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+ message)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"Characters:"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character_count)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F0ADF4-CBA1-F217-15B9-2DF889C07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33621571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2026-08-26T04:04:01.8500000Z</dcterms:created>
  <dcterms:modified xsi:type="dcterms:W3CDTF">2026-08-26T04:04:01.8500000Z</dcterms:modified>
</coreProperties>
</file>