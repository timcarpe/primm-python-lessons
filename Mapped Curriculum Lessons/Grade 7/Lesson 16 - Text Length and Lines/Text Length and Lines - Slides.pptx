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c0a5384af54ed9" /><Relationship Type="http://schemas.openxmlformats.org/officeDocument/2006/relationships/extended-properties" Target="/docProps/app.xml" Id="R1a355ce8dda2454c" /><Relationship Type="http://schemas.openxmlformats.org/officeDocument/2006/relationships/officeDocument" Target="/ppt/presentation.xml" Id="R1f1ff253eb6e46f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61df10cf064471b"/>
  </p:sldMasterIdLst>
  <p:notesMasterIdLst>
    <p:notesMasterId xmlns:r="http://schemas.openxmlformats.org/officeDocument/2006/relationships" r:id="Rb38577e14d4547b9"/>
  </p:notesMasterIdLst>
  <p:sldIdLst>
    <p:sldId xmlns:r="http://schemas.openxmlformats.org/officeDocument/2006/relationships" id="256" r:id="R830c84a4ad16497a"/>
    <p:sldId xmlns:r="http://schemas.openxmlformats.org/officeDocument/2006/relationships" id="257" r:id="Race767261ec540c9"/>
    <p:sldId xmlns:r="http://schemas.openxmlformats.org/officeDocument/2006/relationships" id="258" r:id="Rf607bb8bce91455a"/>
    <p:sldId xmlns:r="http://schemas.openxmlformats.org/officeDocument/2006/relationships" id="259" r:id="R6bf56d3684bf441c"/>
    <p:sldId xmlns:r="http://schemas.openxmlformats.org/officeDocument/2006/relationships" id="260" r:id="R4c112311bc4e4dda"/>
    <p:sldId xmlns:r="http://schemas.openxmlformats.org/officeDocument/2006/relationships" id="261" r:id="R8547d413c9f745ae"/>
    <p:sldId xmlns:r="http://schemas.openxmlformats.org/officeDocument/2006/relationships" id="262" r:id="Rdbfa49528ddf47f8"/>
    <p:sldId xmlns:r="http://schemas.openxmlformats.org/officeDocument/2006/relationships" id="263" r:id="R2d35010bc8264ef6"/>
    <p:sldId xmlns:r="http://schemas.openxmlformats.org/officeDocument/2006/relationships" id="264" r:id="R5b1a5b6fb94040b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2c62a16784814a32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f600cab60fb4641" /><Relationship Type="http://schemas.openxmlformats.org/officeDocument/2006/relationships/slideMaster" Target="/ppt/slideMasters/slideMaster1.xml" Id="R161df10cf064471b" /><Relationship Type="http://schemas.openxmlformats.org/officeDocument/2006/relationships/notesMaster" Target="/ppt/notesMasters/notesMaster1.xml" Id="Rb38577e14d4547b9" /><Relationship Type="http://schemas.openxmlformats.org/officeDocument/2006/relationships/presProps" Target="/ppt/presProps.xml" Id="Rad004b7f5bd74a42" /><Relationship Type="http://schemas.openxmlformats.org/officeDocument/2006/relationships/viewProps" Target="/ppt/viewProps.xml" Id="R849b0fccf6694350" /><Relationship Type="http://schemas.openxmlformats.org/officeDocument/2006/relationships/tableStyles" Target="/ppt/tableStyles.xml" Id="R4f5e41b386364bb6" /><Relationship Type="http://schemas.openxmlformats.org/officeDocument/2006/relationships/font" Target="/ppt/fonts/font.dat" Id="R2c62a16784814a32" /><Relationship Type="http://schemas.openxmlformats.org/officeDocument/2006/relationships/slide" Target="/ppt/slides/slide1.xml" Id="R830c84a4ad16497a" /><Relationship Type="http://schemas.openxmlformats.org/officeDocument/2006/relationships/slide" Target="/ppt/slides/slide2.xml" Id="Race767261ec540c9" /><Relationship Type="http://schemas.openxmlformats.org/officeDocument/2006/relationships/slide" Target="/ppt/slides/slide3.xml" Id="Rf607bb8bce91455a" /><Relationship Type="http://schemas.openxmlformats.org/officeDocument/2006/relationships/slide" Target="/ppt/slides/slide4.xml" Id="R6bf56d3684bf441c" /><Relationship Type="http://schemas.openxmlformats.org/officeDocument/2006/relationships/slide" Target="/ppt/slides/slide5.xml" Id="R4c112311bc4e4dda" /><Relationship Type="http://schemas.openxmlformats.org/officeDocument/2006/relationships/slide" Target="/ppt/slides/slide6.xml" Id="R8547d413c9f745ae" /><Relationship Type="http://schemas.openxmlformats.org/officeDocument/2006/relationships/slide" Target="/ppt/slides/slide7.xml" Id="Rdbfa49528ddf47f8" /><Relationship Type="http://schemas.openxmlformats.org/officeDocument/2006/relationships/slide" Target="/ppt/slides/slide8.xml" Id="R2d35010bc8264ef6" /><Relationship Type="http://schemas.openxmlformats.org/officeDocument/2006/relationships/slide" Target="/ppt/slides/slide9.xml" Id="R5b1a5b6fb94040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ad9d22d9ff341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fd92ccab3d41cf" /><Relationship Type="http://schemas.openxmlformats.org/officeDocument/2006/relationships/notesMaster" Target="/ppt/notesMasters/notesMaster1.xml" Id="R19d6eb9ecfe849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2d804f07894814" /><Relationship Type="http://schemas.openxmlformats.org/officeDocument/2006/relationships/notesMaster" Target="/ppt/notesMasters/notesMaster1.xml" Id="R6f62f4ccb0f446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994556bc7141e2" /><Relationship Type="http://schemas.openxmlformats.org/officeDocument/2006/relationships/notesMaster" Target="/ppt/notesMasters/notesMaster1.xml" Id="R91175f9590e245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3548352aba4e37" /><Relationship Type="http://schemas.openxmlformats.org/officeDocument/2006/relationships/notesMaster" Target="/ppt/notesMasters/notesMaster1.xml" Id="R75388242e95e47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e9184794ed47e8" /><Relationship Type="http://schemas.openxmlformats.org/officeDocument/2006/relationships/notesMaster" Target="/ppt/notesMasters/notesMaster1.xml" Id="R85069f4c0543439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48c9f81a642491f" /><Relationship Type="http://schemas.openxmlformats.org/officeDocument/2006/relationships/notesMaster" Target="/ppt/notesMasters/notesMaster1.xml" Id="R69c64012034b4c2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9bcb9ac5084111" /><Relationship Type="http://schemas.openxmlformats.org/officeDocument/2006/relationships/notesMaster" Target="/ppt/notesMasters/notesMaster1.xml" Id="R50439c49cb8d43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dfff5b2cda41e6" /><Relationship Type="http://schemas.openxmlformats.org/officeDocument/2006/relationships/notesMaster" Target="/ppt/notesMasters/notesMaster1.xml" Id="R606831b457184a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ed1eb8f690d4e78" /><Relationship Type="http://schemas.openxmlformats.org/officeDocument/2006/relationships/notesMaster" Target="/ppt/notesMasters/notesMaster1.xml" Id="R382312aa5d604e0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0e102c68b944e4" /><Relationship Type="http://schemas.openxmlformats.org/officeDocument/2006/relationships/image" Target="/ppt/media/image.png" Id="R22695928d4b7493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28597777fc4128" /><Relationship Type="http://schemas.openxmlformats.org/officeDocument/2006/relationships/image" Target="/ppt/media/image.png" Id="Rad164afe73ec456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16dbfbaf6c453f" /><Relationship Type="http://schemas.openxmlformats.org/officeDocument/2006/relationships/image" Target="/ppt/media/image.png" Id="R466d44ea68b84d0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c873dbfbc648dd" /><Relationship Type="http://schemas.openxmlformats.org/officeDocument/2006/relationships/image" Target="/ppt/media/image.png" Id="Rf1a3e5a23ab0471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96e32bb1284409" /><Relationship Type="http://schemas.openxmlformats.org/officeDocument/2006/relationships/image" Target="/ppt/media/image.png" Id="Re774371b8e914c7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f7a0d3448e47a6" /><Relationship Type="http://schemas.openxmlformats.org/officeDocument/2006/relationships/image" Target="/ppt/media/image.png" Id="R476d11eac3d844a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0267c92369422a" /><Relationship Type="http://schemas.openxmlformats.org/officeDocument/2006/relationships/image" Target="/ppt/media/image.png" Id="Rc6790494253544c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a588c53b9045c0" /><Relationship Type="http://schemas.openxmlformats.org/officeDocument/2006/relationships/image" Target="/ppt/media/image.png" Id="Rba6636d7caf3431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27487dae25428b" /><Relationship Type="http://schemas.openxmlformats.org/officeDocument/2006/relationships/image" Target="/ppt/media/image.png" Id="Ra398c8a2532e4e2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579e3622fd4f0d" /><Relationship Type="http://schemas.openxmlformats.org/officeDocument/2006/relationships/image" Target="/ppt/media/image.png" Id="Ra7484631428c48c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81ef16d9a04262" /><Relationship Type="http://schemas.openxmlformats.org/officeDocument/2006/relationships/image" Target="/ppt/media/image.png" Id="R264717d3d9134ed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2695928d4b7493d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164afe73ec456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66d44ea68b84d0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a3e5a23ab0471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74371b8e914c7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6d11eac3d844a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790494253544c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a6636d7caf3431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398c8a2532e4e2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7484631428c48c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64717d3d9134ed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c2170279784a87" /><Relationship Type="http://schemas.openxmlformats.org/officeDocument/2006/relationships/slideLayout" Target="/ppt/slideLayouts/slideLayout1.xml" Id="R723e3e4e2a2c4b45" /><Relationship Type="http://schemas.openxmlformats.org/officeDocument/2006/relationships/slideLayout" Target="/ppt/slideLayouts/slideLayout2.xml" Id="R4c3fcee08de44065" /><Relationship Type="http://schemas.openxmlformats.org/officeDocument/2006/relationships/slideLayout" Target="/ppt/slideLayouts/slideLayout3.xml" Id="Rda9ac6bca1ae4961" /><Relationship Type="http://schemas.openxmlformats.org/officeDocument/2006/relationships/slideLayout" Target="/ppt/slideLayouts/slideLayout4.xml" Id="Ra07b0ceeffd54d13" /><Relationship Type="http://schemas.openxmlformats.org/officeDocument/2006/relationships/slideLayout" Target="/ppt/slideLayouts/slideLayout5.xml" Id="Rfc974d63042642a0" /><Relationship Type="http://schemas.openxmlformats.org/officeDocument/2006/relationships/slideLayout" Target="/ppt/slideLayouts/slideLayout6.xml" Id="R70a786e571944b29" /><Relationship Type="http://schemas.openxmlformats.org/officeDocument/2006/relationships/slideLayout" Target="/ppt/slideLayouts/slideLayout7.xml" Id="R8514a18295934624" /><Relationship Type="http://schemas.openxmlformats.org/officeDocument/2006/relationships/slideLayout" Target="/ppt/slideLayouts/slideLayout8.xml" Id="Recf29d233b5d489d" /><Relationship Type="http://schemas.openxmlformats.org/officeDocument/2006/relationships/slideLayout" Target="/ppt/slideLayouts/slideLayout9.xml" Id="R2d1499d4630c48ab" /><Relationship Type="http://schemas.openxmlformats.org/officeDocument/2006/relationships/slideLayout" Target="/ppt/slideLayouts/slideLayout10.xml" Id="R4cfafeb2613d40f4" /><Relationship Type="http://schemas.openxmlformats.org/officeDocument/2006/relationships/slideLayout" Target="/ppt/slideLayouts/slideLayout11.xml" Id="R4764b8ca7441447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3e3e4e2a2c4b45"/>
    <p:sldLayoutId xmlns:r="http://schemas.openxmlformats.org/officeDocument/2006/relationships" id="2147483650" r:id="R4c3fcee08de44065"/>
    <p:sldLayoutId xmlns:r="http://schemas.openxmlformats.org/officeDocument/2006/relationships" id="2147483651" r:id="Rda9ac6bca1ae4961"/>
    <p:sldLayoutId xmlns:r="http://schemas.openxmlformats.org/officeDocument/2006/relationships" id="2147483652" r:id="Ra07b0ceeffd54d13"/>
    <p:sldLayoutId xmlns:r="http://schemas.openxmlformats.org/officeDocument/2006/relationships" id="2147483653" r:id="Rfc974d63042642a0"/>
    <p:sldLayoutId xmlns:r="http://schemas.openxmlformats.org/officeDocument/2006/relationships" id="2147483654" r:id="R70a786e571944b29"/>
    <p:sldLayoutId xmlns:r="http://schemas.openxmlformats.org/officeDocument/2006/relationships" id="2147483655" r:id="R8514a18295934624"/>
    <p:sldLayoutId xmlns:r="http://schemas.openxmlformats.org/officeDocument/2006/relationships" id="2147483656" r:id="Recf29d233b5d489d"/>
    <p:sldLayoutId xmlns:r="http://schemas.openxmlformats.org/officeDocument/2006/relationships" id="2147483657" r:id="R2d1499d4630c48ab"/>
    <p:sldLayoutId xmlns:r="http://schemas.openxmlformats.org/officeDocument/2006/relationships" id="2147483658" r:id="R4cfafeb2613d40f4"/>
    <p:sldLayoutId xmlns:r="http://schemas.openxmlformats.org/officeDocument/2006/relationships" id="2147483659" r:id="R4764b8ca7441447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b49755c6084956" /><Relationship Type="http://schemas.openxmlformats.org/officeDocument/2006/relationships/notesSlide" Target="/ppt/notesSlides/notesSlide1.xml" Id="Re7f4d60a9cf3493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0b713746fb4ed5" /><Relationship Type="http://schemas.openxmlformats.org/officeDocument/2006/relationships/notesSlide" Target="/ppt/notesSlides/notesSlide2.xml" Id="R968fbaa7b50c45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d10cac7d994585" /><Relationship Type="http://schemas.openxmlformats.org/officeDocument/2006/relationships/notesSlide" Target="/ppt/notesSlides/notesSlide3.xml" Id="R97989ac4a157475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27334ec5eb49fd" /><Relationship Type="http://schemas.openxmlformats.org/officeDocument/2006/relationships/notesSlide" Target="/ppt/notesSlides/notesSlide4.xml" Id="R7159129fe47d4a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23a7a240e3411d" /><Relationship Type="http://schemas.openxmlformats.org/officeDocument/2006/relationships/notesSlide" Target="/ppt/notesSlides/notesSlide5.xml" Id="Re9db9d8d185744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362bb1e7bb48ce" /><Relationship Type="http://schemas.openxmlformats.org/officeDocument/2006/relationships/notesSlide" Target="/ppt/notesSlides/notesSlide6.xml" Id="Rc196bd6ab30a48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abd7b88bf94f53" /><Relationship Type="http://schemas.openxmlformats.org/officeDocument/2006/relationships/notesSlide" Target="/ppt/notesSlides/notesSlide7.xml" Id="R09adbc510d5c4e4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f93906df734740" /><Relationship Type="http://schemas.openxmlformats.org/officeDocument/2006/relationships/notesSlide" Target="/ppt/notesSlides/notesSlide8.xml" Id="Ra8321346819a4e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dcac8302a849e4" /><Relationship Type="http://schemas.openxmlformats.org/officeDocument/2006/relationships/notesSlide" Target="/ppt/notesSlides/notesSlide9.xml" Id="R7f085b37e39d459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Text Length and Lines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For the input Code now!, what number is stored in character_count, and which space or punctuation marks are included?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the two-character sequence \n create a new line inside a string instead of appearing as two printed characters?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For the input Code now!, what appears on the line after Message:?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uses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message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counting its characters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Code now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now"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 8"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asks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title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subtitle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them on separate lines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"Text:"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"Title characters:"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"Subtitle characters:"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each count.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Club"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"Join today"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give 9 and 10.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poster checker that asks for a heading and an instruction. Display them on two lines using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"\n"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Add the two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results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"Combined characters:"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total. If the total is over 20, also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long for the poster."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"Sit here"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message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2026-09-29T02:05:52.3440000Z</dcterms:created>
  <dcterms:modified xsi:type="dcterms:W3CDTF">2026-09-29T02:05:52.3440000Z</dcterms:modified>
</coreProperties>
</file>