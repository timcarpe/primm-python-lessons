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8a50280b3543f8" /><Relationship Type="http://schemas.openxmlformats.org/officeDocument/2006/relationships/extended-properties" Target="/docProps/app.xml" Id="R1a92e423a3a34f88" /><Relationship Type="http://schemas.openxmlformats.org/officeDocument/2006/relationships/officeDocument" Target="/ppt/presentation.xml" Id="R7e487f3b2b58467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33fe4758cc841e5"/>
  </p:sldMasterIdLst>
  <p:notesMasterIdLst>
    <p:notesMasterId xmlns:r="http://schemas.openxmlformats.org/officeDocument/2006/relationships" r:id="Rf171716d0de646a1"/>
  </p:notesMasterIdLst>
  <p:sldIdLst>
    <p:sldId xmlns:r="http://schemas.openxmlformats.org/officeDocument/2006/relationships" id="256" r:id="R8344b01eef0a445a"/>
    <p:sldId xmlns:r="http://schemas.openxmlformats.org/officeDocument/2006/relationships" id="257" r:id="Rc342d483906a4593"/>
    <p:sldId xmlns:r="http://schemas.openxmlformats.org/officeDocument/2006/relationships" id="258" r:id="R972ea0e8f7354ccc"/>
    <p:sldId xmlns:r="http://schemas.openxmlformats.org/officeDocument/2006/relationships" id="259" r:id="Rb72e90b391b6492b"/>
    <p:sldId xmlns:r="http://schemas.openxmlformats.org/officeDocument/2006/relationships" id="260" r:id="R89003e577c6e4923"/>
    <p:sldId xmlns:r="http://schemas.openxmlformats.org/officeDocument/2006/relationships" id="261" r:id="Rb862ae754e2346b0"/>
    <p:sldId xmlns:r="http://schemas.openxmlformats.org/officeDocument/2006/relationships" id="262" r:id="R7886008d70174255"/>
    <p:sldId xmlns:r="http://schemas.openxmlformats.org/officeDocument/2006/relationships" id="263" r:id="R80709dff86dd41a3"/>
    <p:sldId xmlns:r="http://schemas.openxmlformats.org/officeDocument/2006/relationships" id="264" r:id="R57ec703d161e40d9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d2bc8c8970d45f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71e56fc4ab4e6c" /><Relationship Type="http://schemas.openxmlformats.org/officeDocument/2006/relationships/slideMaster" Target="/ppt/slideMasters/slideMaster1.xml" Id="R933fe4758cc841e5" /><Relationship Type="http://schemas.openxmlformats.org/officeDocument/2006/relationships/notesMaster" Target="/ppt/notesMasters/notesMaster1.xml" Id="Rf171716d0de646a1" /><Relationship Type="http://schemas.openxmlformats.org/officeDocument/2006/relationships/presProps" Target="/ppt/presProps.xml" Id="Rf776d1c29a174c3d" /><Relationship Type="http://schemas.openxmlformats.org/officeDocument/2006/relationships/viewProps" Target="/ppt/viewProps.xml" Id="Ra9881a02047c4478" /><Relationship Type="http://schemas.openxmlformats.org/officeDocument/2006/relationships/tableStyles" Target="/ppt/tableStyles.xml" Id="R8ed9ca201bbb42c4" /><Relationship Type="http://schemas.openxmlformats.org/officeDocument/2006/relationships/font" Target="/ppt/fonts/font.dat" Id="R9d2bc8c8970d45fe" /><Relationship Type="http://schemas.openxmlformats.org/officeDocument/2006/relationships/slide" Target="/ppt/slides/slide1.xml" Id="R8344b01eef0a445a" /><Relationship Type="http://schemas.openxmlformats.org/officeDocument/2006/relationships/slide" Target="/ppt/slides/slide2.xml" Id="Rc342d483906a4593" /><Relationship Type="http://schemas.openxmlformats.org/officeDocument/2006/relationships/slide" Target="/ppt/slides/slide3.xml" Id="R972ea0e8f7354ccc" /><Relationship Type="http://schemas.openxmlformats.org/officeDocument/2006/relationships/slide" Target="/ppt/slides/slide4.xml" Id="Rb72e90b391b6492b" /><Relationship Type="http://schemas.openxmlformats.org/officeDocument/2006/relationships/slide" Target="/ppt/slides/slide5.xml" Id="R89003e577c6e4923" /><Relationship Type="http://schemas.openxmlformats.org/officeDocument/2006/relationships/slide" Target="/ppt/slides/slide6.xml" Id="Rb862ae754e2346b0" /><Relationship Type="http://schemas.openxmlformats.org/officeDocument/2006/relationships/slide" Target="/ppt/slides/slide7.xml" Id="R7886008d70174255" /><Relationship Type="http://schemas.openxmlformats.org/officeDocument/2006/relationships/slide" Target="/ppt/slides/slide8.xml" Id="R80709dff86dd41a3" /><Relationship Type="http://schemas.openxmlformats.org/officeDocument/2006/relationships/slide" Target="/ppt/slides/slide9.xml" Id="R57ec703d161e40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a14771e6d04a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240d72db3d400f" /><Relationship Type="http://schemas.openxmlformats.org/officeDocument/2006/relationships/notesMaster" Target="/ppt/notesMasters/notesMaster1.xml" Id="R0d68672ce68647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b4aca7b38a4449" /><Relationship Type="http://schemas.openxmlformats.org/officeDocument/2006/relationships/notesMaster" Target="/ppt/notesMasters/notesMaster1.xml" Id="R7f451c7b58c84e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5f02332d4c4ea1" /><Relationship Type="http://schemas.openxmlformats.org/officeDocument/2006/relationships/notesMaster" Target="/ppt/notesMasters/notesMaster1.xml" Id="R05ac80ca99eb41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68cffaa45a45ad" /><Relationship Type="http://schemas.openxmlformats.org/officeDocument/2006/relationships/notesMaster" Target="/ppt/notesMasters/notesMaster1.xml" Id="Rf3c37ac0befd4b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0c2a2edd254229" /><Relationship Type="http://schemas.openxmlformats.org/officeDocument/2006/relationships/notesMaster" Target="/ppt/notesMasters/notesMaster1.xml" Id="R59db48b263b141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447aa584634478" /><Relationship Type="http://schemas.openxmlformats.org/officeDocument/2006/relationships/notesMaster" Target="/ppt/notesMasters/notesMaster1.xml" Id="R5cfe7737b6664d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39d409699144741" /><Relationship Type="http://schemas.openxmlformats.org/officeDocument/2006/relationships/notesMaster" Target="/ppt/notesMasters/notesMaster1.xml" Id="Rad5c1c4419d84e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6c16b6ca4549f4" /><Relationship Type="http://schemas.openxmlformats.org/officeDocument/2006/relationships/notesMaster" Target="/ppt/notesMasters/notesMaster1.xml" Id="R2df39f84ef464d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0d4293046d4bbd" /><Relationship Type="http://schemas.openxmlformats.org/officeDocument/2006/relationships/notesMaster" Target="/ppt/notesMasters/notesMaster1.xml" Id="Rc135577f650e4f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3f01d8e2e44f89" /><Relationship Type="http://schemas.openxmlformats.org/officeDocument/2006/relationships/image" Target="/ppt/media/image.png" Id="Rdf12abf5bdc448e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1bf58462f046c5" /><Relationship Type="http://schemas.openxmlformats.org/officeDocument/2006/relationships/image" Target="/ppt/media/image.png" Id="R68c72fdb2a304ab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aed71c9a1b480f" /><Relationship Type="http://schemas.openxmlformats.org/officeDocument/2006/relationships/image" Target="/ppt/media/image.png" Id="Rb5ff9b2c254141f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3b1cf606fb4f78" /><Relationship Type="http://schemas.openxmlformats.org/officeDocument/2006/relationships/image" Target="/ppt/media/image.png" Id="Rdba11376586143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118efa0f67474a" /><Relationship Type="http://schemas.openxmlformats.org/officeDocument/2006/relationships/image" Target="/ppt/media/image.png" Id="Rd6dc48d75b094fc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54f9940e1b48b7" /><Relationship Type="http://schemas.openxmlformats.org/officeDocument/2006/relationships/image" Target="/ppt/media/image.png" Id="R6359124834f7472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63891e25f148e1" /><Relationship Type="http://schemas.openxmlformats.org/officeDocument/2006/relationships/image" Target="/ppt/media/image.png" Id="Re3142d7d772e484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7ce240f1354737" /><Relationship Type="http://schemas.openxmlformats.org/officeDocument/2006/relationships/image" Target="/ppt/media/image.png" Id="Re01190e9536f410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7ab65cedf54f48" /><Relationship Type="http://schemas.openxmlformats.org/officeDocument/2006/relationships/image" Target="/ppt/media/image.png" Id="Rb0efb2e09d384c4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abd96c870c4248" /><Relationship Type="http://schemas.openxmlformats.org/officeDocument/2006/relationships/image" Target="/ppt/media/image.png" Id="R3b37626bfa984f0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9ffe762d04f34" /><Relationship Type="http://schemas.openxmlformats.org/officeDocument/2006/relationships/image" Target="/ppt/media/image.png" Id="R63b3452076164aa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12abf5bdc448e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c72fdb2a304ab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ff9b2c254141f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a11376586143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dc48d75b094fc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59124834f7472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142d7d772e48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1190e9536f410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efb2e09d384c4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37626bfa984f0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b3452076164aa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4103a015294582" /><Relationship Type="http://schemas.openxmlformats.org/officeDocument/2006/relationships/slideLayout" Target="/ppt/slideLayouts/slideLayout1.xml" Id="R4973e46be8fb404a" /><Relationship Type="http://schemas.openxmlformats.org/officeDocument/2006/relationships/slideLayout" Target="/ppt/slideLayouts/slideLayout2.xml" Id="R9ca87f1529754d84" /><Relationship Type="http://schemas.openxmlformats.org/officeDocument/2006/relationships/slideLayout" Target="/ppt/slideLayouts/slideLayout3.xml" Id="R473eaf3ce3cc438c" /><Relationship Type="http://schemas.openxmlformats.org/officeDocument/2006/relationships/slideLayout" Target="/ppt/slideLayouts/slideLayout4.xml" Id="R0f4fab2e91134c08" /><Relationship Type="http://schemas.openxmlformats.org/officeDocument/2006/relationships/slideLayout" Target="/ppt/slideLayouts/slideLayout5.xml" Id="R30df425f99e44044" /><Relationship Type="http://schemas.openxmlformats.org/officeDocument/2006/relationships/slideLayout" Target="/ppt/slideLayouts/slideLayout6.xml" Id="Rf67d523730bf43ba" /><Relationship Type="http://schemas.openxmlformats.org/officeDocument/2006/relationships/slideLayout" Target="/ppt/slideLayouts/slideLayout7.xml" Id="R56e8737e17e44401" /><Relationship Type="http://schemas.openxmlformats.org/officeDocument/2006/relationships/slideLayout" Target="/ppt/slideLayouts/slideLayout8.xml" Id="R0dfd5d5e6ea541e8" /><Relationship Type="http://schemas.openxmlformats.org/officeDocument/2006/relationships/slideLayout" Target="/ppt/slideLayouts/slideLayout9.xml" Id="R8b25bb6f014040e7" /><Relationship Type="http://schemas.openxmlformats.org/officeDocument/2006/relationships/slideLayout" Target="/ppt/slideLayouts/slideLayout10.xml" Id="Ra83d441991c34992" /><Relationship Type="http://schemas.openxmlformats.org/officeDocument/2006/relationships/slideLayout" Target="/ppt/slideLayouts/slideLayout11.xml" Id="R3d533f8f9cee41e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73e46be8fb404a"/>
    <p:sldLayoutId xmlns:r="http://schemas.openxmlformats.org/officeDocument/2006/relationships" id="2147483650" r:id="R9ca87f1529754d84"/>
    <p:sldLayoutId xmlns:r="http://schemas.openxmlformats.org/officeDocument/2006/relationships" id="2147483651" r:id="R473eaf3ce3cc438c"/>
    <p:sldLayoutId xmlns:r="http://schemas.openxmlformats.org/officeDocument/2006/relationships" id="2147483652" r:id="R0f4fab2e91134c08"/>
    <p:sldLayoutId xmlns:r="http://schemas.openxmlformats.org/officeDocument/2006/relationships" id="2147483653" r:id="R30df425f99e44044"/>
    <p:sldLayoutId xmlns:r="http://schemas.openxmlformats.org/officeDocument/2006/relationships" id="2147483654" r:id="Rf67d523730bf43ba"/>
    <p:sldLayoutId xmlns:r="http://schemas.openxmlformats.org/officeDocument/2006/relationships" id="2147483655" r:id="R56e8737e17e44401"/>
    <p:sldLayoutId xmlns:r="http://schemas.openxmlformats.org/officeDocument/2006/relationships" id="2147483656" r:id="R0dfd5d5e6ea541e8"/>
    <p:sldLayoutId xmlns:r="http://schemas.openxmlformats.org/officeDocument/2006/relationships" id="2147483657" r:id="R8b25bb6f014040e7"/>
    <p:sldLayoutId xmlns:r="http://schemas.openxmlformats.org/officeDocument/2006/relationships" id="2147483658" r:id="Ra83d441991c34992"/>
    <p:sldLayoutId xmlns:r="http://schemas.openxmlformats.org/officeDocument/2006/relationships" id="2147483659" r:id="R3d533f8f9cee41e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c737fb1cf4bc9" /><Relationship Type="http://schemas.openxmlformats.org/officeDocument/2006/relationships/notesSlide" Target="/ppt/notesSlides/notesSlide1.xml" Id="R9fe9f44c5ec147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27eb5c9caf4476" /><Relationship Type="http://schemas.openxmlformats.org/officeDocument/2006/relationships/notesSlide" Target="/ppt/notesSlides/notesSlide2.xml" Id="Ra5e39c46628c40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a361fc5b2b45d6" /><Relationship Type="http://schemas.openxmlformats.org/officeDocument/2006/relationships/notesSlide" Target="/ppt/notesSlides/notesSlide3.xml" Id="R49ca71cad3b04f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e09bbc337348fa" /><Relationship Type="http://schemas.openxmlformats.org/officeDocument/2006/relationships/notesSlide" Target="/ppt/notesSlides/notesSlide4.xml" Id="Re2a0b142654944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2bdeb17e6d4ec2" /><Relationship Type="http://schemas.openxmlformats.org/officeDocument/2006/relationships/notesSlide" Target="/ppt/notesSlides/notesSlide5.xml" Id="R6c2184c538ba4a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5acc51ab98469a" /><Relationship Type="http://schemas.openxmlformats.org/officeDocument/2006/relationships/notesSlide" Target="/ppt/notesSlides/notesSlide6.xml" Id="Rc9b5b7a0d4ba47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8caf47a61a4c16" /><Relationship Type="http://schemas.openxmlformats.org/officeDocument/2006/relationships/notesSlide" Target="/ppt/notesSlides/notesSlide7.xml" Id="Rd5c835e045da4f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7eafd088d043c5" /><Relationship Type="http://schemas.openxmlformats.org/officeDocument/2006/relationships/notesSlide" Target="/ppt/notesSlides/notesSlide8.xml" Id="R91941bcb5d5a49b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d93789518a4958" /><Relationship Type="http://schemas.openxmlformats.org/officeDocument/2006/relationships/notesSlide" Target="/ppt/notesSlides/notesSlide9.xml" Id="R5ca01619ddfd4a2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Text Length and Lines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For the input Code now!, what number is stored in character_count, and which space or punctuation marks are included?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two-character sequence \n create a new line inside a string instead of appearing as two printed characters?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the input Code now!, what appears on the line after Message:?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uses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message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counting its characters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Code now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now"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 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title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subtitle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them on separate lines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"Text:"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"Title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"Subtitle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each count.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Club"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"Join today"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give 9 and 10.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poster checker that asks for a heading and an instruction. Display them on two lines using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"\n"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the two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results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"Combined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total. If the total is over 20, also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long for the poster."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"Sit here"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message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2026-09-28T08:27:28.3710000Z</dcterms:created>
  <dcterms:modified xsi:type="dcterms:W3CDTF">2026-09-28T08:27:28.3710000Z</dcterms:modified>
</coreProperties>
</file>