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5091c573bd434b" /><Relationship Type="http://schemas.openxmlformats.org/officeDocument/2006/relationships/extended-properties" Target="/docProps/app.xml" Id="R47a9f4c64e7c4c4c" /><Relationship Type="http://schemas.openxmlformats.org/officeDocument/2006/relationships/officeDocument" Target="/ppt/presentation.xml" Id="Rd1047fa92358498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ac5ae8152c24f10"/>
  </p:sldMasterIdLst>
  <p:notesMasterIdLst>
    <p:notesMasterId xmlns:r="http://schemas.openxmlformats.org/officeDocument/2006/relationships" r:id="Rf09d91c8a6e64884"/>
  </p:notesMasterIdLst>
  <p:sldIdLst>
    <p:sldId xmlns:r="http://schemas.openxmlformats.org/officeDocument/2006/relationships" id="256" r:id="R2e19c706fe964c65"/>
    <p:sldId xmlns:r="http://schemas.openxmlformats.org/officeDocument/2006/relationships" id="257" r:id="R506c751ad89d4187"/>
    <p:sldId xmlns:r="http://schemas.openxmlformats.org/officeDocument/2006/relationships" id="258" r:id="Rc346f13b8f324fc9"/>
    <p:sldId xmlns:r="http://schemas.openxmlformats.org/officeDocument/2006/relationships" id="259" r:id="R42376efd40bb42df"/>
    <p:sldId xmlns:r="http://schemas.openxmlformats.org/officeDocument/2006/relationships" id="260" r:id="Re7cacf22d9b145e0"/>
    <p:sldId xmlns:r="http://schemas.openxmlformats.org/officeDocument/2006/relationships" id="261" r:id="R2a34bd6460a1477c"/>
    <p:sldId xmlns:r="http://schemas.openxmlformats.org/officeDocument/2006/relationships" id="262" r:id="R15f54fc9e797423b"/>
    <p:sldId xmlns:r="http://schemas.openxmlformats.org/officeDocument/2006/relationships" id="263" r:id="Rab707586f30a4b6a"/>
    <p:sldId xmlns:r="http://schemas.openxmlformats.org/officeDocument/2006/relationships" id="264" r:id="Re7c89ab609134df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76a69b15df84ea2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68826c29c246e8" /><Relationship Type="http://schemas.openxmlformats.org/officeDocument/2006/relationships/slideMaster" Target="/ppt/slideMasters/slideMaster1.xml" Id="Rcac5ae8152c24f10" /><Relationship Type="http://schemas.openxmlformats.org/officeDocument/2006/relationships/notesMaster" Target="/ppt/notesMasters/notesMaster1.xml" Id="Rf09d91c8a6e64884" /><Relationship Type="http://schemas.openxmlformats.org/officeDocument/2006/relationships/presProps" Target="/ppt/presProps.xml" Id="Re98750e0cf4c4c5f" /><Relationship Type="http://schemas.openxmlformats.org/officeDocument/2006/relationships/viewProps" Target="/ppt/viewProps.xml" Id="Raacd900492294c09" /><Relationship Type="http://schemas.openxmlformats.org/officeDocument/2006/relationships/tableStyles" Target="/ppt/tableStyles.xml" Id="Rca63b272cd894e33" /><Relationship Type="http://schemas.openxmlformats.org/officeDocument/2006/relationships/font" Target="/ppt/fonts/font.dat" Id="Re76a69b15df84ea2" /><Relationship Type="http://schemas.openxmlformats.org/officeDocument/2006/relationships/slide" Target="/ppt/slides/slide1.xml" Id="R2e19c706fe964c65" /><Relationship Type="http://schemas.openxmlformats.org/officeDocument/2006/relationships/slide" Target="/ppt/slides/slide2.xml" Id="R506c751ad89d4187" /><Relationship Type="http://schemas.openxmlformats.org/officeDocument/2006/relationships/slide" Target="/ppt/slides/slide3.xml" Id="Rc346f13b8f324fc9" /><Relationship Type="http://schemas.openxmlformats.org/officeDocument/2006/relationships/slide" Target="/ppt/slides/slide4.xml" Id="R42376efd40bb42df" /><Relationship Type="http://schemas.openxmlformats.org/officeDocument/2006/relationships/slide" Target="/ppt/slides/slide5.xml" Id="Re7cacf22d9b145e0" /><Relationship Type="http://schemas.openxmlformats.org/officeDocument/2006/relationships/slide" Target="/ppt/slides/slide6.xml" Id="R2a34bd6460a1477c" /><Relationship Type="http://schemas.openxmlformats.org/officeDocument/2006/relationships/slide" Target="/ppt/slides/slide7.xml" Id="R15f54fc9e797423b" /><Relationship Type="http://schemas.openxmlformats.org/officeDocument/2006/relationships/slide" Target="/ppt/slides/slide8.xml" Id="Rab707586f30a4b6a" /><Relationship Type="http://schemas.openxmlformats.org/officeDocument/2006/relationships/slide" Target="/ppt/slides/slide9.xml" Id="Re7c89ab609134d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77ff72fb184d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4c31fafb35413d" /><Relationship Type="http://schemas.openxmlformats.org/officeDocument/2006/relationships/notesMaster" Target="/ppt/notesMasters/notesMaster1.xml" Id="Rac2708b023534e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2593d201da84149" /><Relationship Type="http://schemas.openxmlformats.org/officeDocument/2006/relationships/notesMaster" Target="/ppt/notesMasters/notesMaster1.xml" Id="R37ecf03ab2c84b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cdcbdb62774cfd" /><Relationship Type="http://schemas.openxmlformats.org/officeDocument/2006/relationships/notesMaster" Target="/ppt/notesMasters/notesMaster1.xml" Id="R33b99ff4d89e47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336fee533b4ad1" /><Relationship Type="http://schemas.openxmlformats.org/officeDocument/2006/relationships/notesMaster" Target="/ppt/notesMasters/notesMaster1.xml" Id="Rbdd050935ed442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10325eb2dc447c" /><Relationship Type="http://schemas.openxmlformats.org/officeDocument/2006/relationships/notesMaster" Target="/ppt/notesMasters/notesMaster1.xml" Id="Rf3c07b5b2b2d48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de373494b74e2d" /><Relationship Type="http://schemas.openxmlformats.org/officeDocument/2006/relationships/notesMaster" Target="/ppt/notesMasters/notesMaster1.xml" Id="R61b4cb5dde7348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271eb7b28e4fb6" /><Relationship Type="http://schemas.openxmlformats.org/officeDocument/2006/relationships/notesMaster" Target="/ppt/notesMasters/notesMaster1.xml" Id="Rbb74dbcebf8c47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0e7199b9f71474b" /><Relationship Type="http://schemas.openxmlformats.org/officeDocument/2006/relationships/notesMaster" Target="/ppt/notesMasters/notesMaster1.xml" Id="R6b091f97d861466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6fb78b15680418a" /><Relationship Type="http://schemas.openxmlformats.org/officeDocument/2006/relationships/notesMaster" Target="/ppt/notesMasters/notesMaster1.xml" Id="Rfcb10a7be2bd48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1b459170d14495" /><Relationship Type="http://schemas.openxmlformats.org/officeDocument/2006/relationships/image" Target="/ppt/media/image.png" Id="R29075f84330d433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119108c3a14a4b" /><Relationship Type="http://schemas.openxmlformats.org/officeDocument/2006/relationships/image" Target="/ppt/media/image.png" Id="R948038b2ee0640b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36888cbb6d43fb" /><Relationship Type="http://schemas.openxmlformats.org/officeDocument/2006/relationships/image" Target="/ppt/media/image.png" Id="R75ccf5a2ffa549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497f6377964e2d" /><Relationship Type="http://schemas.openxmlformats.org/officeDocument/2006/relationships/image" Target="/ppt/media/image.png" Id="Raa24f8ecce0e44a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3d2d02b55848c5" /><Relationship Type="http://schemas.openxmlformats.org/officeDocument/2006/relationships/image" Target="/ppt/media/image.png" Id="Re8887284458b4d6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a7ee039d3f4d5c" /><Relationship Type="http://schemas.openxmlformats.org/officeDocument/2006/relationships/image" Target="/ppt/media/image.png" Id="R4b905d12370844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1e3283cf7b436e" /><Relationship Type="http://schemas.openxmlformats.org/officeDocument/2006/relationships/image" Target="/ppt/media/image.png" Id="Re234562475654fb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ac66a15a354eca" /><Relationship Type="http://schemas.openxmlformats.org/officeDocument/2006/relationships/image" Target="/ppt/media/image.png" Id="Rab1f883ca3ca4a8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18ad3d630a4df7" /><Relationship Type="http://schemas.openxmlformats.org/officeDocument/2006/relationships/image" Target="/ppt/media/image.png" Id="Rb3773ccf1b5f480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9fb956042240f5" /><Relationship Type="http://schemas.openxmlformats.org/officeDocument/2006/relationships/image" Target="/ppt/media/image.png" Id="R2a42ca63870b4fc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ec242c2eab408e" /><Relationship Type="http://schemas.openxmlformats.org/officeDocument/2006/relationships/image" Target="/ppt/media/image.png" Id="Ra6f592d1d9154c5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075f84330d433f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8038b2ee0640b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5ccf5a2ffa5493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24f8ecce0e44a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887284458b4d6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b905d12370844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34562475654fb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b1f883ca3ca4a8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3773ccf1b5f480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42ca63870b4fc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f592d1d9154c5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173edb201b4db1" /><Relationship Type="http://schemas.openxmlformats.org/officeDocument/2006/relationships/slideLayout" Target="/ppt/slideLayouts/slideLayout1.xml" Id="R7f250c32b25e4d8c" /><Relationship Type="http://schemas.openxmlformats.org/officeDocument/2006/relationships/slideLayout" Target="/ppt/slideLayouts/slideLayout2.xml" Id="Ra1b30a5b8a1a4f49" /><Relationship Type="http://schemas.openxmlformats.org/officeDocument/2006/relationships/slideLayout" Target="/ppt/slideLayouts/slideLayout3.xml" Id="Rc28d0a9f3e054f72" /><Relationship Type="http://schemas.openxmlformats.org/officeDocument/2006/relationships/slideLayout" Target="/ppt/slideLayouts/slideLayout4.xml" Id="R6802a12ef8ac4951" /><Relationship Type="http://schemas.openxmlformats.org/officeDocument/2006/relationships/slideLayout" Target="/ppt/slideLayouts/slideLayout5.xml" Id="Re18b6f76ca0f407d" /><Relationship Type="http://schemas.openxmlformats.org/officeDocument/2006/relationships/slideLayout" Target="/ppt/slideLayouts/slideLayout6.xml" Id="R4afcd7f3e0c24b1d" /><Relationship Type="http://schemas.openxmlformats.org/officeDocument/2006/relationships/slideLayout" Target="/ppt/slideLayouts/slideLayout7.xml" Id="R1f5316f272eb4e97" /><Relationship Type="http://schemas.openxmlformats.org/officeDocument/2006/relationships/slideLayout" Target="/ppt/slideLayouts/slideLayout8.xml" Id="Rdfa47c3282ee424e" /><Relationship Type="http://schemas.openxmlformats.org/officeDocument/2006/relationships/slideLayout" Target="/ppt/slideLayouts/slideLayout9.xml" Id="Rb88e5232b3ab4a7e" /><Relationship Type="http://schemas.openxmlformats.org/officeDocument/2006/relationships/slideLayout" Target="/ppt/slideLayouts/slideLayout10.xml" Id="R3b883eea7e214ecb" /><Relationship Type="http://schemas.openxmlformats.org/officeDocument/2006/relationships/slideLayout" Target="/ppt/slideLayouts/slideLayout11.xml" Id="R4cbf175e46ec49a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250c32b25e4d8c"/>
    <p:sldLayoutId xmlns:r="http://schemas.openxmlformats.org/officeDocument/2006/relationships" id="2147483650" r:id="Ra1b30a5b8a1a4f49"/>
    <p:sldLayoutId xmlns:r="http://schemas.openxmlformats.org/officeDocument/2006/relationships" id="2147483651" r:id="Rc28d0a9f3e054f72"/>
    <p:sldLayoutId xmlns:r="http://schemas.openxmlformats.org/officeDocument/2006/relationships" id="2147483652" r:id="R6802a12ef8ac4951"/>
    <p:sldLayoutId xmlns:r="http://schemas.openxmlformats.org/officeDocument/2006/relationships" id="2147483653" r:id="Re18b6f76ca0f407d"/>
    <p:sldLayoutId xmlns:r="http://schemas.openxmlformats.org/officeDocument/2006/relationships" id="2147483654" r:id="R4afcd7f3e0c24b1d"/>
    <p:sldLayoutId xmlns:r="http://schemas.openxmlformats.org/officeDocument/2006/relationships" id="2147483655" r:id="R1f5316f272eb4e97"/>
    <p:sldLayoutId xmlns:r="http://schemas.openxmlformats.org/officeDocument/2006/relationships" id="2147483656" r:id="Rdfa47c3282ee424e"/>
    <p:sldLayoutId xmlns:r="http://schemas.openxmlformats.org/officeDocument/2006/relationships" id="2147483657" r:id="Rb88e5232b3ab4a7e"/>
    <p:sldLayoutId xmlns:r="http://schemas.openxmlformats.org/officeDocument/2006/relationships" id="2147483658" r:id="R3b883eea7e214ecb"/>
    <p:sldLayoutId xmlns:r="http://schemas.openxmlformats.org/officeDocument/2006/relationships" id="2147483659" r:id="R4cbf175e46ec49a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c7ab5b2af433d" /><Relationship Type="http://schemas.openxmlformats.org/officeDocument/2006/relationships/notesSlide" Target="/ppt/notesSlides/notesSlide1.xml" Id="R4570cc6b03944f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fce752b6a845f7" /><Relationship Type="http://schemas.openxmlformats.org/officeDocument/2006/relationships/notesSlide" Target="/ppt/notesSlides/notesSlide2.xml" Id="R752698fabbb944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d24798ceca4efc" /><Relationship Type="http://schemas.openxmlformats.org/officeDocument/2006/relationships/notesSlide" Target="/ppt/notesSlides/notesSlide3.xml" Id="R816c255414ab40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43fce878ed43be" /><Relationship Type="http://schemas.openxmlformats.org/officeDocument/2006/relationships/notesSlide" Target="/ppt/notesSlides/notesSlide4.xml" Id="Ra3d9f6b0f3d947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5e97c451354ce6" /><Relationship Type="http://schemas.openxmlformats.org/officeDocument/2006/relationships/notesSlide" Target="/ppt/notesSlides/notesSlide5.xml" Id="R4cb1d6fcad5446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ca90becdfa4da5" /><Relationship Type="http://schemas.openxmlformats.org/officeDocument/2006/relationships/notesSlide" Target="/ppt/notesSlides/notesSlide6.xml" Id="Re56bbbe3295442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007d5b612042b4" /><Relationship Type="http://schemas.openxmlformats.org/officeDocument/2006/relationships/notesSlide" Target="/ppt/notesSlides/notesSlide7.xml" Id="Rad2bae25cbb645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9232aa66964db1" /><Relationship Type="http://schemas.openxmlformats.org/officeDocument/2006/relationships/notesSlide" Target="/ppt/notesSlides/notesSlide8.xml" Id="R10e0db78c2fc46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ceac4263cb41e6" /><Relationship Type="http://schemas.openxmlformats.org/officeDocument/2006/relationships/notesSlide" Target="/ppt/notesSlides/notesSlide9.xml" Id="R22f46f0030974a8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Working Through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the loop variable contain one list item rather than its numeric position?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In what order are tea, water and juice displayed, and what controls that order?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len(survey) still display 3 after the loop, rather than counting all the letters in the drink names?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counts the drinks as the loop runs. Store 0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visited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add 1 inside it. After the loop,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"Visited:"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visited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existing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total. Both lines should show 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survey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Ask for a drink, then use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an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count how many times it appears. Display the result,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 appears 2 times"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scores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12, 15, 9, 18 and 6.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add each score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divided by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(scores). The output should be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 60"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 12.0"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2026-09-28T09:09:53.1570000Z</dcterms:created>
  <dcterms:modified xsi:type="dcterms:W3CDTF">2026-09-28T09:09:53.1570000Z</dcterms:modified>
</coreProperties>
</file>