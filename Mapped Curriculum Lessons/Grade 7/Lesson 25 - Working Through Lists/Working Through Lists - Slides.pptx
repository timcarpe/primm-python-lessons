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70a213de864174" /><Relationship Type="http://schemas.openxmlformats.org/officeDocument/2006/relationships/extended-properties" Target="/docProps/app.xml" Id="Rb4c66c10770349ea" /><Relationship Type="http://schemas.openxmlformats.org/officeDocument/2006/relationships/officeDocument" Target="/ppt/presentation.xml" Id="R10fcf7bb887443b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99c71995b6d4930"/>
  </p:sldMasterIdLst>
  <p:notesMasterIdLst>
    <p:notesMasterId xmlns:r="http://schemas.openxmlformats.org/officeDocument/2006/relationships" r:id="Rc2b6f20801894861"/>
  </p:notesMasterIdLst>
  <p:sldIdLst>
    <p:sldId xmlns:r="http://schemas.openxmlformats.org/officeDocument/2006/relationships" id="256" r:id="Ra6e4ee1d57b44784"/>
    <p:sldId xmlns:r="http://schemas.openxmlformats.org/officeDocument/2006/relationships" id="257" r:id="R89765e658d4e47b1"/>
    <p:sldId xmlns:r="http://schemas.openxmlformats.org/officeDocument/2006/relationships" id="258" r:id="R4f40115bd5124f0f"/>
    <p:sldId xmlns:r="http://schemas.openxmlformats.org/officeDocument/2006/relationships" id="259" r:id="Ra796206cf4d9470f"/>
    <p:sldId xmlns:r="http://schemas.openxmlformats.org/officeDocument/2006/relationships" id="260" r:id="Rce002502b65e4e35"/>
    <p:sldId xmlns:r="http://schemas.openxmlformats.org/officeDocument/2006/relationships" id="261" r:id="R68a13c71ddc2466c"/>
    <p:sldId xmlns:r="http://schemas.openxmlformats.org/officeDocument/2006/relationships" id="262" r:id="R73a7d4ee1a3b41cf"/>
    <p:sldId xmlns:r="http://schemas.openxmlformats.org/officeDocument/2006/relationships" id="263" r:id="Rc3d67f86b814456c"/>
    <p:sldId xmlns:r="http://schemas.openxmlformats.org/officeDocument/2006/relationships" id="264" r:id="Refe2be90d86b4bd7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108b9ce2cfe146eb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4dc2115dc54328" /><Relationship Type="http://schemas.openxmlformats.org/officeDocument/2006/relationships/slideMaster" Target="/ppt/slideMasters/slideMaster1.xml" Id="R099c71995b6d4930" /><Relationship Type="http://schemas.openxmlformats.org/officeDocument/2006/relationships/notesMaster" Target="/ppt/notesMasters/notesMaster1.xml" Id="Rc2b6f20801894861" /><Relationship Type="http://schemas.openxmlformats.org/officeDocument/2006/relationships/presProps" Target="/ppt/presProps.xml" Id="R58c9a77edff94464" /><Relationship Type="http://schemas.openxmlformats.org/officeDocument/2006/relationships/viewProps" Target="/ppt/viewProps.xml" Id="R13ad5d610587402b" /><Relationship Type="http://schemas.openxmlformats.org/officeDocument/2006/relationships/tableStyles" Target="/ppt/tableStyles.xml" Id="R5283f2fbf52340dd" /><Relationship Type="http://schemas.openxmlformats.org/officeDocument/2006/relationships/font" Target="/ppt/fonts/font.dat" Id="R108b9ce2cfe146eb" /><Relationship Type="http://schemas.openxmlformats.org/officeDocument/2006/relationships/slide" Target="/ppt/slides/slide1.xml" Id="Ra6e4ee1d57b44784" /><Relationship Type="http://schemas.openxmlformats.org/officeDocument/2006/relationships/slide" Target="/ppt/slides/slide2.xml" Id="R89765e658d4e47b1" /><Relationship Type="http://schemas.openxmlformats.org/officeDocument/2006/relationships/slide" Target="/ppt/slides/slide3.xml" Id="R4f40115bd5124f0f" /><Relationship Type="http://schemas.openxmlformats.org/officeDocument/2006/relationships/slide" Target="/ppt/slides/slide4.xml" Id="Ra796206cf4d9470f" /><Relationship Type="http://schemas.openxmlformats.org/officeDocument/2006/relationships/slide" Target="/ppt/slides/slide5.xml" Id="Rce002502b65e4e35" /><Relationship Type="http://schemas.openxmlformats.org/officeDocument/2006/relationships/slide" Target="/ppt/slides/slide6.xml" Id="R68a13c71ddc2466c" /><Relationship Type="http://schemas.openxmlformats.org/officeDocument/2006/relationships/slide" Target="/ppt/slides/slide7.xml" Id="R73a7d4ee1a3b41cf" /><Relationship Type="http://schemas.openxmlformats.org/officeDocument/2006/relationships/slide" Target="/ppt/slides/slide8.xml" Id="Rc3d67f86b814456c" /><Relationship Type="http://schemas.openxmlformats.org/officeDocument/2006/relationships/slide" Target="/ppt/slides/slide9.xml" Id="Refe2be90d86b4b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7d25be5f6e4f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10d124ce7142ba" /><Relationship Type="http://schemas.openxmlformats.org/officeDocument/2006/relationships/notesMaster" Target="/ppt/notesMasters/notesMaster1.xml" Id="R171534d79ff249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2c0e4e2dda4b97" /><Relationship Type="http://schemas.openxmlformats.org/officeDocument/2006/relationships/notesMaster" Target="/ppt/notesMasters/notesMaster1.xml" Id="Rb03418ef57224b6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f684a66b5a4b6d" /><Relationship Type="http://schemas.openxmlformats.org/officeDocument/2006/relationships/notesMaster" Target="/ppt/notesMasters/notesMaster1.xml" Id="Rdf77b2c720c2451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8cbf4808134e44" /><Relationship Type="http://schemas.openxmlformats.org/officeDocument/2006/relationships/notesMaster" Target="/ppt/notesMasters/notesMaster1.xml" Id="R467da8a97876401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ebe09f778642e8" /><Relationship Type="http://schemas.openxmlformats.org/officeDocument/2006/relationships/notesMaster" Target="/ppt/notesMasters/notesMaster1.xml" Id="R62be08fbe7d04b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0ed1a4c30b46e2" /><Relationship Type="http://schemas.openxmlformats.org/officeDocument/2006/relationships/notesMaster" Target="/ppt/notesMasters/notesMaster1.xml" Id="Rd53e557f9e214f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4685cdbf6ab4ff0" /><Relationship Type="http://schemas.openxmlformats.org/officeDocument/2006/relationships/notesMaster" Target="/ppt/notesMasters/notesMaster1.xml" Id="R9526619b62f84a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d9d6721d2d4528" /><Relationship Type="http://schemas.openxmlformats.org/officeDocument/2006/relationships/notesMaster" Target="/ppt/notesMasters/notesMaster1.xml" Id="Ref191d0d05b14dd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7c4927c7dc4386" /><Relationship Type="http://schemas.openxmlformats.org/officeDocument/2006/relationships/notesMaster" Target="/ppt/notesMasters/notesMaster1.xml" Id="R5e58e9190d0e4f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0b4d61cae84c99" /><Relationship Type="http://schemas.openxmlformats.org/officeDocument/2006/relationships/image" Target="/ppt/media/image.png" Id="R3db2e7a0ecf1470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53d1f1e63945c0" /><Relationship Type="http://schemas.openxmlformats.org/officeDocument/2006/relationships/image" Target="/ppt/media/image.png" Id="R89a3602a14e54fa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ae494846f94039" /><Relationship Type="http://schemas.openxmlformats.org/officeDocument/2006/relationships/image" Target="/ppt/media/image.png" Id="R54d413e48750437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94ea98635c4852" /><Relationship Type="http://schemas.openxmlformats.org/officeDocument/2006/relationships/image" Target="/ppt/media/image.png" Id="R336d2128b2024b1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442ec231e444fd" /><Relationship Type="http://schemas.openxmlformats.org/officeDocument/2006/relationships/image" Target="/ppt/media/image.png" Id="R4b2d4ec44f1640e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e164add94b4b5f" /><Relationship Type="http://schemas.openxmlformats.org/officeDocument/2006/relationships/image" Target="/ppt/media/image.png" Id="Rf61ce65e94fa4c0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02872b12744500" /><Relationship Type="http://schemas.openxmlformats.org/officeDocument/2006/relationships/image" Target="/ppt/media/image.png" Id="Re46335c25799474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09cc6463574bd8" /><Relationship Type="http://schemas.openxmlformats.org/officeDocument/2006/relationships/image" Target="/ppt/media/image.png" Id="Rc81452c19df34bc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74c06769fb4a0d" /><Relationship Type="http://schemas.openxmlformats.org/officeDocument/2006/relationships/image" Target="/ppt/media/image.png" Id="Rec930af8876e4cc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4270aaa1b841f8" /><Relationship Type="http://schemas.openxmlformats.org/officeDocument/2006/relationships/image" Target="/ppt/media/image.png" Id="Rc27aadb2fd474e7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e475834acc44e8" /><Relationship Type="http://schemas.openxmlformats.org/officeDocument/2006/relationships/image" Target="/ppt/media/image.png" Id="Ra65d1731c2a644f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db2e7a0ecf14708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a3602a14e54f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d413e48750437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6d2128b2024b1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b2d4ec44f1640e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1ce65e94fa4c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46335c2579947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1452c19df34bc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930af8876e4cc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7aadb2fd474e7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5d1731c2a644f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f96de7e1ed4f50" /><Relationship Type="http://schemas.openxmlformats.org/officeDocument/2006/relationships/slideLayout" Target="/ppt/slideLayouts/slideLayout1.xml" Id="Re2482f175e984a0e" /><Relationship Type="http://schemas.openxmlformats.org/officeDocument/2006/relationships/slideLayout" Target="/ppt/slideLayouts/slideLayout2.xml" Id="Rc83f10a0a10543d6" /><Relationship Type="http://schemas.openxmlformats.org/officeDocument/2006/relationships/slideLayout" Target="/ppt/slideLayouts/slideLayout3.xml" Id="R62c92b62d41d4cd6" /><Relationship Type="http://schemas.openxmlformats.org/officeDocument/2006/relationships/slideLayout" Target="/ppt/slideLayouts/slideLayout4.xml" Id="Rfdd62ee0132e4169" /><Relationship Type="http://schemas.openxmlformats.org/officeDocument/2006/relationships/slideLayout" Target="/ppt/slideLayouts/slideLayout5.xml" Id="R12a0e83c5d7344e0" /><Relationship Type="http://schemas.openxmlformats.org/officeDocument/2006/relationships/slideLayout" Target="/ppt/slideLayouts/slideLayout6.xml" Id="R26df543507bc4ed0" /><Relationship Type="http://schemas.openxmlformats.org/officeDocument/2006/relationships/slideLayout" Target="/ppt/slideLayouts/slideLayout7.xml" Id="R54504f42d58f4cc2" /><Relationship Type="http://schemas.openxmlformats.org/officeDocument/2006/relationships/slideLayout" Target="/ppt/slideLayouts/slideLayout8.xml" Id="R915d4f02066c4c8f" /><Relationship Type="http://schemas.openxmlformats.org/officeDocument/2006/relationships/slideLayout" Target="/ppt/slideLayouts/slideLayout9.xml" Id="R325c1c66675e4c1c" /><Relationship Type="http://schemas.openxmlformats.org/officeDocument/2006/relationships/slideLayout" Target="/ppt/slideLayouts/slideLayout10.xml" Id="R95a648be37ca4fe8" /><Relationship Type="http://schemas.openxmlformats.org/officeDocument/2006/relationships/slideLayout" Target="/ppt/slideLayouts/slideLayout11.xml" Id="R991a57fb97d5435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482f175e984a0e"/>
    <p:sldLayoutId xmlns:r="http://schemas.openxmlformats.org/officeDocument/2006/relationships" id="2147483650" r:id="Rc83f10a0a10543d6"/>
    <p:sldLayoutId xmlns:r="http://schemas.openxmlformats.org/officeDocument/2006/relationships" id="2147483651" r:id="R62c92b62d41d4cd6"/>
    <p:sldLayoutId xmlns:r="http://schemas.openxmlformats.org/officeDocument/2006/relationships" id="2147483652" r:id="Rfdd62ee0132e4169"/>
    <p:sldLayoutId xmlns:r="http://schemas.openxmlformats.org/officeDocument/2006/relationships" id="2147483653" r:id="R12a0e83c5d7344e0"/>
    <p:sldLayoutId xmlns:r="http://schemas.openxmlformats.org/officeDocument/2006/relationships" id="2147483654" r:id="R26df543507bc4ed0"/>
    <p:sldLayoutId xmlns:r="http://schemas.openxmlformats.org/officeDocument/2006/relationships" id="2147483655" r:id="R54504f42d58f4cc2"/>
    <p:sldLayoutId xmlns:r="http://schemas.openxmlformats.org/officeDocument/2006/relationships" id="2147483656" r:id="R915d4f02066c4c8f"/>
    <p:sldLayoutId xmlns:r="http://schemas.openxmlformats.org/officeDocument/2006/relationships" id="2147483657" r:id="R325c1c66675e4c1c"/>
    <p:sldLayoutId xmlns:r="http://schemas.openxmlformats.org/officeDocument/2006/relationships" id="2147483658" r:id="R95a648be37ca4fe8"/>
    <p:sldLayoutId xmlns:r="http://schemas.openxmlformats.org/officeDocument/2006/relationships" id="2147483659" r:id="R991a57fb97d5435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d3a6f6c9304067" /><Relationship Type="http://schemas.openxmlformats.org/officeDocument/2006/relationships/notesSlide" Target="/ppt/notesSlides/notesSlide1.xml" Id="Rbbbac9b4323b4e1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ef7e8c0652411f" /><Relationship Type="http://schemas.openxmlformats.org/officeDocument/2006/relationships/notesSlide" Target="/ppt/notesSlides/notesSlide2.xml" Id="R0559128d2e104c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1a404ffcef401b" /><Relationship Type="http://schemas.openxmlformats.org/officeDocument/2006/relationships/notesSlide" Target="/ppt/notesSlides/notesSlide3.xml" Id="R7a47000e717748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2be3b7f2c4424e" /><Relationship Type="http://schemas.openxmlformats.org/officeDocument/2006/relationships/notesSlide" Target="/ppt/notesSlides/notesSlide4.xml" Id="Rc9f6e90f44d14d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1e762361804635" /><Relationship Type="http://schemas.openxmlformats.org/officeDocument/2006/relationships/notesSlide" Target="/ppt/notesSlides/notesSlide5.xml" Id="Rd24e0956de3f48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3001d8554246dd" /><Relationship Type="http://schemas.openxmlformats.org/officeDocument/2006/relationships/notesSlide" Target="/ppt/notesSlides/notesSlide6.xml" Id="Rca68643e38c74da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b9a9353f9a498b" /><Relationship Type="http://schemas.openxmlformats.org/officeDocument/2006/relationships/notesSlide" Target="/ppt/notesSlides/notesSlide7.xml" Id="R505d3ac096fe4eb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377fd9d1514546" /><Relationship Type="http://schemas.openxmlformats.org/officeDocument/2006/relationships/notesSlide" Target="/ppt/notesSlides/notesSlide8.xml" Id="R9ddf63f31a4c42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ccaebc06514049" /><Relationship Type="http://schemas.openxmlformats.org/officeDocument/2006/relationships/notesSlide" Target="/ppt/notesSlides/notesSlide9.xml" Id="R7b70cb92fe6a40a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Working Through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the loop variable contain one list item rather than its numeric position?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In what order are tea, water and juice displayed, and what controls that order?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len(survey) still display 3 after the loop, rather than counting all the letters in the drink names?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counts the drinks as the loop runs. Store 0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visited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add 1 inside it. After the loop,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"Visited:"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visited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existing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total. Both lines should show 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survey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Ask for a drink, then use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an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count how many times it appears. Display the result,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 appears 2 times"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scores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12, 15, 9, 18 and 6.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add each score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divided by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(scores). The output should be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 60"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 12.0"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2026-09-28T08:29:21.2950000Z</dcterms:created>
  <dcterms:modified xsi:type="dcterms:W3CDTF">2026-09-28T08:29:21.2950000Z</dcterms:modified>
</coreProperties>
</file>