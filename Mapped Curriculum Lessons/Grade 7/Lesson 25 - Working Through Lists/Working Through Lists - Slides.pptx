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2e3b7364aa4bcb" /><Relationship Type="http://schemas.openxmlformats.org/officeDocument/2006/relationships/extended-properties" Target="/docProps/app.xml" Id="R21f2b2394cab450b" /><Relationship Type="http://schemas.openxmlformats.org/officeDocument/2006/relationships/officeDocument" Target="/ppt/presentation.xml" Id="R88fa058206e2427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77ed56ae4d14502"/>
  </p:sldMasterIdLst>
  <p:notesMasterIdLst>
    <p:notesMasterId xmlns:r="http://schemas.openxmlformats.org/officeDocument/2006/relationships" r:id="R57d2bd5bd0004b00"/>
  </p:notesMasterIdLst>
  <p:sldIdLst>
    <p:sldId xmlns:r="http://schemas.openxmlformats.org/officeDocument/2006/relationships" id="256" r:id="R9c8b3c4570384348"/>
    <p:sldId xmlns:r="http://schemas.openxmlformats.org/officeDocument/2006/relationships" id="257" r:id="R75b47a86aea146c1"/>
    <p:sldId xmlns:r="http://schemas.openxmlformats.org/officeDocument/2006/relationships" id="258" r:id="Re951cfa8257b4fde"/>
    <p:sldId xmlns:r="http://schemas.openxmlformats.org/officeDocument/2006/relationships" id="259" r:id="Rdcd9a3ba61a04586"/>
    <p:sldId xmlns:r="http://schemas.openxmlformats.org/officeDocument/2006/relationships" id="260" r:id="R64663a3cdbe34c2d"/>
    <p:sldId xmlns:r="http://schemas.openxmlformats.org/officeDocument/2006/relationships" id="261" r:id="Re3505b7c1b154476"/>
    <p:sldId xmlns:r="http://schemas.openxmlformats.org/officeDocument/2006/relationships" id="262" r:id="R225e63defce447e7"/>
    <p:sldId xmlns:r="http://schemas.openxmlformats.org/officeDocument/2006/relationships" id="263" r:id="R1839a96a9c184760"/>
    <p:sldId xmlns:r="http://schemas.openxmlformats.org/officeDocument/2006/relationships" id="264" r:id="R71bfb72056c64e62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bfcca3a28d124f40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c2ad326ecc46eb" /><Relationship Type="http://schemas.openxmlformats.org/officeDocument/2006/relationships/slideMaster" Target="/ppt/slideMasters/slideMaster1.xml" Id="Rf77ed56ae4d14502" /><Relationship Type="http://schemas.openxmlformats.org/officeDocument/2006/relationships/notesMaster" Target="/ppt/notesMasters/notesMaster1.xml" Id="R57d2bd5bd0004b00" /><Relationship Type="http://schemas.openxmlformats.org/officeDocument/2006/relationships/presProps" Target="/ppt/presProps.xml" Id="R5e408dcfde3f4678" /><Relationship Type="http://schemas.openxmlformats.org/officeDocument/2006/relationships/viewProps" Target="/ppt/viewProps.xml" Id="Re862ea82f2b34a3a" /><Relationship Type="http://schemas.openxmlformats.org/officeDocument/2006/relationships/tableStyles" Target="/ppt/tableStyles.xml" Id="R964c414ffb634e41" /><Relationship Type="http://schemas.openxmlformats.org/officeDocument/2006/relationships/font" Target="/ppt/fonts/font.dat" Id="Rbfcca3a28d124f40" /><Relationship Type="http://schemas.openxmlformats.org/officeDocument/2006/relationships/slide" Target="/ppt/slides/slide1.xml" Id="R9c8b3c4570384348" /><Relationship Type="http://schemas.openxmlformats.org/officeDocument/2006/relationships/slide" Target="/ppt/slides/slide2.xml" Id="R75b47a86aea146c1" /><Relationship Type="http://schemas.openxmlformats.org/officeDocument/2006/relationships/slide" Target="/ppt/slides/slide3.xml" Id="Re951cfa8257b4fde" /><Relationship Type="http://schemas.openxmlformats.org/officeDocument/2006/relationships/slide" Target="/ppt/slides/slide4.xml" Id="Rdcd9a3ba61a04586" /><Relationship Type="http://schemas.openxmlformats.org/officeDocument/2006/relationships/slide" Target="/ppt/slides/slide5.xml" Id="R64663a3cdbe34c2d" /><Relationship Type="http://schemas.openxmlformats.org/officeDocument/2006/relationships/slide" Target="/ppt/slides/slide6.xml" Id="Re3505b7c1b154476" /><Relationship Type="http://schemas.openxmlformats.org/officeDocument/2006/relationships/slide" Target="/ppt/slides/slide7.xml" Id="R225e63defce447e7" /><Relationship Type="http://schemas.openxmlformats.org/officeDocument/2006/relationships/slide" Target="/ppt/slides/slide8.xml" Id="R1839a96a9c184760" /><Relationship Type="http://schemas.openxmlformats.org/officeDocument/2006/relationships/slide" Target="/ppt/slides/slide9.xml" Id="R71bfb72056c64e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856d3b1b2c49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2f63befd18456f" /><Relationship Type="http://schemas.openxmlformats.org/officeDocument/2006/relationships/notesMaster" Target="/ppt/notesMasters/notesMaster1.xml" Id="R38a57871b39741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aba20e6ef0402c" /><Relationship Type="http://schemas.openxmlformats.org/officeDocument/2006/relationships/notesMaster" Target="/ppt/notesMasters/notesMaster1.xml" Id="Rc52eda14570243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876296f10645d0" /><Relationship Type="http://schemas.openxmlformats.org/officeDocument/2006/relationships/notesMaster" Target="/ppt/notesMasters/notesMaster1.xml" Id="R0c0edb3a233f46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f9e471cdf9411e" /><Relationship Type="http://schemas.openxmlformats.org/officeDocument/2006/relationships/notesMaster" Target="/ppt/notesMasters/notesMaster1.xml" Id="R0e4612f109114b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c5b40519334567" /><Relationship Type="http://schemas.openxmlformats.org/officeDocument/2006/relationships/notesMaster" Target="/ppt/notesMasters/notesMaster1.xml" Id="R1dc53c04cca64b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9c9e69eb594104" /><Relationship Type="http://schemas.openxmlformats.org/officeDocument/2006/relationships/notesMaster" Target="/ppt/notesMasters/notesMaster1.xml" Id="Rd2c46d5e5c064e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c8946792a34b95" /><Relationship Type="http://schemas.openxmlformats.org/officeDocument/2006/relationships/notesMaster" Target="/ppt/notesMasters/notesMaster1.xml" Id="R25cbfcd1a2c642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927038b1b04a15" /><Relationship Type="http://schemas.openxmlformats.org/officeDocument/2006/relationships/notesMaster" Target="/ppt/notesMasters/notesMaster1.xml" Id="R8ca3470896e84b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628155381d447a" /><Relationship Type="http://schemas.openxmlformats.org/officeDocument/2006/relationships/notesMaster" Target="/ppt/notesMasters/notesMaster1.xml" Id="R505a99bc5e9d4c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78d6ddf02642b3" /><Relationship Type="http://schemas.openxmlformats.org/officeDocument/2006/relationships/image" Target="/ppt/media/image.png" Id="Rd9f6623c8c6444f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4f03cd1ee34189" /><Relationship Type="http://schemas.openxmlformats.org/officeDocument/2006/relationships/image" Target="/ppt/media/image.png" Id="Rc6dc664cfdd942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4b4457c8cf4eda" /><Relationship Type="http://schemas.openxmlformats.org/officeDocument/2006/relationships/image" Target="/ppt/media/image.png" Id="R9d52d391c1f446f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6cfd1dee614e5c" /><Relationship Type="http://schemas.openxmlformats.org/officeDocument/2006/relationships/image" Target="/ppt/media/image.png" Id="R8124ded6cea645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9cf1f52a5e471d" /><Relationship Type="http://schemas.openxmlformats.org/officeDocument/2006/relationships/image" Target="/ppt/media/image.png" Id="R1ba8f2b38a4a45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7d5a94910f48a3" /><Relationship Type="http://schemas.openxmlformats.org/officeDocument/2006/relationships/image" Target="/ppt/media/image.png" Id="R69282109d0db467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72de995dfc4f65" /><Relationship Type="http://schemas.openxmlformats.org/officeDocument/2006/relationships/image" Target="/ppt/media/image.png" Id="R4989b289198546a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0c8fa925cc4ecd" /><Relationship Type="http://schemas.openxmlformats.org/officeDocument/2006/relationships/image" Target="/ppt/media/image.png" Id="Rf5831e41ed7944d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190ac5cc34c51" /><Relationship Type="http://schemas.openxmlformats.org/officeDocument/2006/relationships/image" Target="/ppt/media/image.png" Id="R805b1196b599421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c78a6a2e34934" /><Relationship Type="http://schemas.openxmlformats.org/officeDocument/2006/relationships/image" Target="/ppt/media/image.png" Id="Re665278db861432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b6f0de02b646fe" /><Relationship Type="http://schemas.openxmlformats.org/officeDocument/2006/relationships/image" Target="/ppt/media/image.png" Id="Rc815fc8f014f446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f6623c8c6444fc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6dc664cfdd9429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52d391c1f446f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24ded6cea6451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a8f2b38a4a4546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282109d0db467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989b289198546a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5831e41ed7944d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05b1196b599421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65278db861432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15fc8f014f446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778df444a24320" /><Relationship Type="http://schemas.openxmlformats.org/officeDocument/2006/relationships/slideLayout" Target="/ppt/slideLayouts/slideLayout1.xml" Id="Raf7b607ff0074ea5" /><Relationship Type="http://schemas.openxmlformats.org/officeDocument/2006/relationships/slideLayout" Target="/ppt/slideLayouts/slideLayout2.xml" Id="Rdeb99e95bd80470b" /><Relationship Type="http://schemas.openxmlformats.org/officeDocument/2006/relationships/slideLayout" Target="/ppt/slideLayouts/slideLayout3.xml" Id="R6ac6502593b24933" /><Relationship Type="http://schemas.openxmlformats.org/officeDocument/2006/relationships/slideLayout" Target="/ppt/slideLayouts/slideLayout4.xml" Id="R4d0a4a56fd3c40fb" /><Relationship Type="http://schemas.openxmlformats.org/officeDocument/2006/relationships/slideLayout" Target="/ppt/slideLayouts/slideLayout5.xml" Id="Rfbee899ac34b4e52" /><Relationship Type="http://schemas.openxmlformats.org/officeDocument/2006/relationships/slideLayout" Target="/ppt/slideLayouts/slideLayout6.xml" Id="R8f82c0f5d27244a6" /><Relationship Type="http://schemas.openxmlformats.org/officeDocument/2006/relationships/slideLayout" Target="/ppt/slideLayouts/slideLayout7.xml" Id="R69f3afd26a1d4e32" /><Relationship Type="http://schemas.openxmlformats.org/officeDocument/2006/relationships/slideLayout" Target="/ppt/slideLayouts/slideLayout8.xml" Id="Rc792beebe183417a" /><Relationship Type="http://schemas.openxmlformats.org/officeDocument/2006/relationships/slideLayout" Target="/ppt/slideLayouts/slideLayout9.xml" Id="R4950c6b56d564ffa" /><Relationship Type="http://schemas.openxmlformats.org/officeDocument/2006/relationships/slideLayout" Target="/ppt/slideLayouts/slideLayout10.xml" Id="R8dd042f9144249ef" /><Relationship Type="http://schemas.openxmlformats.org/officeDocument/2006/relationships/slideLayout" Target="/ppt/slideLayouts/slideLayout11.xml" Id="Rc1825d05d0c9402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7b607ff0074ea5"/>
    <p:sldLayoutId xmlns:r="http://schemas.openxmlformats.org/officeDocument/2006/relationships" id="2147483650" r:id="Rdeb99e95bd80470b"/>
    <p:sldLayoutId xmlns:r="http://schemas.openxmlformats.org/officeDocument/2006/relationships" id="2147483651" r:id="R6ac6502593b24933"/>
    <p:sldLayoutId xmlns:r="http://schemas.openxmlformats.org/officeDocument/2006/relationships" id="2147483652" r:id="R4d0a4a56fd3c40fb"/>
    <p:sldLayoutId xmlns:r="http://schemas.openxmlformats.org/officeDocument/2006/relationships" id="2147483653" r:id="Rfbee899ac34b4e52"/>
    <p:sldLayoutId xmlns:r="http://schemas.openxmlformats.org/officeDocument/2006/relationships" id="2147483654" r:id="R8f82c0f5d27244a6"/>
    <p:sldLayoutId xmlns:r="http://schemas.openxmlformats.org/officeDocument/2006/relationships" id="2147483655" r:id="R69f3afd26a1d4e32"/>
    <p:sldLayoutId xmlns:r="http://schemas.openxmlformats.org/officeDocument/2006/relationships" id="2147483656" r:id="Rc792beebe183417a"/>
    <p:sldLayoutId xmlns:r="http://schemas.openxmlformats.org/officeDocument/2006/relationships" id="2147483657" r:id="R4950c6b56d564ffa"/>
    <p:sldLayoutId xmlns:r="http://schemas.openxmlformats.org/officeDocument/2006/relationships" id="2147483658" r:id="R8dd042f9144249ef"/>
    <p:sldLayoutId xmlns:r="http://schemas.openxmlformats.org/officeDocument/2006/relationships" id="2147483659" r:id="Rc1825d05d0c9402d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509448a3e4c3e" /><Relationship Type="http://schemas.openxmlformats.org/officeDocument/2006/relationships/notesSlide" Target="/ppt/notesSlides/notesSlide1.xml" Id="Re902890bf1544d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ef436944c6428d" /><Relationship Type="http://schemas.openxmlformats.org/officeDocument/2006/relationships/notesSlide" Target="/ppt/notesSlides/notesSlide2.xml" Id="R68bc834b6a974f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b76db82ed043c5" /><Relationship Type="http://schemas.openxmlformats.org/officeDocument/2006/relationships/notesSlide" Target="/ppt/notesSlides/notesSlide3.xml" Id="R7a5bd3d359274e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a0fdbf50f14042" /><Relationship Type="http://schemas.openxmlformats.org/officeDocument/2006/relationships/notesSlide" Target="/ppt/notesSlides/notesSlide4.xml" Id="R70eafe01e85344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7976ca872f4f19" /><Relationship Type="http://schemas.openxmlformats.org/officeDocument/2006/relationships/notesSlide" Target="/ppt/notesSlides/notesSlide5.xml" Id="Re6555166738d45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4c1520b4054479" /><Relationship Type="http://schemas.openxmlformats.org/officeDocument/2006/relationships/notesSlide" Target="/ppt/notesSlides/notesSlide6.xml" Id="R8d3eb671eb9147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4c1f37c35d4a08" /><Relationship Type="http://schemas.openxmlformats.org/officeDocument/2006/relationships/notesSlide" Target="/ppt/notesSlides/notesSlide7.xml" Id="Rf3fad42b9b3049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cec159ee604eba" /><Relationship Type="http://schemas.openxmlformats.org/officeDocument/2006/relationships/notesSlide" Target="/ppt/notesSlides/notesSlide8.xml" Id="R25c851db0bb249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644086959b4d95" /><Relationship Type="http://schemas.openxmlformats.org/officeDocument/2006/relationships/notesSlide" Target="/ppt/notesSlides/notesSlide9.xml" Id="R01b6091547884d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Working Through Lists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25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survey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"juice"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drink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survey: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"Drink:"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drink)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drinks:"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(survey))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survey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"juice"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drink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survey: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"Drink:"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drink)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drinks:"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(survey))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survey = [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"juice"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drink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survey: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"Drink:"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drink)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drinks:"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(survey))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Why does the loop variable contain one list item rather than its numeric position?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In what order are tea, water and juice displayed, and what controls that order?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does len(survey) still display 3 after the loop, rather than counting all the letters in the drink names?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280160"/>
            <a:ext cx="6474775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survey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"juice"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drink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survey: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"Drink:"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drink)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drinks:"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(survey))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Display each drink in upper case as the loop visits it. Keep the final total unchanged. The starter </a:t>
            </a:r>
            <a:r>
              <a:rPr sz="240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list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must display TEA, WATER and JUICE before Total drinks: 3.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survey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"juice"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drink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survey: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"Drink:"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drink)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drinks:"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(survey))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Add a fourth survey answer to the </a:t>
            </a:r>
            <a:r>
              <a:rPr sz="240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list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. Before running, predict the last answer and the total that will appear; then check both.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survey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"juice"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drink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survey: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"Drink:"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drink)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drinks:"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(survey))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colour-survey summary with three answers of your choice. Use a </a:t>
            </a:r>
            <a:r>
              <a:rPr sz="240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loop to label every colour, then use </a:t>
            </a:r>
            <a:r>
              <a:rPr sz="2400" b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len()</a:t>
            </a:r>
            <a:r>
              <a:rPr sz="2400" b="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 once to report how many answers were collected.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46401"/>
            <a:ext cx="18288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354178"/>
            <a:ext cx="589788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survey =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"juice"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drink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survey: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"Drink:"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drink)</a:t>
            </a:r>
            <a:b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drinks:"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(survey))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89177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survey =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"water"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"juice"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drink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surveys: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"Drink:"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drink)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drinks:"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2026-08-27T03:54:35.2250000Z</dcterms:created>
  <dcterms:modified xsi:type="dcterms:W3CDTF">2026-08-27T03:54:35.2250000Z</dcterms:modified>
</coreProperties>
</file>