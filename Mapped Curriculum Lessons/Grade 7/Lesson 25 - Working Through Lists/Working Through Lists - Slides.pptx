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d5dbe6c00e44c57" /><Relationship Type="http://schemas.openxmlformats.org/officeDocument/2006/relationships/extended-properties" Target="/docProps/app.xml" Id="R17e934f7969a4f37" /><Relationship Type="http://schemas.openxmlformats.org/officeDocument/2006/relationships/officeDocument" Target="/ppt/presentation.xml" Id="R48ea237c015c435c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5bb82cb987a246a6"/>
  </p:sldMasterIdLst>
  <p:notesMasterIdLst>
    <p:notesMasterId xmlns:r="http://schemas.openxmlformats.org/officeDocument/2006/relationships" r:id="R27f4bd0173ac49d5"/>
  </p:notesMasterIdLst>
  <p:sldIdLst>
    <p:sldId xmlns:r="http://schemas.openxmlformats.org/officeDocument/2006/relationships" id="256" r:id="R77591258ca544929"/>
    <p:sldId xmlns:r="http://schemas.openxmlformats.org/officeDocument/2006/relationships" id="257" r:id="Rd73affbe50da4602"/>
    <p:sldId xmlns:r="http://schemas.openxmlformats.org/officeDocument/2006/relationships" id="258" r:id="Rc542822229734cf0"/>
    <p:sldId xmlns:r="http://schemas.openxmlformats.org/officeDocument/2006/relationships" id="259" r:id="R122e7bead02e4bfe"/>
    <p:sldId xmlns:r="http://schemas.openxmlformats.org/officeDocument/2006/relationships" id="260" r:id="Rf43b5e2e80044e4a"/>
    <p:sldId xmlns:r="http://schemas.openxmlformats.org/officeDocument/2006/relationships" id="261" r:id="Rabeeda8c546c4818"/>
    <p:sldId xmlns:r="http://schemas.openxmlformats.org/officeDocument/2006/relationships" id="262" r:id="R6b9ec27379204625"/>
    <p:sldId xmlns:r="http://schemas.openxmlformats.org/officeDocument/2006/relationships" id="263" r:id="R7e02646f19fc480f"/>
    <p:sldId xmlns:r="http://schemas.openxmlformats.org/officeDocument/2006/relationships" id="264" r:id="Rfef99f4e2b564d47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eadf6a1e40a141e5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86417987e364525" /><Relationship Type="http://schemas.openxmlformats.org/officeDocument/2006/relationships/slideMaster" Target="/ppt/slideMasters/slideMaster1.xml" Id="R5bb82cb987a246a6" /><Relationship Type="http://schemas.openxmlformats.org/officeDocument/2006/relationships/notesMaster" Target="/ppt/notesMasters/notesMaster1.xml" Id="R27f4bd0173ac49d5" /><Relationship Type="http://schemas.openxmlformats.org/officeDocument/2006/relationships/presProps" Target="/ppt/presProps.xml" Id="Rae5ade75ea3643bb" /><Relationship Type="http://schemas.openxmlformats.org/officeDocument/2006/relationships/viewProps" Target="/ppt/viewProps.xml" Id="R9e509a1eea454c29" /><Relationship Type="http://schemas.openxmlformats.org/officeDocument/2006/relationships/tableStyles" Target="/ppt/tableStyles.xml" Id="R89cc3b7ba65e4f3b" /><Relationship Type="http://schemas.openxmlformats.org/officeDocument/2006/relationships/font" Target="/ppt/fonts/font.dat" Id="Readf6a1e40a141e5" /><Relationship Type="http://schemas.openxmlformats.org/officeDocument/2006/relationships/slide" Target="/ppt/slides/slide1.xml" Id="R77591258ca544929" /><Relationship Type="http://schemas.openxmlformats.org/officeDocument/2006/relationships/slide" Target="/ppt/slides/slide2.xml" Id="Rd73affbe50da4602" /><Relationship Type="http://schemas.openxmlformats.org/officeDocument/2006/relationships/slide" Target="/ppt/slides/slide3.xml" Id="Rc542822229734cf0" /><Relationship Type="http://schemas.openxmlformats.org/officeDocument/2006/relationships/slide" Target="/ppt/slides/slide4.xml" Id="R122e7bead02e4bfe" /><Relationship Type="http://schemas.openxmlformats.org/officeDocument/2006/relationships/slide" Target="/ppt/slides/slide5.xml" Id="Rf43b5e2e80044e4a" /><Relationship Type="http://schemas.openxmlformats.org/officeDocument/2006/relationships/slide" Target="/ppt/slides/slide6.xml" Id="Rabeeda8c546c4818" /><Relationship Type="http://schemas.openxmlformats.org/officeDocument/2006/relationships/slide" Target="/ppt/slides/slide7.xml" Id="R6b9ec27379204625" /><Relationship Type="http://schemas.openxmlformats.org/officeDocument/2006/relationships/slide" Target="/ppt/slides/slide8.xml" Id="R7e02646f19fc480f" /><Relationship Type="http://schemas.openxmlformats.org/officeDocument/2006/relationships/slide" Target="/ppt/slides/slide9.xml" Id="Rfef99f4e2b564d4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18350d3bbac4cd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c4a8d4d854248aa" /><Relationship Type="http://schemas.openxmlformats.org/officeDocument/2006/relationships/notesMaster" Target="/ppt/notesMasters/notesMaster1.xml" Id="R640126da034a4e2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41fa348044a4338" /><Relationship Type="http://schemas.openxmlformats.org/officeDocument/2006/relationships/notesMaster" Target="/ppt/notesMasters/notesMaster1.xml" Id="R5f2af9f9744b4c3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3a6014b92664e8d" /><Relationship Type="http://schemas.openxmlformats.org/officeDocument/2006/relationships/notesMaster" Target="/ppt/notesMasters/notesMaster1.xml" Id="R075cd3077e9a411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da79d99d0d94974" /><Relationship Type="http://schemas.openxmlformats.org/officeDocument/2006/relationships/notesMaster" Target="/ppt/notesMasters/notesMaster1.xml" Id="R37b8be5091ba4ea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380396acaa84987" /><Relationship Type="http://schemas.openxmlformats.org/officeDocument/2006/relationships/notesMaster" Target="/ppt/notesMasters/notesMaster1.xml" Id="R06b50bdf63ce4c9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850e53fbe954975" /><Relationship Type="http://schemas.openxmlformats.org/officeDocument/2006/relationships/notesMaster" Target="/ppt/notesMasters/notesMaster1.xml" Id="R76afd0358229434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a0772dcf2c84a53" /><Relationship Type="http://schemas.openxmlformats.org/officeDocument/2006/relationships/notesMaster" Target="/ppt/notesMasters/notesMaster1.xml" Id="Reb620295d9b6489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3bf1d20627b44ef" /><Relationship Type="http://schemas.openxmlformats.org/officeDocument/2006/relationships/notesMaster" Target="/ppt/notesMasters/notesMaster1.xml" Id="R24cd1d4e20614e9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0d0e9bf6c3943b3" /><Relationship Type="http://schemas.openxmlformats.org/officeDocument/2006/relationships/notesMaster" Target="/ppt/notesMasters/notesMaster1.xml" Id="R3593322ddbb7470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0204b5557b4c79" /><Relationship Type="http://schemas.openxmlformats.org/officeDocument/2006/relationships/image" Target="/ppt/media/image.png" Id="Rbb7201a67e644fe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b262fb976246ad" /><Relationship Type="http://schemas.openxmlformats.org/officeDocument/2006/relationships/image" Target="/ppt/media/image.png" Id="Rc7ed89129662440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4aa880368a4d7a" /><Relationship Type="http://schemas.openxmlformats.org/officeDocument/2006/relationships/image" Target="/ppt/media/image.png" Id="R928618dd947a4b5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4c9e1c0acf4808" /><Relationship Type="http://schemas.openxmlformats.org/officeDocument/2006/relationships/image" Target="/ppt/media/image.png" Id="Rdf3c4e32f9694e6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b0085694fb42e7" /><Relationship Type="http://schemas.openxmlformats.org/officeDocument/2006/relationships/image" Target="/ppt/media/image.png" Id="R56b2f32708f34d9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169e0c64c045f4" /><Relationship Type="http://schemas.openxmlformats.org/officeDocument/2006/relationships/image" Target="/ppt/media/image.png" Id="Rfa1a9a2cb9184d6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77b3a7864f449e" /><Relationship Type="http://schemas.openxmlformats.org/officeDocument/2006/relationships/image" Target="/ppt/media/image.png" Id="R5ba3a5f30fe344d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726dc146064a6a" /><Relationship Type="http://schemas.openxmlformats.org/officeDocument/2006/relationships/image" Target="/ppt/media/image.png" Id="R91724bdc30554a2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771be0a3954b22" /><Relationship Type="http://schemas.openxmlformats.org/officeDocument/2006/relationships/image" Target="/ppt/media/image.png" Id="Rea34823b9b1e4c9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315182e54e44e9" /><Relationship Type="http://schemas.openxmlformats.org/officeDocument/2006/relationships/image" Target="/ppt/media/image.png" Id="Rdf42844cadc8493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fe86ef859e4a42" /><Relationship Type="http://schemas.openxmlformats.org/officeDocument/2006/relationships/image" Target="/ppt/media/image.png" Id="R94281b7cb9af4795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b7201a67e644fe9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7ed89129662440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28618dd947a4b5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f3c4e32f9694e6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6b2f32708f34d9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a1a9a2cb9184d6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ba3a5f30fe344d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1724bdc30554a2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a34823b9b1e4c9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f42844cadc8493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4281b7cb9af479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719dca22567413b" /><Relationship Type="http://schemas.openxmlformats.org/officeDocument/2006/relationships/slideLayout" Target="/ppt/slideLayouts/slideLayout1.xml" Id="Rdae32c398a5442c3" /><Relationship Type="http://schemas.openxmlformats.org/officeDocument/2006/relationships/slideLayout" Target="/ppt/slideLayouts/slideLayout2.xml" Id="Rebc92ed0ce6c4aa3" /><Relationship Type="http://schemas.openxmlformats.org/officeDocument/2006/relationships/slideLayout" Target="/ppt/slideLayouts/slideLayout3.xml" Id="R5547913fa2644ce1" /><Relationship Type="http://schemas.openxmlformats.org/officeDocument/2006/relationships/slideLayout" Target="/ppt/slideLayouts/slideLayout4.xml" Id="R00107d6666fd4ca8" /><Relationship Type="http://schemas.openxmlformats.org/officeDocument/2006/relationships/slideLayout" Target="/ppt/slideLayouts/slideLayout5.xml" Id="Rcc6408e3eead4798" /><Relationship Type="http://schemas.openxmlformats.org/officeDocument/2006/relationships/slideLayout" Target="/ppt/slideLayouts/slideLayout6.xml" Id="Ra3eb0dd525cf477f" /><Relationship Type="http://schemas.openxmlformats.org/officeDocument/2006/relationships/slideLayout" Target="/ppt/slideLayouts/slideLayout7.xml" Id="R1cb4c952765a45dc" /><Relationship Type="http://schemas.openxmlformats.org/officeDocument/2006/relationships/slideLayout" Target="/ppt/slideLayouts/slideLayout8.xml" Id="Ra213c5bb645d4cb7" /><Relationship Type="http://schemas.openxmlformats.org/officeDocument/2006/relationships/slideLayout" Target="/ppt/slideLayouts/slideLayout9.xml" Id="Rcb09bd90d8b445ea" /><Relationship Type="http://schemas.openxmlformats.org/officeDocument/2006/relationships/slideLayout" Target="/ppt/slideLayouts/slideLayout10.xml" Id="R0e3882d2eb9a4d15" /><Relationship Type="http://schemas.openxmlformats.org/officeDocument/2006/relationships/slideLayout" Target="/ppt/slideLayouts/slideLayout11.xml" Id="Rd4e372952a0847c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e32c398a5442c3"/>
    <p:sldLayoutId xmlns:r="http://schemas.openxmlformats.org/officeDocument/2006/relationships" id="2147483650" r:id="Rebc92ed0ce6c4aa3"/>
    <p:sldLayoutId xmlns:r="http://schemas.openxmlformats.org/officeDocument/2006/relationships" id="2147483651" r:id="R5547913fa2644ce1"/>
    <p:sldLayoutId xmlns:r="http://schemas.openxmlformats.org/officeDocument/2006/relationships" id="2147483652" r:id="R00107d6666fd4ca8"/>
    <p:sldLayoutId xmlns:r="http://schemas.openxmlformats.org/officeDocument/2006/relationships" id="2147483653" r:id="Rcc6408e3eead4798"/>
    <p:sldLayoutId xmlns:r="http://schemas.openxmlformats.org/officeDocument/2006/relationships" id="2147483654" r:id="Ra3eb0dd525cf477f"/>
    <p:sldLayoutId xmlns:r="http://schemas.openxmlformats.org/officeDocument/2006/relationships" id="2147483655" r:id="R1cb4c952765a45dc"/>
    <p:sldLayoutId xmlns:r="http://schemas.openxmlformats.org/officeDocument/2006/relationships" id="2147483656" r:id="Ra213c5bb645d4cb7"/>
    <p:sldLayoutId xmlns:r="http://schemas.openxmlformats.org/officeDocument/2006/relationships" id="2147483657" r:id="Rcb09bd90d8b445ea"/>
    <p:sldLayoutId xmlns:r="http://schemas.openxmlformats.org/officeDocument/2006/relationships" id="2147483658" r:id="R0e3882d2eb9a4d15"/>
    <p:sldLayoutId xmlns:r="http://schemas.openxmlformats.org/officeDocument/2006/relationships" id="2147483659" r:id="Rd4e372952a0847c5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5f430a69fb4699" /><Relationship Type="http://schemas.openxmlformats.org/officeDocument/2006/relationships/notesSlide" Target="/ppt/notesSlides/notesSlide1.xml" Id="R6c936629eb014f1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1d024a1ce744210" /><Relationship Type="http://schemas.openxmlformats.org/officeDocument/2006/relationships/notesSlide" Target="/ppt/notesSlides/notesSlide2.xml" Id="R399b8241e158408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7adb480de847f2" /><Relationship Type="http://schemas.openxmlformats.org/officeDocument/2006/relationships/notesSlide" Target="/ppt/notesSlides/notesSlide3.xml" Id="R483d75df70be496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27d801735c94039" /><Relationship Type="http://schemas.openxmlformats.org/officeDocument/2006/relationships/notesSlide" Target="/ppt/notesSlides/notesSlide4.xml" Id="Rfa22fd9eb9cb454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4edf1c320d4b51" /><Relationship Type="http://schemas.openxmlformats.org/officeDocument/2006/relationships/notesSlide" Target="/ppt/notesSlides/notesSlide5.xml" Id="Rf7159915c4aa441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cbff3e1a9a54f23" /><Relationship Type="http://schemas.openxmlformats.org/officeDocument/2006/relationships/notesSlide" Target="/ppt/notesSlides/notesSlide6.xml" Id="R771d5b7ed0dc477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76f38a148f4fc6" /><Relationship Type="http://schemas.openxmlformats.org/officeDocument/2006/relationships/notesSlide" Target="/ppt/notesSlides/notesSlide7.xml" Id="R87ba3661c8f6427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f82e6b93e64e58" /><Relationship Type="http://schemas.openxmlformats.org/officeDocument/2006/relationships/notesSlide" Target="/ppt/notesSlides/notesSlide8.xml" Id="Rb85eec3d079b4ed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59b0e740644bc1" /><Relationship Type="http://schemas.openxmlformats.org/officeDocument/2006/relationships/notesSlide" Target="/ppt/notesSlides/notesSlide9.xml" Id="R80a7198351e44ac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Working Through Lists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25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the loop variable contain one list item rather than its numeric position?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In what order are tea, water and juice displayed, and what controls that order?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len(survey) still display 3 after the loop, rather than counting all the letters in the drink names?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counts the drinks as the loop runs. Store 0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visited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before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and add 1 inside it. After the loop,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"Visited:"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visited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the existing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total. Both lines should show 3.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survey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holds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Ask for a drink, then use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and an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statement to count how many times it appears. Display the result, such as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 appears 2 times"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scores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holding 12, 15, 9, 18 and 6.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add each score to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"Average:"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divided by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(scores). The output should be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 60"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"Average: 12.0"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2026-09-29T02:07:47.4840000Z</dcterms:created>
  <dcterms:modified xsi:type="dcterms:W3CDTF">2026-09-29T02:07:47.4840000Z</dcterms:modified>
</coreProperties>
</file>