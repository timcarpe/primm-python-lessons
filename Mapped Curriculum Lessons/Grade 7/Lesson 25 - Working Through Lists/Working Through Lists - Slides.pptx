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dat" ContentType="application/x-fontdata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9c05d2855504bd1" /><Relationship Type="http://schemas.openxmlformats.org/officeDocument/2006/relationships/extended-properties" Target="/docProps/app.xml" Id="R8aa186b972f5438a" /><Relationship Type="http://schemas.openxmlformats.org/officeDocument/2006/relationships/officeDocument" Target="/ppt/presentation.xml" Id="R7e233a3a624a43b9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5a1a9a064a734005"/>
  </p:sldMasterIdLst>
  <p:notesMasterIdLst>
    <p:notesMasterId xmlns:r="http://schemas.openxmlformats.org/officeDocument/2006/relationships" r:id="R77318918b8ca4239"/>
  </p:notesMasterIdLst>
  <p:sldIdLst>
    <p:sldId xmlns:r="http://schemas.openxmlformats.org/officeDocument/2006/relationships" id="256" r:id="R91306fd0d52d49c6"/>
    <p:sldId xmlns:r="http://schemas.openxmlformats.org/officeDocument/2006/relationships" id="257" r:id="Rfd84fca170bf4a4e"/>
    <p:sldId xmlns:r="http://schemas.openxmlformats.org/officeDocument/2006/relationships" id="258" r:id="R2cdddbde60314141"/>
    <p:sldId xmlns:r="http://schemas.openxmlformats.org/officeDocument/2006/relationships" id="259" r:id="R1ca9ad390aef4daf"/>
    <p:sldId xmlns:r="http://schemas.openxmlformats.org/officeDocument/2006/relationships" id="260" r:id="Rf57313170f064e6f"/>
    <p:sldId xmlns:r="http://schemas.openxmlformats.org/officeDocument/2006/relationships" id="261" r:id="Rc2d3414da64042f8"/>
    <p:sldId xmlns:r="http://schemas.openxmlformats.org/officeDocument/2006/relationships" id="262" r:id="R562daefee2a6490a"/>
    <p:sldId xmlns:r="http://schemas.openxmlformats.org/officeDocument/2006/relationships" id="263" r:id="R5914054483184d15"/>
    <p:sldId xmlns:r="http://schemas.openxmlformats.org/officeDocument/2006/relationships" id="264" r:id="R5461bd7af238486f"/>
  </p:sldIdLst>
  <p:sldSz cx="12192000" cy="6858000"/>
  <p:notesSz cx="6858000" cy="9144000"/>
  <p:embeddedFontLst>
    <p:embeddedFont>
      <p:font typeface="JetBrains Mono"/>
      <p:regular xmlns:r="http://schemas.openxmlformats.org/officeDocument/2006/relationships" r:id="R9991d307070e414e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220c9c24a4f44c9" /><Relationship Type="http://schemas.openxmlformats.org/officeDocument/2006/relationships/slideMaster" Target="/ppt/slideMasters/slideMaster1.xml" Id="R5a1a9a064a734005" /><Relationship Type="http://schemas.openxmlformats.org/officeDocument/2006/relationships/notesMaster" Target="/ppt/notesMasters/notesMaster1.xml" Id="R77318918b8ca4239" /><Relationship Type="http://schemas.openxmlformats.org/officeDocument/2006/relationships/presProps" Target="/ppt/presProps.xml" Id="Rf0a5f126bc3f4f23" /><Relationship Type="http://schemas.openxmlformats.org/officeDocument/2006/relationships/viewProps" Target="/ppt/viewProps.xml" Id="R4598de80d0f84d42" /><Relationship Type="http://schemas.openxmlformats.org/officeDocument/2006/relationships/tableStyles" Target="/ppt/tableStyles.xml" Id="R0033e3be7d2946a8" /><Relationship Type="http://schemas.openxmlformats.org/officeDocument/2006/relationships/font" Target="/ppt/fonts/font.dat" Id="R9991d307070e414e" /><Relationship Type="http://schemas.openxmlformats.org/officeDocument/2006/relationships/slide" Target="/ppt/slides/slide1.xml" Id="R91306fd0d52d49c6" /><Relationship Type="http://schemas.openxmlformats.org/officeDocument/2006/relationships/slide" Target="/ppt/slides/slide2.xml" Id="Rfd84fca170bf4a4e" /><Relationship Type="http://schemas.openxmlformats.org/officeDocument/2006/relationships/slide" Target="/ppt/slides/slide3.xml" Id="R2cdddbde60314141" /><Relationship Type="http://schemas.openxmlformats.org/officeDocument/2006/relationships/slide" Target="/ppt/slides/slide4.xml" Id="R1ca9ad390aef4daf" /><Relationship Type="http://schemas.openxmlformats.org/officeDocument/2006/relationships/slide" Target="/ppt/slides/slide5.xml" Id="Rf57313170f064e6f" /><Relationship Type="http://schemas.openxmlformats.org/officeDocument/2006/relationships/slide" Target="/ppt/slides/slide6.xml" Id="Rc2d3414da64042f8" /><Relationship Type="http://schemas.openxmlformats.org/officeDocument/2006/relationships/slide" Target="/ppt/slides/slide7.xml" Id="R562daefee2a6490a" /><Relationship Type="http://schemas.openxmlformats.org/officeDocument/2006/relationships/slide" Target="/ppt/slides/slide8.xml" Id="R5914054483184d15" /><Relationship Type="http://schemas.openxmlformats.org/officeDocument/2006/relationships/slide" Target="/ppt/slides/slide9.xml" Id="R5461bd7af238486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9b630ff80bd4a9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d5d3e0208014c69" /><Relationship Type="http://schemas.openxmlformats.org/officeDocument/2006/relationships/notesMaster" Target="/ppt/notesMasters/notesMaster1.xml" Id="Ra362e0692487421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4b019c56bc44d9c" /><Relationship Type="http://schemas.openxmlformats.org/officeDocument/2006/relationships/notesMaster" Target="/ppt/notesMasters/notesMaster1.xml" Id="Rda11692741254c0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af0f1875c2b48e6" /><Relationship Type="http://schemas.openxmlformats.org/officeDocument/2006/relationships/notesMaster" Target="/ppt/notesMasters/notesMaster1.xml" Id="Rae8a451f348c4df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50c49fd78264cc0" /><Relationship Type="http://schemas.openxmlformats.org/officeDocument/2006/relationships/notesMaster" Target="/ppt/notesMasters/notesMaster1.xml" Id="Re97bd32eeac94c1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622efbc5bf9429b" /><Relationship Type="http://schemas.openxmlformats.org/officeDocument/2006/relationships/notesMaster" Target="/ppt/notesMasters/notesMaster1.xml" Id="R6854e6ad42be486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5f4807b2fdd424d" /><Relationship Type="http://schemas.openxmlformats.org/officeDocument/2006/relationships/notesMaster" Target="/ppt/notesMasters/notesMaster1.xml" Id="R5976ab4ee5ba485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7f06a3d52444155" /><Relationship Type="http://schemas.openxmlformats.org/officeDocument/2006/relationships/notesMaster" Target="/ppt/notesMasters/notesMaster1.xml" Id="Rd1534feeb4334a89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41d8c1085dd416f" /><Relationship Type="http://schemas.openxmlformats.org/officeDocument/2006/relationships/notesMaster" Target="/ppt/notesMasters/notesMaster1.xml" Id="R360c8e6012684fde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9a1fb345e6194081" /><Relationship Type="http://schemas.openxmlformats.org/officeDocument/2006/relationships/notesMaster" Target="/ppt/notesMasters/notesMaster1.xml" Id="R16b84e2492d7463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b3c224ef6a14489" /><Relationship Type="http://schemas.openxmlformats.org/officeDocument/2006/relationships/image" Target="/ppt/media/image.png" Id="R6d60ca44a2a64f9f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649acd35dd94431" /><Relationship Type="http://schemas.openxmlformats.org/officeDocument/2006/relationships/image" Target="/ppt/media/image.png" Id="R6a61778eaae24d60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e4ec713bca64f0b" /><Relationship Type="http://schemas.openxmlformats.org/officeDocument/2006/relationships/image" Target="/ppt/media/image.png" Id="R5712b5385152451f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7e9e869ef3c4efc" /><Relationship Type="http://schemas.openxmlformats.org/officeDocument/2006/relationships/image" Target="/ppt/media/image.png" Id="R3aabd76c105b4757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6b5fc75e09440a8" /><Relationship Type="http://schemas.openxmlformats.org/officeDocument/2006/relationships/image" Target="/ppt/media/image.png" Id="R5c15d3aa805c4926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08a61c3cf5043a2" /><Relationship Type="http://schemas.openxmlformats.org/officeDocument/2006/relationships/image" Target="/ppt/media/image.png" Id="R170129a068e8437f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cea4965be15483e" /><Relationship Type="http://schemas.openxmlformats.org/officeDocument/2006/relationships/image" Target="/ppt/media/image.png" Id="Rab0ffd827e034a2a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1c3556581ef45e8" /><Relationship Type="http://schemas.openxmlformats.org/officeDocument/2006/relationships/image" Target="/ppt/media/image.png" Id="R1cb70bf0d4834dcb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c2b83ed00b349b2" /><Relationship Type="http://schemas.openxmlformats.org/officeDocument/2006/relationships/image" Target="/ppt/media/image.png" Id="R3f31c1ee6f8a4045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27810de18ee4c09" /><Relationship Type="http://schemas.openxmlformats.org/officeDocument/2006/relationships/image" Target="/ppt/media/image.png" Id="Rbfecf872316c42b6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75787812aba44cc" /><Relationship Type="http://schemas.openxmlformats.org/officeDocument/2006/relationships/image" Target="/ppt/media/image.png" Id="R729df5ee8b0c4844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d60ca44a2a64f9f"/>
          <a:stretch xmlns:a="http://schemas.openxmlformats.org/drawingml/2006/main"/>
        </p:blipFill>
        <p:spPr>
          <a:xfrm xmlns:a="http://schemas.openxmlformats.org/drawingml/2006/main" flipH="1">
            <a:off x="9886209" y="4538703"/>
            <a:ext cx="2305791" cy="1808464"/>
          </a:xfrm>
          <a:prstGeom xmlns:a="http://schemas.openxmlformats.org/drawingml/2006/main" prst="rect">
            <a:avLst/>
          </a:prstGeom>
        </p:spPr>
      </p:pic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DFF6CC-43FC-990C-9B6B-9217A2FD674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8F1D1E5-61EC-84C2-68FB-37DA30B7C33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7481232-E342-60AC-0C19-E932E468DAF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9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451A462-1188-9829-7D1E-417EB327429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8AED0F6-839A-B9DC-89D0-453455FF7C4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B58F53C-9EF7-92DC-D765-8C886206A74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2000"/>
            </a:lvl1pPr>
            <a:lvl2pPr>
              <a:buNone/>
              <a:defRPr sz="1800"/>
            </a:lvl2pPr>
            <a:lvl3pPr>
              <a:buNone/>
              <a:defRPr sz="1600"/>
            </a:lvl3pPr>
            <a:lvl4pPr>
              <a:buNone/>
              <a:defRPr sz="1400"/>
            </a:lvl4pPr>
            <a:lvl5pPr>
              <a:buNone/>
              <a:defRPr sz="1400"/>
            </a:lvl5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CBFC8B0-5A0E-12F0-38B4-11A4F3EF9A8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06D73EA-21DB-DB97-4D76-9405B6C179F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a61778eaae24d60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FC867F-56FF-F385-7E21-9E50A476D1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0BBECC5-631B-7421-97E1-98B9F359D5A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E8F7E75-9E44-2A95-FBD3-0072178142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860958F-0114-E4CB-62D5-0B058DD7DCD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5712b5385152451f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3B01DDD-AD72-5492-F320-2E7CE01CE0B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909B796-7446-F558-30BA-08587FEC72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22B2085-44DC-514D-64F8-CF9AAAFC60B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39ABB85-F6F1-0C19-E67F-0640F2AD98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53A55-7744-6468-2338-E73DDA32AA8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3aabd76c105b4757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FFB4B2B-EBD7-897A-C262-268EC4BE965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51E813C-3E6C-AE68-B226-C6FD3EFE476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66CD796-C40A-1020-B4D5-B344846D29D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B8914628-58A6-DA78-A619-B9BF81D2BCF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4F7B6B7-25B8-12E8-AF86-BF2C33C0744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7AD47AF6-33A9-6B39-7A72-07C6D36764E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0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793A1B9-3B80-9879-3F5C-508512892F5F}"/>
              </a:ext>
            </a:extLst>
          </p:cNvPr>
          <p:cNvSpPr>
            <a:spLocks xmlns:a="http://schemas.openxmlformats.org/drawingml/2006/main" noGrp="1"/>
          </p:cNvSpPr>
          <p:nvPr>
            <p:ph type="ftr" idx="1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9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5c15d3aa805c4926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FCEB483-C8E4-1939-38E2-143E8C2C465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146295CF-961A-17C4-4422-5FAAD161AA7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6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8F76D-7C9E-684E-83A2-F78F7204BB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5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70129a068e8437f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A2153FD-6EE3-927D-E92C-AD8A725CBED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817CC06-6DDB-43E3-DC6C-5B8757B339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4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b0ffd827e034a2a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09BE86E-8041-6262-7462-5F74302C6B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028E74F-C33A-2B50-1388-4D9B8C90B9A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3BB12FA-7CBC-383A-FB9A-76C44F3BFED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41DD9D1-AA59-4234-5101-B7789D2F77C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7516DE9-6B09-3815-23C9-1128F36E2F0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cb70bf0d4834dcb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CFA6B7-9D69-735A-E926-4416D17716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86DB7F7-4E31-55AE-507B-BF19F2D4F50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910AB72-D347-A0D1-09AD-464CA22BA74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CAC0EC3-9A02-6817-1AD1-E884E7BA54C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CC35688-CEE5-57AE-D35E-231B71BD0AC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3f31c1ee6f8a4045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FD1B9AF-39AC-B0C4-144B-75DC396DA23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7274C17-AC95-6D65-E5F5-345957FDC0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48C1558-F77E-F6C8-CF31-C04964B8E4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76EA422-06F7-D957-5CC8-8F1F313EC97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fecf872316c42b6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DB701E9E-F58B-AB7A-4F4A-7CF22B8DF10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08B1211-BEE6-97FE-18F8-0091FB8F779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643978-8BED-40E0-988F-1E41DB3473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3512B7D-FB40-4AD4-49F8-ABCCF2DAB55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729df5ee8b0c4844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c49ce82ab5c4ad8" /><Relationship Type="http://schemas.openxmlformats.org/officeDocument/2006/relationships/slideLayout" Target="/ppt/slideLayouts/slideLayout1.xml" Id="Rc080d0ea1eeb435d" /><Relationship Type="http://schemas.openxmlformats.org/officeDocument/2006/relationships/slideLayout" Target="/ppt/slideLayouts/slideLayout2.xml" Id="Rb9d9c2d32da04d26" /><Relationship Type="http://schemas.openxmlformats.org/officeDocument/2006/relationships/slideLayout" Target="/ppt/slideLayouts/slideLayout3.xml" Id="Raf2cedb885eb4b2d" /><Relationship Type="http://schemas.openxmlformats.org/officeDocument/2006/relationships/slideLayout" Target="/ppt/slideLayouts/slideLayout4.xml" Id="Ra0ed351810db463b" /><Relationship Type="http://schemas.openxmlformats.org/officeDocument/2006/relationships/slideLayout" Target="/ppt/slideLayouts/slideLayout5.xml" Id="R3c9ac6bf3ad34599" /><Relationship Type="http://schemas.openxmlformats.org/officeDocument/2006/relationships/slideLayout" Target="/ppt/slideLayouts/slideLayout6.xml" Id="R1efb9ede0b114866" /><Relationship Type="http://schemas.openxmlformats.org/officeDocument/2006/relationships/slideLayout" Target="/ppt/slideLayouts/slideLayout7.xml" Id="Rd601cf0834034f0f" /><Relationship Type="http://schemas.openxmlformats.org/officeDocument/2006/relationships/slideLayout" Target="/ppt/slideLayouts/slideLayout8.xml" Id="Re39e1d0682784600" /><Relationship Type="http://schemas.openxmlformats.org/officeDocument/2006/relationships/slideLayout" Target="/ppt/slideLayouts/slideLayout9.xml" Id="Rbe3f41283b4c4cd8" /><Relationship Type="http://schemas.openxmlformats.org/officeDocument/2006/relationships/slideLayout" Target="/ppt/slideLayouts/slideLayout10.xml" Id="Rc94d1a49ad294a54" /><Relationship Type="http://schemas.openxmlformats.org/officeDocument/2006/relationships/slideLayout" Target="/ppt/slideLayouts/slideLayout11.xml" Id="Raac6215fbb1b4baf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0F1E21F5-9F35-B093-A31C-887A66DCF4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132DE42-434F-8FAC-25DC-394A4A94E5F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68EFC8B-5FB5-A137-F95A-878BCA4FEDCF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825222" y="6510367"/>
            <a:ext cx="374325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/>
                </a:solidFill>
              </a:defRPr>
            </a:lvl1pPr>
          </a:lstStyle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E2C9504-6A79-6DD8-74E5-098CA9D6E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615" y="6492875"/>
            <a:ext cx="6095010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700">
                <a:solidFill>
                  <a:schemeClr val="bg2">
                    <a:lumMod val="90000"/>
                  </a:schemeClr>
                </a:solidFill>
              </a:rPr>
              <a:t>© Tim Carpenter 2024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080d0ea1eeb435d"/>
    <p:sldLayoutId xmlns:r="http://schemas.openxmlformats.org/officeDocument/2006/relationships" id="2147483650" r:id="Rb9d9c2d32da04d26"/>
    <p:sldLayoutId xmlns:r="http://schemas.openxmlformats.org/officeDocument/2006/relationships" id="2147483651" r:id="Raf2cedb885eb4b2d"/>
    <p:sldLayoutId xmlns:r="http://schemas.openxmlformats.org/officeDocument/2006/relationships" id="2147483652" r:id="Ra0ed351810db463b"/>
    <p:sldLayoutId xmlns:r="http://schemas.openxmlformats.org/officeDocument/2006/relationships" id="2147483653" r:id="R3c9ac6bf3ad34599"/>
    <p:sldLayoutId xmlns:r="http://schemas.openxmlformats.org/officeDocument/2006/relationships" id="2147483654" r:id="R1efb9ede0b114866"/>
    <p:sldLayoutId xmlns:r="http://schemas.openxmlformats.org/officeDocument/2006/relationships" id="2147483655" r:id="Rd601cf0834034f0f"/>
    <p:sldLayoutId xmlns:r="http://schemas.openxmlformats.org/officeDocument/2006/relationships" id="2147483656" r:id="Re39e1d0682784600"/>
    <p:sldLayoutId xmlns:r="http://schemas.openxmlformats.org/officeDocument/2006/relationships" id="2147483657" r:id="Rbe3f41283b4c4cd8"/>
    <p:sldLayoutId xmlns:r="http://schemas.openxmlformats.org/officeDocument/2006/relationships" id="2147483658" r:id="Rc94d1a49ad294a54"/>
    <p:sldLayoutId xmlns:r="http://schemas.openxmlformats.org/officeDocument/2006/relationships" id="2147483659" r:id="Raac6215fbb1b4baf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n-lt"/>
          <a:ea typeface="+mn-lt"/>
          <a:cs typeface="+mn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163aa5802c44f84" /><Relationship Type="http://schemas.openxmlformats.org/officeDocument/2006/relationships/notesSlide" Target="/ppt/notesSlides/notesSlide1.xml" Id="R056aa68e031b498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709478640ad42e0" /><Relationship Type="http://schemas.openxmlformats.org/officeDocument/2006/relationships/notesSlide" Target="/ppt/notesSlides/notesSlide2.xml" Id="R7e2c7b073cb8406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e060f80d79a460e" /><Relationship Type="http://schemas.openxmlformats.org/officeDocument/2006/relationships/notesSlide" Target="/ppt/notesSlides/notesSlide3.xml" Id="R4f6cab9939234a1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c00235cece749d4" /><Relationship Type="http://schemas.openxmlformats.org/officeDocument/2006/relationships/notesSlide" Target="/ppt/notesSlides/notesSlide4.xml" Id="R9f8aa3ef604d419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ad6671349214bf0" /><Relationship Type="http://schemas.openxmlformats.org/officeDocument/2006/relationships/notesSlide" Target="/ppt/notesSlides/notesSlide5.xml" Id="R85c56361c5784b9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96d14ac405a4dd5" /><Relationship Type="http://schemas.openxmlformats.org/officeDocument/2006/relationships/notesSlide" Target="/ppt/notesSlides/notesSlide6.xml" Id="R176735469245437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f2a952879884ce2" /><Relationship Type="http://schemas.openxmlformats.org/officeDocument/2006/relationships/notesSlide" Target="/ppt/notesSlides/notesSlide7.xml" Id="R744eeaa15d1d4c77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6443fa0ab8c4582" /><Relationship Type="http://schemas.openxmlformats.org/officeDocument/2006/relationships/notesSlide" Target="/ppt/notesSlides/notesSlide8.xml" Id="Rf0fa58e1cdfa4d06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8078aa5384d4b8a" /><Relationship Type="http://schemas.openxmlformats.org/officeDocument/2006/relationships/notesSlide" Target="/ppt/notesSlides/notesSlide9.xml" Id="R08a8c2ef3f2b41b3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89DEFA5-464B-5CD3-16E7-8CA8E9D38CF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>
                <a:latin typeface="+mn-lt"/>
                <a:ea typeface="+mn-lt"/>
                <a:cs typeface="+mn-lt"/>
              </a:rPr>
              <a:t>Working Through Lists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6EB4471D-A6DC-90AA-7CE6-A3673F8BDA8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Lesson 25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BE4468F-4F18-FF8F-2544-E216C0ACCB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D75FED6-38D0-DE9C-92C0-6E7FA635581C}" type="slidenum">
              <a:t>1</a:t>
            </a:fld>
          </a:p>
        </p:txBody>
      </p:sp>
    </p:spTree>
    <p:extLst>
      <p:ext uri="{BB962C8B-B14F-4D97-AF65-F5344CB8AC3E}">
        <p14:creationId xmlns:p14="http://schemas.microsoft.com/office/powerpoint/2010/main" val="3800850190"/>
      </p:ext>
    </p:extLst>
  </p:cSld>
</p:sld>
</file>

<file path=ppt/slides/slide2.xml><?xml version="1.0" encoding="utf-8"?>
<p:sld xmlns:p="http://schemas.openxmlformats.org/presentationml/2006/main" show="0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4E72FCF-5E06-85EB-F7FD-E1261A305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577" y="1749737"/>
            <a:ext cx="10956846" cy="19389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survey =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"tea"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"water"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"juice"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drink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survey: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"Drink:"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drink)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"Total drinks:"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len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(survey))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0BA63F-E9FE-C334-C48D-C94A3747F5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191766019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2E218C-699D-6EC5-2CB5-B8B2CF083A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Look at this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26873F0-29A2-F81A-C501-1BA80955C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survey =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"tea"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"water"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"juice"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drink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survey: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"Drink:"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drink)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"Total drinks:"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len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(survey))</a:t>
            </a:r>
          </a:p>
        </p:txBody>
      </p:sp>
      <p:sp>
        <p:nvSpPr>
          <p:cNvPr id="13" name="Slide Number Placeholder 12">
            <a:extLst xmlns:a="http://schemas.openxmlformats.org/drawingml/2006/main">
              <a:ext uri="{FF2B5EF4-FFF2-40B4-BE49-F238E27FC236}">
                <a16:creationId xmlns:a16="http://schemas.microsoft.com/office/drawing/2014/main" id="{D887D507-89E7-7D8D-8C34-78ACD3DB74E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</a:p>
        </p:txBody>
      </p:sp>
    </p:spTree>
    <p:extLst>
      <p:ext uri="{BB962C8B-B14F-4D97-AF65-F5344CB8AC3E}">
        <p14:creationId xmlns:p14="http://schemas.microsoft.com/office/powerpoint/2010/main" val="72665308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E5F9C57-C2E5-F6D8-D85A-2011D9F51DB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What do you think this code will do?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4A964A3-7CB4-7BBD-D3F2-79A86FCF2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survey =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"tea"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"water"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"juice"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drink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survey: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"Drink:"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drink)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"Total drinks:"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len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(survey))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DDDBE35E-DE92-4B4D-75A9-891D3E276B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</a:p>
        </p:txBody>
      </p:sp>
    </p:spTree>
    <p:extLst>
      <p:ext uri="{BB962C8B-B14F-4D97-AF65-F5344CB8AC3E}">
        <p14:creationId xmlns:p14="http://schemas.microsoft.com/office/powerpoint/2010/main" val="351797978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CB5EA7E-2DAD-0491-950A-43E595A22E4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b="1"/>
              <a:t>Let’s investigate.</a:t>
            </a:r>
          </a:p>
        </p:txBody>
      </p:sp>
      <p:sp>
        <p:nvSpPr>
          <p:cNvPr id="4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998CA8A-BAE1-D919-AD2C-1043AF60E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2794"/>
            <a:ext cx="10182101" cy="33855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ctr">
            <a:normAutofit fontScale="100000"/>
          </a:bodyPr>
          <a:lstStyle xmlns:a="http://schemas.openxmlformats.org/drawingml/2006/main">
            <a:lvl1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indent="0">
              <a:spcAft>
                <a:spcPts val="16"/>
              </a:spcAft>
              <a:buNone/>
            </a:pPr>
            <a:r>
              <a:rPr sz="2600" b="1"/>
              <a:t>Answer the questions: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1. Why does the loop variable contain one list item rather than its numeric position?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2. In what order are tea, water and juice displayed, and what controls that order?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3. Why does len(survey) still display 3 after the loop, rather than counting all the letters in the drink names?</a:t>
            </a:r>
          </a:p>
        </p:txBody>
      </p:sp>
      <p:sp>
        <p:nvSpPr>
          <p:cNvPr id="7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313224D-AAE9-19C6-3D76-BCDB1D377AE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954446" y="1280160"/>
            <a:ext cx="6474775" cy="1645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survey = [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"tea"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"water"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"juice"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drink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survey: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"Drink:"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drink)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"Total drinks:"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len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(survey))</a:t>
            </a:r>
          </a:p>
        </p:txBody>
      </p:sp>
    </p:spTree>
    <p:extLst>
      <p:ext uri="{BB962C8B-B14F-4D97-AF65-F5344CB8AC3E}">
        <p14:creationId xmlns:p14="http://schemas.microsoft.com/office/powerpoint/2010/main" val="394132350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CFD3ACF-F271-8980-D873-F9D6FB9FB0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1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E010D74-B7EC-9185-C8DF-767A2EA671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Change the example so it counts the drinks as the loop runs. Store 0 in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visited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before the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loop and add 1 inside it. After the loop,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"Visited:"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followed by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visited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then the existing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len()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total. Both lines should show 3.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0156456-F916-2DFA-3233-CF36D6126AC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C8A6263-CC79-FF3D-FD4C-FA1A647B7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222A94C-9EF0-110A-E446-C6FE28AB0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survey = [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"tea"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"water"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"juice"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drink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survey: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"Drink:"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drink)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"Total drinks:"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len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(survey))</a:t>
            </a:r>
          </a:p>
        </p:txBody>
      </p:sp>
    </p:spTree>
    <p:extLst>
      <p:ext uri="{BB962C8B-B14F-4D97-AF65-F5344CB8AC3E}">
        <p14:creationId xmlns:p14="http://schemas.microsoft.com/office/powerpoint/2010/main" val="252308453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6F32E09-610F-3EC3-B786-50BDF0372E6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2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9C6027A-1FB5-B72A-C3EC-60CC3C954B3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Change the example so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survey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holds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"tea"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"water"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"tea"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"juice"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Ask for a drink, then use the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loop and an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statement to count how many times it appears. Display the result, such as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"tea appears 2 times"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0D6E3A5-7CB1-FEBE-DD06-6569C8628B9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196B955-0246-808C-A71A-D2BB9AF54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EBE2FD6-88DA-C59D-A3CB-7D8ADC682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survey = [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"tea"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"water"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"juice"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drink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survey: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"Drink:"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drink)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"Total drinks:"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len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(survey))</a:t>
            </a:r>
          </a:p>
        </p:txBody>
      </p:sp>
    </p:spTree>
    <p:extLst>
      <p:ext uri="{BB962C8B-B14F-4D97-AF65-F5344CB8AC3E}">
        <p14:creationId xmlns:p14="http://schemas.microsoft.com/office/powerpoint/2010/main" val="130731557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4A55FF9-C519-C841-BC1B-5A0F8233806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3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0A78088-1A9E-9140-1446-FCCFF01522D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Create a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list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called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scores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holding 12, 15, 9, 18 and 6. Use a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loop to add each score to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total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"Total:"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followed by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total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then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"Average:"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followed by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total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divided by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len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(scores). The output should be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"Total: 60"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"Average: 12.0"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6969061-E293-66B3-2505-D44FC70B8ED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8315360-7E37-4E61-CFB3-15B4BF185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CFC9096-19D0-8DB5-A52D-780B3819F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survey = [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"tea"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"water"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"juice"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drink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survey: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"Drink:"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drink)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"Total drinks:"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len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(survey))</a:t>
            </a:r>
          </a:p>
        </p:txBody>
      </p:sp>
    </p:spTree>
    <p:extLst>
      <p:ext uri="{BB962C8B-B14F-4D97-AF65-F5344CB8AC3E}">
        <p14:creationId xmlns:p14="http://schemas.microsoft.com/office/powerpoint/2010/main" val="337394513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4DFBD71-FEF6-6EBF-BF05-0ED86228F7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Fix the code!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DC8E91D-B482-1BE2-7466-89F6C23BCF1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89177" lnSpcReduction="2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800" b="1">
                <a:solidFill>
                  <a:srgbClr val="FF0000"/>
                </a:solidFill>
              </a:rPr>
              <a:t>This code has errors!</a:t>
            </a:r>
            <a:r>
              <a:rPr sz="2800" b="1">
                <a:solidFill>
                  <a:srgbClr val="080808"/>
                </a:solidFill>
              </a:rPr>
              <a:t> Look closely at the code to find the problems: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survey = [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"tea"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"water"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"juice"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drink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surveys: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"Drink:"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drink)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"Total drinks:"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len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4F0ADF4-CBA1-F217-15B9-2DF889C0761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</a:p>
        </p:txBody>
      </p:sp>
    </p:spTree>
    <p:extLst>
      <p:ext uri="{BB962C8B-B14F-4D97-AF65-F5344CB8AC3E}">
        <p14:creationId xmlns:p14="http://schemas.microsoft.com/office/powerpoint/2010/main" val="33621571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2026-09-28T06:20:17.7000000Z</dcterms:created>
  <dcterms:modified xsi:type="dcterms:W3CDTF">2026-09-28T06:20:17.7000000Z</dcterms:modified>
</coreProperties>
</file>