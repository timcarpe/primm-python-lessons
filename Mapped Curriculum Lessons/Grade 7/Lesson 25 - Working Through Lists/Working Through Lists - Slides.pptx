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78d4a0e35194e27" /><Relationship Type="http://schemas.openxmlformats.org/officeDocument/2006/relationships/extended-properties" Target="/docProps/app.xml" Id="R88831ddad0a249f0" /><Relationship Type="http://schemas.openxmlformats.org/officeDocument/2006/relationships/officeDocument" Target="/ppt/presentation.xml" Id="R07074635410d47ce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620a337c67ea406e"/>
  </p:sldMasterIdLst>
  <p:notesMasterIdLst>
    <p:notesMasterId xmlns:r="http://schemas.openxmlformats.org/officeDocument/2006/relationships" r:id="R8be4fecff4f04174"/>
  </p:notesMasterIdLst>
  <p:sldIdLst>
    <p:sldId xmlns:r="http://schemas.openxmlformats.org/officeDocument/2006/relationships" id="256" r:id="R6ffd504317234103"/>
    <p:sldId xmlns:r="http://schemas.openxmlformats.org/officeDocument/2006/relationships" id="257" r:id="Rf2c752e5422f477b"/>
    <p:sldId xmlns:r="http://schemas.openxmlformats.org/officeDocument/2006/relationships" id="258" r:id="Rf5cf5241351f4367"/>
    <p:sldId xmlns:r="http://schemas.openxmlformats.org/officeDocument/2006/relationships" id="259" r:id="R0419367dc92e463f"/>
    <p:sldId xmlns:r="http://schemas.openxmlformats.org/officeDocument/2006/relationships" id="260" r:id="Rf6b6d3c2d9b441b9"/>
    <p:sldId xmlns:r="http://schemas.openxmlformats.org/officeDocument/2006/relationships" id="261" r:id="Rd365361f5b42477f"/>
    <p:sldId xmlns:r="http://schemas.openxmlformats.org/officeDocument/2006/relationships" id="262" r:id="R30846a31c40840aa"/>
    <p:sldId xmlns:r="http://schemas.openxmlformats.org/officeDocument/2006/relationships" id="263" r:id="R427c3fbf528049a0"/>
    <p:sldId xmlns:r="http://schemas.openxmlformats.org/officeDocument/2006/relationships" id="264" r:id="R0d144c8a9a904f04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eb345a93419c4bad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430d0f0180c407e" /><Relationship Type="http://schemas.openxmlformats.org/officeDocument/2006/relationships/slideMaster" Target="/ppt/slideMasters/slideMaster1.xml" Id="R620a337c67ea406e" /><Relationship Type="http://schemas.openxmlformats.org/officeDocument/2006/relationships/notesMaster" Target="/ppt/notesMasters/notesMaster1.xml" Id="R8be4fecff4f04174" /><Relationship Type="http://schemas.openxmlformats.org/officeDocument/2006/relationships/presProps" Target="/ppt/presProps.xml" Id="Re45c0c5d52fb42a1" /><Relationship Type="http://schemas.openxmlformats.org/officeDocument/2006/relationships/viewProps" Target="/ppt/viewProps.xml" Id="R2e979e968d55450d" /><Relationship Type="http://schemas.openxmlformats.org/officeDocument/2006/relationships/tableStyles" Target="/ppt/tableStyles.xml" Id="R35583da187844800" /><Relationship Type="http://schemas.openxmlformats.org/officeDocument/2006/relationships/font" Target="/ppt/fonts/font.dat" Id="Reb345a93419c4bad" /><Relationship Type="http://schemas.openxmlformats.org/officeDocument/2006/relationships/slide" Target="/ppt/slides/slide1.xml" Id="R6ffd504317234103" /><Relationship Type="http://schemas.openxmlformats.org/officeDocument/2006/relationships/slide" Target="/ppt/slides/slide2.xml" Id="Rf2c752e5422f477b" /><Relationship Type="http://schemas.openxmlformats.org/officeDocument/2006/relationships/slide" Target="/ppt/slides/slide3.xml" Id="Rf5cf5241351f4367" /><Relationship Type="http://schemas.openxmlformats.org/officeDocument/2006/relationships/slide" Target="/ppt/slides/slide4.xml" Id="R0419367dc92e463f" /><Relationship Type="http://schemas.openxmlformats.org/officeDocument/2006/relationships/slide" Target="/ppt/slides/slide5.xml" Id="Rf6b6d3c2d9b441b9" /><Relationship Type="http://schemas.openxmlformats.org/officeDocument/2006/relationships/slide" Target="/ppt/slides/slide6.xml" Id="Rd365361f5b42477f" /><Relationship Type="http://schemas.openxmlformats.org/officeDocument/2006/relationships/slide" Target="/ppt/slides/slide7.xml" Id="R30846a31c40840aa" /><Relationship Type="http://schemas.openxmlformats.org/officeDocument/2006/relationships/slide" Target="/ppt/slides/slide8.xml" Id="R427c3fbf528049a0" /><Relationship Type="http://schemas.openxmlformats.org/officeDocument/2006/relationships/slide" Target="/ppt/slides/slide9.xml" Id="R0d144c8a9a904f0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49efebd61fb41e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d72c81020bb4996" /><Relationship Type="http://schemas.openxmlformats.org/officeDocument/2006/relationships/notesMaster" Target="/ppt/notesMasters/notesMaster1.xml" Id="R9cf1baaaf9654be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25f22fd07c64cbb" /><Relationship Type="http://schemas.openxmlformats.org/officeDocument/2006/relationships/notesMaster" Target="/ppt/notesMasters/notesMaster1.xml" Id="Ra80dadbe10b74f8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b0f60d01dd348c9" /><Relationship Type="http://schemas.openxmlformats.org/officeDocument/2006/relationships/notesMaster" Target="/ppt/notesMasters/notesMaster1.xml" Id="Rb27d616de715411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42a381e13344959" /><Relationship Type="http://schemas.openxmlformats.org/officeDocument/2006/relationships/notesMaster" Target="/ppt/notesMasters/notesMaster1.xml" Id="R67f89828af0045a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fe486b842ac4fbc" /><Relationship Type="http://schemas.openxmlformats.org/officeDocument/2006/relationships/notesMaster" Target="/ppt/notesMasters/notesMaster1.xml" Id="R30d47755a61149f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569f61473a348e6" /><Relationship Type="http://schemas.openxmlformats.org/officeDocument/2006/relationships/notesMaster" Target="/ppt/notesMasters/notesMaster1.xml" Id="R2099f23f9ce3443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cfbd5a6edde48c7" /><Relationship Type="http://schemas.openxmlformats.org/officeDocument/2006/relationships/notesMaster" Target="/ppt/notesMasters/notesMaster1.xml" Id="R1d5315d579074ea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a6dee05af704142" /><Relationship Type="http://schemas.openxmlformats.org/officeDocument/2006/relationships/notesMaster" Target="/ppt/notesMasters/notesMaster1.xml" Id="Rfe9ec3171e3f441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026cfde2ab24f61" /><Relationship Type="http://schemas.openxmlformats.org/officeDocument/2006/relationships/notesMaster" Target="/ppt/notesMasters/notesMaster1.xml" Id="R1cf1cc56ed93452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75f81c8471b4142" /><Relationship Type="http://schemas.openxmlformats.org/officeDocument/2006/relationships/image" Target="/ppt/media/image.png" Id="Rc0b9f001afc04b83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029cc79d40a42a1" /><Relationship Type="http://schemas.openxmlformats.org/officeDocument/2006/relationships/image" Target="/ppt/media/image.png" Id="R79f879e4c73f48db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4101faad8fa495f" /><Relationship Type="http://schemas.openxmlformats.org/officeDocument/2006/relationships/image" Target="/ppt/media/image.png" Id="Rea8e0dcabb004173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8ddbbd0b9ec4ca5" /><Relationship Type="http://schemas.openxmlformats.org/officeDocument/2006/relationships/image" Target="/ppt/media/image.png" Id="R256acdc9de3b4a9d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870cc6fab8b4669" /><Relationship Type="http://schemas.openxmlformats.org/officeDocument/2006/relationships/image" Target="/ppt/media/image.png" Id="R0513a43fdcbe4c0f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b83666ecd264c8b" /><Relationship Type="http://schemas.openxmlformats.org/officeDocument/2006/relationships/image" Target="/ppt/media/image.png" Id="R290789f427dd4b26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aab812410b744ef" /><Relationship Type="http://schemas.openxmlformats.org/officeDocument/2006/relationships/image" Target="/ppt/media/image.png" Id="R69f73051a40041b6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41465cb6849482d" /><Relationship Type="http://schemas.openxmlformats.org/officeDocument/2006/relationships/image" Target="/ppt/media/image.png" Id="R9ff99e7427024cb4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ab3682168e545b8" /><Relationship Type="http://schemas.openxmlformats.org/officeDocument/2006/relationships/image" Target="/ppt/media/image.png" Id="Rc8b495b8487b458f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abbdf36404d47cd" /><Relationship Type="http://schemas.openxmlformats.org/officeDocument/2006/relationships/image" Target="/ppt/media/image.png" Id="R390674b6ce9a4d64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33a14b02582452e" /><Relationship Type="http://schemas.openxmlformats.org/officeDocument/2006/relationships/image" Target="/ppt/media/image.png" Id="R2752388e3b884f43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0b9f001afc04b83"/>
          <a:stretch xmlns:a="http://schemas.openxmlformats.org/drawingml/2006/main"/>
        </p:blipFill>
        <p:spPr>
          <a:xfrm xmlns:a="http://schemas.openxmlformats.org/drawingml/2006/main" flipH="1">
            <a:off x="9886209" y="4538703"/>
            <a:ext cx="2305791" cy="1808464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9f879e4c73f48db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a8e0dcabb004173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56acdc9de3b4a9d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513a43fdcbe4c0f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90789f427dd4b26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9f73051a40041b6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ff99e7427024cb4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8b495b8487b458f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90674b6ce9a4d64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752388e3b884f43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8793361f77a4ab9" /><Relationship Type="http://schemas.openxmlformats.org/officeDocument/2006/relationships/slideLayout" Target="/ppt/slideLayouts/slideLayout1.xml" Id="R758288067c6a419a" /><Relationship Type="http://schemas.openxmlformats.org/officeDocument/2006/relationships/slideLayout" Target="/ppt/slideLayouts/slideLayout2.xml" Id="R70e3cf6f7f164520" /><Relationship Type="http://schemas.openxmlformats.org/officeDocument/2006/relationships/slideLayout" Target="/ppt/slideLayouts/slideLayout3.xml" Id="Refba92b40b284bbf" /><Relationship Type="http://schemas.openxmlformats.org/officeDocument/2006/relationships/slideLayout" Target="/ppt/slideLayouts/slideLayout4.xml" Id="Rfdd40215c90b410f" /><Relationship Type="http://schemas.openxmlformats.org/officeDocument/2006/relationships/slideLayout" Target="/ppt/slideLayouts/slideLayout5.xml" Id="R024554b2c72e417c" /><Relationship Type="http://schemas.openxmlformats.org/officeDocument/2006/relationships/slideLayout" Target="/ppt/slideLayouts/slideLayout6.xml" Id="Re4e59057ff854c99" /><Relationship Type="http://schemas.openxmlformats.org/officeDocument/2006/relationships/slideLayout" Target="/ppt/slideLayouts/slideLayout7.xml" Id="R53d2bb30a9284b03" /><Relationship Type="http://schemas.openxmlformats.org/officeDocument/2006/relationships/slideLayout" Target="/ppt/slideLayouts/slideLayout8.xml" Id="R72a218379db244f7" /><Relationship Type="http://schemas.openxmlformats.org/officeDocument/2006/relationships/slideLayout" Target="/ppt/slideLayouts/slideLayout9.xml" Id="Rfe5b97e5edf84f78" /><Relationship Type="http://schemas.openxmlformats.org/officeDocument/2006/relationships/slideLayout" Target="/ppt/slideLayouts/slideLayout10.xml" Id="Ra260e467a92c4e38" /><Relationship Type="http://schemas.openxmlformats.org/officeDocument/2006/relationships/slideLayout" Target="/ppt/slideLayouts/slideLayout11.xml" Id="Ra4798373ef754f90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58288067c6a419a"/>
    <p:sldLayoutId xmlns:r="http://schemas.openxmlformats.org/officeDocument/2006/relationships" id="2147483650" r:id="R70e3cf6f7f164520"/>
    <p:sldLayoutId xmlns:r="http://schemas.openxmlformats.org/officeDocument/2006/relationships" id="2147483651" r:id="Refba92b40b284bbf"/>
    <p:sldLayoutId xmlns:r="http://schemas.openxmlformats.org/officeDocument/2006/relationships" id="2147483652" r:id="Rfdd40215c90b410f"/>
    <p:sldLayoutId xmlns:r="http://schemas.openxmlformats.org/officeDocument/2006/relationships" id="2147483653" r:id="R024554b2c72e417c"/>
    <p:sldLayoutId xmlns:r="http://schemas.openxmlformats.org/officeDocument/2006/relationships" id="2147483654" r:id="Re4e59057ff854c99"/>
    <p:sldLayoutId xmlns:r="http://schemas.openxmlformats.org/officeDocument/2006/relationships" id="2147483655" r:id="R53d2bb30a9284b03"/>
    <p:sldLayoutId xmlns:r="http://schemas.openxmlformats.org/officeDocument/2006/relationships" id="2147483656" r:id="R72a218379db244f7"/>
    <p:sldLayoutId xmlns:r="http://schemas.openxmlformats.org/officeDocument/2006/relationships" id="2147483657" r:id="Rfe5b97e5edf84f78"/>
    <p:sldLayoutId xmlns:r="http://schemas.openxmlformats.org/officeDocument/2006/relationships" id="2147483658" r:id="Ra260e467a92c4e38"/>
    <p:sldLayoutId xmlns:r="http://schemas.openxmlformats.org/officeDocument/2006/relationships" id="2147483659" r:id="Ra4798373ef754f90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f59bacc75c44836" /><Relationship Type="http://schemas.openxmlformats.org/officeDocument/2006/relationships/notesSlide" Target="/ppt/notesSlides/notesSlide1.xml" Id="R97fc9efa7c1749c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ffe986a191a4c27" /><Relationship Type="http://schemas.openxmlformats.org/officeDocument/2006/relationships/notesSlide" Target="/ppt/notesSlides/notesSlide2.xml" Id="R54e42eef1a5d4ad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cfa97fa17eb481d" /><Relationship Type="http://schemas.openxmlformats.org/officeDocument/2006/relationships/notesSlide" Target="/ppt/notesSlides/notesSlide3.xml" Id="Rb041518d38a44c3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e8ec6873b8c43f2" /><Relationship Type="http://schemas.openxmlformats.org/officeDocument/2006/relationships/notesSlide" Target="/ppt/notesSlides/notesSlide4.xml" Id="R2929aa61690540b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3a1424d7c5d49f7" /><Relationship Type="http://schemas.openxmlformats.org/officeDocument/2006/relationships/notesSlide" Target="/ppt/notesSlides/notesSlide5.xml" Id="Rd0dd8ae005044dc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f0b0ece58b84fbe" /><Relationship Type="http://schemas.openxmlformats.org/officeDocument/2006/relationships/notesSlide" Target="/ppt/notesSlides/notesSlide6.xml" Id="Ra090410d99b2460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9e7bbf5b73449fc" /><Relationship Type="http://schemas.openxmlformats.org/officeDocument/2006/relationships/notesSlide" Target="/ppt/notesSlides/notesSlide7.xml" Id="R6409d1e9ebb642a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edd00f14d174103" /><Relationship Type="http://schemas.openxmlformats.org/officeDocument/2006/relationships/notesSlide" Target="/ppt/notesSlides/notesSlide8.xml" Id="R22f9263502594a8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0bbc45a5e854b24" /><Relationship Type="http://schemas.openxmlformats.org/officeDocument/2006/relationships/notesSlide" Target="/ppt/notesSlides/notesSlide9.xml" Id="R1a94fb0544374e89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Working Through Lists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 25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4E72FCF-5E06-85EB-F7FD-E1261A30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77" y="1749737"/>
            <a:ext cx="10956846" cy="19389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survey =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"tea"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"water"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"juice"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drink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survey: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"Drink:"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drink)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"Total drinks:"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len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(survey))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0BA63F-E9FE-C334-C48D-C94A3747F5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19176601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Look at this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survey =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"tea"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"water"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"juice"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drink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survey: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"Drink:"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drink)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"Total drinks:"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len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(survey))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5F9C57-C2E5-F6D8-D85A-2011D9F51D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do you think this code will do?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4A964A3-7CB4-7BBD-D3F2-79A86FCF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survey =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"tea"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"water"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"juice"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drink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survey: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"Drink:"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drink)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"Total drinks:"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len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(survey))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DDBE35E-DE92-4B4D-75A9-891D3E276B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351797978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CB5EA7E-2DAD-0491-950A-43E595A22E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b="1"/>
              <a:t>Let’s investigate.</a:t>
            </a:r>
          </a:p>
        </p:txBody>
      </p:sp>
      <p:sp>
        <p:nvSpPr>
          <p:cNvPr id="4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998CA8A-BAE1-D919-AD2C-1043AF60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2794"/>
            <a:ext cx="10182101" cy="33855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ctr">
            <a:normAutofit fontScale="100000"/>
          </a:bodyPr>
          <a:lstStyle xmlns:a="http://schemas.openxmlformats.org/drawingml/2006/main">
            <a:lvl1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>
              <a:spcAft>
                <a:spcPts val="16"/>
              </a:spcAft>
              <a:buNone/>
            </a:pPr>
            <a:r>
              <a:rPr sz="2600" b="1"/>
              <a:t>Answer the questions: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1. Why does the loop variable contain one list item rather than its numeric position?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2. In what order are tea, water and juice displayed, and what controls that order?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3. Why does len(survey) still display 3 after the loop, rather than counting all the letters in the drink names?</a:t>
            </a:r>
          </a:p>
        </p:txBody>
      </p:sp>
      <p:sp>
        <p:nvSpPr>
          <p:cNvPr id="7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313224D-AAE9-19C6-3D76-BCDB1D377AE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954446" y="1280160"/>
            <a:ext cx="6474775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survey = [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"tea"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"water"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"juice"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drink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survey: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"Drink:"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drink)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"Total drinks:"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len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(survey))</a:t>
            </a:r>
          </a:p>
        </p:txBody>
      </p:sp>
    </p:spTree>
    <p:extLst>
      <p:ext uri="{BB962C8B-B14F-4D97-AF65-F5344CB8AC3E}">
        <p14:creationId xmlns:p14="http://schemas.microsoft.com/office/powerpoint/2010/main" val="394132350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Create [visited] and store 0 in it before the </a:t>
            </a:r>
            <a:r>
              <a:rPr sz="240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loop. Add 1 to [visited] each time the loop displays a drink. After the loop, display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"Visited:"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followed by [visited], then keep the existing total from </a:t>
            </a:r>
            <a:r>
              <a:rPr sz="240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len()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For the starter </a:t>
            </a:r>
            <a:r>
              <a:rPr sz="240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list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display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"Visited: 3"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"Total drinks: 3"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8A6263-CC79-FF3D-FD4C-FA1A647B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222A94C-9EF0-110A-E446-C6FE28AB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survey = [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"tea"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"water"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"juice"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drink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survey: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"Drink:"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drink)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"Total drinks:"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len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(survey))</a:t>
            </a:r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F32E09-610F-3EC3-B786-50BDF0372E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9C6027A-1FB5-B72A-C3EC-60CC3C954B3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Add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"coffee"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as the fourth item in [survey]. Keep the </a:t>
            </a:r>
            <a:r>
              <a:rPr sz="240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loop so every item is displayed, then display the new result from </a:t>
            </a:r>
            <a:r>
              <a:rPr sz="240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len()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The last item line must be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"Drink: coffee"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the final line must be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"Total drinks: 4"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D6E3A5-7CB1-FEBE-DD06-6569C8628B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196B955-0246-808C-A71A-D2BB9AF5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EBE2FD6-88DA-C59D-A3CB-7D8ADC68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survey = [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"tea"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"water"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"juice"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drink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survey: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"Drink:"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drink)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"Total drinks:"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len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(survey))</a:t>
            </a:r>
          </a:p>
        </p:txBody>
      </p:sp>
    </p:spTree>
    <p:extLst>
      <p:ext uri="{BB962C8B-B14F-4D97-AF65-F5344CB8AC3E}">
        <p14:creationId xmlns:p14="http://schemas.microsoft.com/office/powerpoint/2010/main" val="130731557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A55FF9-C519-C841-BC1B-5A0F823380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A78088-1A9E-9140-1446-FCCFF01522D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Store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"blue"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"green"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"red"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in [colours]. Use a </a:t>
            </a:r>
            <a:r>
              <a:rPr sz="240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loop and [colour] to display each value after the label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"Colour:"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After the loop, display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"Number of answers:"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followed by </a:t>
            </a:r>
            <a:r>
              <a:rPr sz="240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len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(colours). The final line must be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"Number of answers: 3"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6969061-E293-66B3-2505-D44FC70B8E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8315360-7E37-4E61-CFB3-15B4BF18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CFC9096-19D0-8DB5-A52D-780B3819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survey = [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"tea"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"water"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"juice"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drink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survey: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"Drink:"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drink)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"Total drinks:"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len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(survey))</a:t>
            </a:r>
          </a:p>
        </p:txBody>
      </p:sp>
    </p:spTree>
    <p:extLst>
      <p:ext uri="{BB962C8B-B14F-4D97-AF65-F5344CB8AC3E}">
        <p14:creationId xmlns:p14="http://schemas.microsoft.com/office/powerpoint/2010/main" val="337394513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DFBD71-FEF6-6EBF-BF05-0ED86228F7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Fix the code!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DC8E91D-B482-1BE2-7466-89F6C23BCF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89177" lnSpcReduction="2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800" b="1">
                <a:solidFill>
                  <a:srgbClr val="FF0000"/>
                </a:solidFill>
              </a:rPr>
              <a:t>This code has errors!</a:t>
            </a:r>
            <a:r>
              <a:rPr sz="2800" b="1">
                <a:solidFill>
                  <a:srgbClr val="080808"/>
                </a:solidFill>
              </a:rPr>
              <a:t> Look closely at the code to find the problems: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survey = [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"tea"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"water"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"juice"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drink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surveys: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"Drink:"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drink)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"Total drinks:"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len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4F0ADF4-CBA1-F217-15B9-2DF889C07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3362157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2026-08-28T09:24:58.5040000Z</dcterms:created>
  <dcterms:modified xsi:type="dcterms:W3CDTF">2026-08-28T09:24:58.5040000Z</dcterms:modified>
</coreProperties>
</file>