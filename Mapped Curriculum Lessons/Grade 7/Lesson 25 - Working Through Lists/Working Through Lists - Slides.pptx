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92f49609eb43fb" /><Relationship Type="http://schemas.openxmlformats.org/officeDocument/2006/relationships/extended-properties" Target="/docProps/app.xml" Id="R04d637fe6ca742fe" /><Relationship Type="http://schemas.openxmlformats.org/officeDocument/2006/relationships/officeDocument" Target="/ppt/presentation.xml" Id="R32fbe23e3f304fb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a5773c9bb334d9f"/>
  </p:sldMasterIdLst>
  <p:notesMasterIdLst>
    <p:notesMasterId xmlns:r="http://schemas.openxmlformats.org/officeDocument/2006/relationships" r:id="R26a63be24fe9424c"/>
  </p:notesMasterIdLst>
  <p:sldIdLst>
    <p:sldId xmlns:r="http://schemas.openxmlformats.org/officeDocument/2006/relationships" id="256" r:id="R56040e92d1ac4b3a"/>
    <p:sldId xmlns:r="http://schemas.openxmlformats.org/officeDocument/2006/relationships" id="257" r:id="Rc6d2c19a99fd4072"/>
    <p:sldId xmlns:r="http://schemas.openxmlformats.org/officeDocument/2006/relationships" id="258" r:id="R6e41ea1974134db5"/>
    <p:sldId xmlns:r="http://schemas.openxmlformats.org/officeDocument/2006/relationships" id="259" r:id="Rdb337182f7624306"/>
    <p:sldId xmlns:r="http://schemas.openxmlformats.org/officeDocument/2006/relationships" id="260" r:id="Rf57ab83f37ac4ede"/>
    <p:sldId xmlns:r="http://schemas.openxmlformats.org/officeDocument/2006/relationships" id="261" r:id="Rd8204521935d4dcd"/>
    <p:sldId xmlns:r="http://schemas.openxmlformats.org/officeDocument/2006/relationships" id="262" r:id="R55cebc30adaa45a3"/>
    <p:sldId xmlns:r="http://schemas.openxmlformats.org/officeDocument/2006/relationships" id="263" r:id="R2bdbd2e81a6945d8"/>
    <p:sldId xmlns:r="http://schemas.openxmlformats.org/officeDocument/2006/relationships" id="264" r:id="R3633c0a8d03d42d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a0b668355584e1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933ec1f1134f7a" /><Relationship Type="http://schemas.openxmlformats.org/officeDocument/2006/relationships/slideMaster" Target="/ppt/slideMasters/slideMaster1.xml" Id="Rca5773c9bb334d9f" /><Relationship Type="http://schemas.openxmlformats.org/officeDocument/2006/relationships/notesMaster" Target="/ppt/notesMasters/notesMaster1.xml" Id="R26a63be24fe9424c" /><Relationship Type="http://schemas.openxmlformats.org/officeDocument/2006/relationships/presProps" Target="/ppt/presProps.xml" Id="R2691c534d105471e" /><Relationship Type="http://schemas.openxmlformats.org/officeDocument/2006/relationships/viewProps" Target="/ppt/viewProps.xml" Id="R684a42c702b74464" /><Relationship Type="http://schemas.openxmlformats.org/officeDocument/2006/relationships/tableStyles" Target="/ppt/tableStyles.xml" Id="R513e0bc9da47470c" /><Relationship Type="http://schemas.openxmlformats.org/officeDocument/2006/relationships/font" Target="/ppt/fonts/font.dat" Id="Raa0b668355584e19" /><Relationship Type="http://schemas.openxmlformats.org/officeDocument/2006/relationships/slide" Target="/ppt/slides/slide1.xml" Id="R56040e92d1ac4b3a" /><Relationship Type="http://schemas.openxmlformats.org/officeDocument/2006/relationships/slide" Target="/ppt/slides/slide2.xml" Id="Rc6d2c19a99fd4072" /><Relationship Type="http://schemas.openxmlformats.org/officeDocument/2006/relationships/slide" Target="/ppt/slides/slide3.xml" Id="R6e41ea1974134db5" /><Relationship Type="http://schemas.openxmlformats.org/officeDocument/2006/relationships/slide" Target="/ppt/slides/slide4.xml" Id="Rdb337182f7624306" /><Relationship Type="http://schemas.openxmlformats.org/officeDocument/2006/relationships/slide" Target="/ppt/slides/slide5.xml" Id="Rf57ab83f37ac4ede" /><Relationship Type="http://schemas.openxmlformats.org/officeDocument/2006/relationships/slide" Target="/ppt/slides/slide6.xml" Id="Rd8204521935d4dcd" /><Relationship Type="http://schemas.openxmlformats.org/officeDocument/2006/relationships/slide" Target="/ppt/slides/slide7.xml" Id="R55cebc30adaa45a3" /><Relationship Type="http://schemas.openxmlformats.org/officeDocument/2006/relationships/slide" Target="/ppt/slides/slide8.xml" Id="R2bdbd2e81a6945d8" /><Relationship Type="http://schemas.openxmlformats.org/officeDocument/2006/relationships/slide" Target="/ppt/slides/slide9.xml" Id="R3633c0a8d03d42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d5fac9468d4c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5b71184c1b42f8" /><Relationship Type="http://schemas.openxmlformats.org/officeDocument/2006/relationships/notesMaster" Target="/ppt/notesMasters/notesMaster1.xml" Id="R67218aceb04e48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d4a03236e74cef" /><Relationship Type="http://schemas.openxmlformats.org/officeDocument/2006/relationships/notesMaster" Target="/ppt/notesMasters/notesMaster1.xml" Id="Rf96c8d8af02e4d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09da44e72a4ae9" /><Relationship Type="http://schemas.openxmlformats.org/officeDocument/2006/relationships/notesMaster" Target="/ppt/notesMasters/notesMaster1.xml" Id="R35b46dd3812144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b8a6b35970472f" /><Relationship Type="http://schemas.openxmlformats.org/officeDocument/2006/relationships/notesMaster" Target="/ppt/notesMasters/notesMaster1.xml" Id="Rd4f76bd644c24c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8081f036824fba" /><Relationship Type="http://schemas.openxmlformats.org/officeDocument/2006/relationships/notesMaster" Target="/ppt/notesMasters/notesMaster1.xml" Id="Recd138da73a040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24f8274fd84978" /><Relationship Type="http://schemas.openxmlformats.org/officeDocument/2006/relationships/notesMaster" Target="/ppt/notesMasters/notesMaster1.xml" Id="Rca619dfb00ae4e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122c5096764b05" /><Relationship Type="http://schemas.openxmlformats.org/officeDocument/2006/relationships/notesMaster" Target="/ppt/notesMasters/notesMaster1.xml" Id="Rf8f48c9517e34f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6b69c673304991" /><Relationship Type="http://schemas.openxmlformats.org/officeDocument/2006/relationships/notesMaster" Target="/ppt/notesMasters/notesMaster1.xml" Id="R1aed7ee2813749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0a76ff049a4439" /><Relationship Type="http://schemas.openxmlformats.org/officeDocument/2006/relationships/notesMaster" Target="/ppt/notesMasters/notesMaster1.xml" Id="R9894dc32d0b646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d1445f27444a69" /><Relationship Type="http://schemas.openxmlformats.org/officeDocument/2006/relationships/image" Target="/ppt/media/image.png" Id="Ra9d26449cddc46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11ad61882044c4" /><Relationship Type="http://schemas.openxmlformats.org/officeDocument/2006/relationships/image" Target="/ppt/media/image.png" Id="Rb8815f94a1b14e5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f6a417e2674eb9" /><Relationship Type="http://schemas.openxmlformats.org/officeDocument/2006/relationships/image" Target="/ppt/media/image.png" Id="R62578a889a964a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7a712cccf94c30" /><Relationship Type="http://schemas.openxmlformats.org/officeDocument/2006/relationships/image" Target="/ppt/media/image.png" Id="R365028e26a3e4b2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262d3b451c4813" /><Relationship Type="http://schemas.openxmlformats.org/officeDocument/2006/relationships/image" Target="/ppt/media/image.png" Id="R4c4b83d41845439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351e95b1d44aea" /><Relationship Type="http://schemas.openxmlformats.org/officeDocument/2006/relationships/image" Target="/ppt/media/image.png" Id="Ra8bfdf707fba4f6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a19b09225643f0" /><Relationship Type="http://schemas.openxmlformats.org/officeDocument/2006/relationships/image" Target="/ppt/media/image.png" Id="Rb723ff7dd1f1480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8291b37fc3482b" /><Relationship Type="http://schemas.openxmlformats.org/officeDocument/2006/relationships/image" Target="/ppt/media/image.png" Id="R8459a65b3a89425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800b820bc34339" /><Relationship Type="http://schemas.openxmlformats.org/officeDocument/2006/relationships/image" Target="/ppt/media/image.png" Id="Re21087f888ab4e8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67f6021ffb4f9e" /><Relationship Type="http://schemas.openxmlformats.org/officeDocument/2006/relationships/image" Target="/ppt/media/image.png" Id="R5dc3e05f5dea4fd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1997024bbb45a3" /><Relationship Type="http://schemas.openxmlformats.org/officeDocument/2006/relationships/image" Target="/ppt/media/image.png" Id="R5078ec78d7b44f0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d26449cddc46c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815f94a1b14e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578a889a964a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5028e26a3e4b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4b83d4184543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bfdf707fba4f6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23ff7dd1f1480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59a65b3a8942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1087f888ab4e8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c3e05f5dea4fd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78ec78d7b44f0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4abb08b8ac4602" /><Relationship Type="http://schemas.openxmlformats.org/officeDocument/2006/relationships/slideLayout" Target="/ppt/slideLayouts/slideLayout1.xml" Id="R1568ef1925764fad" /><Relationship Type="http://schemas.openxmlformats.org/officeDocument/2006/relationships/slideLayout" Target="/ppt/slideLayouts/slideLayout2.xml" Id="Rcacccb1e89d34a8b" /><Relationship Type="http://schemas.openxmlformats.org/officeDocument/2006/relationships/slideLayout" Target="/ppt/slideLayouts/slideLayout3.xml" Id="R2e90a8187ef44efc" /><Relationship Type="http://schemas.openxmlformats.org/officeDocument/2006/relationships/slideLayout" Target="/ppt/slideLayouts/slideLayout4.xml" Id="Rbff703374feb4f18" /><Relationship Type="http://schemas.openxmlformats.org/officeDocument/2006/relationships/slideLayout" Target="/ppt/slideLayouts/slideLayout5.xml" Id="Rdc8b1e33a54f4a33" /><Relationship Type="http://schemas.openxmlformats.org/officeDocument/2006/relationships/slideLayout" Target="/ppt/slideLayouts/slideLayout6.xml" Id="Ra1745a303b0f4584" /><Relationship Type="http://schemas.openxmlformats.org/officeDocument/2006/relationships/slideLayout" Target="/ppt/slideLayouts/slideLayout7.xml" Id="Ref3b00c8d3ae4092" /><Relationship Type="http://schemas.openxmlformats.org/officeDocument/2006/relationships/slideLayout" Target="/ppt/slideLayouts/slideLayout8.xml" Id="R4b2774ae16094106" /><Relationship Type="http://schemas.openxmlformats.org/officeDocument/2006/relationships/slideLayout" Target="/ppt/slideLayouts/slideLayout9.xml" Id="R4932d626f5064deb" /><Relationship Type="http://schemas.openxmlformats.org/officeDocument/2006/relationships/slideLayout" Target="/ppt/slideLayouts/slideLayout10.xml" Id="R1fb7b0a0a109429b" /><Relationship Type="http://schemas.openxmlformats.org/officeDocument/2006/relationships/slideLayout" Target="/ppt/slideLayouts/slideLayout11.xml" Id="R957725ad50334cf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68ef1925764fad"/>
    <p:sldLayoutId xmlns:r="http://schemas.openxmlformats.org/officeDocument/2006/relationships" id="2147483650" r:id="Rcacccb1e89d34a8b"/>
    <p:sldLayoutId xmlns:r="http://schemas.openxmlformats.org/officeDocument/2006/relationships" id="2147483651" r:id="R2e90a8187ef44efc"/>
    <p:sldLayoutId xmlns:r="http://schemas.openxmlformats.org/officeDocument/2006/relationships" id="2147483652" r:id="Rbff703374feb4f18"/>
    <p:sldLayoutId xmlns:r="http://schemas.openxmlformats.org/officeDocument/2006/relationships" id="2147483653" r:id="Rdc8b1e33a54f4a33"/>
    <p:sldLayoutId xmlns:r="http://schemas.openxmlformats.org/officeDocument/2006/relationships" id="2147483654" r:id="Ra1745a303b0f4584"/>
    <p:sldLayoutId xmlns:r="http://schemas.openxmlformats.org/officeDocument/2006/relationships" id="2147483655" r:id="Ref3b00c8d3ae4092"/>
    <p:sldLayoutId xmlns:r="http://schemas.openxmlformats.org/officeDocument/2006/relationships" id="2147483656" r:id="R4b2774ae16094106"/>
    <p:sldLayoutId xmlns:r="http://schemas.openxmlformats.org/officeDocument/2006/relationships" id="2147483657" r:id="R4932d626f5064deb"/>
    <p:sldLayoutId xmlns:r="http://schemas.openxmlformats.org/officeDocument/2006/relationships" id="2147483658" r:id="R1fb7b0a0a109429b"/>
    <p:sldLayoutId xmlns:r="http://schemas.openxmlformats.org/officeDocument/2006/relationships" id="2147483659" r:id="R957725ad50334cf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5609dafe904278" /><Relationship Type="http://schemas.openxmlformats.org/officeDocument/2006/relationships/notesSlide" Target="/ppt/notesSlides/notesSlide1.xml" Id="R1efa386cc69940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4b0481e58a4a94" /><Relationship Type="http://schemas.openxmlformats.org/officeDocument/2006/relationships/notesSlide" Target="/ppt/notesSlides/notesSlide2.xml" Id="R5b3a812e47ac41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00242fbf484fde" /><Relationship Type="http://schemas.openxmlformats.org/officeDocument/2006/relationships/notesSlide" Target="/ppt/notesSlides/notesSlide3.xml" Id="R315a7c74f8c74e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c40b611a7743c2" /><Relationship Type="http://schemas.openxmlformats.org/officeDocument/2006/relationships/notesSlide" Target="/ppt/notesSlides/notesSlide4.xml" Id="Raf35b9651f2c44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ffa1f1eae54482" /><Relationship Type="http://schemas.openxmlformats.org/officeDocument/2006/relationships/notesSlide" Target="/ppt/notesSlides/notesSlide5.xml" Id="R202c011ad7c94a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4b83f1615b491f" /><Relationship Type="http://schemas.openxmlformats.org/officeDocument/2006/relationships/notesSlide" Target="/ppt/notesSlides/notesSlide6.xml" Id="R1185f8803bbc48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fabc6e3cef4f36" /><Relationship Type="http://schemas.openxmlformats.org/officeDocument/2006/relationships/notesSlide" Target="/ppt/notesSlides/notesSlide7.xml" Id="R91692d18756243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c91d91be784443" /><Relationship Type="http://schemas.openxmlformats.org/officeDocument/2006/relationships/notesSlide" Target="/ppt/notesSlides/notesSlide8.xml" Id="Rf202e7bceca04b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75cae2de2e40c3" /><Relationship Type="http://schemas.openxmlformats.org/officeDocument/2006/relationships/notesSlide" Target="/ppt/notesSlides/notesSlide9.xml" Id="R31f6029b1d7047b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Working Through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the loop variable contain one list item rather than its numeric position?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In what order are tea, water and juice displayed, and what controls that order?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len(survey) still display 3 after the loop, rather than counting all the letters in the drink names?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Display each drink in upper case as the loop visits it. Keep the final total unchanged. The starter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must display TEA, WATER and JUICE before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fourth survey answer to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Before running, p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ict the last answer and the total that will appear; then check both.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colour-survey summary with three answers of your choice.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label every colour, then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once to report how many answers were collected.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2026-08-26T04:05:57.5420000Z</dcterms:created>
  <dcterms:modified xsi:type="dcterms:W3CDTF">2026-08-26T04:05:57.5420000Z</dcterms:modified>
</coreProperties>
</file>