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f6a0cb1b2464b1a" /><Relationship Type="http://schemas.openxmlformats.org/officeDocument/2006/relationships/extended-properties" Target="/docProps/app.xml" Id="R12bd1ba001c04807" /><Relationship Type="http://schemas.openxmlformats.org/officeDocument/2006/relationships/officeDocument" Target="/ppt/presentation.xml" Id="Ra40e2b1a9552424b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089278cb9cad4e85"/>
  </p:sldMasterIdLst>
  <p:notesMasterIdLst>
    <p:notesMasterId xmlns:r="http://schemas.openxmlformats.org/officeDocument/2006/relationships" r:id="R69f3423b038c422c"/>
  </p:notesMasterIdLst>
  <p:sldIdLst>
    <p:sldId xmlns:r="http://schemas.openxmlformats.org/officeDocument/2006/relationships" id="256" r:id="Rfe9a773f060b439d"/>
    <p:sldId xmlns:r="http://schemas.openxmlformats.org/officeDocument/2006/relationships" id="257" r:id="R4342220303424998"/>
    <p:sldId xmlns:r="http://schemas.openxmlformats.org/officeDocument/2006/relationships" id="258" r:id="R52ef81adb99a4fb7"/>
    <p:sldId xmlns:r="http://schemas.openxmlformats.org/officeDocument/2006/relationships" id="259" r:id="R0d6e89df0b274a68"/>
    <p:sldId xmlns:r="http://schemas.openxmlformats.org/officeDocument/2006/relationships" id="260" r:id="R16430dd616824a44"/>
    <p:sldId xmlns:r="http://schemas.openxmlformats.org/officeDocument/2006/relationships" id="261" r:id="Rc98800f96e3c44a3"/>
    <p:sldId xmlns:r="http://schemas.openxmlformats.org/officeDocument/2006/relationships" id="262" r:id="Rd8b1ed7f3e134bc7"/>
    <p:sldId xmlns:r="http://schemas.openxmlformats.org/officeDocument/2006/relationships" id="263" r:id="R01809a359494438d"/>
    <p:sldId xmlns:r="http://schemas.openxmlformats.org/officeDocument/2006/relationships" id="264" r:id="R806e637ab69540ae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eb4ea66b67ea4984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6ce8d9c14fa4fe6" /><Relationship Type="http://schemas.openxmlformats.org/officeDocument/2006/relationships/slideMaster" Target="/ppt/slideMasters/slideMaster1.xml" Id="R089278cb9cad4e85" /><Relationship Type="http://schemas.openxmlformats.org/officeDocument/2006/relationships/notesMaster" Target="/ppt/notesMasters/notesMaster1.xml" Id="R69f3423b038c422c" /><Relationship Type="http://schemas.openxmlformats.org/officeDocument/2006/relationships/presProps" Target="/ppt/presProps.xml" Id="R424ef0487d9d4554" /><Relationship Type="http://schemas.openxmlformats.org/officeDocument/2006/relationships/viewProps" Target="/ppt/viewProps.xml" Id="R50e049f8a6944dda" /><Relationship Type="http://schemas.openxmlformats.org/officeDocument/2006/relationships/tableStyles" Target="/ppt/tableStyles.xml" Id="R1c9262854b524f79" /><Relationship Type="http://schemas.openxmlformats.org/officeDocument/2006/relationships/font" Target="/ppt/fonts/font.dat" Id="Reb4ea66b67ea4984" /><Relationship Type="http://schemas.openxmlformats.org/officeDocument/2006/relationships/slide" Target="/ppt/slides/slide1.xml" Id="Rfe9a773f060b439d" /><Relationship Type="http://schemas.openxmlformats.org/officeDocument/2006/relationships/slide" Target="/ppt/slides/slide2.xml" Id="R4342220303424998" /><Relationship Type="http://schemas.openxmlformats.org/officeDocument/2006/relationships/slide" Target="/ppt/slides/slide3.xml" Id="R52ef81adb99a4fb7" /><Relationship Type="http://schemas.openxmlformats.org/officeDocument/2006/relationships/slide" Target="/ppt/slides/slide4.xml" Id="R0d6e89df0b274a68" /><Relationship Type="http://schemas.openxmlformats.org/officeDocument/2006/relationships/slide" Target="/ppt/slides/slide5.xml" Id="R16430dd616824a44" /><Relationship Type="http://schemas.openxmlformats.org/officeDocument/2006/relationships/slide" Target="/ppt/slides/slide6.xml" Id="Rc98800f96e3c44a3" /><Relationship Type="http://schemas.openxmlformats.org/officeDocument/2006/relationships/slide" Target="/ppt/slides/slide7.xml" Id="Rd8b1ed7f3e134bc7" /><Relationship Type="http://schemas.openxmlformats.org/officeDocument/2006/relationships/slide" Target="/ppt/slides/slide8.xml" Id="R01809a359494438d" /><Relationship Type="http://schemas.openxmlformats.org/officeDocument/2006/relationships/slide" Target="/ppt/slides/slide9.xml" Id="R806e637ab69540a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865a45430ee482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d67e46e4a1f43c3" /><Relationship Type="http://schemas.openxmlformats.org/officeDocument/2006/relationships/notesMaster" Target="/ppt/notesMasters/notesMaster1.xml" Id="R72001e41dec7475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174f1c25b97422e" /><Relationship Type="http://schemas.openxmlformats.org/officeDocument/2006/relationships/notesMaster" Target="/ppt/notesMasters/notesMaster1.xml" Id="R4615c8020b7f481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59b227de08442d8" /><Relationship Type="http://schemas.openxmlformats.org/officeDocument/2006/relationships/notesMaster" Target="/ppt/notesMasters/notesMaster1.xml" Id="R86bfee1b1a23408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0c913082b344de3" /><Relationship Type="http://schemas.openxmlformats.org/officeDocument/2006/relationships/notesMaster" Target="/ppt/notesMasters/notesMaster1.xml" Id="Rbdc51c8c96194cc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05ba0bccc774e15" /><Relationship Type="http://schemas.openxmlformats.org/officeDocument/2006/relationships/notesMaster" Target="/ppt/notesMasters/notesMaster1.xml" Id="Rd5b49a8642e3465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0531d66188d4377" /><Relationship Type="http://schemas.openxmlformats.org/officeDocument/2006/relationships/notesMaster" Target="/ppt/notesMasters/notesMaster1.xml" Id="R35fbaa9d38974e7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8434f6e80fd488e" /><Relationship Type="http://schemas.openxmlformats.org/officeDocument/2006/relationships/notesMaster" Target="/ppt/notesMasters/notesMaster1.xml" Id="R354bf6f82f0b4b4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d8def9bbd454dc2" /><Relationship Type="http://schemas.openxmlformats.org/officeDocument/2006/relationships/notesMaster" Target="/ppt/notesMasters/notesMaster1.xml" Id="Re5ed63fcd08e4e7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715904cb92340c8" /><Relationship Type="http://schemas.openxmlformats.org/officeDocument/2006/relationships/notesMaster" Target="/ppt/notesMasters/notesMaster1.xml" Id="R10730762b22e45e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08b9b03d3814301" /><Relationship Type="http://schemas.openxmlformats.org/officeDocument/2006/relationships/image" Target="/ppt/media/image.png" Id="R5b10f5fef6eb412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c5ca185f8e43a6" /><Relationship Type="http://schemas.openxmlformats.org/officeDocument/2006/relationships/image" Target="/ppt/media/image.png" Id="Rd33489cae159499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4cf453095d4048" /><Relationship Type="http://schemas.openxmlformats.org/officeDocument/2006/relationships/image" Target="/ppt/media/image.png" Id="R8a93c3d01870449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5569b20ca54b6a" /><Relationship Type="http://schemas.openxmlformats.org/officeDocument/2006/relationships/image" Target="/ppt/media/image.png" Id="R9f3a62b8a2ec46d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349da217584122" /><Relationship Type="http://schemas.openxmlformats.org/officeDocument/2006/relationships/image" Target="/ppt/media/image.png" Id="R803e5aa25c234a0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2325dd417147f8" /><Relationship Type="http://schemas.openxmlformats.org/officeDocument/2006/relationships/image" Target="/ppt/media/image.png" Id="Rc7be4416d3f64b79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7163e6124e4e8b" /><Relationship Type="http://schemas.openxmlformats.org/officeDocument/2006/relationships/image" Target="/ppt/media/image.png" Id="Rde0990d8e9fd4cb5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187b0fc7654380" /><Relationship Type="http://schemas.openxmlformats.org/officeDocument/2006/relationships/image" Target="/ppt/media/image.png" Id="Ra44b07b2ff154b2e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5190599d694249" /><Relationship Type="http://schemas.openxmlformats.org/officeDocument/2006/relationships/image" Target="/ppt/media/image.png" Id="R6baf06884b6340e9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e1f3bfd63c4a52" /><Relationship Type="http://schemas.openxmlformats.org/officeDocument/2006/relationships/image" Target="/ppt/media/image.png" Id="R17ced96f07dd49ba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5421f10bfb047d0" /><Relationship Type="http://schemas.openxmlformats.org/officeDocument/2006/relationships/image" Target="/ppt/media/image.png" Id="R121a9d1455bb4a9c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b10f5fef6eb4129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33489cae159499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a93c3d01870449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f3a62b8a2ec46d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03e5aa25c234a0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7be4416d3f64b7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e0990d8e9fd4cb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44b07b2ff154b2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baf06884b6340e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7ced96f07dd49b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21a9d1455bb4a9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a249d3da1fe4525" /><Relationship Type="http://schemas.openxmlformats.org/officeDocument/2006/relationships/slideLayout" Target="/ppt/slideLayouts/slideLayout1.xml" Id="Rf216f01416864c7e" /><Relationship Type="http://schemas.openxmlformats.org/officeDocument/2006/relationships/slideLayout" Target="/ppt/slideLayouts/slideLayout2.xml" Id="Rc9d4dd9afedf4d9b" /><Relationship Type="http://schemas.openxmlformats.org/officeDocument/2006/relationships/slideLayout" Target="/ppt/slideLayouts/slideLayout3.xml" Id="R2677b6d1dc4045ec" /><Relationship Type="http://schemas.openxmlformats.org/officeDocument/2006/relationships/slideLayout" Target="/ppt/slideLayouts/slideLayout4.xml" Id="R2aeb37989e0f4507" /><Relationship Type="http://schemas.openxmlformats.org/officeDocument/2006/relationships/slideLayout" Target="/ppt/slideLayouts/slideLayout5.xml" Id="R83094d26a7e64c8c" /><Relationship Type="http://schemas.openxmlformats.org/officeDocument/2006/relationships/slideLayout" Target="/ppt/slideLayouts/slideLayout6.xml" Id="R446ff2fba0734ff0" /><Relationship Type="http://schemas.openxmlformats.org/officeDocument/2006/relationships/slideLayout" Target="/ppt/slideLayouts/slideLayout7.xml" Id="Re6d2e0adec24411a" /><Relationship Type="http://schemas.openxmlformats.org/officeDocument/2006/relationships/slideLayout" Target="/ppt/slideLayouts/slideLayout8.xml" Id="Ref9594ec47e947c4" /><Relationship Type="http://schemas.openxmlformats.org/officeDocument/2006/relationships/slideLayout" Target="/ppt/slideLayouts/slideLayout9.xml" Id="R98dc39c438014cfe" /><Relationship Type="http://schemas.openxmlformats.org/officeDocument/2006/relationships/slideLayout" Target="/ppt/slideLayouts/slideLayout10.xml" Id="Rbe3c1efd8ece49ab" /><Relationship Type="http://schemas.openxmlformats.org/officeDocument/2006/relationships/slideLayout" Target="/ppt/slideLayouts/slideLayout11.xml" Id="Rcab2ed2e576b4081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216f01416864c7e"/>
    <p:sldLayoutId xmlns:r="http://schemas.openxmlformats.org/officeDocument/2006/relationships" id="2147483650" r:id="Rc9d4dd9afedf4d9b"/>
    <p:sldLayoutId xmlns:r="http://schemas.openxmlformats.org/officeDocument/2006/relationships" id="2147483651" r:id="R2677b6d1dc4045ec"/>
    <p:sldLayoutId xmlns:r="http://schemas.openxmlformats.org/officeDocument/2006/relationships" id="2147483652" r:id="R2aeb37989e0f4507"/>
    <p:sldLayoutId xmlns:r="http://schemas.openxmlformats.org/officeDocument/2006/relationships" id="2147483653" r:id="R83094d26a7e64c8c"/>
    <p:sldLayoutId xmlns:r="http://schemas.openxmlformats.org/officeDocument/2006/relationships" id="2147483654" r:id="R446ff2fba0734ff0"/>
    <p:sldLayoutId xmlns:r="http://schemas.openxmlformats.org/officeDocument/2006/relationships" id="2147483655" r:id="Re6d2e0adec24411a"/>
    <p:sldLayoutId xmlns:r="http://schemas.openxmlformats.org/officeDocument/2006/relationships" id="2147483656" r:id="Ref9594ec47e947c4"/>
    <p:sldLayoutId xmlns:r="http://schemas.openxmlformats.org/officeDocument/2006/relationships" id="2147483657" r:id="R98dc39c438014cfe"/>
    <p:sldLayoutId xmlns:r="http://schemas.openxmlformats.org/officeDocument/2006/relationships" id="2147483658" r:id="Rbe3c1efd8ece49ab"/>
    <p:sldLayoutId xmlns:r="http://schemas.openxmlformats.org/officeDocument/2006/relationships" id="2147483659" r:id="Rcab2ed2e576b4081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fcd028ade14dea" /><Relationship Type="http://schemas.openxmlformats.org/officeDocument/2006/relationships/notesSlide" Target="/ppt/notesSlides/notesSlide1.xml" Id="R04b54623b47e4a7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6d4bb788e744cf7" /><Relationship Type="http://schemas.openxmlformats.org/officeDocument/2006/relationships/notesSlide" Target="/ppt/notesSlides/notesSlide2.xml" Id="Rd1ca0ea14bb34ca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978275489194268" /><Relationship Type="http://schemas.openxmlformats.org/officeDocument/2006/relationships/notesSlide" Target="/ppt/notesSlides/notesSlide3.xml" Id="Rc9bd300b5e1845b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00350e0fe114e19" /><Relationship Type="http://schemas.openxmlformats.org/officeDocument/2006/relationships/notesSlide" Target="/ppt/notesSlides/notesSlide4.xml" Id="R83e781d55a0d4d4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403d77724684caa" /><Relationship Type="http://schemas.openxmlformats.org/officeDocument/2006/relationships/notesSlide" Target="/ppt/notesSlides/notesSlide5.xml" Id="Rb9c388e971884a0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d9634703eef41e2" /><Relationship Type="http://schemas.openxmlformats.org/officeDocument/2006/relationships/notesSlide" Target="/ppt/notesSlides/notesSlide6.xml" Id="R86cb03e7af43469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875f1949ebd46d7" /><Relationship Type="http://schemas.openxmlformats.org/officeDocument/2006/relationships/notesSlide" Target="/ppt/notesSlides/notesSlide7.xml" Id="R519af1cfcaf84f0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277475f3326403a" /><Relationship Type="http://schemas.openxmlformats.org/officeDocument/2006/relationships/notesSlide" Target="/ppt/notesSlides/notesSlide8.xml" Id="R132d61e8b74e453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fd290d2cf52452e" /><Relationship Type="http://schemas.openxmlformats.org/officeDocument/2006/relationships/notesSlide" Target="/ppt/notesSlides/notesSlide9.xml" Id="R68270ddd2ffd48c5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String Positions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13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word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word: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 = word[0]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preview = word[0:3]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"Initial:"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first,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"Preview:"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preview)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word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word: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 = word[0]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preview = word[0:3]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"Initial:"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first,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"Preview:"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preview)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word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word: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 = word[0]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preview = word[0:3]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"Initial:"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first,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"Preview:"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preview)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If you enter python, which character is stored in first?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If you enter python, which text is stored in preview?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is position 0 the first character rather than position 1?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For python, what does word[0] return and what does word[0:3] return?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word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word: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 = word[0]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preview = word[0:3]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"Initial:"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first,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"Preview:"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preview)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also slices the characters at positions 2 and 3 into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middle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"Middle:"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middle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"python"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"Middle: th"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word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word: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 = word[0]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preview = word[0:3]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"Initial:"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first,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"Preview:"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preview)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asks for two words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first_word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second_word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Use position 0 to display the first character of each word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"Initials:"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"python"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"Initials: C p"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word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word: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 = word[0]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preview = word[0:3]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"Initial:"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first,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"Preview:"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preview)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reference-code program that asks for a six-letter word. Use two slices to store the first two characters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first_part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the last two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last_part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Display both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"Reference:"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"python"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"Reference: py on"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word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word: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 = word[0]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preview = word[0:3]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"Initial:"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first,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"Preview:"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preview)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word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word: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 = word[5]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preview = word[0:3]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"Initial:"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first,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"Preview:"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preview)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2026-09-29T02:05:14.4540000Z</dcterms:created>
  <dcterms:modified xsi:type="dcterms:W3CDTF">2026-09-29T02:05:14.4540000Z</dcterms:modified>
</coreProperties>
</file>