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e5fa0df5054d57" /><Relationship Type="http://schemas.openxmlformats.org/officeDocument/2006/relationships/extended-properties" Target="/docProps/app.xml" Id="R24c7b026180b44dd" /><Relationship Type="http://schemas.openxmlformats.org/officeDocument/2006/relationships/officeDocument" Target="/ppt/presentation.xml" Id="Rf6be8d7a5aa5430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ae2918cd2ca4ebd"/>
  </p:sldMasterIdLst>
  <p:notesMasterIdLst>
    <p:notesMasterId xmlns:r="http://schemas.openxmlformats.org/officeDocument/2006/relationships" r:id="R822410448c524d61"/>
  </p:notesMasterIdLst>
  <p:sldIdLst>
    <p:sldId xmlns:r="http://schemas.openxmlformats.org/officeDocument/2006/relationships" id="256" r:id="Rfbf41cef8c68474c"/>
    <p:sldId xmlns:r="http://schemas.openxmlformats.org/officeDocument/2006/relationships" id="257" r:id="R35c918a6d3bc4ac8"/>
    <p:sldId xmlns:r="http://schemas.openxmlformats.org/officeDocument/2006/relationships" id="258" r:id="R6c4f63a6f8394658"/>
    <p:sldId xmlns:r="http://schemas.openxmlformats.org/officeDocument/2006/relationships" id="259" r:id="R0829f0d10c5e437f"/>
    <p:sldId xmlns:r="http://schemas.openxmlformats.org/officeDocument/2006/relationships" id="260" r:id="Re08abca735d840a6"/>
    <p:sldId xmlns:r="http://schemas.openxmlformats.org/officeDocument/2006/relationships" id="261" r:id="R54e1a6ba55a04f28"/>
    <p:sldId xmlns:r="http://schemas.openxmlformats.org/officeDocument/2006/relationships" id="262" r:id="R8b3990ee948144d4"/>
    <p:sldId xmlns:r="http://schemas.openxmlformats.org/officeDocument/2006/relationships" id="263" r:id="R983b031e7b3e44b0"/>
    <p:sldId xmlns:r="http://schemas.openxmlformats.org/officeDocument/2006/relationships" id="264" r:id="R80c5096259cf4765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fe06fe72cd7e4be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c6660003d54551" /><Relationship Type="http://schemas.openxmlformats.org/officeDocument/2006/relationships/slideMaster" Target="/ppt/slideMasters/slideMaster1.xml" Id="R8ae2918cd2ca4ebd" /><Relationship Type="http://schemas.openxmlformats.org/officeDocument/2006/relationships/notesMaster" Target="/ppt/notesMasters/notesMaster1.xml" Id="R822410448c524d61" /><Relationship Type="http://schemas.openxmlformats.org/officeDocument/2006/relationships/presProps" Target="/ppt/presProps.xml" Id="R2a7058bb964849d6" /><Relationship Type="http://schemas.openxmlformats.org/officeDocument/2006/relationships/viewProps" Target="/ppt/viewProps.xml" Id="R284c656f54464716" /><Relationship Type="http://schemas.openxmlformats.org/officeDocument/2006/relationships/tableStyles" Target="/ppt/tableStyles.xml" Id="R7932c15849f445c9" /><Relationship Type="http://schemas.openxmlformats.org/officeDocument/2006/relationships/font" Target="/ppt/fonts/font.dat" Id="Rfe06fe72cd7e4be4" /><Relationship Type="http://schemas.openxmlformats.org/officeDocument/2006/relationships/slide" Target="/ppt/slides/slide1.xml" Id="Rfbf41cef8c68474c" /><Relationship Type="http://schemas.openxmlformats.org/officeDocument/2006/relationships/slide" Target="/ppt/slides/slide2.xml" Id="R35c918a6d3bc4ac8" /><Relationship Type="http://schemas.openxmlformats.org/officeDocument/2006/relationships/slide" Target="/ppt/slides/slide3.xml" Id="R6c4f63a6f8394658" /><Relationship Type="http://schemas.openxmlformats.org/officeDocument/2006/relationships/slide" Target="/ppt/slides/slide4.xml" Id="R0829f0d10c5e437f" /><Relationship Type="http://schemas.openxmlformats.org/officeDocument/2006/relationships/slide" Target="/ppt/slides/slide5.xml" Id="Re08abca735d840a6" /><Relationship Type="http://schemas.openxmlformats.org/officeDocument/2006/relationships/slide" Target="/ppt/slides/slide6.xml" Id="R54e1a6ba55a04f28" /><Relationship Type="http://schemas.openxmlformats.org/officeDocument/2006/relationships/slide" Target="/ppt/slides/slide7.xml" Id="R8b3990ee948144d4" /><Relationship Type="http://schemas.openxmlformats.org/officeDocument/2006/relationships/slide" Target="/ppt/slides/slide8.xml" Id="R983b031e7b3e44b0" /><Relationship Type="http://schemas.openxmlformats.org/officeDocument/2006/relationships/slide" Target="/ppt/slides/slide9.xml" Id="R80c5096259cf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1146bccf484f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9624fc90934c17" /><Relationship Type="http://schemas.openxmlformats.org/officeDocument/2006/relationships/notesMaster" Target="/ppt/notesMasters/notesMaster1.xml" Id="Re76cc554c06c4a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46b3aa7dd84900" /><Relationship Type="http://schemas.openxmlformats.org/officeDocument/2006/relationships/notesMaster" Target="/ppt/notesMasters/notesMaster1.xml" Id="Rc7d14bb0eebb46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c2d8cef75f4ea9" /><Relationship Type="http://schemas.openxmlformats.org/officeDocument/2006/relationships/notesMaster" Target="/ppt/notesMasters/notesMaster1.xml" Id="R67f47cece60e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4c39b3b60484d" /><Relationship Type="http://schemas.openxmlformats.org/officeDocument/2006/relationships/notesMaster" Target="/ppt/notesMasters/notesMaster1.xml" Id="R154b93c7183847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d1645028ca48e9" /><Relationship Type="http://schemas.openxmlformats.org/officeDocument/2006/relationships/notesMaster" Target="/ppt/notesMasters/notesMaster1.xml" Id="R7a30700055bd42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7aa8ec08564a42" /><Relationship Type="http://schemas.openxmlformats.org/officeDocument/2006/relationships/notesMaster" Target="/ppt/notesMasters/notesMaster1.xml" Id="R0e857e5caf454c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84c333a54b4b4f" /><Relationship Type="http://schemas.openxmlformats.org/officeDocument/2006/relationships/notesMaster" Target="/ppt/notesMasters/notesMaster1.xml" Id="R1b21efe141264b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1ae145051a499d" /><Relationship Type="http://schemas.openxmlformats.org/officeDocument/2006/relationships/notesMaster" Target="/ppt/notesMasters/notesMaster1.xml" Id="R2c24dd974f534e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a47932d5cf4145" /><Relationship Type="http://schemas.openxmlformats.org/officeDocument/2006/relationships/notesMaster" Target="/ppt/notesMasters/notesMaster1.xml" Id="Rcb939c721a96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538f05bd74c5e" /><Relationship Type="http://schemas.openxmlformats.org/officeDocument/2006/relationships/image" Target="/ppt/media/image.png" Id="R2559e8c1e11f45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3a8f14acd46eb" /><Relationship Type="http://schemas.openxmlformats.org/officeDocument/2006/relationships/image" Target="/ppt/media/image.png" Id="R5ebd5546c9bc4b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a674d7a914e6f" /><Relationship Type="http://schemas.openxmlformats.org/officeDocument/2006/relationships/image" Target="/ppt/media/image.png" Id="R796f10db3a2640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9587792f94151" /><Relationship Type="http://schemas.openxmlformats.org/officeDocument/2006/relationships/image" Target="/ppt/media/image.png" Id="Rb8b712b384a041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a991dedd048aa" /><Relationship Type="http://schemas.openxmlformats.org/officeDocument/2006/relationships/image" Target="/ppt/media/image.png" Id="R463e7957c1ab41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d04e51eb94f66" /><Relationship Type="http://schemas.openxmlformats.org/officeDocument/2006/relationships/image" Target="/ppt/media/image.png" Id="R776fdeddc2784d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a8c75acaf4440" /><Relationship Type="http://schemas.openxmlformats.org/officeDocument/2006/relationships/image" Target="/ppt/media/image.png" Id="R7b02962cd76640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f33775cb14cc5" /><Relationship Type="http://schemas.openxmlformats.org/officeDocument/2006/relationships/image" Target="/ppt/media/image.png" Id="R03247521f7d440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5df76eb0a40f8" /><Relationship Type="http://schemas.openxmlformats.org/officeDocument/2006/relationships/image" Target="/ppt/media/image.png" Id="R96dd5e5008b64fb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a88da76c340f0" /><Relationship Type="http://schemas.openxmlformats.org/officeDocument/2006/relationships/image" Target="/ppt/media/image.png" Id="Re71f080954d3461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828fd42e44a16" /><Relationship Type="http://schemas.openxmlformats.org/officeDocument/2006/relationships/image" Target="/ppt/media/image.png" Id="R37136350883f4b6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59e8c1e11f4517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bd5546c9bc4bf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6f10db3a26400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b712b384a041c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3e7957c1ab41f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6fdeddc2784dd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02962cd766404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247521f7d4409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dd5e5008b64fb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1f080954d3461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136350883f4b6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88bb48d9404fa5" /><Relationship Type="http://schemas.openxmlformats.org/officeDocument/2006/relationships/slideLayout" Target="/ppt/slideLayouts/slideLayout1.xml" Id="R31375f4e8ea34427" /><Relationship Type="http://schemas.openxmlformats.org/officeDocument/2006/relationships/slideLayout" Target="/ppt/slideLayouts/slideLayout2.xml" Id="R76fbbdcab4c147d6" /><Relationship Type="http://schemas.openxmlformats.org/officeDocument/2006/relationships/slideLayout" Target="/ppt/slideLayouts/slideLayout3.xml" Id="R4afbc124f57a4ef8" /><Relationship Type="http://schemas.openxmlformats.org/officeDocument/2006/relationships/slideLayout" Target="/ppt/slideLayouts/slideLayout4.xml" Id="R2bdb3bef478c4384" /><Relationship Type="http://schemas.openxmlformats.org/officeDocument/2006/relationships/slideLayout" Target="/ppt/slideLayouts/slideLayout5.xml" Id="R0513aec6f3454c9f" /><Relationship Type="http://schemas.openxmlformats.org/officeDocument/2006/relationships/slideLayout" Target="/ppt/slideLayouts/slideLayout6.xml" Id="Rb9c9e53bd237443b" /><Relationship Type="http://schemas.openxmlformats.org/officeDocument/2006/relationships/slideLayout" Target="/ppt/slideLayouts/slideLayout7.xml" Id="Rbae6713ff0934ff0" /><Relationship Type="http://schemas.openxmlformats.org/officeDocument/2006/relationships/slideLayout" Target="/ppt/slideLayouts/slideLayout8.xml" Id="R9c919d576a4a4e71" /><Relationship Type="http://schemas.openxmlformats.org/officeDocument/2006/relationships/slideLayout" Target="/ppt/slideLayouts/slideLayout9.xml" Id="R8ae51adc8bb34a5b" /><Relationship Type="http://schemas.openxmlformats.org/officeDocument/2006/relationships/slideLayout" Target="/ppt/slideLayouts/slideLayout10.xml" Id="R47a643948f664729" /><Relationship Type="http://schemas.openxmlformats.org/officeDocument/2006/relationships/slideLayout" Target="/ppt/slideLayouts/slideLayout11.xml" Id="R14f94ef1b7ef42c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75f4e8ea34427"/>
    <p:sldLayoutId xmlns:r="http://schemas.openxmlformats.org/officeDocument/2006/relationships" id="2147483650" r:id="R76fbbdcab4c147d6"/>
    <p:sldLayoutId xmlns:r="http://schemas.openxmlformats.org/officeDocument/2006/relationships" id="2147483651" r:id="R4afbc124f57a4ef8"/>
    <p:sldLayoutId xmlns:r="http://schemas.openxmlformats.org/officeDocument/2006/relationships" id="2147483652" r:id="R2bdb3bef478c4384"/>
    <p:sldLayoutId xmlns:r="http://schemas.openxmlformats.org/officeDocument/2006/relationships" id="2147483653" r:id="R0513aec6f3454c9f"/>
    <p:sldLayoutId xmlns:r="http://schemas.openxmlformats.org/officeDocument/2006/relationships" id="2147483654" r:id="Rb9c9e53bd237443b"/>
    <p:sldLayoutId xmlns:r="http://schemas.openxmlformats.org/officeDocument/2006/relationships" id="2147483655" r:id="Rbae6713ff0934ff0"/>
    <p:sldLayoutId xmlns:r="http://schemas.openxmlformats.org/officeDocument/2006/relationships" id="2147483656" r:id="R9c919d576a4a4e71"/>
    <p:sldLayoutId xmlns:r="http://schemas.openxmlformats.org/officeDocument/2006/relationships" id="2147483657" r:id="R8ae51adc8bb34a5b"/>
    <p:sldLayoutId xmlns:r="http://schemas.openxmlformats.org/officeDocument/2006/relationships" id="2147483658" r:id="R47a643948f664729"/>
    <p:sldLayoutId xmlns:r="http://schemas.openxmlformats.org/officeDocument/2006/relationships" id="2147483659" r:id="R14f94ef1b7ef42c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159b1d25d4c56" /><Relationship Type="http://schemas.openxmlformats.org/officeDocument/2006/relationships/notesSlide" Target="/ppt/notesSlides/notesSlide1.xml" Id="R90a510ee92da41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20ddbf1a3d49f4" /><Relationship Type="http://schemas.openxmlformats.org/officeDocument/2006/relationships/notesSlide" Target="/ppt/notesSlides/notesSlide2.xml" Id="R514f3d50e18f41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88a1af61d42b3" /><Relationship Type="http://schemas.openxmlformats.org/officeDocument/2006/relationships/notesSlide" Target="/ppt/notesSlides/notesSlide3.xml" Id="Re498db6f37b4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f6796a0142492f" /><Relationship Type="http://schemas.openxmlformats.org/officeDocument/2006/relationships/notesSlide" Target="/ppt/notesSlides/notesSlide4.xml" Id="R1317cf41f2334d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f52ca7f0134087" /><Relationship Type="http://schemas.openxmlformats.org/officeDocument/2006/relationships/notesSlide" Target="/ppt/notesSlides/notesSlide5.xml" Id="R759ca23ffe0c41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627ecedbb046aa" /><Relationship Type="http://schemas.openxmlformats.org/officeDocument/2006/relationships/notesSlide" Target="/ppt/notesSlides/notesSlide6.xml" Id="R01de191a812140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1cbdfd75ab4bc7" /><Relationship Type="http://schemas.openxmlformats.org/officeDocument/2006/relationships/notesSlide" Target="/ppt/notesSlides/notesSlide7.xml" Id="Reb19e9d6df7246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eb26b9a854a21" /><Relationship Type="http://schemas.openxmlformats.org/officeDocument/2006/relationships/notesSlide" Target="/ppt/notesSlides/notesSlide8.xml" Id="Rd860127781634d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7fc6b0766443f1" /><Relationship Type="http://schemas.openxmlformats.org/officeDocument/2006/relationships/notesSlide" Target="/ppt/notesSlides/notesSlide9.xml" Id="R1d33580d037345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String Positions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enter python, which character is stored in first?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enter python, which text is stored in preview?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is position 0 the first character rather than position 1?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For python, what does word[0] return and what does word[0:3] return?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also slices the characters at positions 2 and 3 into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middle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"Middle:"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middle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"python"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"Middle: th"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asks for two words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first_word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second_word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position 0 to display the first character of each word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"Initials:"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"python"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"Initials: C p"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reference-code program that asks for a six-letter word. Use two slices to store the first two characters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first_part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the last two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last_part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Display both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"Reference:"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"python"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"Reference: py on"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2026-09-28T08:26:50.3960000Z</dcterms:created>
  <dcterms:modified xsi:type="dcterms:W3CDTF">2026-09-28T08:26:50.3960000Z</dcterms:modified>
</coreProperties>
</file>