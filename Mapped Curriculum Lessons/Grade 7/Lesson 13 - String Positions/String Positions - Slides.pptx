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de500b731c45c4" /><Relationship Type="http://schemas.openxmlformats.org/officeDocument/2006/relationships/extended-properties" Target="/docProps/app.xml" Id="R80bf6a527b9c4e4c" /><Relationship Type="http://schemas.openxmlformats.org/officeDocument/2006/relationships/officeDocument" Target="/ppt/presentation.xml" Id="R723ed9d037424ad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06e47bfd63e4e73"/>
  </p:sldMasterIdLst>
  <p:notesMasterIdLst>
    <p:notesMasterId xmlns:r="http://schemas.openxmlformats.org/officeDocument/2006/relationships" r:id="Rc19c973e3a6e419c"/>
  </p:notesMasterIdLst>
  <p:sldIdLst>
    <p:sldId xmlns:r="http://schemas.openxmlformats.org/officeDocument/2006/relationships" id="256" r:id="R394a0780e12a45f0"/>
    <p:sldId xmlns:r="http://schemas.openxmlformats.org/officeDocument/2006/relationships" id="257" r:id="R72b6d8e817764fa6"/>
    <p:sldId xmlns:r="http://schemas.openxmlformats.org/officeDocument/2006/relationships" id="258" r:id="R31304b7c15e44dea"/>
    <p:sldId xmlns:r="http://schemas.openxmlformats.org/officeDocument/2006/relationships" id="259" r:id="Rc5b3bb47566644ba"/>
    <p:sldId xmlns:r="http://schemas.openxmlformats.org/officeDocument/2006/relationships" id="260" r:id="Rd0cf8034fce44a5d"/>
    <p:sldId xmlns:r="http://schemas.openxmlformats.org/officeDocument/2006/relationships" id="261" r:id="R3313d449c22b4a59"/>
    <p:sldId xmlns:r="http://schemas.openxmlformats.org/officeDocument/2006/relationships" id="262" r:id="Rd9d9e3d0a6b442c0"/>
    <p:sldId xmlns:r="http://schemas.openxmlformats.org/officeDocument/2006/relationships" id="263" r:id="R6313cc483db34032"/>
    <p:sldId xmlns:r="http://schemas.openxmlformats.org/officeDocument/2006/relationships" id="264" r:id="Rcab8d2878897443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ab4f5c6009a4b2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e93f4255d046ed" /><Relationship Type="http://schemas.openxmlformats.org/officeDocument/2006/relationships/slideMaster" Target="/ppt/slideMasters/slideMaster1.xml" Id="R206e47bfd63e4e73" /><Relationship Type="http://schemas.openxmlformats.org/officeDocument/2006/relationships/notesMaster" Target="/ppt/notesMasters/notesMaster1.xml" Id="Rc19c973e3a6e419c" /><Relationship Type="http://schemas.openxmlformats.org/officeDocument/2006/relationships/presProps" Target="/ppt/presProps.xml" Id="R0869509f7c904ef5" /><Relationship Type="http://schemas.openxmlformats.org/officeDocument/2006/relationships/viewProps" Target="/ppt/viewProps.xml" Id="R70c2fb46dc314d37" /><Relationship Type="http://schemas.openxmlformats.org/officeDocument/2006/relationships/tableStyles" Target="/ppt/tableStyles.xml" Id="R196e77bc5e4545f7" /><Relationship Type="http://schemas.openxmlformats.org/officeDocument/2006/relationships/font" Target="/ppt/fonts/font.dat" Id="R4ab4f5c6009a4b2f" /><Relationship Type="http://schemas.openxmlformats.org/officeDocument/2006/relationships/slide" Target="/ppt/slides/slide1.xml" Id="R394a0780e12a45f0" /><Relationship Type="http://schemas.openxmlformats.org/officeDocument/2006/relationships/slide" Target="/ppt/slides/slide2.xml" Id="R72b6d8e817764fa6" /><Relationship Type="http://schemas.openxmlformats.org/officeDocument/2006/relationships/slide" Target="/ppt/slides/slide3.xml" Id="R31304b7c15e44dea" /><Relationship Type="http://schemas.openxmlformats.org/officeDocument/2006/relationships/slide" Target="/ppt/slides/slide4.xml" Id="Rc5b3bb47566644ba" /><Relationship Type="http://schemas.openxmlformats.org/officeDocument/2006/relationships/slide" Target="/ppt/slides/slide5.xml" Id="Rd0cf8034fce44a5d" /><Relationship Type="http://schemas.openxmlformats.org/officeDocument/2006/relationships/slide" Target="/ppt/slides/slide6.xml" Id="R3313d449c22b4a59" /><Relationship Type="http://schemas.openxmlformats.org/officeDocument/2006/relationships/slide" Target="/ppt/slides/slide7.xml" Id="Rd9d9e3d0a6b442c0" /><Relationship Type="http://schemas.openxmlformats.org/officeDocument/2006/relationships/slide" Target="/ppt/slides/slide8.xml" Id="R6313cc483db34032" /><Relationship Type="http://schemas.openxmlformats.org/officeDocument/2006/relationships/slide" Target="/ppt/slides/slide9.xml" Id="Rcab8d287889744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8ee6cf4bf440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71effed446445d" /><Relationship Type="http://schemas.openxmlformats.org/officeDocument/2006/relationships/notesMaster" Target="/ppt/notesMasters/notesMaster1.xml" Id="R3734356a4b3047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72bbed214c4d9b" /><Relationship Type="http://schemas.openxmlformats.org/officeDocument/2006/relationships/notesMaster" Target="/ppt/notesMasters/notesMaster1.xml" Id="R3c129b45b4da42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3007fde5774305" /><Relationship Type="http://schemas.openxmlformats.org/officeDocument/2006/relationships/notesMaster" Target="/ppt/notesMasters/notesMaster1.xml" Id="R5d6496ebda634a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8762d875354666" /><Relationship Type="http://schemas.openxmlformats.org/officeDocument/2006/relationships/notesMaster" Target="/ppt/notesMasters/notesMaster1.xml" Id="Rf3a321baf31145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802f0693864474" /><Relationship Type="http://schemas.openxmlformats.org/officeDocument/2006/relationships/notesMaster" Target="/ppt/notesMasters/notesMaster1.xml" Id="R5e79ec3d1dd84c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ffad02b8f843b7" /><Relationship Type="http://schemas.openxmlformats.org/officeDocument/2006/relationships/notesMaster" Target="/ppt/notesMasters/notesMaster1.xml" Id="Re9fbfdb733f045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3d1c54697a479b" /><Relationship Type="http://schemas.openxmlformats.org/officeDocument/2006/relationships/notesMaster" Target="/ppt/notesMasters/notesMaster1.xml" Id="R19aa8e94d6014f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30006061e34d06" /><Relationship Type="http://schemas.openxmlformats.org/officeDocument/2006/relationships/notesMaster" Target="/ppt/notesMasters/notesMaster1.xml" Id="R4d00d588131441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8af7a3771a4b38" /><Relationship Type="http://schemas.openxmlformats.org/officeDocument/2006/relationships/notesMaster" Target="/ppt/notesMasters/notesMaster1.xml" Id="R38cb0711e32f49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4960b8b7f146f9" /><Relationship Type="http://schemas.openxmlformats.org/officeDocument/2006/relationships/image" Target="/ppt/media/image.png" Id="Rc8745ccf21f7443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2ef2acef1442ad" /><Relationship Type="http://schemas.openxmlformats.org/officeDocument/2006/relationships/image" Target="/ppt/media/image.png" Id="R0acb2b440de443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fff17868544099" /><Relationship Type="http://schemas.openxmlformats.org/officeDocument/2006/relationships/image" Target="/ppt/media/image.png" Id="R8b170bd059bc4b1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0a58c860be4f9f" /><Relationship Type="http://schemas.openxmlformats.org/officeDocument/2006/relationships/image" Target="/ppt/media/image.png" Id="Re67d488b160147a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e2217578454088" /><Relationship Type="http://schemas.openxmlformats.org/officeDocument/2006/relationships/image" Target="/ppt/media/image.png" Id="Rf18c91be69d44b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93a49be1124e9d" /><Relationship Type="http://schemas.openxmlformats.org/officeDocument/2006/relationships/image" Target="/ppt/media/image.png" Id="R38966f56792b417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3869637b6b46b6" /><Relationship Type="http://schemas.openxmlformats.org/officeDocument/2006/relationships/image" Target="/ppt/media/image.png" Id="Rf31cc31ce4464a7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37c34e20f0471b" /><Relationship Type="http://schemas.openxmlformats.org/officeDocument/2006/relationships/image" Target="/ppt/media/image.png" Id="Rd21566c0f7c0482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83948f2c37437a" /><Relationship Type="http://schemas.openxmlformats.org/officeDocument/2006/relationships/image" Target="/ppt/media/image.png" Id="Rf52ee98c4e9f49f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0de623def34f95" /><Relationship Type="http://schemas.openxmlformats.org/officeDocument/2006/relationships/image" Target="/ppt/media/image.png" Id="R8aaf16bf2e9442b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8e3ed1e8e74262" /><Relationship Type="http://schemas.openxmlformats.org/officeDocument/2006/relationships/image" Target="/ppt/media/image.png" Id="R0a0bbf189f0a47e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745ccf21f7443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cb2b440de443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b170bd059bc4b1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7d488b160147a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8c91be69d44b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966f56792b417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1cc31ce4464a7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1566c0f7c048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2ee98c4e9f49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af16bf2e9442b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0bbf189f0a47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4bce56d1b04289" /><Relationship Type="http://schemas.openxmlformats.org/officeDocument/2006/relationships/slideLayout" Target="/ppt/slideLayouts/slideLayout1.xml" Id="Rbaaf0883a5a64a55" /><Relationship Type="http://schemas.openxmlformats.org/officeDocument/2006/relationships/slideLayout" Target="/ppt/slideLayouts/slideLayout2.xml" Id="Rfb898003dfe94a05" /><Relationship Type="http://schemas.openxmlformats.org/officeDocument/2006/relationships/slideLayout" Target="/ppt/slideLayouts/slideLayout3.xml" Id="R455a4168a23144d1" /><Relationship Type="http://schemas.openxmlformats.org/officeDocument/2006/relationships/slideLayout" Target="/ppt/slideLayouts/slideLayout4.xml" Id="Rd5a67b944b2540ef" /><Relationship Type="http://schemas.openxmlformats.org/officeDocument/2006/relationships/slideLayout" Target="/ppt/slideLayouts/slideLayout5.xml" Id="Rff67e7e7e107466e" /><Relationship Type="http://schemas.openxmlformats.org/officeDocument/2006/relationships/slideLayout" Target="/ppt/slideLayouts/slideLayout6.xml" Id="Reda0daff75aa44f9" /><Relationship Type="http://schemas.openxmlformats.org/officeDocument/2006/relationships/slideLayout" Target="/ppt/slideLayouts/slideLayout7.xml" Id="R771341bd63e74204" /><Relationship Type="http://schemas.openxmlformats.org/officeDocument/2006/relationships/slideLayout" Target="/ppt/slideLayouts/slideLayout8.xml" Id="Ra7d49ccc9d884198" /><Relationship Type="http://schemas.openxmlformats.org/officeDocument/2006/relationships/slideLayout" Target="/ppt/slideLayouts/slideLayout9.xml" Id="Re8ed890686ea454c" /><Relationship Type="http://schemas.openxmlformats.org/officeDocument/2006/relationships/slideLayout" Target="/ppt/slideLayouts/slideLayout10.xml" Id="Re37de2a14cd74b35" /><Relationship Type="http://schemas.openxmlformats.org/officeDocument/2006/relationships/slideLayout" Target="/ppt/slideLayouts/slideLayout11.xml" Id="R55cd355e74894ff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af0883a5a64a55"/>
    <p:sldLayoutId xmlns:r="http://schemas.openxmlformats.org/officeDocument/2006/relationships" id="2147483650" r:id="Rfb898003dfe94a05"/>
    <p:sldLayoutId xmlns:r="http://schemas.openxmlformats.org/officeDocument/2006/relationships" id="2147483651" r:id="R455a4168a23144d1"/>
    <p:sldLayoutId xmlns:r="http://schemas.openxmlformats.org/officeDocument/2006/relationships" id="2147483652" r:id="Rd5a67b944b2540ef"/>
    <p:sldLayoutId xmlns:r="http://schemas.openxmlformats.org/officeDocument/2006/relationships" id="2147483653" r:id="Rff67e7e7e107466e"/>
    <p:sldLayoutId xmlns:r="http://schemas.openxmlformats.org/officeDocument/2006/relationships" id="2147483654" r:id="Reda0daff75aa44f9"/>
    <p:sldLayoutId xmlns:r="http://schemas.openxmlformats.org/officeDocument/2006/relationships" id="2147483655" r:id="R771341bd63e74204"/>
    <p:sldLayoutId xmlns:r="http://schemas.openxmlformats.org/officeDocument/2006/relationships" id="2147483656" r:id="Ra7d49ccc9d884198"/>
    <p:sldLayoutId xmlns:r="http://schemas.openxmlformats.org/officeDocument/2006/relationships" id="2147483657" r:id="Re8ed890686ea454c"/>
    <p:sldLayoutId xmlns:r="http://schemas.openxmlformats.org/officeDocument/2006/relationships" id="2147483658" r:id="Re37de2a14cd74b35"/>
    <p:sldLayoutId xmlns:r="http://schemas.openxmlformats.org/officeDocument/2006/relationships" id="2147483659" r:id="R55cd355e74894ff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ac300bcdb54394" /><Relationship Type="http://schemas.openxmlformats.org/officeDocument/2006/relationships/notesSlide" Target="/ppt/notesSlides/notesSlide1.xml" Id="R283dd646db8347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df16de69924e34" /><Relationship Type="http://schemas.openxmlformats.org/officeDocument/2006/relationships/notesSlide" Target="/ppt/notesSlides/notesSlide2.xml" Id="Rb16740dfe0c747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fd15ada08c46a7" /><Relationship Type="http://schemas.openxmlformats.org/officeDocument/2006/relationships/notesSlide" Target="/ppt/notesSlides/notesSlide3.xml" Id="R350e90bdd0e44c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88ae35a1e3424f" /><Relationship Type="http://schemas.openxmlformats.org/officeDocument/2006/relationships/notesSlide" Target="/ppt/notesSlides/notesSlide4.xml" Id="Rdca55b4f370544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29c0aca1e24f31" /><Relationship Type="http://schemas.openxmlformats.org/officeDocument/2006/relationships/notesSlide" Target="/ppt/notesSlides/notesSlide5.xml" Id="Racb0834f63774c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48c7892dcb4b7c" /><Relationship Type="http://schemas.openxmlformats.org/officeDocument/2006/relationships/notesSlide" Target="/ppt/notesSlides/notesSlide6.xml" Id="Rdffbdb2710b140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59279458174d2e" /><Relationship Type="http://schemas.openxmlformats.org/officeDocument/2006/relationships/notesSlide" Target="/ppt/notesSlides/notesSlide7.xml" Id="R290f0f87294c48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8cd804a1044d99" /><Relationship Type="http://schemas.openxmlformats.org/officeDocument/2006/relationships/notesSlide" Target="/ppt/notesSlides/notesSlide8.xml" Id="R637250c4467741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6c9eb91ad845e3" /><Relationship Type="http://schemas.openxmlformats.org/officeDocument/2006/relationships/notesSlide" Target="/ppt/notesSlides/notesSlide9.xml" Id="Re42ba708eea8465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 Positions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python, which character is stored in first?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python, which text is stored in preview?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position 0 the first character rather than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python, what does word[0] return and what does word[0:3] return?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slice’s stop position so the preview contains four characters instead of three. Try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both previews should contain four characters.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two-letter badge from two words. Use indexing to display the first character of each; use inputs with different capitalisation to inspect the result.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reference code for a six-letter word. Use two slices to display its first two characters, then characters five and six. Try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: the two parts should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2026-08-26T04:03:24.1760000Z</dcterms:created>
  <dcterms:modified xsi:type="dcterms:W3CDTF">2026-08-26T04:03:24.1760000Z</dcterms:modified>
</coreProperties>
</file>