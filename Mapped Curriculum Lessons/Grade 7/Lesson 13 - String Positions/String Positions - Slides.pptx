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033f67bf71439c" /><Relationship Type="http://schemas.openxmlformats.org/officeDocument/2006/relationships/extended-properties" Target="/docProps/app.xml" Id="R311a000e24f847a6" /><Relationship Type="http://schemas.openxmlformats.org/officeDocument/2006/relationships/officeDocument" Target="/ppt/presentation.xml" Id="R4d83b4b474b34bf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69bfd27c65642af"/>
  </p:sldMasterIdLst>
  <p:notesMasterIdLst>
    <p:notesMasterId xmlns:r="http://schemas.openxmlformats.org/officeDocument/2006/relationships" r:id="R144fd211dfa14d2c"/>
  </p:notesMasterIdLst>
  <p:sldIdLst>
    <p:sldId xmlns:r="http://schemas.openxmlformats.org/officeDocument/2006/relationships" id="256" r:id="R9a9c30541f9e4dbb"/>
    <p:sldId xmlns:r="http://schemas.openxmlformats.org/officeDocument/2006/relationships" id="257" r:id="R2834867b75664bf7"/>
    <p:sldId xmlns:r="http://schemas.openxmlformats.org/officeDocument/2006/relationships" id="258" r:id="Rd5444480916b4e1d"/>
    <p:sldId xmlns:r="http://schemas.openxmlformats.org/officeDocument/2006/relationships" id="259" r:id="Re4870c52930245d5"/>
    <p:sldId xmlns:r="http://schemas.openxmlformats.org/officeDocument/2006/relationships" id="260" r:id="R4307b95c5b974414"/>
    <p:sldId xmlns:r="http://schemas.openxmlformats.org/officeDocument/2006/relationships" id="261" r:id="R49f5fd7e209d480a"/>
    <p:sldId xmlns:r="http://schemas.openxmlformats.org/officeDocument/2006/relationships" id="262" r:id="R4546cbb1b7124e05"/>
    <p:sldId xmlns:r="http://schemas.openxmlformats.org/officeDocument/2006/relationships" id="263" r:id="R1fb4fe1cda1346d7"/>
    <p:sldId xmlns:r="http://schemas.openxmlformats.org/officeDocument/2006/relationships" id="264" r:id="Rc71964138a5e44e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5b4d74466cc41a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16a90ba44c48ab" /><Relationship Type="http://schemas.openxmlformats.org/officeDocument/2006/relationships/slideMaster" Target="/ppt/slideMasters/slideMaster1.xml" Id="Rc69bfd27c65642af" /><Relationship Type="http://schemas.openxmlformats.org/officeDocument/2006/relationships/notesMaster" Target="/ppt/notesMasters/notesMaster1.xml" Id="R144fd211dfa14d2c" /><Relationship Type="http://schemas.openxmlformats.org/officeDocument/2006/relationships/presProps" Target="/ppt/presProps.xml" Id="Rc7d0e36ba2374457" /><Relationship Type="http://schemas.openxmlformats.org/officeDocument/2006/relationships/viewProps" Target="/ppt/viewProps.xml" Id="Radcd5849e55941cb" /><Relationship Type="http://schemas.openxmlformats.org/officeDocument/2006/relationships/tableStyles" Target="/ppt/tableStyles.xml" Id="Rcc40e6b587f84a49" /><Relationship Type="http://schemas.openxmlformats.org/officeDocument/2006/relationships/font" Target="/ppt/fonts/font.dat" Id="Rd5b4d74466cc41af" /><Relationship Type="http://schemas.openxmlformats.org/officeDocument/2006/relationships/slide" Target="/ppt/slides/slide1.xml" Id="R9a9c30541f9e4dbb" /><Relationship Type="http://schemas.openxmlformats.org/officeDocument/2006/relationships/slide" Target="/ppt/slides/slide2.xml" Id="R2834867b75664bf7" /><Relationship Type="http://schemas.openxmlformats.org/officeDocument/2006/relationships/slide" Target="/ppt/slides/slide3.xml" Id="Rd5444480916b4e1d" /><Relationship Type="http://schemas.openxmlformats.org/officeDocument/2006/relationships/slide" Target="/ppt/slides/slide4.xml" Id="Re4870c52930245d5" /><Relationship Type="http://schemas.openxmlformats.org/officeDocument/2006/relationships/slide" Target="/ppt/slides/slide5.xml" Id="R4307b95c5b974414" /><Relationship Type="http://schemas.openxmlformats.org/officeDocument/2006/relationships/slide" Target="/ppt/slides/slide6.xml" Id="R49f5fd7e209d480a" /><Relationship Type="http://schemas.openxmlformats.org/officeDocument/2006/relationships/slide" Target="/ppt/slides/slide7.xml" Id="R4546cbb1b7124e05" /><Relationship Type="http://schemas.openxmlformats.org/officeDocument/2006/relationships/slide" Target="/ppt/slides/slide8.xml" Id="R1fb4fe1cda1346d7" /><Relationship Type="http://schemas.openxmlformats.org/officeDocument/2006/relationships/slide" Target="/ppt/slides/slide9.xml" Id="Rc71964138a5e44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a9b8ecc0f546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917d4399c74f0d" /><Relationship Type="http://schemas.openxmlformats.org/officeDocument/2006/relationships/notesMaster" Target="/ppt/notesMasters/notesMaster1.xml" Id="R1dad105d3a5041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8e9115a2194cb4" /><Relationship Type="http://schemas.openxmlformats.org/officeDocument/2006/relationships/notesMaster" Target="/ppt/notesMasters/notesMaster1.xml" Id="R82052aa5b36b47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688b93b9d947c6" /><Relationship Type="http://schemas.openxmlformats.org/officeDocument/2006/relationships/notesMaster" Target="/ppt/notesMasters/notesMaster1.xml" Id="R17add6391bfd4c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3887408b7446d8" /><Relationship Type="http://schemas.openxmlformats.org/officeDocument/2006/relationships/notesMaster" Target="/ppt/notesMasters/notesMaster1.xml" Id="R8414c1b622ea4f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dcfc6fe25f43a6" /><Relationship Type="http://schemas.openxmlformats.org/officeDocument/2006/relationships/notesMaster" Target="/ppt/notesMasters/notesMaster1.xml" Id="Re2b8971c3a9043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901da784a246f0" /><Relationship Type="http://schemas.openxmlformats.org/officeDocument/2006/relationships/notesMaster" Target="/ppt/notesMasters/notesMaster1.xml" Id="Ree01c455d1254c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1f18d83fc549b9" /><Relationship Type="http://schemas.openxmlformats.org/officeDocument/2006/relationships/notesMaster" Target="/ppt/notesMasters/notesMaster1.xml" Id="Rbd20ec315a8545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6d5c017044489e" /><Relationship Type="http://schemas.openxmlformats.org/officeDocument/2006/relationships/notesMaster" Target="/ppt/notesMasters/notesMaster1.xml" Id="R098ced54e17046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de3b4da6464fb0" /><Relationship Type="http://schemas.openxmlformats.org/officeDocument/2006/relationships/notesMaster" Target="/ppt/notesMasters/notesMaster1.xml" Id="Rf1986a404ce947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1af2089d444d7" /><Relationship Type="http://schemas.openxmlformats.org/officeDocument/2006/relationships/image" Target="/ppt/media/image.png" Id="R3e5ad0e7008644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66d3a986a74ea3" /><Relationship Type="http://schemas.openxmlformats.org/officeDocument/2006/relationships/image" Target="/ppt/media/image.png" Id="R147045f61e4547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6cf72f91b4ba0" /><Relationship Type="http://schemas.openxmlformats.org/officeDocument/2006/relationships/image" Target="/ppt/media/image.png" Id="R3a44064e7abb4a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3076aac4164381" /><Relationship Type="http://schemas.openxmlformats.org/officeDocument/2006/relationships/image" Target="/ppt/media/image.png" Id="Rb11a351602f845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8ac396d58a4d87" /><Relationship Type="http://schemas.openxmlformats.org/officeDocument/2006/relationships/image" Target="/ppt/media/image.png" Id="R2dd06b60cc754b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805bb500af4865" /><Relationship Type="http://schemas.openxmlformats.org/officeDocument/2006/relationships/image" Target="/ppt/media/image.png" Id="R6304f51cd2a74d9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41a60477d148dc" /><Relationship Type="http://schemas.openxmlformats.org/officeDocument/2006/relationships/image" Target="/ppt/media/image.png" Id="Rf1e8487ad4ed4f1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7f3412edba4c31" /><Relationship Type="http://schemas.openxmlformats.org/officeDocument/2006/relationships/image" Target="/ppt/media/image.png" Id="Rfd455903644d45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bdf77a6294e7d" /><Relationship Type="http://schemas.openxmlformats.org/officeDocument/2006/relationships/image" Target="/ppt/media/image.png" Id="Rfe574800f1b342e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5274442f348c7" /><Relationship Type="http://schemas.openxmlformats.org/officeDocument/2006/relationships/image" Target="/ppt/media/image.png" Id="R052e84e5a611407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ae82c22e1e4de9" /><Relationship Type="http://schemas.openxmlformats.org/officeDocument/2006/relationships/image" Target="/ppt/media/image.png" Id="Re64b2b5b6008467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5ad0e7008644d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7045f61e4547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44064e7abb4a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1a351602f845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d06b60cc754bc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04f51cd2a74d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e8487ad4ed4f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455903644d45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574800f1b342e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2e84e5a611407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4b2b5b600846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8b807734394578" /><Relationship Type="http://schemas.openxmlformats.org/officeDocument/2006/relationships/slideLayout" Target="/ppt/slideLayouts/slideLayout1.xml" Id="R0d96cf91ee17417f" /><Relationship Type="http://schemas.openxmlformats.org/officeDocument/2006/relationships/slideLayout" Target="/ppt/slideLayouts/slideLayout2.xml" Id="Rfec5824ad5c849f6" /><Relationship Type="http://schemas.openxmlformats.org/officeDocument/2006/relationships/slideLayout" Target="/ppt/slideLayouts/slideLayout3.xml" Id="Rc7b34f816c6b4d31" /><Relationship Type="http://schemas.openxmlformats.org/officeDocument/2006/relationships/slideLayout" Target="/ppt/slideLayouts/slideLayout4.xml" Id="R071185eedad94444" /><Relationship Type="http://schemas.openxmlformats.org/officeDocument/2006/relationships/slideLayout" Target="/ppt/slideLayouts/slideLayout5.xml" Id="Rb72c100f99714e82" /><Relationship Type="http://schemas.openxmlformats.org/officeDocument/2006/relationships/slideLayout" Target="/ppt/slideLayouts/slideLayout6.xml" Id="Rea749b5072124e34" /><Relationship Type="http://schemas.openxmlformats.org/officeDocument/2006/relationships/slideLayout" Target="/ppt/slideLayouts/slideLayout7.xml" Id="R6d239363c6cc452c" /><Relationship Type="http://schemas.openxmlformats.org/officeDocument/2006/relationships/slideLayout" Target="/ppt/slideLayouts/slideLayout8.xml" Id="R7ffabef58a06420a" /><Relationship Type="http://schemas.openxmlformats.org/officeDocument/2006/relationships/slideLayout" Target="/ppt/slideLayouts/slideLayout9.xml" Id="R776e50c0c1854bf7" /><Relationship Type="http://schemas.openxmlformats.org/officeDocument/2006/relationships/slideLayout" Target="/ppt/slideLayouts/slideLayout10.xml" Id="R33b1cd6c30ce4e2a" /><Relationship Type="http://schemas.openxmlformats.org/officeDocument/2006/relationships/slideLayout" Target="/ppt/slideLayouts/slideLayout11.xml" Id="Rfaf62a80e8ea4b2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96cf91ee17417f"/>
    <p:sldLayoutId xmlns:r="http://schemas.openxmlformats.org/officeDocument/2006/relationships" id="2147483650" r:id="Rfec5824ad5c849f6"/>
    <p:sldLayoutId xmlns:r="http://schemas.openxmlformats.org/officeDocument/2006/relationships" id="2147483651" r:id="Rc7b34f816c6b4d31"/>
    <p:sldLayoutId xmlns:r="http://schemas.openxmlformats.org/officeDocument/2006/relationships" id="2147483652" r:id="R071185eedad94444"/>
    <p:sldLayoutId xmlns:r="http://schemas.openxmlformats.org/officeDocument/2006/relationships" id="2147483653" r:id="Rb72c100f99714e82"/>
    <p:sldLayoutId xmlns:r="http://schemas.openxmlformats.org/officeDocument/2006/relationships" id="2147483654" r:id="Rea749b5072124e34"/>
    <p:sldLayoutId xmlns:r="http://schemas.openxmlformats.org/officeDocument/2006/relationships" id="2147483655" r:id="R6d239363c6cc452c"/>
    <p:sldLayoutId xmlns:r="http://schemas.openxmlformats.org/officeDocument/2006/relationships" id="2147483656" r:id="R7ffabef58a06420a"/>
    <p:sldLayoutId xmlns:r="http://schemas.openxmlformats.org/officeDocument/2006/relationships" id="2147483657" r:id="R776e50c0c1854bf7"/>
    <p:sldLayoutId xmlns:r="http://schemas.openxmlformats.org/officeDocument/2006/relationships" id="2147483658" r:id="R33b1cd6c30ce4e2a"/>
    <p:sldLayoutId xmlns:r="http://schemas.openxmlformats.org/officeDocument/2006/relationships" id="2147483659" r:id="Rfaf62a80e8ea4b2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4943550394f91" /><Relationship Type="http://schemas.openxmlformats.org/officeDocument/2006/relationships/notesSlide" Target="/ppt/notesSlides/notesSlide1.xml" Id="R1834e6977a1546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7c5b51ec5445cc" /><Relationship Type="http://schemas.openxmlformats.org/officeDocument/2006/relationships/notesSlide" Target="/ppt/notesSlides/notesSlide2.xml" Id="Rdc1815e8cc3b4a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2b424fad473f" /><Relationship Type="http://schemas.openxmlformats.org/officeDocument/2006/relationships/notesSlide" Target="/ppt/notesSlides/notesSlide3.xml" Id="R29a45635a9e040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6161d665bf4e96" /><Relationship Type="http://schemas.openxmlformats.org/officeDocument/2006/relationships/notesSlide" Target="/ppt/notesSlides/notesSlide4.xml" Id="R0513117826104d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64e60cb935419e" /><Relationship Type="http://schemas.openxmlformats.org/officeDocument/2006/relationships/notesSlide" Target="/ppt/notesSlides/notesSlide5.xml" Id="R29251c8a73dc48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95bf01160846d7" /><Relationship Type="http://schemas.openxmlformats.org/officeDocument/2006/relationships/notesSlide" Target="/ppt/notesSlides/notesSlide6.xml" Id="R7ecbbebf5ffd41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a350a4ddea45c0" /><Relationship Type="http://schemas.openxmlformats.org/officeDocument/2006/relationships/notesSlide" Target="/ppt/notesSlides/notesSlide7.xml" Id="R98ae6c3b575848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6d1b85c41f437e" /><Relationship Type="http://schemas.openxmlformats.org/officeDocument/2006/relationships/notesSlide" Target="/ppt/notesSlides/notesSlide8.xml" Id="R7660f17a351d42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fa51cdf6e44f07" /><Relationship Type="http://schemas.openxmlformats.org/officeDocument/2006/relationships/notesSlide" Target="/ppt/notesSlides/notesSlide9.xml" Id="R64717dd98a584aa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slices the characters at positions 2 and 3 into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middle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"Middle: th"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two words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position 0 to display the first character of each word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 C 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reference-code program that asks for a six-letter word. Use two slices to store the first two characters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last two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last_part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 py 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2026-09-28T09:07:21.6070000Z</dcterms:created>
  <dcterms:modified xsi:type="dcterms:W3CDTF">2026-09-28T09:07:21.6070000Z</dcterms:modified>
</coreProperties>
</file>