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de0714a43eb47c2" /><Relationship Type="http://schemas.openxmlformats.org/officeDocument/2006/relationships/extended-properties" Target="/docProps/app.xml" Id="Rb7d5c990d3714d6c" /><Relationship Type="http://schemas.openxmlformats.org/officeDocument/2006/relationships/officeDocument" Target="/ppt/presentation.xml" Id="Rc0d0598bff034c43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ccf9b55552c4347"/>
  </p:sldMasterIdLst>
  <p:notesMasterIdLst>
    <p:notesMasterId xmlns:r="http://schemas.openxmlformats.org/officeDocument/2006/relationships" r:id="Rdb7b0d8dab4b40bf"/>
  </p:notesMasterIdLst>
  <p:sldIdLst>
    <p:sldId xmlns:r="http://schemas.openxmlformats.org/officeDocument/2006/relationships" id="256" r:id="R0afaca671ab74630"/>
    <p:sldId xmlns:r="http://schemas.openxmlformats.org/officeDocument/2006/relationships" id="257" r:id="R7dba5cbf1ec745b8"/>
    <p:sldId xmlns:r="http://schemas.openxmlformats.org/officeDocument/2006/relationships" id="258" r:id="R81d6cfe97c904bfc"/>
    <p:sldId xmlns:r="http://schemas.openxmlformats.org/officeDocument/2006/relationships" id="259" r:id="R87339b96fadf45d2"/>
    <p:sldId xmlns:r="http://schemas.openxmlformats.org/officeDocument/2006/relationships" id="260" r:id="R42d003cc63b64fe0"/>
    <p:sldId xmlns:r="http://schemas.openxmlformats.org/officeDocument/2006/relationships" id="261" r:id="R67684c2910564f43"/>
    <p:sldId xmlns:r="http://schemas.openxmlformats.org/officeDocument/2006/relationships" id="262" r:id="R577706229bf74c87"/>
    <p:sldId xmlns:r="http://schemas.openxmlformats.org/officeDocument/2006/relationships" id="263" r:id="R985f3714c8d74c53"/>
    <p:sldId xmlns:r="http://schemas.openxmlformats.org/officeDocument/2006/relationships" id="264" r:id="Ref298171428e4bc2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60b97046313e4af6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8bc6319729d45fa" /><Relationship Type="http://schemas.openxmlformats.org/officeDocument/2006/relationships/slideMaster" Target="/ppt/slideMasters/slideMaster1.xml" Id="R6ccf9b55552c4347" /><Relationship Type="http://schemas.openxmlformats.org/officeDocument/2006/relationships/notesMaster" Target="/ppt/notesMasters/notesMaster1.xml" Id="Rdb7b0d8dab4b40bf" /><Relationship Type="http://schemas.openxmlformats.org/officeDocument/2006/relationships/presProps" Target="/ppt/presProps.xml" Id="Rfdcfe0d725b645ef" /><Relationship Type="http://schemas.openxmlformats.org/officeDocument/2006/relationships/viewProps" Target="/ppt/viewProps.xml" Id="R4f569ce0b5394ae8" /><Relationship Type="http://schemas.openxmlformats.org/officeDocument/2006/relationships/tableStyles" Target="/ppt/tableStyles.xml" Id="R9a0f076d01d74e09" /><Relationship Type="http://schemas.openxmlformats.org/officeDocument/2006/relationships/font" Target="/ppt/fonts/font.dat" Id="R60b97046313e4af6" /><Relationship Type="http://schemas.openxmlformats.org/officeDocument/2006/relationships/slide" Target="/ppt/slides/slide1.xml" Id="R0afaca671ab74630" /><Relationship Type="http://schemas.openxmlformats.org/officeDocument/2006/relationships/slide" Target="/ppt/slides/slide2.xml" Id="R7dba5cbf1ec745b8" /><Relationship Type="http://schemas.openxmlformats.org/officeDocument/2006/relationships/slide" Target="/ppt/slides/slide3.xml" Id="R81d6cfe97c904bfc" /><Relationship Type="http://schemas.openxmlformats.org/officeDocument/2006/relationships/slide" Target="/ppt/slides/slide4.xml" Id="R87339b96fadf45d2" /><Relationship Type="http://schemas.openxmlformats.org/officeDocument/2006/relationships/slide" Target="/ppt/slides/slide5.xml" Id="R42d003cc63b64fe0" /><Relationship Type="http://schemas.openxmlformats.org/officeDocument/2006/relationships/slide" Target="/ppt/slides/slide6.xml" Id="R67684c2910564f43" /><Relationship Type="http://schemas.openxmlformats.org/officeDocument/2006/relationships/slide" Target="/ppt/slides/slide7.xml" Id="R577706229bf74c87" /><Relationship Type="http://schemas.openxmlformats.org/officeDocument/2006/relationships/slide" Target="/ppt/slides/slide8.xml" Id="R985f3714c8d74c53" /><Relationship Type="http://schemas.openxmlformats.org/officeDocument/2006/relationships/slide" Target="/ppt/slides/slide9.xml" Id="Ref298171428e4bc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fdb05591f82448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83d281418f44a9" /><Relationship Type="http://schemas.openxmlformats.org/officeDocument/2006/relationships/notesMaster" Target="/ppt/notesMasters/notesMaster1.xml" Id="Rcc571249cae9419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8d7f2c93d5b4755" /><Relationship Type="http://schemas.openxmlformats.org/officeDocument/2006/relationships/notesMaster" Target="/ppt/notesMasters/notesMaster1.xml" Id="R1f29985c6521400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3f91f6165bf4135" /><Relationship Type="http://schemas.openxmlformats.org/officeDocument/2006/relationships/notesMaster" Target="/ppt/notesMasters/notesMaster1.xml" Id="R80d71139bd6a4a0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5adfa50f34e48a4" /><Relationship Type="http://schemas.openxmlformats.org/officeDocument/2006/relationships/notesMaster" Target="/ppt/notesMasters/notesMaster1.xml" Id="Rb1c7f0f2ca5c41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00bccc5a4ef4672" /><Relationship Type="http://schemas.openxmlformats.org/officeDocument/2006/relationships/notesMaster" Target="/ppt/notesMasters/notesMaster1.xml" Id="Rae5f11790ab24b2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106e92456ea483c" /><Relationship Type="http://schemas.openxmlformats.org/officeDocument/2006/relationships/notesMaster" Target="/ppt/notesMasters/notesMaster1.xml" Id="R68694d29d7e6421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74a1f1d6c114159" /><Relationship Type="http://schemas.openxmlformats.org/officeDocument/2006/relationships/notesMaster" Target="/ppt/notesMasters/notesMaster1.xml" Id="Rc2671f23d4d14f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f1e5ce06f0541a2" /><Relationship Type="http://schemas.openxmlformats.org/officeDocument/2006/relationships/notesMaster" Target="/ppt/notesMasters/notesMaster1.xml" Id="R8b3e2d80fb474d4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5488695c94b4125" /><Relationship Type="http://schemas.openxmlformats.org/officeDocument/2006/relationships/notesMaster" Target="/ppt/notesMasters/notesMaster1.xml" Id="Rfdc5ec5d71fa40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71d7f04da34368" /><Relationship Type="http://schemas.openxmlformats.org/officeDocument/2006/relationships/image" Target="/ppt/media/image.png" Id="R7b1491998dd74fc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68e5fccb9f42ec" /><Relationship Type="http://schemas.openxmlformats.org/officeDocument/2006/relationships/image" Target="/ppt/media/image.png" Id="R8d34d03a60ef4de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629c44ce6d4ed5" /><Relationship Type="http://schemas.openxmlformats.org/officeDocument/2006/relationships/image" Target="/ppt/media/image.png" Id="Rfe9a3fce3d614a4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6255db258d4c8d" /><Relationship Type="http://schemas.openxmlformats.org/officeDocument/2006/relationships/image" Target="/ppt/media/image.png" Id="R727bef3d9e78490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489a26d1cc44fb" /><Relationship Type="http://schemas.openxmlformats.org/officeDocument/2006/relationships/image" Target="/ppt/media/image.png" Id="R45591d9307dc4d5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b1ebd5592e4528" /><Relationship Type="http://schemas.openxmlformats.org/officeDocument/2006/relationships/image" Target="/ppt/media/image.png" Id="R217c659c5fdf4f8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1bc4758f7b4f37" /><Relationship Type="http://schemas.openxmlformats.org/officeDocument/2006/relationships/image" Target="/ppt/media/image.png" Id="Rebb6e8178dfb4a2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135fdbe2134198" /><Relationship Type="http://schemas.openxmlformats.org/officeDocument/2006/relationships/image" Target="/ppt/media/image.png" Id="R1263e18039144d3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9ab14a1e2842ce" /><Relationship Type="http://schemas.openxmlformats.org/officeDocument/2006/relationships/image" Target="/ppt/media/image.png" Id="Ra058d4de9d2a48d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2c20c874c74010" /><Relationship Type="http://schemas.openxmlformats.org/officeDocument/2006/relationships/image" Target="/ppt/media/image.png" Id="R0584839a20854da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f29ce6012146d9" /><Relationship Type="http://schemas.openxmlformats.org/officeDocument/2006/relationships/image" Target="/ppt/media/image.png" Id="R8f2213723539489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b1491998dd74fca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d34d03a60ef4de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e9a3fce3d614a4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27bef3d9e78490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5591d9307dc4d5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17c659c5fdf4f8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bb6e8178dfb4a2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263e18039144d3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058d4de9d2a48d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584839a20854da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2213723539489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66a5dd541af4d85" /><Relationship Type="http://schemas.openxmlformats.org/officeDocument/2006/relationships/slideLayout" Target="/ppt/slideLayouts/slideLayout1.xml" Id="Rb55ab5e7c11246cc" /><Relationship Type="http://schemas.openxmlformats.org/officeDocument/2006/relationships/slideLayout" Target="/ppt/slideLayouts/slideLayout2.xml" Id="R72fcc99e558c4b3e" /><Relationship Type="http://schemas.openxmlformats.org/officeDocument/2006/relationships/slideLayout" Target="/ppt/slideLayouts/slideLayout3.xml" Id="Refcfcbd6c90845e0" /><Relationship Type="http://schemas.openxmlformats.org/officeDocument/2006/relationships/slideLayout" Target="/ppt/slideLayouts/slideLayout4.xml" Id="R6cfb81d427af430e" /><Relationship Type="http://schemas.openxmlformats.org/officeDocument/2006/relationships/slideLayout" Target="/ppt/slideLayouts/slideLayout5.xml" Id="Rb4261d71ca5a4a0c" /><Relationship Type="http://schemas.openxmlformats.org/officeDocument/2006/relationships/slideLayout" Target="/ppt/slideLayouts/slideLayout6.xml" Id="Rc69e4d3de752422e" /><Relationship Type="http://schemas.openxmlformats.org/officeDocument/2006/relationships/slideLayout" Target="/ppt/slideLayouts/slideLayout7.xml" Id="R8a060a8b23594597" /><Relationship Type="http://schemas.openxmlformats.org/officeDocument/2006/relationships/slideLayout" Target="/ppt/slideLayouts/slideLayout8.xml" Id="R5f4618ffffcc41f8" /><Relationship Type="http://schemas.openxmlformats.org/officeDocument/2006/relationships/slideLayout" Target="/ppt/slideLayouts/slideLayout9.xml" Id="R7a66a412c14f4101" /><Relationship Type="http://schemas.openxmlformats.org/officeDocument/2006/relationships/slideLayout" Target="/ppt/slideLayouts/slideLayout10.xml" Id="R04632ace8c164117" /><Relationship Type="http://schemas.openxmlformats.org/officeDocument/2006/relationships/slideLayout" Target="/ppt/slideLayouts/slideLayout11.xml" Id="R47cecd6c9bfc434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55ab5e7c11246cc"/>
    <p:sldLayoutId xmlns:r="http://schemas.openxmlformats.org/officeDocument/2006/relationships" id="2147483650" r:id="R72fcc99e558c4b3e"/>
    <p:sldLayoutId xmlns:r="http://schemas.openxmlformats.org/officeDocument/2006/relationships" id="2147483651" r:id="Refcfcbd6c90845e0"/>
    <p:sldLayoutId xmlns:r="http://schemas.openxmlformats.org/officeDocument/2006/relationships" id="2147483652" r:id="R6cfb81d427af430e"/>
    <p:sldLayoutId xmlns:r="http://schemas.openxmlformats.org/officeDocument/2006/relationships" id="2147483653" r:id="Rb4261d71ca5a4a0c"/>
    <p:sldLayoutId xmlns:r="http://schemas.openxmlformats.org/officeDocument/2006/relationships" id="2147483654" r:id="Rc69e4d3de752422e"/>
    <p:sldLayoutId xmlns:r="http://schemas.openxmlformats.org/officeDocument/2006/relationships" id="2147483655" r:id="R8a060a8b23594597"/>
    <p:sldLayoutId xmlns:r="http://schemas.openxmlformats.org/officeDocument/2006/relationships" id="2147483656" r:id="R5f4618ffffcc41f8"/>
    <p:sldLayoutId xmlns:r="http://schemas.openxmlformats.org/officeDocument/2006/relationships" id="2147483657" r:id="R7a66a412c14f4101"/>
    <p:sldLayoutId xmlns:r="http://schemas.openxmlformats.org/officeDocument/2006/relationships" id="2147483658" r:id="R04632ace8c164117"/>
    <p:sldLayoutId xmlns:r="http://schemas.openxmlformats.org/officeDocument/2006/relationships" id="2147483659" r:id="R47cecd6c9bfc4344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ae978fb79a4f13" /><Relationship Type="http://schemas.openxmlformats.org/officeDocument/2006/relationships/notesSlide" Target="/ppt/notesSlides/notesSlide1.xml" Id="R0a713faa263a4ac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645fdea42dd4b1d" /><Relationship Type="http://schemas.openxmlformats.org/officeDocument/2006/relationships/notesSlide" Target="/ppt/notesSlides/notesSlide2.xml" Id="R14e3ba4c57ac4b0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9df1d385e44452" /><Relationship Type="http://schemas.openxmlformats.org/officeDocument/2006/relationships/notesSlide" Target="/ppt/notesSlides/notesSlide3.xml" Id="Re1a26bea5d2848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8e7a682bc64216" /><Relationship Type="http://schemas.openxmlformats.org/officeDocument/2006/relationships/notesSlide" Target="/ppt/notesSlides/notesSlide4.xml" Id="Ra45eaceb2624431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7969953e3f4e8a" /><Relationship Type="http://schemas.openxmlformats.org/officeDocument/2006/relationships/notesSlide" Target="/ppt/notesSlides/notesSlide5.xml" Id="R1e5c3c065bab40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164252d3f0431e" /><Relationship Type="http://schemas.openxmlformats.org/officeDocument/2006/relationships/notesSlide" Target="/ppt/notesSlides/notesSlide6.xml" Id="R19525518f626436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970af42f154ac6" /><Relationship Type="http://schemas.openxmlformats.org/officeDocument/2006/relationships/notesSlide" Target="/ppt/notesSlides/notesSlide7.xml" Id="R1e4cee9e13cb45f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74917f96054e3d" /><Relationship Type="http://schemas.openxmlformats.org/officeDocument/2006/relationships/notesSlide" Target="/ppt/notesSlides/notesSlide8.xml" Id="Rad56ad8a4d3d46b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50fab5ef4e4b22" /><Relationship Type="http://schemas.openxmlformats.org/officeDocument/2006/relationships/notesSlide" Target="/ppt/notesSlides/notesSlide9.xml" Id="R6568b020a0ac497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String Positions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python, which character is stored in first?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python, which text is stored in preview?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is position 0 the first character rather than position 1?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For python, what does word[0] return and what does word[0:3] return?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slice’s stop position so the preview contains four characters instead of three. Try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"python"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both previews should contain four characters.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two words and store them in [first_word] and [second_word]. Use position 0 to display the first character of each word.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"python"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"Initials: C 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 six-letter word and store it in [word]. Store the slice from positions 0 to 2 in [first_part] and the slice from positions 4 to 6 in [last_part].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"Reference:"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both parts.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"python"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"Reference: py on"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2026-08-28T09:22:08.9370000Z</dcterms:created>
  <dcterms:modified xsi:type="dcterms:W3CDTF">2026-08-28T09:22:08.9370000Z</dcterms:modified>
</coreProperties>
</file>