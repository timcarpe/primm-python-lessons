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24b2935aad4360" /><Relationship Type="http://schemas.openxmlformats.org/officeDocument/2006/relationships/extended-properties" Target="/docProps/app.xml" Id="R65ea9a6659664550" /><Relationship Type="http://schemas.openxmlformats.org/officeDocument/2006/relationships/officeDocument" Target="/ppt/presentation.xml" Id="Rc0704ed0d6364d4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30cf498e0024042"/>
  </p:sldMasterIdLst>
  <p:notesMasterIdLst>
    <p:notesMasterId xmlns:r="http://schemas.openxmlformats.org/officeDocument/2006/relationships" r:id="R88a35bef40674d13"/>
  </p:notesMasterIdLst>
  <p:sldIdLst>
    <p:sldId xmlns:r="http://schemas.openxmlformats.org/officeDocument/2006/relationships" id="256" r:id="R0bda2d89b2664ad6"/>
    <p:sldId xmlns:r="http://schemas.openxmlformats.org/officeDocument/2006/relationships" id="257" r:id="Rfa93e7f55e554c61"/>
    <p:sldId xmlns:r="http://schemas.openxmlformats.org/officeDocument/2006/relationships" id="258" r:id="R958953c134f54ece"/>
    <p:sldId xmlns:r="http://schemas.openxmlformats.org/officeDocument/2006/relationships" id="259" r:id="R234a8c7588224566"/>
    <p:sldId xmlns:r="http://schemas.openxmlformats.org/officeDocument/2006/relationships" id="260" r:id="Rc183c7cbd570404e"/>
    <p:sldId xmlns:r="http://schemas.openxmlformats.org/officeDocument/2006/relationships" id="261" r:id="R8a916504eb0c46a0"/>
    <p:sldId xmlns:r="http://schemas.openxmlformats.org/officeDocument/2006/relationships" id="262" r:id="R7067c3ed096848ff"/>
    <p:sldId xmlns:r="http://schemas.openxmlformats.org/officeDocument/2006/relationships" id="263" r:id="R3d52f3b1d1ba45e3"/>
    <p:sldId xmlns:r="http://schemas.openxmlformats.org/officeDocument/2006/relationships" id="264" r:id="R9ade3c85b35f46b8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d1a09d6874540da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06b7db05ced44f7" /><Relationship Type="http://schemas.openxmlformats.org/officeDocument/2006/relationships/slideMaster" Target="/ppt/slideMasters/slideMaster1.xml" Id="R630cf498e0024042" /><Relationship Type="http://schemas.openxmlformats.org/officeDocument/2006/relationships/notesMaster" Target="/ppt/notesMasters/notesMaster1.xml" Id="R88a35bef40674d13" /><Relationship Type="http://schemas.openxmlformats.org/officeDocument/2006/relationships/presProps" Target="/ppt/presProps.xml" Id="Re874218cae594cae" /><Relationship Type="http://schemas.openxmlformats.org/officeDocument/2006/relationships/viewProps" Target="/ppt/viewProps.xml" Id="R2acce938b92e4368" /><Relationship Type="http://schemas.openxmlformats.org/officeDocument/2006/relationships/tableStyles" Target="/ppt/tableStyles.xml" Id="Rec231a6ceab34cad" /><Relationship Type="http://schemas.openxmlformats.org/officeDocument/2006/relationships/font" Target="/ppt/fonts/font.dat" Id="R2d1a09d6874540da" /><Relationship Type="http://schemas.openxmlformats.org/officeDocument/2006/relationships/slide" Target="/ppt/slides/slide1.xml" Id="R0bda2d89b2664ad6" /><Relationship Type="http://schemas.openxmlformats.org/officeDocument/2006/relationships/slide" Target="/ppt/slides/slide2.xml" Id="Rfa93e7f55e554c61" /><Relationship Type="http://schemas.openxmlformats.org/officeDocument/2006/relationships/slide" Target="/ppt/slides/slide3.xml" Id="R958953c134f54ece" /><Relationship Type="http://schemas.openxmlformats.org/officeDocument/2006/relationships/slide" Target="/ppt/slides/slide4.xml" Id="R234a8c7588224566" /><Relationship Type="http://schemas.openxmlformats.org/officeDocument/2006/relationships/slide" Target="/ppt/slides/slide5.xml" Id="Rc183c7cbd570404e" /><Relationship Type="http://schemas.openxmlformats.org/officeDocument/2006/relationships/slide" Target="/ppt/slides/slide6.xml" Id="R8a916504eb0c46a0" /><Relationship Type="http://schemas.openxmlformats.org/officeDocument/2006/relationships/slide" Target="/ppt/slides/slide7.xml" Id="R7067c3ed096848ff" /><Relationship Type="http://schemas.openxmlformats.org/officeDocument/2006/relationships/slide" Target="/ppt/slides/slide8.xml" Id="R3d52f3b1d1ba45e3" /><Relationship Type="http://schemas.openxmlformats.org/officeDocument/2006/relationships/slide" Target="/ppt/slides/slide9.xml" Id="R9ade3c85b35f46b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d1cb614b2b54d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033bf5b8e74978" /><Relationship Type="http://schemas.openxmlformats.org/officeDocument/2006/relationships/notesMaster" Target="/ppt/notesMasters/notesMaster1.xml" Id="Re2d6c3cb909b446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83a34de1b645dd" /><Relationship Type="http://schemas.openxmlformats.org/officeDocument/2006/relationships/notesMaster" Target="/ppt/notesMasters/notesMaster1.xml" Id="R991da08ad274454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c2d9b0da0b54aec" /><Relationship Type="http://schemas.openxmlformats.org/officeDocument/2006/relationships/notesMaster" Target="/ppt/notesMasters/notesMaster1.xml" Id="Re8a70032dc414f7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2ae132cbf34cfd" /><Relationship Type="http://schemas.openxmlformats.org/officeDocument/2006/relationships/notesMaster" Target="/ppt/notesMasters/notesMaster1.xml" Id="Rd8bc8672c26544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edeef0026e4899" /><Relationship Type="http://schemas.openxmlformats.org/officeDocument/2006/relationships/notesMaster" Target="/ppt/notesMasters/notesMaster1.xml" Id="R809c86564f97490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97d854f06a47bb" /><Relationship Type="http://schemas.openxmlformats.org/officeDocument/2006/relationships/notesMaster" Target="/ppt/notesMasters/notesMaster1.xml" Id="Rb3e6d97a887948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3fc1cf086445c2" /><Relationship Type="http://schemas.openxmlformats.org/officeDocument/2006/relationships/notesMaster" Target="/ppt/notesMasters/notesMaster1.xml" Id="Rc28eb75ef99b43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53b94da3df5451d" /><Relationship Type="http://schemas.openxmlformats.org/officeDocument/2006/relationships/notesMaster" Target="/ppt/notesMasters/notesMaster1.xml" Id="Rf818cdc99fa548d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e1463b29f042ec" /><Relationship Type="http://schemas.openxmlformats.org/officeDocument/2006/relationships/notesMaster" Target="/ppt/notesMasters/notesMaster1.xml" Id="R4277092b8916452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8826d106114ac8" /><Relationship Type="http://schemas.openxmlformats.org/officeDocument/2006/relationships/image" Target="/ppt/media/image.png" Id="Rfac01a7902b64bd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294e0a6b9f4be0" /><Relationship Type="http://schemas.openxmlformats.org/officeDocument/2006/relationships/image" Target="/ppt/media/image.png" Id="R8e56b84a8684442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1a045ebf574d78" /><Relationship Type="http://schemas.openxmlformats.org/officeDocument/2006/relationships/image" Target="/ppt/media/image.png" Id="R3078c4b1bb6a4e2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fe2e1e0e98457d" /><Relationship Type="http://schemas.openxmlformats.org/officeDocument/2006/relationships/image" Target="/ppt/media/image.png" Id="Rd50c7a83b434426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01541770134212" /><Relationship Type="http://schemas.openxmlformats.org/officeDocument/2006/relationships/image" Target="/ppt/media/image.png" Id="Rfea3f2bcaecc4df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3a44f9035c46e4" /><Relationship Type="http://schemas.openxmlformats.org/officeDocument/2006/relationships/image" Target="/ppt/media/image.png" Id="R89d361283ac1411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013cae2554422d" /><Relationship Type="http://schemas.openxmlformats.org/officeDocument/2006/relationships/image" Target="/ppt/media/image.png" Id="R4118622672b1451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c38700e4154be6" /><Relationship Type="http://schemas.openxmlformats.org/officeDocument/2006/relationships/image" Target="/ppt/media/image.png" Id="R073c4332469a430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bad1a3e5144eda" /><Relationship Type="http://schemas.openxmlformats.org/officeDocument/2006/relationships/image" Target="/ppt/media/image.png" Id="Ra0e77a11650547a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f7919ede0c4aec" /><Relationship Type="http://schemas.openxmlformats.org/officeDocument/2006/relationships/image" Target="/ppt/media/image.png" Id="R2e916359a31c4b7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4e7af3b3014b9a" /><Relationship Type="http://schemas.openxmlformats.org/officeDocument/2006/relationships/image" Target="/ppt/media/image.png" Id="R4d090523299e4bd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ac01a7902b64bd2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e56b84a8684442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078c4b1bb6a4e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0c7a83b43442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ea3f2bcaecc4df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d361283ac141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118622672b1451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73c4332469a430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e77a11650547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e916359a31c4b7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090523299e4bd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a186d47979c4938" /><Relationship Type="http://schemas.openxmlformats.org/officeDocument/2006/relationships/slideLayout" Target="/ppt/slideLayouts/slideLayout1.xml" Id="R6b9eeb6af8614382" /><Relationship Type="http://schemas.openxmlformats.org/officeDocument/2006/relationships/slideLayout" Target="/ppt/slideLayouts/slideLayout2.xml" Id="Rbe4584c73ceb4892" /><Relationship Type="http://schemas.openxmlformats.org/officeDocument/2006/relationships/slideLayout" Target="/ppt/slideLayouts/slideLayout3.xml" Id="R26ecbc1176474fbb" /><Relationship Type="http://schemas.openxmlformats.org/officeDocument/2006/relationships/slideLayout" Target="/ppt/slideLayouts/slideLayout4.xml" Id="R3a276c964a6240e3" /><Relationship Type="http://schemas.openxmlformats.org/officeDocument/2006/relationships/slideLayout" Target="/ppt/slideLayouts/slideLayout5.xml" Id="Rdba34f1d1d114958" /><Relationship Type="http://schemas.openxmlformats.org/officeDocument/2006/relationships/slideLayout" Target="/ppt/slideLayouts/slideLayout6.xml" Id="R61011a41c4a04500" /><Relationship Type="http://schemas.openxmlformats.org/officeDocument/2006/relationships/slideLayout" Target="/ppt/slideLayouts/slideLayout7.xml" Id="R3cccac0149ff46a9" /><Relationship Type="http://schemas.openxmlformats.org/officeDocument/2006/relationships/slideLayout" Target="/ppt/slideLayouts/slideLayout8.xml" Id="R55e6804f8d1b4cc7" /><Relationship Type="http://schemas.openxmlformats.org/officeDocument/2006/relationships/slideLayout" Target="/ppt/slideLayouts/slideLayout9.xml" Id="R9ccb3675e5ee488f" /><Relationship Type="http://schemas.openxmlformats.org/officeDocument/2006/relationships/slideLayout" Target="/ppt/slideLayouts/slideLayout10.xml" Id="R5de1fc3fee904a53" /><Relationship Type="http://schemas.openxmlformats.org/officeDocument/2006/relationships/slideLayout" Target="/ppt/slideLayouts/slideLayout11.xml" Id="R7a9d226cfbbc4f4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9eeb6af8614382"/>
    <p:sldLayoutId xmlns:r="http://schemas.openxmlformats.org/officeDocument/2006/relationships" id="2147483650" r:id="Rbe4584c73ceb4892"/>
    <p:sldLayoutId xmlns:r="http://schemas.openxmlformats.org/officeDocument/2006/relationships" id="2147483651" r:id="R26ecbc1176474fbb"/>
    <p:sldLayoutId xmlns:r="http://schemas.openxmlformats.org/officeDocument/2006/relationships" id="2147483652" r:id="R3a276c964a6240e3"/>
    <p:sldLayoutId xmlns:r="http://schemas.openxmlformats.org/officeDocument/2006/relationships" id="2147483653" r:id="Rdba34f1d1d114958"/>
    <p:sldLayoutId xmlns:r="http://schemas.openxmlformats.org/officeDocument/2006/relationships" id="2147483654" r:id="R61011a41c4a04500"/>
    <p:sldLayoutId xmlns:r="http://schemas.openxmlformats.org/officeDocument/2006/relationships" id="2147483655" r:id="R3cccac0149ff46a9"/>
    <p:sldLayoutId xmlns:r="http://schemas.openxmlformats.org/officeDocument/2006/relationships" id="2147483656" r:id="R55e6804f8d1b4cc7"/>
    <p:sldLayoutId xmlns:r="http://schemas.openxmlformats.org/officeDocument/2006/relationships" id="2147483657" r:id="R9ccb3675e5ee488f"/>
    <p:sldLayoutId xmlns:r="http://schemas.openxmlformats.org/officeDocument/2006/relationships" id="2147483658" r:id="R5de1fc3fee904a53"/>
    <p:sldLayoutId xmlns:r="http://schemas.openxmlformats.org/officeDocument/2006/relationships" id="2147483659" r:id="R7a9d226cfbbc4f42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04f726e4b349b1" /><Relationship Type="http://schemas.openxmlformats.org/officeDocument/2006/relationships/notesSlide" Target="/ppt/notesSlides/notesSlide1.xml" Id="R7990c0badca54ac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fbcbe78e86440da" /><Relationship Type="http://schemas.openxmlformats.org/officeDocument/2006/relationships/notesSlide" Target="/ppt/notesSlides/notesSlide2.xml" Id="Rc52b40e880ce43a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40e808b91f4e4b" /><Relationship Type="http://schemas.openxmlformats.org/officeDocument/2006/relationships/notesSlide" Target="/ppt/notesSlides/notesSlide3.xml" Id="R176ca3993f39438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579100a8634554" /><Relationship Type="http://schemas.openxmlformats.org/officeDocument/2006/relationships/notesSlide" Target="/ppt/notesSlides/notesSlide4.xml" Id="R7c8745a93b2b43d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24466f5f1aa4762" /><Relationship Type="http://schemas.openxmlformats.org/officeDocument/2006/relationships/notesSlide" Target="/ppt/notesSlides/notesSlide5.xml" Id="Rb17aa54ecec942b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e2b37c643645f9" /><Relationship Type="http://schemas.openxmlformats.org/officeDocument/2006/relationships/notesSlide" Target="/ppt/notesSlides/notesSlide6.xml" Id="Rb05e8c069aec4fa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8feefb97084f88" /><Relationship Type="http://schemas.openxmlformats.org/officeDocument/2006/relationships/notesSlide" Target="/ppt/notesSlides/notesSlide7.xml" Id="R9a1e99fc772d42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51da1f87ad42ac" /><Relationship Type="http://schemas.openxmlformats.org/officeDocument/2006/relationships/notesSlide" Target="/ppt/notesSlides/notesSlide8.xml" Id="R8fb7d869effd41f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4089e2ee484e3d" /><Relationship Type="http://schemas.openxmlformats.org/officeDocument/2006/relationships/notesSlide" Target="/ppt/notesSlides/notesSlide9.xml" Id="R5435c8dd3f8e410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String Positions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you enter python, which character is stored in first?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python, which text is stored in preview?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position 0 the first character rather than position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For python, what does word[0] return and what does word[0:3] return?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slice’s stop position so the preview contains four characters instead of three. Try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"code"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both previews should contain four characters.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two-letter badge from two words. Use indexing to display the first character of each; use inputs with different capitalisation to inspect the result.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reference code for a six-letter word. Use two slices to display its first two characters, then characters five and six. Try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"python"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: the two parts should be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"py"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word[0]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word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a word: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first = word[5]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preview = word[0:3]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"Initial:"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first,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"Preview:"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preview)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2026-08-27T03:51:52.2680000Z</dcterms:created>
  <dcterms:modified xsi:type="dcterms:W3CDTF">2026-08-27T03:51:52.2680000Z</dcterms:modified>
</coreProperties>
</file>