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b08d0cda6b48f7" /><Relationship Type="http://schemas.openxmlformats.org/officeDocument/2006/relationships/extended-properties" Target="/docProps/app.xml" Id="R9ce74ba094064926" /><Relationship Type="http://schemas.openxmlformats.org/officeDocument/2006/relationships/officeDocument" Target="/ppt/presentation.xml" Id="R56de2a915272470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fcd10d632bf4ca9"/>
  </p:sldMasterIdLst>
  <p:notesMasterIdLst>
    <p:notesMasterId xmlns:r="http://schemas.openxmlformats.org/officeDocument/2006/relationships" r:id="Rd26e91d133b44066"/>
  </p:notesMasterIdLst>
  <p:sldIdLst>
    <p:sldId xmlns:r="http://schemas.openxmlformats.org/officeDocument/2006/relationships" id="256" r:id="R3424e64927464d12"/>
    <p:sldId xmlns:r="http://schemas.openxmlformats.org/officeDocument/2006/relationships" id="257" r:id="R3d0ceb49de8c404d"/>
    <p:sldId xmlns:r="http://schemas.openxmlformats.org/officeDocument/2006/relationships" id="258" r:id="R3668421a5a124759"/>
    <p:sldId xmlns:r="http://schemas.openxmlformats.org/officeDocument/2006/relationships" id="259" r:id="R5d05ce2495b44c31"/>
    <p:sldId xmlns:r="http://schemas.openxmlformats.org/officeDocument/2006/relationships" id="260" r:id="Raee880242d034754"/>
    <p:sldId xmlns:r="http://schemas.openxmlformats.org/officeDocument/2006/relationships" id="261" r:id="R22100d0941fa4785"/>
    <p:sldId xmlns:r="http://schemas.openxmlformats.org/officeDocument/2006/relationships" id="262" r:id="R0d6cf9838adc4dc8"/>
    <p:sldId xmlns:r="http://schemas.openxmlformats.org/officeDocument/2006/relationships" id="263" r:id="R8a809d6386fb4d19"/>
    <p:sldId xmlns:r="http://schemas.openxmlformats.org/officeDocument/2006/relationships" id="264" r:id="R931a5bc4b969408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713141cab4a477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ec5289ba554db0" /><Relationship Type="http://schemas.openxmlformats.org/officeDocument/2006/relationships/slideMaster" Target="/ppt/slideMasters/slideMaster1.xml" Id="R9fcd10d632bf4ca9" /><Relationship Type="http://schemas.openxmlformats.org/officeDocument/2006/relationships/notesMaster" Target="/ppt/notesMasters/notesMaster1.xml" Id="Rd26e91d133b44066" /><Relationship Type="http://schemas.openxmlformats.org/officeDocument/2006/relationships/presProps" Target="/ppt/presProps.xml" Id="R55782b9990794759" /><Relationship Type="http://schemas.openxmlformats.org/officeDocument/2006/relationships/viewProps" Target="/ppt/viewProps.xml" Id="R8a467692079c4bce" /><Relationship Type="http://schemas.openxmlformats.org/officeDocument/2006/relationships/tableStyles" Target="/ppt/tableStyles.xml" Id="R959d963abc2c4ce2" /><Relationship Type="http://schemas.openxmlformats.org/officeDocument/2006/relationships/font" Target="/ppt/fonts/font.dat" Id="R4713141cab4a4775" /><Relationship Type="http://schemas.openxmlformats.org/officeDocument/2006/relationships/slide" Target="/ppt/slides/slide1.xml" Id="R3424e64927464d12" /><Relationship Type="http://schemas.openxmlformats.org/officeDocument/2006/relationships/slide" Target="/ppt/slides/slide2.xml" Id="R3d0ceb49de8c404d" /><Relationship Type="http://schemas.openxmlformats.org/officeDocument/2006/relationships/slide" Target="/ppt/slides/slide3.xml" Id="R3668421a5a124759" /><Relationship Type="http://schemas.openxmlformats.org/officeDocument/2006/relationships/slide" Target="/ppt/slides/slide4.xml" Id="R5d05ce2495b44c31" /><Relationship Type="http://schemas.openxmlformats.org/officeDocument/2006/relationships/slide" Target="/ppt/slides/slide5.xml" Id="Raee880242d034754" /><Relationship Type="http://schemas.openxmlformats.org/officeDocument/2006/relationships/slide" Target="/ppt/slides/slide6.xml" Id="R22100d0941fa4785" /><Relationship Type="http://schemas.openxmlformats.org/officeDocument/2006/relationships/slide" Target="/ppt/slides/slide7.xml" Id="R0d6cf9838adc4dc8" /><Relationship Type="http://schemas.openxmlformats.org/officeDocument/2006/relationships/slide" Target="/ppt/slides/slide8.xml" Id="R8a809d6386fb4d19" /><Relationship Type="http://schemas.openxmlformats.org/officeDocument/2006/relationships/slide" Target="/ppt/slides/slide9.xml" Id="R931a5bc4b96940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7a170324264f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9d45e01cb344c9" /><Relationship Type="http://schemas.openxmlformats.org/officeDocument/2006/relationships/notesMaster" Target="/ppt/notesMasters/notesMaster1.xml" Id="R994f1e26bb0f40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f4b816a090445a" /><Relationship Type="http://schemas.openxmlformats.org/officeDocument/2006/relationships/notesMaster" Target="/ppt/notesMasters/notesMaster1.xml" Id="Rbbf9607708b64b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fae5983e7e4ff1" /><Relationship Type="http://schemas.openxmlformats.org/officeDocument/2006/relationships/notesMaster" Target="/ppt/notesMasters/notesMaster1.xml" Id="Reeaa936aa8bc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aa7552bfcb410f" /><Relationship Type="http://schemas.openxmlformats.org/officeDocument/2006/relationships/notesMaster" Target="/ppt/notesMasters/notesMaster1.xml" Id="R2683ba7f92ea41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d3d938196d4cad" /><Relationship Type="http://schemas.openxmlformats.org/officeDocument/2006/relationships/notesMaster" Target="/ppt/notesMasters/notesMaster1.xml" Id="R351db820f74249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0d96f1d5f647f4" /><Relationship Type="http://schemas.openxmlformats.org/officeDocument/2006/relationships/notesMaster" Target="/ppt/notesMasters/notesMaster1.xml" Id="Rc8b96352fa1b4e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f4b88c861c4304" /><Relationship Type="http://schemas.openxmlformats.org/officeDocument/2006/relationships/notesMaster" Target="/ppt/notesMasters/notesMaster1.xml" Id="Rbe1ff8a864584c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5e22988c684084" /><Relationship Type="http://schemas.openxmlformats.org/officeDocument/2006/relationships/notesMaster" Target="/ppt/notesMasters/notesMaster1.xml" Id="Rc87102d426de4e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f299ed6bca4a29" /><Relationship Type="http://schemas.openxmlformats.org/officeDocument/2006/relationships/notesMaster" Target="/ppt/notesMasters/notesMaster1.xml" Id="R465d4293a4b540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a5200c1ab4a00" /><Relationship Type="http://schemas.openxmlformats.org/officeDocument/2006/relationships/image" Target="/ppt/media/image.png" Id="Rf7ad3a2cd07e430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548e81d2d429b" /><Relationship Type="http://schemas.openxmlformats.org/officeDocument/2006/relationships/image" Target="/ppt/media/image.png" Id="Rb5300cfc0e3c47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731239205347c7" /><Relationship Type="http://schemas.openxmlformats.org/officeDocument/2006/relationships/image" Target="/ppt/media/image.png" Id="Re8d948e6a1a945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5f182e3f0b410c" /><Relationship Type="http://schemas.openxmlformats.org/officeDocument/2006/relationships/image" Target="/ppt/media/image.png" Id="R25d35cbad7fb4e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af1c4c68f4e6c" /><Relationship Type="http://schemas.openxmlformats.org/officeDocument/2006/relationships/image" Target="/ppt/media/image.png" Id="Racd7f14b1f5f42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853139234f4f7d" /><Relationship Type="http://schemas.openxmlformats.org/officeDocument/2006/relationships/image" Target="/ppt/media/image.png" Id="R016f943a8c3a44b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d0dd7a507c44dd" /><Relationship Type="http://schemas.openxmlformats.org/officeDocument/2006/relationships/image" Target="/ppt/media/image.png" Id="R1e05c1d60cb9474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e05f68e1e248fe" /><Relationship Type="http://schemas.openxmlformats.org/officeDocument/2006/relationships/image" Target="/ppt/media/image.png" Id="Rb5b96bf696a940b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8cf3048ce4862" /><Relationship Type="http://schemas.openxmlformats.org/officeDocument/2006/relationships/image" Target="/ppt/media/image.png" Id="R62fa1e2ea14a4b4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1e8eb31374aa2" /><Relationship Type="http://schemas.openxmlformats.org/officeDocument/2006/relationships/image" Target="/ppt/media/image.png" Id="R9d6bfbfc83094e0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7391de9874064" /><Relationship Type="http://schemas.openxmlformats.org/officeDocument/2006/relationships/image" Target="/ppt/media/image.png" Id="R667ec418d58d46a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ad3a2cd07e430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300cfc0e3c47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d948e6a1a945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d35cbad7fb4e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d7f14b1f5f42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6f943a8c3a44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05c1d60cb947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b96bf696a940b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fa1e2ea14a4b4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6bfbfc83094e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7ec418d58d46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dac0402715486d" /><Relationship Type="http://schemas.openxmlformats.org/officeDocument/2006/relationships/slideLayout" Target="/ppt/slideLayouts/slideLayout1.xml" Id="R1d8aad6f27a64118" /><Relationship Type="http://schemas.openxmlformats.org/officeDocument/2006/relationships/slideLayout" Target="/ppt/slideLayouts/slideLayout2.xml" Id="Re6afd97150904991" /><Relationship Type="http://schemas.openxmlformats.org/officeDocument/2006/relationships/slideLayout" Target="/ppt/slideLayouts/slideLayout3.xml" Id="Rc150e1cdac744b89" /><Relationship Type="http://schemas.openxmlformats.org/officeDocument/2006/relationships/slideLayout" Target="/ppt/slideLayouts/slideLayout4.xml" Id="R8fac4a03d5d14b5f" /><Relationship Type="http://schemas.openxmlformats.org/officeDocument/2006/relationships/slideLayout" Target="/ppt/slideLayouts/slideLayout5.xml" Id="R3c3fb805611245f1" /><Relationship Type="http://schemas.openxmlformats.org/officeDocument/2006/relationships/slideLayout" Target="/ppt/slideLayouts/slideLayout6.xml" Id="R1b17ba1dc4e04ebe" /><Relationship Type="http://schemas.openxmlformats.org/officeDocument/2006/relationships/slideLayout" Target="/ppt/slideLayouts/slideLayout7.xml" Id="Rb5e8d713bac044b5" /><Relationship Type="http://schemas.openxmlformats.org/officeDocument/2006/relationships/slideLayout" Target="/ppt/slideLayouts/slideLayout8.xml" Id="R01254f457aec40d2" /><Relationship Type="http://schemas.openxmlformats.org/officeDocument/2006/relationships/slideLayout" Target="/ppt/slideLayouts/slideLayout9.xml" Id="R054fc79feaa24f0c" /><Relationship Type="http://schemas.openxmlformats.org/officeDocument/2006/relationships/slideLayout" Target="/ppt/slideLayouts/slideLayout10.xml" Id="Raa67a8df59824fff" /><Relationship Type="http://schemas.openxmlformats.org/officeDocument/2006/relationships/slideLayout" Target="/ppt/slideLayouts/slideLayout11.xml" Id="R67a2b793053344b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8aad6f27a64118"/>
    <p:sldLayoutId xmlns:r="http://schemas.openxmlformats.org/officeDocument/2006/relationships" id="2147483650" r:id="Re6afd97150904991"/>
    <p:sldLayoutId xmlns:r="http://schemas.openxmlformats.org/officeDocument/2006/relationships" id="2147483651" r:id="Rc150e1cdac744b89"/>
    <p:sldLayoutId xmlns:r="http://schemas.openxmlformats.org/officeDocument/2006/relationships" id="2147483652" r:id="R8fac4a03d5d14b5f"/>
    <p:sldLayoutId xmlns:r="http://schemas.openxmlformats.org/officeDocument/2006/relationships" id="2147483653" r:id="R3c3fb805611245f1"/>
    <p:sldLayoutId xmlns:r="http://schemas.openxmlformats.org/officeDocument/2006/relationships" id="2147483654" r:id="R1b17ba1dc4e04ebe"/>
    <p:sldLayoutId xmlns:r="http://schemas.openxmlformats.org/officeDocument/2006/relationships" id="2147483655" r:id="Rb5e8d713bac044b5"/>
    <p:sldLayoutId xmlns:r="http://schemas.openxmlformats.org/officeDocument/2006/relationships" id="2147483656" r:id="R01254f457aec40d2"/>
    <p:sldLayoutId xmlns:r="http://schemas.openxmlformats.org/officeDocument/2006/relationships" id="2147483657" r:id="R054fc79feaa24f0c"/>
    <p:sldLayoutId xmlns:r="http://schemas.openxmlformats.org/officeDocument/2006/relationships" id="2147483658" r:id="Raa67a8df59824fff"/>
    <p:sldLayoutId xmlns:r="http://schemas.openxmlformats.org/officeDocument/2006/relationships" id="2147483659" r:id="R67a2b793053344b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b99c8aa2e4129" /><Relationship Type="http://schemas.openxmlformats.org/officeDocument/2006/relationships/notesSlide" Target="/ppt/notesSlides/notesSlide1.xml" Id="R8f79a21f10ec4b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f0f030d8184ecc" /><Relationship Type="http://schemas.openxmlformats.org/officeDocument/2006/relationships/notesSlide" Target="/ppt/notesSlides/notesSlide2.xml" Id="Rb988ea8c9af44d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1939a5ecc94de8" /><Relationship Type="http://schemas.openxmlformats.org/officeDocument/2006/relationships/notesSlide" Target="/ppt/notesSlides/notesSlide3.xml" Id="R9679691a2dc14a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f8a73436db4953" /><Relationship Type="http://schemas.openxmlformats.org/officeDocument/2006/relationships/notesSlide" Target="/ppt/notesSlides/notesSlide4.xml" Id="Rfa6d4433916746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e0ee2339340c7" /><Relationship Type="http://schemas.openxmlformats.org/officeDocument/2006/relationships/notesSlide" Target="/ppt/notesSlides/notesSlide5.xml" Id="Rc0376cc21e1f48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b984cd427c422c" /><Relationship Type="http://schemas.openxmlformats.org/officeDocument/2006/relationships/notesSlide" Target="/ppt/notesSlides/notesSlide6.xml" Id="Re4c6f7a1b7df41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e322bef94c42ca" /><Relationship Type="http://schemas.openxmlformats.org/officeDocument/2006/relationships/notesSlide" Target="/ppt/notesSlides/notesSlide7.xml" Id="R2b77896832a448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89ed2f164145fe" /><Relationship Type="http://schemas.openxmlformats.org/officeDocument/2006/relationships/notesSlide" Target="/ppt/notesSlides/notesSlide8.xml" Id="Rad2706fdc3ea49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55135315704377" /><Relationship Type="http://schemas.openxmlformats.org/officeDocument/2006/relationships/notesSlide" Target="/ppt/notesSlides/notesSlide9.xml" Id="Rbe63e4ec1780447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slices the characters at positions 2 and 3 into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 th"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two words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position 0 to display the first character of each word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 C 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reference-code program that asks for a six-letter word. Use two slices to store the first two characters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last two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 py 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2026-09-28T06:17:47.7580000Z</dcterms:created>
  <dcterms:modified xsi:type="dcterms:W3CDTF">2026-09-28T06:17:47.7580000Z</dcterms:modified>
</coreProperties>
</file>