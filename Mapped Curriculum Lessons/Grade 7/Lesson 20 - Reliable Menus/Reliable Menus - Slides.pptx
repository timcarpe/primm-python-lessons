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c96c36aa914f33" /><Relationship Type="http://schemas.openxmlformats.org/officeDocument/2006/relationships/extended-properties" Target="/docProps/app.xml" Id="R3b7c44141a284b9d" /><Relationship Type="http://schemas.openxmlformats.org/officeDocument/2006/relationships/officeDocument" Target="/ppt/presentation.xml" Id="Rbd08eaa1de2847e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16f647bf9c04da9"/>
  </p:sldMasterIdLst>
  <p:notesMasterIdLst>
    <p:notesMasterId xmlns:r="http://schemas.openxmlformats.org/officeDocument/2006/relationships" r:id="R63c752bdbabd47bb"/>
  </p:notesMasterIdLst>
  <p:sldIdLst>
    <p:sldId xmlns:r="http://schemas.openxmlformats.org/officeDocument/2006/relationships" id="256" r:id="R29ab6296ea494f17"/>
    <p:sldId xmlns:r="http://schemas.openxmlformats.org/officeDocument/2006/relationships" id="257" r:id="Rdb13e298983540c9"/>
    <p:sldId xmlns:r="http://schemas.openxmlformats.org/officeDocument/2006/relationships" id="258" r:id="Ree74bf90b3b54243"/>
    <p:sldId xmlns:r="http://schemas.openxmlformats.org/officeDocument/2006/relationships" id="259" r:id="Re2bb56e8618c433c"/>
    <p:sldId xmlns:r="http://schemas.openxmlformats.org/officeDocument/2006/relationships" id="260" r:id="Re45b0801d2ac4945"/>
    <p:sldId xmlns:r="http://schemas.openxmlformats.org/officeDocument/2006/relationships" id="261" r:id="Rf8c4851529274f2d"/>
    <p:sldId xmlns:r="http://schemas.openxmlformats.org/officeDocument/2006/relationships" id="262" r:id="R600c45a9ab044196"/>
    <p:sldId xmlns:r="http://schemas.openxmlformats.org/officeDocument/2006/relationships" id="263" r:id="R9d3d4d1177b04b9d"/>
    <p:sldId xmlns:r="http://schemas.openxmlformats.org/officeDocument/2006/relationships" id="264" r:id="R11488cd724bb4c64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ef5496ecd4ca451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9333ec6e1e4c41" /><Relationship Type="http://schemas.openxmlformats.org/officeDocument/2006/relationships/slideMaster" Target="/ppt/slideMasters/slideMaster1.xml" Id="R316f647bf9c04da9" /><Relationship Type="http://schemas.openxmlformats.org/officeDocument/2006/relationships/notesMaster" Target="/ppt/notesMasters/notesMaster1.xml" Id="R63c752bdbabd47bb" /><Relationship Type="http://schemas.openxmlformats.org/officeDocument/2006/relationships/presProps" Target="/ppt/presProps.xml" Id="Rd8a8e19416b54e47" /><Relationship Type="http://schemas.openxmlformats.org/officeDocument/2006/relationships/viewProps" Target="/ppt/viewProps.xml" Id="R313b73e9590247ec" /><Relationship Type="http://schemas.openxmlformats.org/officeDocument/2006/relationships/tableStyles" Target="/ppt/tableStyles.xml" Id="R50d8de75fb374e5d" /><Relationship Type="http://schemas.openxmlformats.org/officeDocument/2006/relationships/font" Target="/ppt/fonts/font.dat" Id="Ref5496ecd4ca451d" /><Relationship Type="http://schemas.openxmlformats.org/officeDocument/2006/relationships/slide" Target="/ppt/slides/slide1.xml" Id="R29ab6296ea494f17" /><Relationship Type="http://schemas.openxmlformats.org/officeDocument/2006/relationships/slide" Target="/ppt/slides/slide2.xml" Id="Rdb13e298983540c9" /><Relationship Type="http://schemas.openxmlformats.org/officeDocument/2006/relationships/slide" Target="/ppt/slides/slide3.xml" Id="Ree74bf90b3b54243" /><Relationship Type="http://schemas.openxmlformats.org/officeDocument/2006/relationships/slide" Target="/ppt/slides/slide4.xml" Id="Re2bb56e8618c433c" /><Relationship Type="http://schemas.openxmlformats.org/officeDocument/2006/relationships/slide" Target="/ppt/slides/slide5.xml" Id="Re45b0801d2ac4945" /><Relationship Type="http://schemas.openxmlformats.org/officeDocument/2006/relationships/slide" Target="/ppt/slides/slide6.xml" Id="Rf8c4851529274f2d" /><Relationship Type="http://schemas.openxmlformats.org/officeDocument/2006/relationships/slide" Target="/ppt/slides/slide7.xml" Id="R600c45a9ab044196" /><Relationship Type="http://schemas.openxmlformats.org/officeDocument/2006/relationships/slide" Target="/ppt/slides/slide8.xml" Id="R9d3d4d1177b04b9d" /><Relationship Type="http://schemas.openxmlformats.org/officeDocument/2006/relationships/slide" Target="/ppt/slides/slide9.xml" Id="R11488cd724bb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76538426440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300a21c0fa484a" /><Relationship Type="http://schemas.openxmlformats.org/officeDocument/2006/relationships/notesMaster" Target="/ppt/notesMasters/notesMaster1.xml" Id="R848c680100e5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1cf4d42bb42cd" /><Relationship Type="http://schemas.openxmlformats.org/officeDocument/2006/relationships/notesMaster" Target="/ppt/notesMasters/notesMaster1.xml" Id="R287d560f6ff042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d74bbd22042ed" /><Relationship Type="http://schemas.openxmlformats.org/officeDocument/2006/relationships/notesMaster" Target="/ppt/notesMasters/notesMaster1.xml" Id="R96a793cf644c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b77e18c6b4ee7" /><Relationship Type="http://schemas.openxmlformats.org/officeDocument/2006/relationships/notesMaster" Target="/ppt/notesMasters/notesMaster1.xml" Id="R19c4af112f2d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c5c21978a46d3" /><Relationship Type="http://schemas.openxmlformats.org/officeDocument/2006/relationships/notesMaster" Target="/ppt/notesMasters/notesMaster1.xml" Id="R47798a9187f2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6765dd8d3c48a2" /><Relationship Type="http://schemas.openxmlformats.org/officeDocument/2006/relationships/notesMaster" Target="/ppt/notesMasters/notesMaster1.xml" Id="R0b556029b71d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efb3046a5345f8" /><Relationship Type="http://schemas.openxmlformats.org/officeDocument/2006/relationships/notesMaster" Target="/ppt/notesMasters/notesMaster1.xml" Id="Ra61251949329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1e44f719d419a" /><Relationship Type="http://schemas.openxmlformats.org/officeDocument/2006/relationships/notesMaster" Target="/ppt/notesMasters/notesMaster1.xml" Id="Rdb51857afc9642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ce6437c20549ff" /><Relationship Type="http://schemas.openxmlformats.org/officeDocument/2006/relationships/notesMaster" Target="/ppt/notesMasters/notesMaster1.xml" Id="R50451a3c3655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2e7559c434ce6" /><Relationship Type="http://schemas.openxmlformats.org/officeDocument/2006/relationships/image" Target="/ppt/media/image.png" Id="Re5a32a87db8442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868bc70bc48fe" /><Relationship Type="http://schemas.openxmlformats.org/officeDocument/2006/relationships/image" Target="/ppt/media/image.png" Id="R44793727834643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e865a3e2f4d39" /><Relationship Type="http://schemas.openxmlformats.org/officeDocument/2006/relationships/image" Target="/ppt/media/image.png" Id="Rd5b9fc79e3ba4e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97a18ee1342be" /><Relationship Type="http://schemas.openxmlformats.org/officeDocument/2006/relationships/image" Target="/ppt/media/image.png" Id="R74a30619dab34f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be68eb11b4bd2" /><Relationship Type="http://schemas.openxmlformats.org/officeDocument/2006/relationships/image" Target="/ppt/media/image.png" Id="R3c3c9cdded2f40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c80feb64a481f" /><Relationship Type="http://schemas.openxmlformats.org/officeDocument/2006/relationships/image" Target="/ppt/media/image.png" Id="Rb256d009950b4a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614c12f2a4012" /><Relationship Type="http://schemas.openxmlformats.org/officeDocument/2006/relationships/image" Target="/ppt/media/image.png" Id="R12c20193e7274f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02fae6ec344af" /><Relationship Type="http://schemas.openxmlformats.org/officeDocument/2006/relationships/image" Target="/ppt/media/image.png" Id="R4f440feba34647f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d0ba7d56a4075" /><Relationship Type="http://schemas.openxmlformats.org/officeDocument/2006/relationships/image" Target="/ppt/media/image.png" Id="R7a96d59a1cf14a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b0551459b44ca" /><Relationship Type="http://schemas.openxmlformats.org/officeDocument/2006/relationships/image" Target="/ppt/media/image.png" Id="Re6a1868e6e5740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4a3533cca4d7a" /><Relationship Type="http://schemas.openxmlformats.org/officeDocument/2006/relationships/image" Target="/ppt/media/image.png" Id="R46ad9e4604fc4b0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a32a87db84420e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7937278346431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b9fc79e3ba4ec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a30619dab34fe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3c9cdded2f400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56d009950b4a6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c20193e7274f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440feba34647f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96d59a1cf14af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a1868e6e5740b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ad9e4604fc4b0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827de9aecf411e" /><Relationship Type="http://schemas.openxmlformats.org/officeDocument/2006/relationships/slideLayout" Target="/ppt/slideLayouts/slideLayout1.xml" Id="Rdc97edd23aab412d" /><Relationship Type="http://schemas.openxmlformats.org/officeDocument/2006/relationships/slideLayout" Target="/ppt/slideLayouts/slideLayout2.xml" Id="R7f69560468a64478" /><Relationship Type="http://schemas.openxmlformats.org/officeDocument/2006/relationships/slideLayout" Target="/ppt/slideLayouts/slideLayout3.xml" Id="R266bb804278c4ccf" /><Relationship Type="http://schemas.openxmlformats.org/officeDocument/2006/relationships/slideLayout" Target="/ppt/slideLayouts/slideLayout4.xml" Id="R7201edc889644204" /><Relationship Type="http://schemas.openxmlformats.org/officeDocument/2006/relationships/slideLayout" Target="/ppt/slideLayouts/slideLayout5.xml" Id="R1c74a789f2124c20" /><Relationship Type="http://schemas.openxmlformats.org/officeDocument/2006/relationships/slideLayout" Target="/ppt/slideLayouts/slideLayout6.xml" Id="R3e78c262e3e14ad3" /><Relationship Type="http://schemas.openxmlformats.org/officeDocument/2006/relationships/slideLayout" Target="/ppt/slideLayouts/slideLayout7.xml" Id="Rb2fcef501898473c" /><Relationship Type="http://schemas.openxmlformats.org/officeDocument/2006/relationships/slideLayout" Target="/ppt/slideLayouts/slideLayout8.xml" Id="R2b8f54dd16a149af" /><Relationship Type="http://schemas.openxmlformats.org/officeDocument/2006/relationships/slideLayout" Target="/ppt/slideLayouts/slideLayout9.xml" Id="R977288e829964da1" /><Relationship Type="http://schemas.openxmlformats.org/officeDocument/2006/relationships/slideLayout" Target="/ppt/slideLayouts/slideLayout10.xml" Id="R878980e788cc45d6" /><Relationship Type="http://schemas.openxmlformats.org/officeDocument/2006/relationships/slideLayout" Target="/ppt/slideLayouts/slideLayout11.xml" Id="R2403ad7be7a14d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97edd23aab412d"/>
    <p:sldLayoutId xmlns:r="http://schemas.openxmlformats.org/officeDocument/2006/relationships" id="2147483650" r:id="R7f69560468a64478"/>
    <p:sldLayoutId xmlns:r="http://schemas.openxmlformats.org/officeDocument/2006/relationships" id="2147483651" r:id="R266bb804278c4ccf"/>
    <p:sldLayoutId xmlns:r="http://schemas.openxmlformats.org/officeDocument/2006/relationships" id="2147483652" r:id="R7201edc889644204"/>
    <p:sldLayoutId xmlns:r="http://schemas.openxmlformats.org/officeDocument/2006/relationships" id="2147483653" r:id="R1c74a789f2124c20"/>
    <p:sldLayoutId xmlns:r="http://schemas.openxmlformats.org/officeDocument/2006/relationships" id="2147483654" r:id="R3e78c262e3e14ad3"/>
    <p:sldLayoutId xmlns:r="http://schemas.openxmlformats.org/officeDocument/2006/relationships" id="2147483655" r:id="Rb2fcef501898473c"/>
    <p:sldLayoutId xmlns:r="http://schemas.openxmlformats.org/officeDocument/2006/relationships" id="2147483656" r:id="R2b8f54dd16a149af"/>
    <p:sldLayoutId xmlns:r="http://schemas.openxmlformats.org/officeDocument/2006/relationships" id="2147483657" r:id="R977288e829964da1"/>
    <p:sldLayoutId xmlns:r="http://schemas.openxmlformats.org/officeDocument/2006/relationships" id="2147483658" r:id="R878980e788cc45d6"/>
    <p:sldLayoutId xmlns:r="http://schemas.openxmlformats.org/officeDocument/2006/relationships" id="2147483659" r:id="R2403ad7be7a14dba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609d2d12741ac" /><Relationship Type="http://schemas.openxmlformats.org/officeDocument/2006/relationships/notesSlide" Target="/ppt/notesSlides/notesSlide1.xml" Id="Ra7f701e9e5a541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ed90c63cf547ac" /><Relationship Type="http://schemas.openxmlformats.org/officeDocument/2006/relationships/notesSlide" Target="/ppt/notesSlides/notesSlide2.xml" Id="Rf96b93ae9eab40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dd0ddff2f4406" /><Relationship Type="http://schemas.openxmlformats.org/officeDocument/2006/relationships/notesSlide" Target="/ppt/notesSlides/notesSlide3.xml" Id="R15fddfda3840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d7f8c901354e1c" /><Relationship Type="http://schemas.openxmlformats.org/officeDocument/2006/relationships/notesSlide" Target="/ppt/notesSlides/notesSlide4.xml" Id="R0971d05bd72443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e33c133689472e" /><Relationship Type="http://schemas.openxmlformats.org/officeDocument/2006/relationships/notesSlide" Target="/ppt/notesSlides/notesSlide5.xml" Id="Refd8a5c0062a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ef569f97044bd" /><Relationship Type="http://schemas.openxmlformats.org/officeDocument/2006/relationships/notesSlide" Target="/ppt/notesSlides/notesSlide6.xml" Id="Rfa9456dc569842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c441a2c674bda" /><Relationship Type="http://schemas.openxmlformats.org/officeDocument/2006/relationships/notesSlide" Target="/ppt/notesSlides/notesSlide7.xml" Id="Ra206394eff05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d9abb0c6f4dba" /><Relationship Type="http://schemas.openxmlformats.org/officeDocument/2006/relationships/notesSlide" Target="/ppt/notesSlides/notesSlide8.xml" Id="R312bba23477247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e3f55be8d64275" /><Relationship Type="http://schemas.openxmlformats.org/officeDocument/2006/relationships/notesSlide" Target="/ppt/notesSlides/notesSlide9.xml" Id="R0e4fba8bca9e40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Reliable Menus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20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an invalid menu choice repeat instead of setting running to False?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When the user enters 2, which statement changes running and what message appears after the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menu input be updated inside the while loop?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counts how many times the user chooses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Store 0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greetings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before the loop and add 1 each time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is displayed. After the loop,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"Greetings:"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greetings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"Greetings: 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menu with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"3: help"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Add an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condition that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"Help: choose a number."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change the invalid-input message to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1, 2 or 3."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show the help message, the invalid message, then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92658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travel-planner menu with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bus, 2: walk, 3: leave"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with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Boolean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flag, and if,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the choices. For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a bus stop and display it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 stop:"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 selected."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stop and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"Planner closed."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Otherwise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1, 2 or 3."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"True"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True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"1"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    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   elif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 "2"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 False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2026-09-29T02:06:43.3210000Z</dcterms:created>
  <dcterms:modified xsi:type="dcterms:W3CDTF">2026-09-29T02:06:43.3210000Z</dcterms:modified>
</coreProperties>
</file>