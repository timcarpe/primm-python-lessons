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123ba7cbee4695" /><Relationship Type="http://schemas.openxmlformats.org/officeDocument/2006/relationships/extended-properties" Target="/docProps/app.xml" Id="R86b398f2415c4dc6" /><Relationship Type="http://schemas.openxmlformats.org/officeDocument/2006/relationships/officeDocument" Target="/ppt/presentation.xml" Id="Ra1f6ef0ce5c84c7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738230500e6408c"/>
  </p:sldMasterIdLst>
  <p:notesMasterIdLst>
    <p:notesMasterId xmlns:r="http://schemas.openxmlformats.org/officeDocument/2006/relationships" r:id="R1fed4c0a87d14822"/>
  </p:notesMasterIdLst>
  <p:sldIdLst>
    <p:sldId xmlns:r="http://schemas.openxmlformats.org/officeDocument/2006/relationships" id="256" r:id="Ra2d4bb2f51254d4e"/>
    <p:sldId xmlns:r="http://schemas.openxmlformats.org/officeDocument/2006/relationships" id="257" r:id="Rccb0d6039d704ff9"/>
    <p:sldId xmlns:r="http://schemas.openxmlformats.org/officeDocument/2006/relationships" id="258" r:id="Rab908662c18a4def"/>
    <p:sldId xmlns:r="http://schemas.openxmlformats.org/officeDocument/2006/relationships" id="259" r:id="Rdf95b936cf9c4646"/>
    <p:sldId xmlns:r="http://schemas.openxmlformats.org/officeDocument/2006/relationships" id="260" r:id="Re24cb9a17dfd4061"/>
    <p:sldId xmlns:r="http://schemas.openxmlformats.org/officeDocument/2006/relationships" id="261" r:id="R8e249eaef184484b"/>
    <p:sldId xmlns:r="http://schemas.openxmlformats.org/officeDocument/2006/relationships" id="262" r:id="Rb7567b42c73a4777"/>
    <p:sldId xmlns:r="http://schemas.openxmlformats.org/officeDocument/2006/relationships" id="263" r:id="R9da64dee98af4cfe"/>
    <p:sldId xmlns:r="http://schemas.openxmlformats.org/officeDocument/2006/relationships" id="264" r:id="R71e98e2ad7aa45b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47c267d214b4cc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5b8692a3d4d7b" /><Relationship Type="http://schemas.openxmlformats.org/officeDocument/2006/relationships/slideMaster" Target="/ppt/slideMasters/slideMaster1.xml" Id="Ra738230500e6408c" /><Relationship Type="http://schemas.openxmlformats.org/officeDocument/2006/relationships/notesMaster" Target="/ppt/notesMasters/notesMaster1.xml" Id="R1fed4c0a87d14822" /><Relationship Type="http://schemas.openxmlformats.org/officeDocument/2006/relationships/presProps" Target="/ppt/presProps.xml" Id="R3838a837113f4a05" /><Relationship Type="http://schemas.openxmlformats.org/officeDocument/2006/relationships/viewProps" Target="/ppt/viewProps.xml" Id="Rc3f3b8d68afb4cad" /><Relationship Type="http://schemas.openxmlformats.org/officeDocument/2006/relationships/tableStyles" Target="/ppt/tableStyles.xml" Id="R02e12d9b78ff431b" /><Relationship Type="http://schemas.openxmlformats.org/officeDocument/2006/relationships/font" Target="/ppt/fonts/font.dat" Id="R247c267d214b4cce" /><Relationship Type="http://schemas.openxmlformats.org/officeDocument/2006/relationships/slide" Target="/ppt/slides/slide1.xml" Id="Ra2d4bb2f51254d4e" /><Relationship Type="http://schemas.openxmlformats.org/officeDocument/2006/relationships/slide" Target="/ppt/slides/slide2.xml" Id="Rccb0d6039d704ff9" /><Relationship Type="http://schemas.openxmlformats.org/officeDocument/2006/relationships/slide" Target="/ppt/slides/slide3.xml" Id="Rab908662c18a4def" /><Relationship Type="http://schemas.openxmlformats.org/officeDocument/2006/relationships/slide" Target="/ppt/slides/slide4.xml" Id="Rdf95b936cf9c4646" /><Relationship Type="http://schemas.openxmlformats.org/officeDocument/2006/relationships/slide" Target="/ppt/slides/slide5.xml" Id="Re24cb9a17dfd4061" /><Relationship Type="http://schemas.openxmlformats.org/officeDocument/2006/relationships/slide" Target="/ppt/slides/slide6.xml" Id="R8e249eaef184484b" /><Relationship Type="http://schemas.openxmlformats.org/officeDocument/2006/relationships/slide" Target="/ppt/slides/slide7.xml" Id="Rb7567b42c73a4777" /><Relationship Type="http://schemas.openxmlformats.org/officeDocument/2006/relationships/slide" Target="/ppt/slides/slide8.xml" Id="R9da64dee98af4cfe" /><Relationship Type="http://schemas.openxmlformats.org/officeDocument/2006/relationships/slide" Target="/ppt/slides/slide9.xml" Id="R71e98e2ad7aa45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db145962cc44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3bb97757b1464c" /><Relationship Type="http://schemas.openxmlformats.org/officeDocument/2006/relationships/notesMaster" Target="/ppt/notesMasters/notesMaster1.xml" Id="R2646e79350f74d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3c6e0b49054ee4" /><Relationship Type="http://schemas.openxmlformats.org/officeDocument/2006/relationships/notesMaster" Target="/ppt/notesMasters/notesMaster1.xml" Id="Rc89b25fe3cf64e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be5d9acab54088" /><Relationship Type="http://schemas.openxmlformats.org/officeDocument/2006/relationships/notesMaster" Target="/ppt/notesMasters/notesMaster1.xml" Id="R0bbe407e966243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04f70b63ed4baf" /><Relationship Type="http://schemas.openxmlformats.org/officeDocument/2006/relationships/notesMaster" Target="/ppt/notesMasters/notesMaster1.xml" Id="R7b88340bb51c47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07f65751274ef1" /><Relationship Type="http://schemas.openxmlformats.org/officeDocument/2006/relationships/notesMaster" Target="/ppt/notesMasters/notesMaster1.xml" Id="R6c44a64053ba4c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0bf51fa72c49f0" /><Relationship Type="http://schemas.openxmlformats.org/officeDocument/2006/relationships/notesMaster" Target="/ppt/notesMasters/notesMaster1.xml" Id="Rd9694e6aabd941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43f417c5984900" /><Relationship Type="http://schemas.openxmlformats.org/officeDocument/2006/relationships/notesMaster" Target="/ppt/notesMasters/notesMaster1.xml" Id="R35d4c629cb8b49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128e1210f54a03" /><Relationship Type="http://schemas.openxmlformats.org/officeDocument/2006/relationships/notesMaster" Target="/ppt/notesMasters/notesMaster1.xml" Id="R602f45cae6d447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1e14ada90142dd" /><Relationship Type="http://schemas.openxmlformats.org/officeDocument/2006/relationships/notesMaster" Target="/ppt/notesMasters/notesMaster1.xml" Id="R7b5985cf7fae46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8535168114fb0" /><Relationship Type="http://schemas.openxmlformats.org/officeDocument/2006/relationships/image" Target="/ppt/media/image.png" Id="R29e293239d0a48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47f8dbe9a4f16" /><Relationship Type="http://schemas.openxmlformats.org/officeDocument/2006/relationships/image" Target="/ppt/media/image.png" Id="R17dba57a91e74c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a84e342b0745b4" /><Relationship Type="http://schemas.openxmlformats.org/officeDocument/2006/relationships/image" Target="/ppt/media/image.png" Id="R80ac5d7775c84d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dd752caa94e33" /><Relationship Type="http://schemas.openxmlformats.org/officeDocument/2006/relationships/image" Target="/ppt/media/image.png" Id="R10b0dda253664a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9f565028546e7" /><Relationship Type="http://schemas.openxmlformats.org/officeDocument/2006/relationships/image" Target="/ppt/media/image.png" Id="Rc8fb0548a0214c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3d60d8449485c" /><Relationship Type="http://schemas.openxmlformats.org/officeDocument/2006/relationships/image" Target="/ppt/media/image.png" Id="R89fc103ebcb4432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50d888ba14116" /><Relationship Type="http://schemas.openxmlformats.org/officeDocument/2006/relationships/image" Target="/ppt/media/image.png" Id="R57ace0103c974b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aa886a80743ca" /><Relationship Type="http://schemas.openxmlformats.org/officeDocument/2006/relationships/image" Target="/ppt/media/image.png" Id="R803939212e694e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cded39deb4e36" /><Relationship Type="http://schemas.openxmlformats.org/officeDocument/2006/relationships/image" Target="/ppt/media/image.png" Id="Rf67335de42ce439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bf1df99caf4f1e" /><Relationship Type="http://schemas.openxmlformats.org/officeDocument/2006/relationships/image" Target="/ppt/media/image.png" Id="R0ab6bc59cfa6424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e93bc3d3f04c39" /><Relationship Type="http://schemas.openxmlformats.org/officeDocument/2006/relationships/image" Target="/ppt/media/image.png" Id="R3bcf78bf484c48a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e293239d0a485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dba57a91e74c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ac5d7775c84d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b0dda253664a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fb0548a0214c2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fc103ebcb443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ace0103c974b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3939212e694e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7335de42ce43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b6bc59cfa642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cf78bf484c48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fac71988474dbd" /><Relationship Type="http://schemas.openxmlformats.org/officeDocument/2006/relationships/slideLayout" Target="/ppt/slideLayouts/slideLayout1.xml" Id="R6cb3133910c94f33" /><Relationship Type="http://schemas.openxmlformats.org/officeDocument/2006/relationships/slideLayout" Target="/ppt/slideLayouts/slideLayout2.xml" Id="Rcd95e45ef1fd4e91" /><Relationship Type="http://schemas.openxmlformats.org/officeDocument/2006/relationships/slideLayout" Target="/ppt/slideLayouts/slideLayout3.xml" Id="R82ed8adf0d994290" /><Relationship Type="http://schemas.openxmlformats.org/officeDocument/2006/relationships/slideLayout" Target="/ppt/slideLayouts/slideLayout4.xml" Id="R945f764ede8348c2" /><Relationship Type="http://schemas.openxmlformats.org/officeDocument/2006/relationships/slideLayout" Target="/ppt/slideLayouts/slideLayout5.xml" Id="R24e5465b0f084bc9" /><Relationship Type="http://schemas.openxmlformats.org/officeDocument/2006/relationships/slideLayout" Target="/ppt/slideLayouts/slideLayout6.xml" Id="R5fe8564f1ce04d52" /><Relationship Type="http://schemas.openxmlformats.org/officeDocument/2006/relationships/slideLayout" Target="/ppt/slideLayouts/slideLayout7.xml" Id="R9dfe05db9ae144b2" /><Relationship Type="http://schemas.openxmlformats.org/officeDocument/2006/relationships/slideLayout" Target="/ppt/slideLayouts/slideLayout8.xml" Id="R3b5672f702e34988" /><Relationship Type="http://schemas.openxmlformats.org/officeDocument/2006/relationships/slideLayout" Target="/ppt/slideLayouts/slideLayout9.xml" Id="R0fdd46971182478e" /><Relationship Type="http://schemas.openxmlformats.org/officeDocument/2006/relationships/slideLayout" Target="/ppt/slideLayouts/slideLayout10.xml" Id="R28e6c058524c422b" /><Relationship Type="http://schemas.openxmlformats.org/officeDocument/2006/relationships/slideLayout" Target="/ppt/slideLayouts/slideLayout11.xml" Id="R852043f03240475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b3133910c94f33"/>
    <p:sldLayoutId xmlns:r="http://schemas.openxmlformats.org/officeDocument/2006/relationships" id="2147483650" r:id="Rcd95e45ef1fd4e91"/>
    <p:sldLayoutId xmlns:r="http://schemas.openxmlformats.org/officeDocument/2006/relationships" id="2147483651" r:id="R82ed8adf0d994290"/>
    <p:sldLayoutId xmlns:r="http://schemas.openxmlformats.org/officeDocument/2006/relationships" id="2147483652" r:id="R945f764ede8348c2"/>
    <p:sldLayoutId xmlns:r="http://schemas.openxmlformats.org/officeDocument/2006/relationships" id="2147483653" r:id="R24e5465b0f084bc9"/>
    <p:sldLayoutId xmlns:r="http://schemas.openxmlformats.org/officeDocument/2006/relationships" id="2147483654" r:id="R5fe8564f1ce04d52"/>
    <p:sldLayoutId xmlns:r="http://schemas.openxmlformats.org/officeDocument/2006/relationships" id="2147483655" r:id="R9dfe05db9ae144b2"/>
    <p:sldLayoutId xmlns:r="http://schemas.openxmlformats.org/officeDocument/2006/relationships" id="2147483656" r:id="R3b5672f702e34988"/>
    <p:sldLayoutId xmlns:r="http://schemas.openxmlformats.org/officeDocument/2006/relationships" id="2147483657" r:id="R0fdd46971182478e"/>
    <p:sldLayoutId xmlns:r="http://schemas.openxmlformats.org/officeDocument/2006/relationships" id="2147483658" r:id="R28e6c058524c422b"/>
    <p:sldLayoutId xmlns:r="http://schemas.openxmlformats.org/officeDocument/2006/relationships" id="2147483659" r:id="R852043f03240475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59aa199ff46e2" /><Relationship Type="http://schemas.openxmlformats.org/officeDocument/2006/relationships/notesSlide" Target="/ppt/notesSlides/notesSlide1.xml" Id="Rf05beff8958d40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ddaeedfbc848b8" /><Relationship Type="http://schemas.openxmlformats.org/officeDocument/2006/relationships/notesSlide" Target="/ppt/notesSlides/notesSlide2.xml" Id="Re19b2669bd2549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4632fe105a4f9b" /><Relationship Type="http://schemas.openxmlformats.org/officeDocument/2006/relationships/notesSlide" Target="/ppt/notesSlides/notesSlide3.xml" Id="Re504d59b07d146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adfbffb59432a" /><Relationship Type="http://schemas.openxmlformats.org/officeDocument/2006/relationships/notesSlide" Target="/ppt/notesSlides/notesSlide4.xml" Id="Re0ce10254ad845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fa32f186ff46ae" /><Relationship Type="http://schemas.openxmlformats.org/officeDocument/2006/relationships/notesSlide" Target="/ppt/notesSlides/notesSlide5.xml" Id="R50973cc373b84c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9402f631d64468" /><Relationship Type="http://schemas.openxmlformats.org/officeDocument/2006/relationships/notesSlide" Target="/ppt/notesSlides/notesSlide6.xml" Id="R48e35c83da6544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49ba8fb63c4587" /><Relationship Type="http://schemas.openxmlformats.org/officeDocument/2006/relationships/notesSlide" Target="/ppt/notesSlides/notesSlide7.xml" Id="Re5840e62595341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ec09efe134d80" /><Relationship Type="http://schemas.openxmlformats.org/officeDocument/2006/relationships/notesSlide" Target="/ppt/notesSlides/notesSlide8.xml" Id="Rcd489aa1145145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c21933a3144bd4" /><Relationship Type="http://schemas.openxmlformats.org/officeDocument/2006/relationships/notesSlide" Target="/ppt/notesSlides/notesSlide9.xml" Id="Rc0d529d4b53e4ef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exit option from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both the input message and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condition. Keep option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invalid-input message unchanged.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0."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finally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help"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menu input message. Use an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Change the invalid-input message to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the help message, invalid-input message,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repeat the menu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bus, 2: walk, 3: leave"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conditions for the choices. For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bus stop in [stop] and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stop:"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[stop]. For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 selected."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end the loop and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"Planner closed."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"Central"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2026-08-28T09:23:49.7160000Z</dcterms:created>
  <dcterms:modified xsi:type="dcterms:W3CDTF">2026-08-28T09:23:49.7160000Z</dcterms:modified>
</coreProperties>
</file>