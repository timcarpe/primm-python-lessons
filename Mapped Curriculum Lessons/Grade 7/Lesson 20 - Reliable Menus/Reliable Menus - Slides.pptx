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987fd52a4243c3" /><Relationship Type="http://schemas.openxmlformats.org/officeDocument/2006/relationships/extended-properties" Target="/docProps/app.xml" Id="R81cc54a517284888" /><Relationship Type="http://schemas.openxmlformats.org/officeDocument/2006/relationships/officeDocument" Target="/ppt/presentation.xml" Id="R07cfcac53640483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08e432a69b745c5"/>
  </p:sldMasterIdLst>
  <p:notesMasterIdLst>
    <p:notesMasterId xmlns:r="http://schemas.openxmlformats.org/officeDocument/2006/relationships" r:id="R9e9a15d0bc274248"/>
  </p:notesMasterIdLst>
  <p:sldIdLst>
    <p:sldId xmlns:r="http://schemas.openxmlformats.org/officeDocument/2006/relationships" id="256" r:id="Re59986b64a074725"/>
    <p:sldId xmlns:r="http://schemas.openxmlformats.org/officeDocument/2006/relationships" id="257" r:id="Rb4655916410b413b"/>
    <p:sldId xmlns:r="http://schemas.openxmlformats.org/officeDocument/2006/relationships" id="258" r:id="R0066aa724a124b20"/>
    <p:sldId xmlns:r="http://schemas.openxmlformats.org/officeDocument/2006/relationships" id="259" r:id="R33d6f1841ffa4e1b"/>
    <p:sldId xmlns:r="http://schemas.openxmlformats.org/officeDocument/2006/relationships" id="260" r:id="R5ef613087fd846c6"/>
    <p:sldId xmlns:r="http://schemas.openxmlformats.org/officeDocument/2006/relationships" id="261" r:id="Rbc675149d06546ae"/>
    <p:sldId xmlns:r="http://schemas.openxmlformats.org/officeDocument/2006/relationships" id="262" r:id="Rc6bf029011f04e34"/>
    <p:sldId xmlns:r="http://schemas.openxmlformats.org/officeDocument/2006/relationships" id="263" r:id="R49d535ecb54d4fe0"/>
    <p:sldId xmlns:r="http://schemas.openxmlformats.org/officeDocument/2006/relationships" id="264" r:id="R5be0bd72d3374461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c3d6ceeae3e24877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e928e6f9da4af7" /><Relationship Type="http://schemas.openxmlformats.org/officeDocument/2006/relationships/slideMaster" Target="/ppt/slideMasters/slideMaster1.xml" Id="R108e432a69b745c5" /><Relationship Type="http://schemas.openxmlformats.org/officeDocument/2006/relationships/notesMaster" Target="/ppt/notesMasters/notesMaster1.xml" Id="R9e9a15d0bc274248" /><Relationship Type="http://schemas.openxmlformats.org/officeDocument/2006/relationships/presProps" Target="/ppt/presProps.xml" Id="R820aca985f85454c" /><Relationship Type="http://schemas.openxmlformats.org/officeDocument/2006/relationships/viewProps" Target="/ppt/viewProps.xml" Id="Rff50c8d389e54fff" /><Relationship Type="http://schemas.openxmlformats.org/officeDocument/2006/relationships/tableStyles" Target="/ppt/tableStyles.xml" Id="R22024da4b24345d7" /><Relationship Type="http://schemas.openxmlformats.org/officeDocument/2006/relationships/font" Target="/ppt/fonts/font.dat" Id="Rc3d6ceeae3e24877" /><Relationship Type="http://schemas.openxmlformats.org/officeDocument/2006/relationships/slide" Target="/ppt/slides/slide1.xml" Id="Re59986b64a074725" /><Relationship Type="http://schemas.openxmlformats.org/officeDocument/2006/relationships/slide" Target="/ppt/slides/slide2.xml" Id="Rb4655916410b413b" /><Relationship Type="http://schemas.openxmlformats.org/officeDocument/2006/relationships/slide" Target="/ppt/slides/slide3.xml" Id="R0066aa724a124b20" /><Relationship Type="http://schemas.openxmlformats.org/officeDocument/2006/relationships/slide" Target="/ppt/slides/slide4.xml" Id="R33d6f1841ffa4e1b" /><Relationship Type="http://schemas.openxmlformats.org/officeDocument/2006/relationships/slide" Target="/ppt/slides/slide5.xml" Id="R5ef613087fd846c6" /><Relationship Type="http://schemas.openxmlformats.org/officeDocument/2006/relationships/slide" Target="/ppt/slides/slide6.xml" Id="Rbc675149d06546ae" /><Relationship Type="http://schemas.openxmlformats.org/officeDocument/2006/relationships/slide" Target="/ppt/slides/slide7.xml" Id="Rc6bf029011f04e34" /><Relationship Type="http://schemas.openxmlformats.org/officeDocument/2006/relationships/slide" Target="/ppt/slides/slide8.xml" Id="R49d535ecb54d4fe0" /><Relationship Type="http://schemas.openxmlformats.org/officeDocument/2006/relationships/slide" Target="/ppt/slides/slide9.xml" Id="R5be0bd72d33744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c610a0ab7841b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32cf855021d4248" /><Relationship Type="http://schemas.openxmlformats.org/officeDocument/2006/relationships/notesMaster" Target="/ppt/notesMasters/notesMaster1.xml" Id="Rf814a33e93e849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6d148c0f184f16" /><Relationship Type="http://schemas.openxmlformats.org/officeDocument/2006/relationships/notesMaster" Target="/ppt/notesMasters/notesMaster1.xml" Id="R83ef2ebca96347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7d2f3ba0894f61" /><Relationship Type="http://schemas.openxmlformats.org/officeDocument/2006/relationships/notesMaster" Target="/ppt/notesMasters/notesMaster1.xml" Id="Rc750a216883944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6b2fbd33524d5d" /><Relationship Type="http://schemas.openxmlformats.org/officeDocument/2006/relationships/notesMaster" Target="/ppt/notesMasters/notesMaster1.xml" Id="R163bb936a5a84e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17f95a473c4e38" /><Relationship Type="http://schemas.openxmlformats.org/officeDocument/2006/relationships/notesMaster" Target="/ppt/notesMasters/notesMaster1.xml" Id="R6d39aac2ba2341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ff8db073bac458a" /><Relationship Type="http://schemas.openxmlformats.org/officeDocument/2006/relationships/notesMaster" Target="/ppt/notesMasters/notesMaster1.xml" Id="Re95ea7e9393f4f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ef33cb538a46b7" /><Relationship Type="http://schemas.openxmlformats.org/officeDocument/2006/relationships/notesMaster" Target="/ppt/notesMasters/notesMaster1.xml" Id="R0eef067602f341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9b887c335a4513" /><Relationship Type="http://schemas.openxmlformats.org/officeDocument/2006/relationships/notesMaster" Target="/ppt/notesMasters/notesMaster1.xml" Id="Rea65df61888e48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5fce29727349e7" /><Relationship Type="http://schemas.openxmlformats.org/officeDocument/2006/relationships/notesMaster" Target="/ppt/notesMasters/notesMaster1.xml" Id="Rb64ca1dfda124a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e68f514b7048af" /><Relationship Type="http://schemas.openxmlformats.org/officeDocument/2006/relationships/image" Target="/ppt/media/image.png" Id="R90129f44247048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4cf7c1dfe9417d" /><Relationship Type="http://schemas.openxmlformats.org/officeDocument/2006/relationships/image" Target="/ppt/media/image.png" Id="Rcbc052db3b6a4c1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cd73159aa44b7d" /><Relationship Type="http://schemas.openxmlformats.org/officeDocument/2006/relationships/image" Target="/ppt/media/image.png" Id="R9d12a4e1ccbf46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d6e713ebc941cd" /><Relationship Type="http://schemas.openxmlformats.org/officeDocument/2006/relationships/image" Target="/ppt/media/image.png" Id="R0a45b89a845f42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7fbe4556e34d88" /><Relationship Type="http://schemas.openxmlformats.org/officeDocument/2006/relationships/image" Target="/ppt/media/image.png" Id="R3ddb4276fa9a4bd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5ab7726be74a11" /><Relationship Type="http://schemas.openxmlformats.org/officeDocument/2006/relationships/image" Target="/ppt/media/image.png" Id="R22bc0901cacc46a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6a88ec74804360" /><Relationship Type="http://schemas.openxmlformats.org/officeDocument/2006/relationships/image" Target="/ppt/media/image.png" Id="Rc6d46e867f0c4f7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a2a00fe5b64bef" /><Relationship Type="http://schemas.openxmlformats.org/officeDocument/2006/relationships/image" Target="/ppt/media/image.png" Id="Rb6c8892268e6402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5231131e2449c1" /><Relationship Type="http://schemas.openxmlformats.org/officeDocument/2006/relationships/image" Target="/ppt/media/image.png" Id="Rb7836ad108124bc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762538fcf43a2" /><Relationship Type="http://schemas.openxmlformats.org/officeDocument/2006/relationships/image" Target="/ppt/media/image.png" Id="Rd03f2f2f4d1b431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9e09a1af4643b1" /><Relationship Type="http://schemas.openxmlformats.org/officeDocument/2006/relationships/image" Target="/ppt/media/image.png" Id="Rc2a82153d06c4c5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129f442470484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bc052db3b6a4c1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d12a4e1ccbf46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a45b89a845f424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db4276fa9a4bd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2bc0901cacc46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d46e867f0c4f7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6c8892268e6402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836ad108124bc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3f2f2f4d1b43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a82153d06c4c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eb2de5f4a04846" /><Relationship Type="http://schemas.openxmlformats.org/officeDocument/2006/relationships/slideLayout" Target="/ppt/slideLayouts/slideLayout1.xml" Id="R94727401eaf24437" /><Relationship Type="http://schemas.openxmlformats.org/officeDocument/2006/relationships/slideLayout" Target="/ppt/slideLayouts/slideLayout2.xml" Id="R91c853d820784ef7" /><Relationship Type="http://schemas.openxmlformats.org/officeDocument/2006/relationships/slideLayout" Target="/ppt/slideLayouts/slideLayout3.xml" Id="R117e4c9e8e07417f" /><Relationship Type="http://schemas.openxmlformats.org/officeDocument/2006/relationships/slideLayout" Target="/ppt/slideLayouts/slideLayout4.xml" Id="Rc4bbb1df15d84624" /><Relationship Type="http://schemas.openxmlformats.org/officeDocument/2006/relationships/slideLayout" Target="/ppt/slideLayouts/slideLayout5.xml" Id="Rd3d77b6a32754672" /><Relationship Type="http://schemas.openxmlformats.org/officeDocument/2006/relationships/slideLayout" Target="/ppt/slideLayouts/slideLayout6.xml" Id="R1bddce5e9a184d96" /><Relationship Type="http://schemas.openxmlformats.org/officeDocument/2006/relationships/slideLayout" Target="/ppt/slideLayouts/slideLayout7.xml" Id="R3fc32416db5947f1" /><Relationship Type="http://schemas.openxmlformats.org/officeDocument/2006/relationships/slideLayout" Target="/ppt/slideLayouts/slideLayout8.xml" Id="R36fa2db855814c06" /><Relationship Type="http://schemas.openxmlformats.org/officeDocument/2006/relationships/slideLayout" Target="/ppt/slideLayouts/slideLayout9.xml" Id="Rf24f639d04b84e96" /><Relationship Type="http://schemas.openxmlformats.org/officeDocument/2006/relationships/slideLayout" Target="/ppt/slideLayouts/slideLayout10.xml" Id="R604d06ce14904c23" /><Relationship Type="http://schemas.openxmlformats.org/officeDocument/2006/relationships/slideLayout" Target="/ppt/slideLayouts/slideLayout11.xml" Id="Rfc060c64c0f84ef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727401eaf24437"/>
    <p:sldLayoutId xmlns:r="http://schemas.openxmlformats.org/officeDocument/2006/relationships" id="2147483650" r:id="R91c853d820784ef7"/>
    <p:sldLayoutId xmlns:r="http://schemas.openxmlformats.org/officeDocument/2006/relationships" id="2147483651" r:id="R117e4c9e8e07417f"/>
    <p:sldLayoutId xmlns:r="http://schemas.openxmlformats.org/officeDocument/2006/relationships" id="2147483652" r:id="Rc4bbb1df15d84624"/>
    <p:sldLayoutId xmlns:r="http://schemas.openxmlformats.org/officeDocument/2006/relationships" id="2147483653" r:id="Rd3d77b6a32754672"/>
    <p:sldLayoutId xmlns:r="http://schemas.openxmlformats.org/officeDocument/2006/relationships" id="2147483654" r:id="R1bddce5e9a184d96"/>
    <p:sldLayoutId xmlns:r="http://schemas.openxmlformats.org/officeDocument/2006/relationships" id="2147483655" r:id="R3fc32416db5947f1"/>
    <p:sldLayoutId xmlns:r="http://schemas.openxmlformats.org/officeDocument/2006/relationships" id="2147483656" r:id="R36fa2db855814c06"/>
    <p:sldLayoutId xmlns:r="http://schemas.openxmlformats.org/officeDocument/2006/relationships" id="2147483657" r:id="Rf24f639d04b84e96"/>
    <p:sldLayoutId xmlns:r="http://schemas.openxmlformats.org/officeDocument/2006/relationships" id="2147483658" r:id="R604d06ce14904c23"/>
    <p:sldLayoutId xmlns:r="http://schemas.openxmlformats.org/officeDocument/2006/relationships" id="2147483659" r:id="Rfc060c64c0f84ef3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bfce8797944ff" /><Relationship Type="http://schemas.openxmlformats.org/officeDocument/2006/relationships/notesSlide" Target="/ppt/notesSlides/notesSlide1.xml" Id="R9548f7070b764f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086ae086ad644ac" /><Relationship Type="http://schemas.openxmlformats.org/officeDocument/2006/relationships/notesSlide" Target="/ppt/notesSlides/notesSlide2.xml" Id="R39960e77044343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423a4934e264818" /><Relationship Type="http://schemas.openxmlformats.org/officeDocument/2006/relationships/notesSlide" Target="/ppt/notesSlides/notesSlide3.xml" Id="Rfef8e50acc074c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324917465e4112" /><Relationship Type="http://schemas.openxmlformats.org/officeDocument/2006/relationships/notesSlide" Target="/ppt/notesSlides/notesSlide4.xml" Id="R6c3b3dac29b141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fe3f0d47af49aa" /><Relationship Type="http://schemas.openxmlformats.org/officeDocument/2006/relationships/notesSlide" Target="/ppt/notesSlides/notesSlide5.xml" Id="Rbf243c09f8864d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bbae6972974dd0" /><Relationship Type="http://schemas.openxmlformats.org/officeDocument/2006/relationships/notesSlide" Target="/ppt/notesSlides/notesSlide6.xml" Id="Rc93ed326c58443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34284ad17b4786" /><Relationship Type="http://schemas.openxmlformats.org/officeDocument/2006/relationships/notesSlide" Target="/ppt/notesSlides/notesSlide7.xml" Id="R51e3e39c79ef4e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069f6768734735" /><Relationship Type="http://schemas.openxmlformats.org/officeDocument/2006/relationships/notesSlide" Target="/ppt/notesSlides/notesSlide8.xml" Id="R5990faee3b7840f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0c26f038e14d56" /><Relationship Type="http://schemas.openxmlformats.org/officeDocument/2006/relationships/notesSlide" Target="/ppt/notesSlides/notesSlide9.xml" Id="R8034da015f4b47d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Reliable Menus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an invalid menu choice repeat instead of setting running to False?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When the user enters 2, which statement changes running and what message appears after the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menu input be updated inside the while loop?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counts how many times the user chooses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Store 0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before the loop and add 1 each time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displayed. After the loop,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"Greetings: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"3: help"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Add an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that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"Help: choose a number."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change the invalid-input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show the help message, the invalid message,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92658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travel-planner menu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bus, 2: walk, 3: leave"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Boolean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flag, and if,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the choices.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ask for a bus stop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stop:"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"Walk selected."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stop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"Planner closed."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1, 2 or 3."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choice.lower()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1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=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1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"Choose 1 or 2."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1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1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"Menu closed."</a:t>
            </a:r>
            <a:r>
              <a:rPr sz="11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running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"True"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True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choice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"1: greet, 2: leave: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choice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"2"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    running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False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2026-09-28T08:28:18.8460000Z</dcterms:created>
  <dcterms:modified xsi:type="dcterms:W3CDTF">2026-09-28T08:28:18.8460000Z</dcterms:modified>
</coreProperties>
</file>