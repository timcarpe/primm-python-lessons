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2b64f94a7d42d0" /><Relationship Type="http://schemas.openxmlformats.org/officeDocument/2006/relationships/extended-properties" Target="/docProps/app.xml" Id="R2831484c41d04181" /><Relationship Type="http://schemas.openxmlformats.org/officeDocument/2006/relationships/officeDocument" Target="/ppt/presentation.xml" Id="R09f34d689c574dd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533950a810a4d4c"/>
  </p:sldMasterIdLst>
  <p:notesMasterIdLst>
    <p:notesMasterId xmlns:r="http://schemas.openxmlformats.org/officeDocument/2006/relationships" r:id="Ra37c0195fefc4d67"/>
  </p:notesMasterIdLst>
  <p:sldIdLst>
    <p:sldId xmlns:r="http://schemas.openxmlformats.org/officeDocument/2006/relationships" id="256" r:id="Rf544ca955c484560"/>
    <p:sldId xmlns:r="http://schemas.openxmlformats.org/officeDocument/2006/relationships" id="257" r:id="Rc515586090e8423c"/>
    <p:sldId xmlns:r="http://schemas.openxmlformats.org/officeDocument/2006/relationships" id="258" r:id="R731fdbe9dfca4405"/>
    <p:sldId xmlns:r="http://schemas.openxmlformats.org/officeDocument/2006/relationships" id="259" r:id="R0757bc657e5a445d"/>
    <p:sldId xmlns:r="http://schemas.openxmlformats.org/officeDocument/2006/relationships" id="260" r:id="R1fb3cad1ae7045be"/>
    <p:sldId xmlns:r="http://schemas.openxmlformats.org/officeDocument/2006/relationships" id="261" r:id="R5662f1d244f14fdf"/>
    <p:sldId xmlns:r="http://schemas.openxmlformats.org/officeDocument/2006/relationships" id="262" r:id="R72be2c6ba7324944"/>
    <p:sldId xmlns:r="http://schemas.openxmlformats.org/officeDocument/2006/relationships" id="263" r:id="R3cbfd78203f04a9f"/>
    <p:sldId xmlns:r="http://schemas.openxmlformats.org/officeDocument/2006/relationships" id="264" r:id="Rbb4474e3e80b456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e984d30a8fa4f2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cefb7f9b964eb8" /><Relationship Type="http://schemas.openxmlformats.org/officeDocument/2006/relationships/slideMaster" Target="/ppt/slideMasters/slideMaster1.xml" Id="R5533950a810a4d4c" /><Relationship Type="http://schemas.openxmlformats.org/officeDocument/2006/relationships/notesMaster" Target="/ppt/notesMasters/notesMaster1.xml" Id="Ra37c0195fefc4d67" /><Relationship Type="http://schemas.openxmlformats.org/officeDocument/2006/relationships/presProps" Target="/ppt/presProps.xml" Id="Rf3b0398ac09a4e18" /><Relationship Type="http://schemas.openxmlformats.org/officeDocument/2006/relationships/viewProps" Target="/ppt/viewProps.xml" Id="Rbba347f7218f4a4a" /><Relationship Type="http://schemas.openxmlformats.org/officeDocument/2006/relationships/tableStyles" Target="/ppt/tableStyles.xml" Id="R1b2a5a895aaf4dc8" /><Relationship Type="http://schemas.openxmlformats.org/officeDocument/2006/relationships/font" Target="/ppt/fonts/font.dat" Id="R2e984d30a8fa4f28" /><Relationship Type="http://schemas.openxmlformats.org/officeDocument/2006/relationships/slide" Target="/ppt/slides/slide1.xml" Id="Rf544ca955c484560" /><Relationship Type="http://schemas.openxmlformats.org/officeDocument/2006/relationships/slide" Target="/ppt/slides/slide2.xml" Id="Rc515586090e8423c" /><Relationship Type="http://schemas.openxmlformats.org/officeDocument/2006/relationships/slide" Target="/ppt/slides/slide3.xml" Id="R731fdbe9dfca4405" /><Relationship Type="http://schemas.openxmlformats.org/officeDocument/2006/relationships/slide" Target="/ppt/slides/slide4.xml" Id="R0757bc657e5a445d" /><Relationship Type="http://schemas.openxmlformats.org/officeDocument/2006/relationships/slide" Target="/ppt/slides/slide5.xml" Id="R1fb3cad1ae7045be" /><Relationship Type="http://schemas.openxmlformats.org/officeDocument/2006/relationships/slide" Target="/ppt/slides/slide6.xml" Id="R5662f1d244f14fdf" /><Relationship Type="http://schemas.openxmlformats.org/officeDocument/2006/relationships/slide" Target="/ppt/slides/slide7.xml" Id="R72be2c6ba7324944" /><Relationship Type="http://schemas.openxmlformats.org/officeDocument/2006/relationships/slide" Target="/ppt/slides/slide8.xml" Id="R3cbfd78203f04a9f" /><Relationship Type="http://schemas.openxmlformats.org/officeDocument/2006/relationships/slide" Target="/ppt/slides/slide9.xml" Id="Rbb4474e3e80b45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555687561340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6300edcfc5429c" /><Relationship Type="http://schemas.openxmlformats.org/officeDocument/2006/relationships/notesMaster" Target="/ppt/notesMasters/notesMaster1.xml" Id="Rce8556a5b46944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5672877ca3483c" /><Relationship Type="http://schemas.openxmlformats.org/officeDocument/2006/relationships/notesMaster" Target="/ppt/notesMasters/notesMaster1.xml" Id="R6ff530f6033241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9d46c7056945a1" /><Relationship Type="http://schemas.openxmlformats.org/officeDocument/2006/relationships/notesMaster" Target="/ppt/notesMasters/notesMaster1.xml" Id="R6a137dad61fd47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6bcee017d240b2" /><Relationship Type="http://schemas.openxmlformats.org/officeDocument/2006/relationships/notesMaster" Target="/ppt/notesMasters/notesMaster1.xml" Id="R4eb10d739bbe44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188c55f2ce4f2f" /><Relationship Type="http://schemas.openxmlformats.org/officeDocument/2006/relationships/notesMaster" Target="/ppt/notesMasters/notesMaster1.xml" Id="Rc34a4104ceca4e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9198b3b0de44b8" /><Relationship Type="http://schemas.openxmlformats.org/officeDocument/2006/relationships/notesMaster" Target="/ppt/notesMasters/notesMaster1.xml" Id="Rf1772ff1113e4b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2ceb2a22cf4f00" /><Relationship Type="http://schemas.openxmlformats.org/officeDocument/2006/relationships/notesMaster" Target="/ppt/notesMasters/notesMaster1.xml" Id="R8247ee7a01604d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e76e850a274478" /><Relationship Type="http://schemas.openxmlformats.org/officeDocument/2006/relationships/notesMaster" Target="/ppt/notesMasters/notesMaster1.xml" Id="Rdf9265fe9c3549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4d34e234514e66" /><Relationship Type="http://schemas.openxmlformats.org/officeDocument/2006/relationships/notesMaster" Target="/ppt/notesMasters/notesMaster1.xml" Id="Rb1f4517efa3a4d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03011f77bb48e4" /><Relationship Type="http://schemas.openxmlformats.org/officeDocument/2006/relationships/image" Target="/ppt/media/image.png" Id="R8888a6b3821e424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ade72a8d8a4abb" /><Relationship Type="http://schemas.openxmlformats.org/officeDocument/2006/relationships/image" Target="/ppt/media/image.png" Id="R844601a0ae724bb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a16ff128e0462d" /><Relationship Type="http://schemas.openxmlformats.org/officeDocument/2006/relationships/image" Target="/ppt/media/image.png" Id="R200bd853621740f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49fea41ba472f" /><Relationship Type="http://schemas.openxmlformats.org/officeDocument/2006/relationships/image" Target="/ppt/media/image.png" Id="Rac2ca79c837f4a7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8b3e3709414250" /><Relationship Type="http://schemas.openxmlformats.org/officeDocument/2006/relationships/image" Target="/ppt/media/image.png" Id="Rf35d10c0f1f247e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a6133227ec4908" /><Relationship Type="http://schemas.openxmlformats.org/officeDocument/2006/relationships/image" Target="/ppt/media/image.png" Id="R33ad2b98a40b4d4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5c2ef8d13e4026" /><Relationship Type="http://schemas.openxmlformats.org/officeDocument/2006/relationships/image" Target="/ppt/media/image.png" Id="R4f787d7702df485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0e99453164ce7" /><Relationship Type="http://schemas.openxmlformats.org/officeDocument/2006/relationships/image" Target="/ppt/media/image.png" Id="R78027389b5e545d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b371fa35874f74" /><Relationship Type="http://schemas.openxmlformats.org/officeDocument/2006/relationships/image" Target="/ppt/media/image.png" Id="Rb89827e493b64f5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6884941a1e40ed" /><Relationship Type="http://schemas.openxmlformats.org/officeDocument/2006/relationships/image" Target="/ppt/media/image.png" Id="Ra678b1bf7cae4bf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25d59960744b70" /><Relationship Type="http://schemas.openxmlformats.org/officeDocument/2006/relationships/image" Target="/ppt/media/image.png" Id="R47eed3ea454a4f2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88a6b3821e424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4601a0ae724b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0bd853621740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2ca79c837f4a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5d10c0f1f247e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ad2b98a40b4d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787d7702df485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027389b5e545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9827e493b64f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78b1bf7cae4bf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eed3ea454a4f2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3abb42fb8f41c0" /><Relationship Type="http://schemas.openxmlformats.org/officeDocument/2006/relationships/slideLayout" Target="/ppt/slideLayouts/slideLayout1.xml" Id="Rd3fe58a6547a48d6" /><Relationship Type="http://schemas.openxmlformats.org/officeDocument/2006/relationships/slideLayout" Target="/ppt/slideLayouts/slideLayout2.xml" Id="R68362db0d1784229" /><Relationship Type="http://schemas.openxmlformats.org/officeDocument/2006/relationships/slideLayout" Target="/ppt/slideLayouts/slideLayout3.xml" Id="Rf29439f89cf34c93" /><Relationship Type="http://schemas.openxmlformats.org/officeDocument/2006/relationships/slideLayout" Target="/ppt/slideLayouts/slideLayout4.xml" Id="Rdfd5ce8e91564ed1" /><Relationship Type="http://schemas.openxmlformats.org/officeDocument/2006/relationships/slideLayout" Target="/ppt/slideLayouts/slideLayout5.xml" Id="Reaf40539ee484765" /><Relationship Type="http://schemas.openxmlformats.org/officeDocument/2006/relationships/slideLayout" Target="/ppt/slideLayouts/slideLayout6.xml" Id="R4cb06fdcb43742bc" /><Relationship Type="http://schemas.openxmlformats.org/officeDocument/2006/relationships/slideLayout" Target="/ppt/slideLayouts/slideLayout7.xml" Id="R63e978b50ef14426" /><Relationship Type="http://schemas.openxmlformats.org/officeDocument/2006/relationships/slideLayout" Target="/ppt/slideLayouts/slideLayout8.xml" Id="Red68baf0cb5f47ef" /><Relationship Type="http://schemas.openxmlformats.org/officeDocument/2006/relationships/slideLayout" Target="/ppt/slideLayouts/slideLayout9.xml" Id="Rfdbefa1879c94028" /><Relationship Type="http://schemas.openxmlformats.org/officeDocument/2006/relationships/slideLayout" Target="/ppt/slideLayouts/slideLayout10.xml" Id="Rff1e29b26f2b48e1" /><Relationship Type="http://schemas.openxmlformats.org/officeDocument/2006/relationships/slideLayout" Target="/ppt/slideLayouts/slideLayout11.xml" Id="R04321b1453714cc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fe58a6547a48d6"/>
    <p:sldLayoutId xmlns:r="http://schemas.openxmlformats.org/officeDocument/2006/relationships" id="2147483650" r:id="R68362db0d1784229"/>
    <p:sldLayoutId xmlns:r="http://schemas.openxmlformats.org/officeDocument/2006/relationships" id="2147483651" r:id="Rf29439f89cf34c93"/>
    <p:sldLayoutId xmlns:r="http://schemas.openxmlformats.org/officeDocument/2006/relationships" id="2147483652" r:id="Rdfd5ce8e91564ed1"/>
    <p:sldLayoutId xmlns:r="http://schemas.openxmlformats.org/officeDocument/2006/relationships" id="2147483653" r:id="Reaf40539ee484765"/>
    <p:sldLayoutId xmlns:r="http://schemas.openxmlformats.org/officeDocument/2006/relationships" id="2147483654" r:id="R4cb06fdcb43742bc"/>
    <p:sldLayoutId xmlns:r="http://schemas.openxmlformats.org/officeDocument/2006/relationships" id="2147483655" r:id="R63e978b50ef14426"/>
    <p:sldLayoutId xmlns:r="http://schemas.openxmlformats.org/officeDocument/2006/relationships" id="2147483656" r:id="Red68baf0cb5f47ef"/>
    <p:sldLayoutId xmlns:r="http://schemas.openxmlformats.org/officeDocument/2006/relationships" id="2147483657" r:id="Rfdbefa1879c94028"/>
    <p:sldLayoutId xmlns:r="http://schemas.openxmlformats.org/officeDocument/2006/relationships" id="2147483658" r:id="Rff1e29b26f2b48e1"/>
    <p:sldLayoutId xmlns:r="http://schemas.openxmlformats.org/officeDocument/2006/relationships" id="2147483659" r:id="R04321b1453714cc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177d6b6dc4015" /><Relationship Type="http://schemas.openxmlformats.org/officeDocument/2006/relationships/notesSlide" Target="/ppt/notesSlides/notesSlide1.xml" Id="R240a14b85bd34e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9fc4d50fbc4eda" /><Relationship Type="http://schemas.openxmlformats.org/officeDocument/2006/relationships/notesSlide" Target="/ppt/notesSlides/notesSlide2.xml" Id="Rdce285ad235d43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26ae5731464f25" /><Relationship Type="http://schemas.openxmlformats.org/officeDocument/2006/relationships/notesSlide" Target="/ppt/notesSlides/notesSlide3.xml" Id="Rc08102000bad46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4072bb52564e23" /><Relationship Type="http://schemas.openxmlformats.org/officeDocument/2006/relationships/notesSlide" Target="/ppt/notesSlides/notesSlide4.xml" Id="R6fb9ca2a022449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3e4e217c154f52" /><Relationship Type="http://schemas.openxmlformats.org/officeDocument/2006/relationships/notesSlide" Target="/ppt/notesSlides/notesSlide5.xml" Id="R6d4de1ca846448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852e7df73748d4" /><Relationship Type="http://schemas.openxmlformats.org/officeDocument/2006/relationships/notesSlide" Target="/ppt/notesSlides/notesSlide6.xml" Id="R1b5efa93dc9f45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b1638b61414e20" /><Relationship Type="http://schemas.openxmlformats.org/officeDocument/2006/relationships/notesSlide" Target="/ppt/notesSlides/notesSlide7.xml" Id="Rdbfdd7f4609441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e01b8e49cb4bb5" /><Relationship Type="http://schemas.openxmlformats.org/officeDocument/2006/relationships/notesSlide" Target="/ppt/notesSlides/notesSlide8.xml" Id="R01eaeb4260c244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81978f01914bc4" /><Relationship Type="http://schemas.openxmlformats.org/officeDocument/2006/relationships/notesSlide" Target="/ppt/notesSlides/notesSlide9.xml" Id="Rc7c7a46d4cac41d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Reliable Menus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an invalid menu choice repeat instead of setting running to False?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When the user enters 2, which statement changes running and what message appears after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menu input be updated inside the while loop?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counts how many times the user chooses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Store 0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loop and add 1 each time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displayed.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"Greetings:"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"Greetings: 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menu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"3: help"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an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that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"Help: choose a number."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change the invalid-input message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1, 2 or 3."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show the help message, the invalid message,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2658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travel-planner menu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bus, 2: walk, 3: leave"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with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Boolean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flag, and if,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the choices.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bus stop and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stop:"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 selected."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stop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"Planner closed."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1, 2 or 3."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"True"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2026-09-28T06:19:15.3330000Z</dcterms:created>
  <dcterms:modified xsi:type="dcterms:W3CDTF">2026-09-28T06:19:15.3330000Z</dcterms:modified>
</coreProperties>
</file>