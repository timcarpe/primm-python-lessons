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e1f9a916814265" /><Relationship Type="http://schemas.openxmlformats.org/officeDocument/2006/relationships/extended-properties" Target="/docProps/app.xml" Id="R12e28faa67614a30" /><Relationship Type="http://schemas.openxmlformats.org/officeDocument/2006/relationships/officeDocument" Target="/ppt/presentation.xml" Id="R61b2ef46fc3d413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b11772833014a72"/>
  </p:sldMasterIdLst>
  <p:notesMasterIdLst>
    <p:notesMasterId xmlns:r="http://schemas.openxmlformats.org/officeDocument/2006/relationships" r:id="Re40aeab7597a487f"/>
  </p:notesMasterIdLst>
  <p:sldIdLst>
    <p:sldId xmlns:r="http://schemas.openxmlformats.org/officeDocument/2006/relationships" id="256" r:id="R5ad27c7189df4213"/>
    <p:sldId xmlns:r="http://schemas.openxmlformats.org/officeDocument/2006/relationships" id="257" r:id="Rcb5ad852be444506"/>
    <p:sldId xmlns:r="http://schemas.openxmlformats.org/officeDocument/2006/relationships" id="258" r:id="Ree2d2c2354f14cce"/>
    <p:sldId xmlns:r="http://schemas.openxmlformats.org/officeDocument/2006/relationships" id="259" r:id="R552501f384b94cd3"/>
    <p:sldId xmlns:r="http://schemas.openxmlformats.org/officeDocument/2006/relationships" id="260" r:id="R1c84eece49754fdb"/>
    <p:sldId xmlns:r="http://schemas.openxmlformats.org/officeDocument/2006/relationships" id="261" r:id="R44f8be10100f49e9"/>
    <p:sldId xmlns:r="http://schemas.openxmlformats.org/officeDocument/2006/relationships" id="262" r:id="R33822136c4994433"/>
    <p:sldId xmlns:r="http://schemas.openxmlformats.org/officeDocument/2006/relationships" id="263" r:id="Rcd63c8b75af44103"/>
    <p:sldId xmlns:r="http://schemas.openxmlformats.org/officeDocument/2006/relationships" id="264" r:id="Rd60e050543f6482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cf9310855b746a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d3f9afc048455b" /><Relationship Type="http://schemas.openxmlformats.org/officeDocument/2006/relationships/slideMaster" Target="/ppt/slideMasters/slideMaster1.xml" Id="R3b11772833014a72" /><Relationship Type="http://schemas.openxmlformats.org/officeDocument/2006/relationships/notesMaster" Target="/ppt/notesMasters/notesMaster1.xml" Id="Re40aeab7597a487f" /><Relationship Type="http://schemas.openxmlformats.org/officeDocument/2006/relationships/presProps" Target="/ppt/presProps.xml" Id="R8938a7bb1c4442aa" /><Relationship Type="http://schemas.openxmlformats.org/officeDocument/2006/relationships/viewProps" Target="/ppt/viewProps.xml" Id="R33be99f536d44826" /><Relationship Type="http://schemas.openxmlformats.org/officeDocument/2006/relationships/tableStyles" Target="/ppt/tableStyles.xml" Id="Ra02256fc828d48bc" /><Relationship Type="http://schemas.openxmlformats.org/officeDocument/2006/relationships/font" Target="/ppt/fonts/font.dat" Id="R2cf9310855b746a9" /><Relationship Type="http://schemas.openxmlformats.org/officeDocument/2006/relationships/slide" Target="/ppt/slides/slide1.xml" Id="R5ad27c7189df4213" /><Relationship Type="http://schemas.openxmlformats.org/officeDocument/2006/relationships/slide" Target="/ppt/slides/slide2.xml" Id="Rcb5ad852be444506" /><Relationship Type="http://schemas.openxmlformats.org/officeDocument/2006/relationships/slide" Target="/ppt/slides/slide3.xml" Id="Ree2d2c2354f14cce" /><Relationship Type="http://schemas.openxmlformats.org/officeDocument/2006/relationships/slide" Target="/ppt/slides/slide4.xml" Id="R552501f384b94cd3" /><Relationship Type="http://schemas.openxmlformats.org/officeDocument/2006/relationships/slide" Target="/ppt/slides/slide5.xml" Id="R1c84eece49754fdb" /><Relationship Type="http://schemas.openxmlformats.org/officeDocument/2006/relationships/slide" Target="/ppt/slides/slide6.xml" Id="R44f8be10100f49e9" /><Relationship Type="http://schemas.openxmlformats.org/officeDocument/2006/relationships/slide" Target="/ppt/slides/slide7.xml" Id="R33822136c4994433" /><Relationship Type="http://schemas.openxmlformats.org/officeDocument/2006/relationships/slide" Target="/ppt/slides/slide8.xml" Id="Rcd63c8b75af44103" /><Relationship Type="http://schemas.openxmlformats.org/officeDocument/2006/relationships/slide" Target="/ppt/slides/slide9.xml" Id="Rd60e050543f6482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e3e7e486f048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c0093695dd5400a" /><Relationship Type="http://schemas.openxmlformats.org/officeDocument/2006/relationships/notesMaster" Target="/ppt/notesMasters/notesMaster1.xml" Id="R0897c4456b15498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5a0333388b42ae" /><Relationship Type="http://schemas.openxmlformats.org/officeDocument/2006/relationships/notesMaster" Target="/ppt/notesMasters/notesMaster1.xml" Id="R09576fd056254f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afbb640e454ff5" /><Relationship Type="http://schemas.openxmlformats.org/officeDocument/2006/relationships/notesMaster" Target="/ppt/notesMasters/notesMaster1.xml" Id="Recbf3e1ec28d4c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1b920f7c978498f" /><Relationship Type="http://schemas.openxmlformats.org/officeDocument/2006/relationships/notesMaster" Target="/ppt/notesMasters/notesMaster1.xml" Id="R96c28a80975448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ae0d179af44af7" /><Relationship Type="http://schemas.openxmlformats.org/officeDocument/2006/relationships/notesMaster" Target="/ppt/notesMasters/notesMaster1.xml" Id="R87858be5a2a242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b9369700374d70" /><Relationship Type="http://schemas.openxmlformats.org/officeDocument/2006/relationships/notesMaster" Target="/ppt/notesMasters/notesMaster1.xml" Id="R66891c1f3df647f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0e145db48e431f" /><Relationship Type="http://schemas.openxmlformats.org/officeDocument/2006/relationships/notesMaster" Target="/ppt/notesMasters/notesMaster1.xml" Id="R363166daf6d14f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5e90ff755e4212" /><Relationship Type="http://schemas.openxmlformats.org/officeDocument/2006/relationships/notesMaster" Target="/ppt/notesMasters/notesMaster1.xml" Id="Rd7d2f2b63fb14fc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d16c63011d44a9" /><Relationship Type="http://schemas.openxmlformats.org/officeDocument/2006/relationships/notesMaster" Target="/ppt/notesMasters/notesMaster1.xml" Id="Re037bb41555146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56b50b2acf484c" /><Relationship Type="http://schemas.openxmlformats.org/officeDocument/2006/relationships/image" Target="/ppt/media/image.png" Id="R0cc1504de0134f0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af52c8ffb84045" /><Relationship Type="http://schemas.openxmlformats.org/officeDocument/2006/relationships/image" Target="/ppt/media/image.png" Id="Ref447e620a8d428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1a4ddbffef4e81" /><Relationship Type="http://schemas.openxmlformats.org/officeDocument/2006/relationships/image" Target="/ppt/media/image.png" Id="R81a2dd9bde6f4ff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57eb893e9c40cc" /><Relationship Type="http://schemas.openxmlformats.org/officeDocument/2006/relationships/image" Target="/ppt/media/image.png" Id="R52335c8b989b4c7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87f0a2773b4621" /><Relationship Type="http://schemas.openxmlformats.org/officeDocument/2006/relationships/image" Target="/ppt/media/image.png" Id="R5a08b8cf8c554b8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703e09d1bb48c9" /><Relationship Type="http://schemas.openxmlformats.org/officeDocument/2006/relationships/image" Target="/ppt/media/image.png" Id="Rb24471eb1b3a4c1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e5b64eef364fcf" /><Relationship Type="http://schemas.openxmlformats.org/officeDocument/2006/relationships/image" Target="/ppt/media/image.png" Id="R2b9c5579a31f4df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f5b1b4a2a24a74" /><Relationship Type="http://schemas.openxmlformats.org/officeDocument/2006/relationships/image" Target="/ppt/media/image.png" Id="R7f33c508f64b42a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26d3367c284a95" /><Relationship Type="http://schemas.openxmlformats.org/officeDocument/2006/relationships/image" Target="/ppt/media/image.png" Id="R17a8b154442d4bf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de7eb0c68e46da" /><Relationship Type="http://schemas.openxmlformats.org/officeDocument/2006/relationships/image" Target="/ppt/media/image.png" Id="R27cedec683c6474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282f7fd5ea461b" /><Relationship Type="http://schemas.openxmlformats.org/officeDocument/2006/relationships/image" Target="/ppt/media/image.png" Id="R0a0e375f76c0423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c1504de0134f06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f447e620a8d428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a2dd9bde6f4ff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335c8b989b4c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a08b8cf8c554b8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4471eb1b3a4c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9c5579a31f4df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f33c508f64b42a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a8b154442d4b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7cedec683c6474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0e375f76c0423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a083a2ceb2409d" /><Relationship Type="http://schemas.openxmlformats.org/officeDocument/2006/relationships/slideLayout" Target="/ppt/slideLayouts/slideLayout1.xml" Id="Raec37c7b6f124c59" /><Relationship Type="http://schemas.openxmlformats.org/officeDocument/2006/relationships/slideLayout" Target="/ppt/slideLayouts/slideLayout2.xml" Id="R868c93621a074d34" /><Relationship Type="http://schemas.openxmlformats.org/officeDocument/2006/relationships/slideLayout" Target="/ppt/slideLayouts/slideLayout3.xml" Id="R020ab52b25b0428f" /><Relationship Type="http://schemas.openxmlformats.org/officeDocument/2006/relationships/slideLayout" Target="/ppt/slideLayouts/slideLayout4.xml" Id="R857948b42a534250" /><Relationship Type="http://schemas.openxmlformats.org/officeDocument/2006/relationships/slideLayout" Target="/ppt/slideLayouts/slideLayout5.xml" Id="Rf41422a2d94749be" /><Relationship Type="http://schemas.openxmlformats.org/officeDocument/2006/relationships/slideLayout" Target="/ppt/slideLayouts/slideLayout6.xml" Id="R355f0c3b8af54c64" /><Relationship Type="http://schemas.openxmlformats.org/officeDocument/2006/relationships/slideLayout" Target="/ppt/slideLayouts/slideLayout7.xml" Id="Rbd4c2062074c4468" /><Relationship Type="http://schemas.openxmlformats.org/officeDocument/2006/relationships/slideLayout" Target="/ppt/slideLayouts/slideLayout8.xml" Id="R5633cffd78f1485a" /><Relationship Type="http://schemas.openxmlformats.org/officeDocument/2006/relationships/slideLayout" Target="/ppt/slideLayouts/slideLayout9.xml" Id="R61adfeb09ff54b58" /><Relationship Type="http://schemas.openxmlformats.org/officeDocument/2006/relationships/slideLayout" Target="/ppt/slideLayouts/slideLayout10.xml" Id="Rbb9a816cca5d4386" /><Relationship Type="http://schemas.openxmlformats.org/officeDocument/2006/relationships/slideLayout" Target="/ppt/slideLayouts/slideLayout11.xml" Id="Ra09598cdb11e41d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c37c7b6f124c59"/>
    <p:sldLayoutId xmlns:r="http://schemas.openxmlformats.org/officeDocument/2006/relationships" id="2147483650" r:id="R868c93621a074d34"/>
    <p:sldLayoutId xmlns:r="http://schemas.openxmlformats.org/officeDocument/2006/relationships" id="2147483651" r:id="R020ab52b25b0428f"/>
    <p:sldLayoutId xmlns:r="http://schemas.openxmlformats.org/officeDocument/2006/relationships" id="2147483652" r:id="R857948b42a534250"/>
    <p:sldLayoutId xmlns:r="http://schemas.openxmlformats.org/officeDocument/2006/relationships" id="2147483653" r:id="Rf41422a2d94749be"/>
    <p:sldLayoutId xmlns:r="http://schemas.openxmlformats.org/officeDocument/2006/relationships" id="2147483654" r:id="R355f0c3b8af54c64"/>
    <p:sldLayoutId xmlns:r="http://schemas.openxmlformats.org/officeDocument/2006/relationships" id="2147483655" r:id="Rbd4c2062074c4468"/>
    <p:sldLayoutId xmlns:r="http://schemas.openxmlformats.org/officeDocument/2006/relationships" id="2147483656" r:id="R5633cffd78f1485a"/>
    <p:sldLayoutId xmlns:r="http://schemas.openxmlformats.org/officeDocument/2006/relationships" id="2147483657" r:id="R61adfeb09ff54b58"/>
    <p:sldLayoutId xmlns:r="http://schemas.openxmlformats.org/officeDocument/2006/relationships" id="2147483658" r:id="Rbb9a816cca5d4386"/>
    <p:sldLayoutId xmlns:r="http://schemas.openxmlformats.org/officeDocument/2006/relationships" id="2147483659" r:id="Ra09598cdb11e41d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ad8a41e4394f37" /><Relationship Type="http://schemas.openxmlformats.org/officeDocument/2006/relationships/notesSlide" Target="/ppt/notesSlides/notesSlide1.xml" Id="Rf947435fb10f4de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c0476c47224d37" /><Relationship Type="http://schemas.openxmlformats.org/officeDocument/2006/relationships/notesSlide" Target="/ppt/notesSlides/notesSlide2.xml" Id="Raa2fc53e93664a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7d4fb206a54a5f" /><Relationship Type="http://schemas.openxmlformats.org/officeDocument/2006/relationships/notesSlide" Target="/ppt/notesSlides/notesSlide3.xml" Id="R9b13443447b14c5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e746ddcaaf4a2c" /><Relationship Type="http://schemas.openxmlformats.org/officeDocument/2006/relationships/notesSlide" Target="/ppt/notesSlides/notesSlide4.xml" Id="Rb0d858f4862e41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66942e0df54544" /><Relationship Type="http://schemas.openxmlformats.org/officeDocument/2006/relationships/notesSlide" Target="/ppt/notesSlides/notesSlide5.xml" Id="R0dddff4fdd6d49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d23e423ca2e400a" /><Relationship Type="http://schemas.openxmlformats.org/officeDocument/2006/relationships/notesSlide" Target="/ppt/notesSlides/notesSlide6.xml" Id="Rb1abb95bf53e42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f4db8a4d7b4dc9" /><Relationship Type="http://schemas.openxmlformats.org/officeDocument/2006/relationships/notesSlide" Target="/ppt/notesSlides/notesSlide7.xml" Id="Rad867b6ab71342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266fcbba0a4089" /><Relationship Type="http://schemas.openxmlformats.org/officeDocument/2006/relationships/notesSlide" Target="/ppt/notesSlides/notesSlide8.xml" Id="Rc26e04f4d40f4c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80b306096f4b63" /><Relationship Type="http://schemas.openxmlformats.org/officeDocument/2006/relationships/notesSlide" Target="/ppt/notesSlides/notesSlide9.xml" Id="Reb18fc83f0f74a2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Reliable Menus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an invalid menu choice repeat instead of setting running to False?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When the user enters 2, which statement changes running and what message appears after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menu input be updated inside the while loop?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exit route from 2 to 0. Update the menu prompt and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comparison. Route 1 and invalid input must keep their existing behaviour. Test route 1, the invalid input x, and exit route 0.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route 3 to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"Help: choose a number."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Update the prompt and invalid guidance. Test the path 3, x, 2.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repeating transport menu with two useful routes, one exit route and one invalid-input message. At least one useful route must ask a follow-up question and display a labelled response.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"True"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2026-08-26T04:04:52.4060000Z</dcterms:created>
  <dcterms:modified xsi:type="dcterms:W3CDTF">2026-08-26T04:04:52.4060000Z</dcterms:modified>
</coreProperties>
</file>