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f8a3e3d7204cec" /><Relationship Type="http://schemas.openxmlformats.org/officeDocument/2006/relationships/extended-properties" Target="/docProps/app.xml" Id="Rc21d43ebf15e4c06" /><Relationship Type="http://schemas.openxmlformats.org/officeDocument/2006/relationships/officeDocument" Target="/ppt/presentation.xml" Id="R6a1ec97d2b0e4a6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ab00ab2bd57f4895"/>
  </p:sldMasterIdLst>
  <p:notesMasterIdLst>
    <p:notesMasterId xmlns:r="http://schemas.openxmlformats.org/officeDocument/2006/relationships" r:id="R5a5ac0708d824790"/>
  </p:notesMasterIdLst>
  <p:sldIdLst>
    <p:sldId xmlns:r="http://schemas.openxmlformats.org/officeDocument/2006/relationships" id="256" r:id="Rbae264ff03f847b7"/>
    <p:sldId xmlns:r="http://schemas.openxmlformats.org/officeDocument/2006/relationships" id="257" r:id="R2d6d7af16d6648a1"/>
    <p:sldId xmlns:r="http://schemas.openxmlformats.org/officeDocument/2006/relationships" id="258" r:id="R2749a478db2b4d24"/>
    <p:sldId xmlns:r="http://schemas.openxmlformats.org/officeDocument/2006/relationships" id="259" r:id="R01073a1b4b524c32"/>
    <p:sldId xmlns:r="http://schemas.openxmlformats.org/officeDocument/2006/relationships" id="260" r:id="Rf0539271633442b6"/>
    <p:sldId xmlns:r="http://schemas.openxmlformats.org/officeDocument/2006/relationships" id="261" r:id="R687a708551704404"/>
    <p:sldId xmlns:r="http://schemas.openxmlformats.org/officeDocument/2006/relationships" id="262" r:id="R9d1ce8dadde84e54"/>
    <p:sldId xmlns:r="http://schemas.openxmlformats.org/officeDocument/2006/relationships" id="263" r:id="R63ed6adf9c8b403d"/>
    <p:sldId xmlns:r="http://schemas.openxmlformats.org/officeDocument/2006/relationships" id="264" r:id="Rd7abf0a298264790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4eba46d8c7ad4cc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af770e6e614dec" /><Relationship Type="http://schemas.openxmlformats.org/officeDocument/2006/relationships/slideMaster" Target="/ppt/slideMasters/slideMaster1.xml" Id="Rab00ab2bd57f4895" /><Relationship Type="http://schemas.openxmlformats.org/officeDocument/2006/relationships/notesMaster" Target="/ppt/notesMasters/notesMaster1.xml" Id="R5a5ac0708d824790" /><Relationship Type="http://schemas.openxmlformats.org/officeDocument/2006/relationships/presProps" Target="/ppt/presProps.xml" Id="R80d5ccc709d244d8" /><Relationship Type="http://schemas.openxmlformats.org/officeDocument/2006/relationships/viewProps" Target="/ppt/viewProps.xml" Id="R8a3765a234864673" /><Relationship Type="http://schemas.openxmlformats.org/officeDocument/2006/relationships/tableStyles" Target="/ppt/tableStyles.xml" Id="Rc2d883bd06f34c16" /><Relationship Type="http://schemas.openxmlformats.org/officeDocument/2006/relationships/font" Target="/ppt/fonts/font.dat" Id="R4eba46d8c7ad4cc5" /><Relationship Type="http://schemas.openxmlformats.org/officeDocument/2006/relationships/slide" Target="/ppt/slides/slide1.xml" Id="Rbae264ff03f847b7" /><Relationship Type="http://schemas.openxmlformats.org/officeDocument/2006/relationships/slide" Target="/ppt/slides/slide2.xml" Id="R2d6d7af16d6648a1" /><Relationship Type="http://schemas.openxmlformats.org/officeDocument/2006/relationships/slide" Target="/ppt/slides/slide3.xml" Id="R2749a478db2b4d24" /><Relationship Type="http://schemas.openxmlformats.org/officeDocument/2006/relationships/slide" Target="/ppt/slides/slide4.xml" Id="R01073a1b4b524c32" /><Relationship Type="http://schemas.openxmlformats.org/officeDocument/2006/relationships/slide" Target="/ppt/slides/slide5.xml" Id="Rf0539271633442b6" /><Relationship Type="http://schemas.openxmlformats.org/officeDocument/2006/relationships/slide" Target="/ppt/slides/slide6.xml" Id="R687a708551704404" /><Relationship Type="http://schemas.openxmlformats.org/officeDocument/2006/relationships/slide" Target="/ppt/slides/slide7.xml" Id="R9d1ce8dadde84e54" /><Relationship Type="http://schemas.openxmlformats.org/officeDocument/2006/relationships/slide" Target="/ppt/slides/slide8.xml" Id="R63ed6adf9c8b403d" /><Relationship Type="http://schemas.openxmlformats.org/officeDocument/2006/relationships/slide" Target="/ppt/slides/slide9.xml" Id="Rd7abf0a29826479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bc10a645924e1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13f3b987b1492b" /><Relationship Type="http://schemas.openxmlformats.org/officeDocument/2006/relationships/notesMaster" Target="/ppt/notesMasters/notesMaster1.xml" Id="R30e458b64028405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c5cef9954cc4515" /><Relationship Type="http://schemas.openxmlformats.org/officeDocument/2006/relationships/notesMaster" Target="/ppt/notesMasters/notesMaster1.xml" Id="Rdcc40c3ba3fe46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9d525c367054f6d" /><Relationship Type="http://schemas.openxmlformats.org/officeDocument/2006/relationships/notesMaster" Target="/ppt/notesMasters/notesMaster1.xml" Id="R080aa75fca574e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4ef411518945c5" /><Relationship Type="http://schemas.openxmlformats.org/officeDocument/2006/relationships/notesMaster" Target="/ppt/notesMasters/notesMaster1.xml" Id="R1c6539a4e4e64e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0b1a1ebabd45fd" /><Relationship Type="http://schemas.openxmlformats.org/officeDocument/2006/relationships/notesMaster" Target="/ppt/notesMasters/notesMaster1.xml" Id="Ra60215d47dfd42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c9408b43df4fed" /><Relationship Type="http://schemas.openxmlformats.org/officeDocument/2006/relationships/notesMaster" Target="/ppt/notesMasters/notesMaster1.xml" Id="R9d51b1786d7948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972a2859c8041a3" /><Relationship Type="http://schemas.openxmlformats.org/officeDocument/2006/relationships/notesMaster" Target="/ppt/notesMasters/notesMaster1.xml" Id="R4092ad7274a643f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455f600f1a4309" /><Relationship Type="http://schemas.openxmlformats.org/officeDocument/2006/relationships/notesMaster" Target="/ppt/notesMasters/notesMaster1.xml" Id="R4152f11f94f0429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32516052bfc4cb2" /><Relationship Type="http://schemas.openxmlformats.org/officeDocument/2006/relationships/notesMaster" Target="/ppt/notesMasters/notesMaster1.xml" Id="R37776f209f254a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20e6e395e74d20" /><Relationship Type="http://schemas.openxmlformats.org/officeDocument/2006/relationships/image" Target="/ppt/media/image.png" Id="Rc40ae22a2b034fe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45f04be75e408b" /><Relationship Type="http://schemas.openxmlformats.org/officeDocument/2006/relationships/image" Target="/ppt/media/image.png" Id="Rf39de68a3bf24f7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979b584ef54d8f" /><Relationship Type="http://schemas.openxmlformats.org/officeDocument/2006/relationships/image" Target="/ppt/media/image.png" Id="Re0f05cbe3aa847a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9717335e9b4db5" /><Relationship Type="http://schemas.openxmlformats.org/officeDocument/2006/relationships/image" Target="/ppt/media/image.png" Id="Raf29a1d138e6402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8c41f97ba74ed5" /><Relationship Type="http://schemas.openxmlformats.org/officeDocument/2006/relationships/image" Target="/ppt/media/image.png" Id="Rc3f5e5237fd14e9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f132c0890246ac" /><Relationship Type="http://schemas.openxmlformats.org/officeDocument/2006/relationships/image" Target="/ppt/media/image.png" Id="R9934f0679ff4463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047ba0a64b4a03" /><Relationship Type="http://schemas.openxmlformats.org/officeDocument/2006/relationships/image" Target="/ppt/media/image.png" Id="R233e13aa8946482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11c11bacb046e0" /><Relationship Type="http://schemas.openxmlformats.org/officeDocument/2006/relationships/image" Target="/ppt/media/image.png" Id="Rd30f110e67ca453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0e3933135c4410" /><Relationship Type="http://schemas.openxmlformats.org/officeDocument/2006/relationships/image" Target="/ppt/media/image.png" Id="Ra2f16971b86843c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d5c5d4849d4fa5" /><Relationship Type="http://schemas.openxmlformats.org/officeDocument/2006/relationships/image" Target="/ppt/media/image.png" Id="Rb0f0aaf87b7f4dd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9aac50504644a8" /><Relationship Type="http://schemas.openxmlformats.org/officeDocument/2006/relationships/image" Target="/ppt/media/image.png" Id="Rd9fbf4d8152d451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0ae22a2b034fe1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9de68a3bf24f7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f05cbe3aa847a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29a1d138e6402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f5e5237fd14e9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934f0679ff4463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3e13aa8946482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30f110e67ca453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f16971b86843c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f0aaf87b7f4dd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fbf4d8152d451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1a02eca0da4cba" /><Relationship Type="http://schemas.openxmlformats.org/officeDocument/2006/relationships/slideLayout" Target="/ppt/slideLayouts/slideLayout1.xml" Id="Raa935f3f02f1408b" /><Relationship Type="http://schemas.openxmlformats.org/officeDocument/2006/relationships/slideLayout" Target="/ppt/slideLayouts/slideLayout2.xml" Id="R313ffd8863254e9e" /><Relationship Type="http://schemas.openxmlformats.org/officeDocument/2006/relationships/slideLayout" Target="/ppt/slideLayouts/slideLayout3.xml" Id="Rcbe049abfa96459d" /><Relationship Type="http://schemas.openxmlformats.org/officeDocument/2006/relationships/slideLayout" Target="/ppt/slideLayouts/slideLayout4.xml" Id="R04c81c6adcc84ca5" /><Relationship Type="http://schemas.openxmlformats.org/officeDocument/2006/relationships/slideLayout" Target="/ppt/slideLayouts/slideLayout5.xml" Id="R66ac6fc8933b4ade" /><Relationship Type="http://schemas.openxmlformats.org/officeDocument/2006/relationships/slideLayout" Target="/ppt/slideLayouts/slideLayout6.xml" Id="Rbf30dd93484f4115" /><Relationship Type="http://schemas.openxmlformats.org/officeDocument/2006/relationships/slideLayout" Target="/ppt/slideLayouts/slideLayout7.xml" Id="R5b3d1f1b9df74e64" /><Relationship Type="http://schemas.openxmlformats.org/officeDocument/2006/relationships/slideLayout" Target="/ppt/slideLayouts/slideLayout8.xml" Id="Rd999bd1d49624747" /><Relationship Type="http://schemas.openxmlformats.org/officeDocument/2006/relationships/slideLayout" Target="/ppt/slideLayouts/slideLayout9.xml" Id="Rd4b38e84accb492c" /><Relationship Type="http://schemas.openxmlformats.org/officeDocument/2006/relationships/slideLayout" Target="/ppt/slideLayouts/slideLayout10.xml" Id="R29d18ac50d404399" /><Relationship Type="http://schemas.openxmlformats.org/officeDocument/2006/relationships/slideLayout" Target="/ppt/slideLayouts/slideLayout11.xml" Id="R37fce5ab2c9c464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935f3f02f1408b"/>
    <p:sldLayoutId xmlns:r="http://schemas.openxmlformats.org/officeDocument/2006/relationships" id="2147483650" r:id="R313ffd8863254e9e"/>
    <p:sldLayoutId xmlns:r="http://schemas.openxmlformats.org/officeDocument/2006/relationships" id="2147483651" r:id="Rcbe049abfa96459d"/>
    <p:sldLayoutId xmlns:r="http://schemas.openxmlformats.org/officeDocument/2006/relationships" id="2147483652" r:id="R04c81c6adcc84ca5"/>
    <p:sldLayoutId xmlns:r="http://schemas.openxmlformats.org/officeDocument/2006/relationships" id="2147483653" r:id="R66ac6fc8933b4ade"/>
    <p:sldLayoutId xmlns:r="http://schemas.openxmlformats.org/officeDocument/2006/relationships" id="2147483654" r:id="Rbf30dd93484f4115"/>
    <p:sldLayoutId xmlns:r="http://schemas.openxmlformats.org/officeDocument/2006/relationships" id="2147483655" r:id="R5b3d1f1b9df74e64"/>
    <p:sldLayoutId xmlns:r="http://schemas.openxmlformats.org/officeDocument/2006/relationships" id="2147483656" r:id="Rd999bd1d49624747"/>
    <p:sldLayoutId xmlns:r="http://schemas.openxmlformats.org/officeDocument/2006/relationships" id="2147483657" r:id="Rd4b38e84accb492c"/>
    <p:sldLayoutId xmlns:r="http://schemas.openxmlformats.org/officeDocument/2006/relationships" id="2147483658" r:id="R29d18ac50d404399"/>
    <p:sldLayoutId xmlns:r="http://schemas.openxmlformats.org/officeDocument/2006/relationships" id="2147483659" r:id="R37fce5ab2c9c464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3cd3780cde4bc2" /><Relationship Type="http://schemas.openxmlformats.org/officeDocument/2006/relationships/notesSlide" Target="/ppt/notesSlides/notesSlide1.xml" Id="R1d96f29e93604d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7457ebbdd84933" /><Relationship Type="http://schemas.openxmlformats.org/officeDocument/2006/relationships/notesSlide" Target="/ppt/notesSlides/notesSlide2.xml" Id="R99898c91567548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4c084aa7f34be3" /><Relationship Type="http://schemas.openxmlformats.org/officeDocument/2006/relationships/notesSlide" Target="/ppt/notesSlides/notesSlide3.xml" Id="Rf110795e231d43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b44e4ef90c49a2" /><Relationship Type="http://schemas.openxmlformats.org/officeDocument/2006/relationships/notesSlide" Target="/ppt/notesSlides/notesSlide4.xml" Id="R22adb81fe46442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bdfa875dec48ef" /><Relationship Type="http://schemas.openxmlformats.org/officeDocument/2006/relationships/notesSlide" Target="/ppt/notesSlides/notesSlide5.xml" Id="R792c23dc196646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fbe4f417754c84" /><Relationship Type="http://schemas.openxmlformats.org/officeDocument/2006/relationships/notesSlide" Target="/ppt/notesSlides/notesSlide6.xml" Id="R8b8c37e2e60442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d5d2aaa6c54840" /><Relationship Type="http://schemas.openxmlformats.org/officeDocument/2006/relationships/notesSlide" Target="/ppt/notesSlides/notesSlide7.xml" Id="R7030199e3c5f469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21e488d0f548bc" /><Relationship Type="http://schemas.openxmlformats.org/officeDocument/2006/relationships/notesSlide" Target="/ppt/notesSlides/notesSlide8.xml" Id="Rf8f4a546521545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c6ec4484d04789" /><Relationship Type="http://schemas.openxmlformats.org/officeDocument/2006/relationships/notesSlide" Target="/ppt/notesSlides/notesSlide9.xml" Id="Rea8995ff5071445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Reliable Menus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an invalid menu choice repeat instead of setting running to False?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When the user enters 2, which statement changes running and what message appears after the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menu input be updated inside the while loop?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counts how many times the user chooses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Store 0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greetings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the loop and add 1 each time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is displayed. After the loop,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"Greetings:"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greetings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"Greetings: 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menu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"3: help"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an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 that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"Help: choose a number."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change the invalid-input message to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1, 2 or 3."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show the help message, the invalid message,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2658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travel-planner menu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bus, 2: walk, 3: leave"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with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Boolean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flag, and if,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the choices.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bus stop and display it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stop:"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 selected."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stop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"Planner closed."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1, 2 or 3."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"True"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2026-09-28T09:08:50.2580000Z</dcterms:created>
  <dcterms:modified xsi:type="dcterms:W3CDTF">2026-09-28T09:08:50.2580000Z</dcterms:modified>
</coreProperties>
</file>