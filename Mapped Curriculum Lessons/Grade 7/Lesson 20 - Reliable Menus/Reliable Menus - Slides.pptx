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bd55bc499b468e" /><Relationship Type="http://schemas.openxmlformats.org/officeDocument/2006/relationships/extended-properties" Target="/docProps/app.xml" Id="R66b172bd47b8489f" /><Relationship Type="http://schemas.openxmlformats.org/officeDocument/2006/relationships/officeDocument" Target="/ppt/presentation.xml" Id="Rba9c001c023f4ea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62e272345dd4c3a"/>
  </p:sldMasterIdLst>
  <p:notesMasterIdLst>
    <p:notesMasterId xmlns:r="http://schemas.openxmlformats.org/officeDocument/2006/relationships" r:id="R2e67dff6aa5840e6"/>
  </p:notesMasterIdLst>
  <p:sldIdLst>
    <p:sldId xmlns:r="http://schemas.openxmlformats.org/officeDocument/2006/relationships" id="256" r:id="R4071f6bed20746dd"/>
    <p:sldId xmlns:r="http://schemas.openxmlformats.org/officeDocument/2006/relationships" id="257" r:id="Rc9f3be275bfd4878"/>
    <p:sldId xmlns:r="http://schemas.openxmlformats.org/officeDocument/2006/relationships" id="258" r:id="Rdc9edf9531584523"/>
    <p:sldId xmlns:r="http://schemas.openxmlformats.org/officeDocument/2006/relationships" id="259" r:id="R17eeb48c101046ea"/>
    <p:sldId xmlns:r="http://schemas.openxmlformats.org/officeDocument/2006/relationships" id="260" r:id="R91f8d84400614a58"/>
    <p:sldId xmlns:r="http://schemas.openxmlformats.org/officeDocument/2006/relationships" id="261" r:id="Ra88ca475c8d44a9c"/>
    <p:sldId xmlns:r="http://schemas.openxmlformats.org/officeDocument/2006/relationships" id="262" r:id="Re3bcf9585be642bc"/>
    <p:sldId xmlns:r="http://schemas.openxmlformats.org/officeDocument/2006/relationships" id="263" r:id="R3594582ba16b4063"/>
    <p:sldId xmlns:r="http://schemas.openxmlformats.org/officeDocument/2006/relationships" id="264" r:id="Rc467c410d51e429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d1cae7e25844ce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632c7151f84261" /><Relationship Type="http://schemas.openxmlformats.org/officeDocument/2006/relationships/slideMaster" Target="/ppt/slideMasters/slideMaster1.xml" Id="R362e272345dd4c3a" /><Relationship Type="http://schemas.openxmlformats.org/officeDocument/2006/relationships/notesMaster" Target="/ppt/notesMasters/notesMaster1.xml" Id="R2e67dff6aa5840e6" /><Relationship Type="http://schemas.openxmlformats.org/officeDocument/2006/relationships/presProps" Target="/ppt/presProps.xml" Id="R95ceedee272c410e" /><Relationship Type="http://schemas.openxmlformats.org/officeDocument/2006/relationships/viewProps" Target="/ppt/viewProps.xml" Id="R2ba04696f9934a6c" /><Relationship Type="http://schemas.openxmlformats.org/officeDocument/2006/relationships/tableStyles" Target="/ppt/tableStyles.xml" Id="R07c3b6c78b474ea1" /><Relationship Type="http://schemas.openxmlformats.org/officeDocument/2006/relationships/font" Target="/ppt/fonts/font.dat" Id="Rcd1cae7e25844ce7" /><Relationship Type="http://schemas.openxmlformats.org/officeDocument/2006/relationships/slide" Target="/ppt/slides/slide1.xml" Id="R4071f6bed20746dd" /><Relationship Type="http://schemas.openxmlformats.org/officeDocument/2006/relationships/slide" Target="/ppt/slides/slide2.xml" Id="Rc9f3be275bfd4878" /><Relationship Type="http://schemas.openxmlformats.org/officeDocument/2006/relationships/slide" Target="/ppt/slides/slide3.xml" Id="Rdc9edf9531584523" /><Relationship Type="http://schemas.openxmlformats.org/officeDocument/2006/relationships/slide" Target="/ppt/slides/slide4.xml" Id="R17eeb48c101046ea" /><Relationship Type="http://schemas.openxmlformats.org/officeDocument/2006/relationships/slide" Target="/ppt/slides/slide5.xml" Id="R91f8d84400614a58" /><Relationship Type="http://schemas.openxmlformats.org/officeDocument/2006/relationships/slide" Target="/ppt/slides/slide6.xml" Id="Ra88ca475c8d44a9c" /><Relationship Type="http://schemas.openxmlformats.org/officeDocument/2006/relationships/slide" Target="/ppt/slides/slide7.xml" Id="Re3bcf9585be642bc" /><Relationship Type="http://schemas.openxmlformats.org/officeDocument/2006/relationships/slide" Target="/ppt/slides/slide8.xml" Id="R3594582ba16b4063" /><Relationship Type="http://schemas.openxmlformats.org/officeDocument/2006/relationships/slide" Target="/ppt/slides/slide9.xml" Id="Rc467c410d51e42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09ecdd545a47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79c6fce9ce4cc8" /><Relationship Type="http://schemas.openxmlformats.org/officeDocument/2006/relationships/notesMaster" Target="/ppt/notesMasters/notesMaster1.xml" Id="R25c49a33f6134a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4e8d17831f4457" /><Relationship Type="http://schemas.openxmlformats.org/officeDocument/2006/relationships/notesMaster" Target="/ppt/notesMasters/notesMaster1.xml" Id="R2ea8a97b1ed247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b220d381734222" /><Relationship Type="http://schemas.openxmlformats.org/officeDocument/2006/relationships/notesMaster" Target="/ppt/notesMasters/notesMaster1.xml" Id="Rd494aea1773847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623d8d3cd34623" /><Relationship Type="http://schemas.openxmlformats.org/officeDocument/2006/relationships/notesMaster" Target="/ppt/notesMasters/notesMaster1.xml" Id="R1c60422c2e0f4d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2575167cde4d7e" /><Relationship Type="http://schemas.openxmlformats.org/officeDocument/2006/relationships/notesMaster" Target="/ppt/notesMasters/notesMaster1.xml" Id="Reef241e2d27f4b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10cd18f29f430b" /><Relationship Type="http://schemas.openxmlformats.org/officeDocument/2006/relationships/notesMaster" Target="/ppt/notesMasters/notesMaster1.xml" Id="R31876285b19346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8828e7426446ac" /><Relationship Type="http://schemas.openxmlformats.org/officeDocument/2006/relationships/notesMaster" Target="/ppt/notesMasters/notesMaster1.xml" Id="R8554739f53e04ed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8b23e541e14cca" /><Relationship Type="http://schemas.openxmlformats.org/officeDocument/2006/relationships/notesMaster" Target="/ppt/notesMasters/notesMaster1.xml" Id="R8e8e192fa3b84c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a09a9ca6684f27" /><Relationship Type="http://schemas.openxmlformats.org/officeDocument/2006/relationships/notesMaster" Target="/ppt/notesMasters/notesMaster1.xml" Id="Rb3efbf3d07f348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6e40cf1c894c7a" /><Relationship Type="http://schemas.openxmlformats.org/officeDocument/2006/relationships/image" Target="/ppt/media/image.png" Id="Reae62f81c04e47c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4b61a804ee4412" /><Relationship Type="http://schemas.openxmlformats.org/officeDocument/2006/relationships/image" Target="/ppt/media/image.png" Id="Rec4cd71916104bc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e845ea30914a72" /><Relationship Type="http://schemas.openxmlformats.org/officeDocument/2006/relationships/image" Target="/ppt/media/image.png" Id="R89eab5cfaea7407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329b0b9073469c" /><Relationship Type="http://schemas.openxmlformats.org/officeDocument/2006/relationships/image" Target="/ppt/media/image.png" Id="Rba7ecf5720864fe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b8df423fcb4b0d" /><Relationship Type="http://schemas.openxmlformats.org/officeDocument/2006/relationships/image" Target="/ppt/media/image.png" Id="R3812598326a5431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4f0dc94fee43a7" /><Relationship Type="http://schemas.openxmlformats.org/officeDocument/2006/relationships/image" Target="/ppt/media/image.png" Id="R4c2efc48dc0f48b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d5005b22224102" /><Relationship Type="http://schemas.openxmlformats.org/officeDocument/2006/relationships/image" Target="/ppt/media/image.png" Id="Rdd10c31e60024f0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632dc28d40458a" /><Relationship Type="http://schemas.openxmlformats.org/officeDocument/2006/relationships/image" Target="/ppt/media/image.png" Id="Rbe1a4c6cab0b4ff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45a3a4cc5d4dd0" /><Relationship Type="http://schemas.openxmlformats.org/officeDocument/2006/relationships/image" Target="/ppt/media/image.png" Id="R26f69c9a148241a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4c849f53bf49f7" /><Relationship Type="http://schemas.openxmlformats.org/officeDocument/2006/relationships/image" Target="/ppt/media/image.png" Id="R42e0044553784f8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5a1f4108fa4ec1" /><Relationship Type="http://schemas.openxmlformats.org/officeDocument/2006/relationships/image" Target="/ppt/media/image.png" Id="Re7ff58349bfc4a9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e62f81c04e47c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4cd71916104bc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eab5cfaea7407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7ecf5720864fe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12598326a5431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2efc48dc0f48b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10c31e60024f0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1a4c6cab0b4ff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f69c9a148241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e0044553784f8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ff58349bfc4a9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86ad81a43a489c" /><Relationship Type="http://schemas.openxmlformats.org/officeDocument/2006/relationships/slideLayout" Target="/ppt/slideLayouts/slideLayout1.xml" Id="Rb8358659890d44ca" /><Relationship Type="http://schemas.openxmlformats.org/officeDocument/2006/relationships/slideLayout" Target="/ppt/slideLayouts/slideLayout2.xml" Id="R992d600109904a42" /><Relationship Type="http://schemas.openxmlformats.org/officeDocument/2006/relationships/slideLayout" Target="/ppt/slideLayouts/slideLayout3.xml" Id="Rc7bd0be10c3c48a6" /><Relationship Type="http://schemas.openxmlformats.org/officeDocument/2006/relationships/slideLayout" Target="/ppt/slideLayouts/slideLayout4.xml" Id="R07c8922905184923" /><Relationship Type="http://schemas.openxmlformats.org/officeDocument/2006/relationships/slideLayout" Target="/ppt/slideLayouts/slideLayout5.xml" Id="R49fd76af8c144519" /><Relationship Type="http://schemas.openxmlformats.org/officeDocument/2006/relationships/slideLayout" Target="/ppt/slideLayouts/slideLayout6.xml" Id="R4234bcf344da4a2e" /><Relationship Type="http://schemas.openxmlformats.org/officeDocument/2006/relationships/slideLayout" Target="/ppt/slideLayouts/slideLayout7.xml" Id="Rcb30a411c6064da3" /><Relationship Type="http://schemas.openxmlformats.org/officeDocument/2006/relationships/slideLayout" Target="/ppt/slideLayouts/slideLayout8.xml" Id="Rd553ade8bb38486c" /><Relationship Type="http://schemas.openxmlformats.org/officeDocument/2006/relationships/slideLayout" Target="/ppt/slideLayouts/slideLayout9.xml" Id="R2416cbdcdcbf4ddd" /><Relationship Type="http://schemas.openxmlformats.org/officeDocument/2006/relationships/slideLayout" Target="/ppt/slideLayouts/slideLayout10.xml" Id="Rcd034bde72ef4d06" /><Relationship Type="http://schemas.openxmlformats.org/officeDocument/2006/relationships/slideLayout" Target="/ppt/slideLayouts/slideLayout11.xml" Id="R30c68ac2775049c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358659890d44ca"/>
    <p:sldLayoutId xmlns:r="http://schemas.openxmlformats.org/officeDocument/2006/relationships" id="2147483650" r:id="R992d600109904a42"/>
    <p:sldLayoutId xmlns:r="http://schemas.openxmlformats.org/officeDocument/2006/relationships" id="2147483651" r:id="Rc7bd0be10c3c48a6"/>
    <p:sldLayoutId xmlns:r="http://schemas.openxmlformats.org/officeDocument/2006/relationships" id="2147483652" r:id="R07c8922905184923"/>
    <p:sldLayoutId xmlns:r="http://schemas.openxmlformats.org/officeDocument/2006/relationships" id="2147483653" r:id="R49fd76af8c144519"/>
    <p:sldLayoutId xmlns:r="http://schemas.openxmlformats.org/officeDocument/2006/relationships" id="2147483654" r:id="R4234bcf344da4a2e"/>
    <p:sldLayoutId xmlns:r="http://schemas.openxmlformats.org/officeDocument/2006/relationships" id="2147483655" r:id="Rcb30a411c6064da3"/>
    <p:sldLayoutId xmlns:r="http://schemas.openxmlformats.org/officeDocument/2006/relationships" id="2147483656" r:id="Rd553ade8bb38486c"/>
    <p:sldLayoutId xmlns:r="http://schemas.openxmlformats.org/officeDocument/2006/relationships" id="2147483657" r:id="R2416cbdcdcbf4ddd"/>
    <p:sldLayoutId xmlns:r="http://schemas.openxmlformats.org/officeDocument/2006/relationships" id="2147483658" r:id="Rcd034bde72ef4d06"/>
    <p:sldLayoutId xmlns:r="http://schemas.openxmlformats.org/officeDocument/2006/relationships" id="2147483659" r:id="R30c68ac2775049c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b92a66a5c4a85" /><Relationship Type="http://schemas.openxmlformats.org/officeDocument/2006/relationships/notesSlide" Target="/ppt/notesSlides/notesSlide1.xml" Id="R5e9b4f1290a44b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ecd2e062174944" /><Relationship Type="http://schemas.openxmlformats.org/officeDocument/2006/relationships/notesSlide" Target="/ppt/notesSlides/notesSlide2.xml" Id="R1371784334ea43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6c50a6eede4c14" /><Relationship Type="http://schemas.openxmlformats.org/officeDocument/2006/relationships/notesSlide" Target="/ppt/notesSlides/notesSlide3.xml" Id="Rac329161d6b84fe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3f684a74fd463e" /><Relationship Type="http://schemas.openxmlformats.org/officeDocument/2006/relationships/notesSlide" Target="/ppt/notesSlides/notesSlide4.xml" Id="Ref960f05879045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91493acbdc4333" /><Relationship Type="http://schemas.openxmlformats.org/officeDocument/2006/relationships/notesSlide" Target="/ppt/notesSlides/notesSlide5.xml" Id="Rc511c518f22749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7db86712524c7e" /><Relationship Type="http://schemas.openxmlformats.org/officeDocument/2006/relationships/notesSlide" Target="/ppt/notesSlides/notesSlide6.xml" Id="R451658cb3b3046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ce03bd96af4786" /><Relationship Type="http://schemas.openxmlformats.org/officeDocument/2006/relationships/notesSlide" Target="/ppt/notesSlides/notesSlide7.xml" Id="R0abc2141727743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64bf104df14d6c" /><Relationship Type="http://schemas.openxmlformats.org/officeDocument/2006/relationships/notesSlide" Target="/ppt/notesSlides/notesSlide8.xml" Id="R2d198ab6d90d43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d3079ddd4e42a1" /><Relationship Type="http://schemas.openxmlformats.org/officeDocument/2006/relationships/notesSlide" Target="/ppt/notesSlides/notesSlide9.xml" Id="R32b42ff5c04c40d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Reliable Menus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an invalid menu choice repeat instead of setting running to False?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When the user enters 2, which statement changes running and what message appears after the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menu input be updated inside the while loop?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exit route from 2 to 0. Update the menu prompt and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comparison. Route 1 and invalid input must keep their existing behaviour. Test route 1, the invalid input x, and exit route 0.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route 3 to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"Help: choose a number."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Update the prompt and invalid guidance. Test the path 3, x, 2.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repeating transport menu with two useful routes, one exit route and one invalid-input message. At least one useful route must ask a follow-up question and display a labelled response.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"True"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2026-08-27T03:53:30.1210000Z</dcterms:created>
  <dcterms:modified xsi:type="dcterms:W3CDTF">2026-08-27T03:53:30.1210000Z</dcterms:modified>
</coreProperties>
</file>