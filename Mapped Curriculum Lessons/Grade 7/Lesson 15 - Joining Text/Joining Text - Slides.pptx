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43df3a64a140a1" /><Relationship Type="http://schemas.openxmlformats.org/officeDocument/2006/relationships/extended-properties" Target="/docProps/app.xml" Id="R3318939484db4f28" /><Relationship Type="http://schemas.openxmlformats.org/officeDocument/2006/relationships/officeDocument" Target="/ppt/presentation.xml" Id="Rdea52d1fee484d7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b1116f4916e46d0"/>
  </p:sldMasterIdLst>
  <p:notesMasterIdLst>
    <p:notesMasterId xmlns:r="http://schemas.openxmlformats.org/officeDocument/2006/relationships" r:id="R1f3e58c210954aab"/>
  </p:notesMasterIdLst>
  <p:sldIdLst>
    <p:sldId xmlns:r="http://schemas.openxmlformats.org/officeDocument/2006/relationships" id="256" r:id="R321bca10a83547f3"/>
    <p:sldId xmlns:r="http://schemas.openxmlformats.org/officeDocument/2006/relationships" id="257" r:id="R920780a7b35d43ad"/>
    <p:sldId xmlns:r="http://schemas.openxmlformats.org/officeDocument/2006/relationships" id="258" r:id="Rc3a0a41ea5d94503"/>
    <p:sldId xmlns:r="http://schemas.openxmlformats.org/officeDocument/2006/relationships" id="259" r:id="R515fb92ee9b6494c"/>
    <p:sldId xmlns:r="http://schemas.openxmlformats.org/officeDocument/2006/relationships" id="260" r:id="R28fe13086a9e406f"/>
    <p:sldId xmlns:r="http://schemas.openxmlformats.org/officeDocument/2006/relationships" id="261" r:id="R45da60be0b13431d"/>
    <p:sldId xmlns:r="http://schemas.openxmlformats.org/officeDocument/2006/relationships" id="262" r:id="R2025193b9a024891"/>
    <p:sldId xmlns:r="http://schemas.openxmlformats.org/officeDocument/2006/relationships" id="263" r:id="Rfa71ee7d44da4e9a"/>
    <p:sldId xmlns:r="http://schemas.openxmlformats.org/officeDocument/2006/relationships" id="264" r:id="R58e288d52361477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e3748b2eb0e4cc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f0298f8f8d4035" /><Relationship Type="http://schemas.openxmlformats.org/officeDocument/2006/relationships/slideMaster" Target="/ppt/slideMasters/slideMaster1.xml" Id="R2b1116f4916e46d0" /><Relationship Type="http://schemas.openxmlformats.org/officeDocument/2006/relationships/notesMaster" Target="/ppt/notesMasters/notesMaster1.xml" Id="R1f3e58c210954aab" /><Relationship Type="http://schemas.openxmlformats.org/officeDocument/2006/relationships/presProps" Target="/ppt/presProps.xml" Id="R78085d7c21ce492a" /><Relationship Type="http://schemas.openxmlformats.org/officeDocument/2006/relationships/viewProps" Target="/ppt/viewProps.xml" Id="R76f01aeec03c4a56" /><Relationship Type="http://schemas.openxmlformats.org/officeDocument/2006/relationships/tableStyles" Target="/ppt/tableStyles.xml" Id="R01edf9ffad9f46b5" /><Relationship Type="http://schemas.openxmlformats.org/officeDocument/2006/relationships/font" Target="/ppt/fonts/font.dat" Id="R7e3748b2eb0e4ccc" /><Relationship Type="http://schemas.openxmlformats.org/officeDocument/2006/relationships/slide" Target="/ppt/slides/slide1.xml" Id="R321bca10a83547f3" /><Relationship Type="http://schemas.openxmlformats.org/officeDocument/2006/relationships/slide" Target="/ppt/slides/slide2.xml" Id="R920780a7b35d43ad" /><Relationship Type="http://schemas.openxmlformats.org/officeDocument/2006/relationships/slide" Target="/ppt/slides/slide3.xml" Id="Rc3a0a41ea5d94503" /><Relationship Type="http://schemas.openxmlformats.org/officeDocument/2006/relationships/slide" Target="/ppt/slides/slide4.xml" Id="R515fb92ee9b6494c" /><Relationship Type="http://schemas.openxmlformats.org/officeDocument/2006/relationships/slide" Target="/ppt/slides/slide5.xml" Id="R28fe13086a9e406f" /><Relationship Type="http://schemas.openxmlformats.org/officeDocument/2006/relationships/slide" Target="/ppt/slides/slide6.xml" Id="R45da60be0b13431d" /><Relationship Type="http://schemas.openxmlformats.org/officeDocument/2006/relationships/slide" Target="/ppt/slides/slide7.xml" Id="R2025193b9a024891" /><Relationship Type="http://schemas.openxmlformats.org/officeDocument/2006/relationships/slide" Target="/ppt/slides/slide8.xml" Id="Rfa71ee7d44da4e9a" /><Relationship Type="http://schemas.openxmlformats.org/officeDocument/2006/relationships/slide" Target="/ppt/slides/slide9.xml" Id="R58e288d5236147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59ffac8e9f44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da18f946154e8f" /><Relationship Type="http://schemas.openxmlformats.org/officeDocument/2006/relationships/notesMaster" Target="/ppt/notesMasters/notesMaster1.xml" Id="R54ddda3eba3a41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334eb72f3947c1" /><Relationship Type="http://schemas.openxmlformats.org/officeDocument/2006/relationships/notesMaster" Target="/ppt/notesMasters/notesMaster1.xml" Id="R62c7fa0dae864a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e5e36a6dd44290" /><Relationship Type="http://schemas.openxmlformats.org/officeDocument/2006/relationships/notesMaster" Target="/ppt/notesMasters/notesMaster1.xml" Id="Raa3dea899f1e49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fd30e5907a4724" /><Relationship Type="http://schemas.openxmlformats.org/officeDocument/2006/relationships/notesMaster" Target="/ppt/notesMasters/notesMaster1.xml" Id="R1fc99dcac6814f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65c632a43b4238" /><Relationship Type="http://schemas.openxmlformats.org/officeDocument/2006/relationships/notesMaster" Target="/ppt/notesMasters/notesMaster1.xml" Id="R19b40a56b2874c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f7c3771f424ce5" /><Relationship Type="http://schemas.openxmlformats.org/officeDocument/2006/relationships/notesMaster" Target="/ppt/notesMasters/notesMaster1.xml" Id="Rc9c733596aec44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b13b22714b4b93" /><Relationship Type="http://schemas.openxmlformats.org/officeDocument/2006/relationships/notesMaster" Target="/ppt/notesMasters/notesMaster1.xml" Id="Rc96b473f90394d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dfca812f224c97" /><Relationship Type="http://schemas.openxmlformats.org/officeDocument/2006/relationships/notesMaster" Target="/ppt/notesMasters/notesMaster1.xml" Id="R5f6ce65907254c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d0f06c5865466d" /><Relationship Type="http://schemas.openxmlformats.org/officeDocument/2006/relationships/notesMaster" Target="/ppt/notesMasters/notesMaster1.xml" Id="Ree39c3e44e0549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50a30e929348cc" /><Relationship Type="http://schemas.openxmlformats.org/officeDocument/2006/relationships/image" Target="/ppt/media/image.png" Id="R63aa6a3567b94b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2fe5383ec34f6d" /><Relationship Type="http://schemas.openxmlformats.org/officeDocument/2006/relationships/image" Target="/ppt/media/image.png" Id="R00fa2b26fc0940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9f02cf94ea4735" /><Relationship Type="http://schemas.openxmlformats.org/officeDocument/2006/relationships/image" Target="/ppt/media/image.png" Id="R7d5837e6e28348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a9be06da4c4b25" /><Relationship Type="http://schemas.openxmlformats.org/officeDocument/2006/relationships/image" Target="/ppt/media/image.png" Id="Rcf3c964e12174c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5f91e12cae43a9" /><Relationship Type="http://schemas.openxmlformats.org/officeDocument/2006/relationships/image" Target="/ppt/media/image.png" Id="Rd7229a0ef1c047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d8998f2e34c57" /><Relationship Type="http://schemas.openxmlformats.org/officeDocument/2006/relationships/image" Target="/ppt/media/image.png" Id="R406bdcc78b15436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6ca3f2494b4bba" /><Relationship Type="http://schemas.openxmlformats.org/officeDocument/2006/relationships/image" Target="/ppt/media/image.png" Id="Racaa0d3f6f4f48a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f756d8002c4dea" /><Relationship Type="http://schemas.openxmlformats.org/officeDocument/2006/relationships/image" Target="/ppt/media/image.png" Id="Rdb00fcc9be414c4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2224a601244fc" /><Relationship Type="http://schemas.openxmlformats.org/officeDocument/2006/relationships/image" Target="/ppt/media/image.png" Id="Rc691679c4d85431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0d2cef7e7445d2" /><Relationship Type="http://schemas.openxmlformats.org/officeDocument/2006/relationships/image" Target="/ppt/media/image.png" Id="R4cd0e1e7a0774b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0937423a4b44c9" /><Relationship Type="http://schemas.openxmlformats.org/officeDocument/2006/relationships/image" Target="/ppt/media/image.png" Id="R0d580586482b4d6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aa6a3567b94b6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fa2b26fc0940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5837e6e28348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3c964e12174c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229a0ef1c047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6bdcc78b15436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aa0d3f6f4f48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00fcc9be414c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91679c4d8543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d0e1e7a0774be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580586482b4d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9f222d46174fca" /><Relationship Type="http://schemas.openxmlformats.org/officeDocument/2006/relationships/slideLayout" Target="/ppt/slideLayouts/slideLayout1.xml" Id="R2c459a2f5f0745d0" /><Relationship Type="http://schemas.openxmlformats.org/officeDocument/2006/relationships/slideLayout" Target="/ppt/slideLayouts/slideLayout2.xml" Id="Raaf2140830c34aab" /><Relationship Type="http://schemas.openxmlformats.org/officeDocument/2006/relationships/slideLayout" Target="/ppt/slideLayouts/slideLayout3.xml" Id="R7ed22f596a454737" /><Relationship Type="http://schemas.openxmlformats.org/officeDocument/2006/relationships/slideLayout" Target="/ppt/slideLayouts/slideLayout4.xml" Id="R14de262055d8446b" /><Relationship Type="http://schemas.openxmlformats.org/officeDocument/2006/relationships/slideLayout" Target="/ppt/slideLayouts/slideLayout5.xml" Id="R4b0f467d217a40b7" /><Relationship Type="http://schemas.openxmlformats.org/officeDocument/2006/relationships/slideLayout" Target="/ppt/slideLayouts/slideLayout6.xml" Id="R371382ac1f894999" /><Relationship Type="http://schemas.openxmlformats.org/officeDocument/2006/relationships/slideLayout" Target="/ppt/slideLayouts/slideLayout7.xml" Id="R67e38210d73b4a77" /><Relationship Type="http://schemas.openxmlformats.org/officeDocument/2006/relationships/slideLayout" Target="/ppt/slideLayouts/slideLayout8.xml" Id="R008afcad47e2457c" /><Relationship Type="http://schemas.openxmlformats.org/officeDocument/2006/relationships/slideLayout" Target="/ppt/slideLayouts/slideLayout9.xml" Id="R5f30589259c64284" /><Relationship Type="http://schemas.openxmlformats.org/officeDocument/2006/relationships/slideLayout" Target="/ppt/slideLayouts/slideLayout10.xml" Id="Ra6bd52074a824d7a" /><Relationship Type="http://schemas.openxmlformats.org/officeDocument/2006/relationships/slideLayout" Target="/ppt/slideLayouts/slideLayout11.xml" Id="R43a0211b13b248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459a2f5f0745d0"/>
    <p:sldLayoutId xmlns:r="http://schemas.openxmlformats.org/officeDocument/2006/relationships" id="2147483650" r:id="Raaf2140830c34aab"/>
    <p:sldLayoutId xmlns:r="http://schemas.openxmlformats.org/officeDocument/2006/relationships" id="2147483651" r:id="R7ed22f596a454737"/>
    <p:sldLayoutId xmlns:r="http://schemas.openxmlformats.org/officeDocument/2006/relationships" id="2147483652" r:id="R14de262055d8446b"/>
    <p:sldLayoutId xmlns:r="http://schemas.openxmlformats.org/officeDocument/2006/relationships" id="2147483653" r:id="R4b0f467d217a40b7"/>
    <p:sldLayoutId xmlns:r="http://schemas.openxmlformats.org/officeDocument/2006/relationships" id="2147483654" r:id="R371382ac1f894999"/>
    <p:sldLayoutId xmlns:r="http://schemas.openxmlformats.org/officeDocument/2006/relationships" id="2147483655" r:id="R67e38210d73b4a77"/>
    <p:sldLayoutId xmlns:r="http://schemas.openxmlformats.org/officeDocument/2006/relationships" id="2147483656" r:id="R008afcad47e2457c"/>
    <p:sldLayoutId xmlns:r="http://schemas.openxmlformats.org/officeDocument/2006/relationships" id="2147483657" r:id="R5f30589259c64284"/>
    <p:sldLayoutId xmlns:r="http://schemas.openxmlformats.org/officeDocument/2006/relationships" id="2147483658" r:id="Ra6bd52074a824d7a"/>
    <p:sldLayoutId xmlns:r="http://schemas.openxmlformats.org/officeDocument/2006/relationships" id="2147483659" r:id="R43a0211b13b2483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32df9ccfa4fc9" /><Relationship Type="http://schemas.openxmlformats.org/officeDocument/2006/relationships/notesSlide" Target="/ppt/notesSlides/notesSlide1.xml" Id="R15d9b2212b3e4e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3b919a5071413f" /><Relationship Type="http://schemas.openxmlformats.org/officeDocument/2006/relationships/notesSlide" Target="/ppt/notesSlides/notesSlide2.xml" Id="Rcce76bb3c8554b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09ca7a82ad491e" /><Relationship Type="http://schemas.openxmlformats.org/officeDocument/2006/relationships/notesSlide" Target="/ppt/notesSlides/notesSlide3.xml" Id="R94dd9f9788364a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3d2c10ee224904" /><Relationship Type="http://schemas.openxmlformats.org/officeDocument/2006/relationships/notesSlide" Target="/ppt/notesSlides/notesSlide4.xml" Id="R6d27d455a03e49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bc2bc457524e73" /><Relationship Type="http://schemas.openxmlformats.org/officeDocument/2006/relationships/notesSlide" Target="/ppt/notesSlides/notesSlide5.xml" Id="R24c0c5a1e58746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677af55be146bd" /><Relationship Type="http://schemas.openxmlformats.org/officeDocument/2006/relationships/notesSlide" Target="/ppt/notesSlides/notesSlide6.xml" Id="Rc8927940f76b4c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986750fab54910" /><Relationship Type="http://schemas.openxmlformats.org/officeDocument/2006/relationships/notesSlide" Target="/ppt/notesSlides/notesSlide7.xml" Id="Rd33511c2432c40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bd1e702ff54e0d" /><Relationship Type="http://schemas.openxmlformats.org/officeDocument/2006/relationships/notesSlide" Target="/ppt/notesSlides/notesSlide8.xml" Id="Rb61318b48f514b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6a620869f24d91" /><Relationship Type="http://schemas.openxmlformats.org/officeDocument/2006/relationships/notesSlide" Target="/ppt/notesSlides/notesSlide9.xml" Id="R8609eb6cc48c452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Joining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separator such as a full stop be added explicitly when two strings are joined?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entering digits for a name still concatenate text instead of performing addition?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inputs Ava and Li, what username would appear if both lower() calls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username is the first letter of the first name joined to the whole last name, all in lowercase. Use position 0 to get the first letter.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 akhan"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last_name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 department code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department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Join the lowercase last name,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uppercase department, and display the result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 khan-ART"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8094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an event-tag program that asks for a venue, an activity and a two-character group code. Join them as venue/activity-GROUP, with the venue and activity in lowercase and the group in uppercase. Display the result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 hall/quiz-B2"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.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2026-09-29T02:05:39.8320000Z</dcterms:created>
  <dcterms:modified xsi:type="dcterms:W3CDTF">2026-09-29T02:05:39.8320000Z</dcterms:modified>
</coreProperties>
</file>