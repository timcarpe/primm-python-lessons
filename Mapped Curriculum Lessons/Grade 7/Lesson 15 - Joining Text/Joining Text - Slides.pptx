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d11fa3454a45e1" /><Relationship Type="http://schemas.openxmlformats.org/officeDocument/2006/relationships/extended-properties" Target="/docProps/app.xml" Id="R93ca129c334141c4" /><Relationship Type="http://schemas.openxmlformats.org/officeDocument/2006/relationships/officeDocument" Target="/ppt/presentation.xml" Id="R78726a2f06494817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c35dcb0a7074bf3"/>
  </p:sldMasterIdLst>
  <p:notesMasterIdLst>
    <p:notesMasterId xmlns:r="http://schemas.openxmlformats.org/officeDocument/2006/relationships" r:id="R02f5cf1586e340ae"/>
  </p:notesMasterIdLst>
  <p:sldIdLst>
    <p:sldId xmlns:r="http://schemas.openxmlformats.org/officeDocument/2006/relationships" id="256" r:id="R64578a5d675c4366"/>
    <p:sldId xmlns:r="http://schemas.openxmlformats.org/officeDocument/2006/relationships" id="257" r:id="R49f12361ce7f4637"/>
    <p:sldId xmlns:r="http://schemas.openxmlformats.org/officeDocument/2006/relationships" id="258" r:id="R76886721f1c64bd4"/>
    <p:sldId xmlns:r="http://schemas.openxmlformats.org/officeDocument/2006/relationships" id="259" r:id="Rb58e7c8d5ca849f1"/>
    <p:sldId xmlns:r="http://schemas.openxmlformats.org/officeDocument/2006/relationships" id="260" r:id="Rf6fafec325e94335"/>
    <p:sldId xmlns:r="http://schemas.openxmlformats.org/officeDocument/2006/relationships" id="261" r:id="Re147422f9a3e4b13"/>
    <p:sldId xmlns:r="http://schemas.openxmlformats.org/officeDocument/2006/relationships" id="262" r:id="R7d1d2045e5564454"/>
    <p:sldId xmlns:r="http://schemas.openxmlformats.org/officeDocument/2006/relationships" id="263" r:id="R11d17b9fc89c4bc6"/>
    <p:sldId xmlns:r="http://schemas.openxmlformats.org/officeDocument/2006/relationships" id="264" r:id="Ra62bd76ff16b4000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22742f7ec68444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065acea80b4cd6" /><Relationship Type="http://schemas.openxmlformats.org/officeDocument/2006/relationships/slideMaster" Target="/ppt/slideMasters/slideMaster1.xml" Id="Rcc35dcb0a7074bf3" /><Relationship Type="http://schemas.openxmlformats.org/officeDocument/2006/relationships/notesMaster" Target="/ppt/notesMasters/notesMaster1.xml" Id="R02f5cf1586e340ae" /><Relationship Type="http://schemas.openxmlformats.org/officeDocument/2006/relationships/presProps" Target="/ppt/presProps.xml" Id="R7cbf1d70051a436d" /><Relationship Type="http://schemas.openxmlformats.org/officeDocument/2006/relationships/viewProps" Target="/ppt/viewProps.xml" Id="R6768a2848af24911" /><Relationship Type="http://schemas.openxmlformats.org/officeDocument/2006/relationships/tableStyles" Target="/ppt/tableStyles.xml" Id="R39e91723fc0c4429" /><Relationship Type="http://schemas.openxmlformats.org/officeDocument/2006/relationships/font" Target="/ppt/fonts/font.dat" Id="R622742f7ec684446" /><Relationship Type="http://schemas.openxmlformats.org/officeDocument/2006/relationships/slide" Target="/ppt/slides/slide1.xml" Id="R64578a5d675c4366" /><Relationship Type="http://schemas.openxmlformats.org/officeDocument/2006/relationships/slide" Target="/ppt/slides/slide2.xml" Id="R49f12361ce7f4637" /><Relationship Type="http://schemas.openxmlformats.org/officeDocument/2006/relationships/slide" Target="/ppt/slides/slide3.xml" Id="R76886721f1c64bd4" /><Relationship Type="http://schemas.openxmlformats.org/officeDocument/2006/relationships/slide" Target="/ppt/slides/slide4.xml" Id="Rb58e7c8d5ca849f1" /><Relationship Type="http://schemas.openxmlformats.org/officeDocument/2006/relationships/slide" Target="/ppt/slides/slide5.xml" Id="Rf6fafec325e94335" /><Relationship Type="http://schemas.openxmlformats.org/officeDocument/2006/relationships/slide" Target="/ppt/slides/slide6.xml" Id="Re147422f9a3e4b13" /><Relationship Type="http://schemas.openxmlformats.org/officeDocument/2006/relationships/slide" Target="/ppt/slides/slide7.xml" Id="R7d1d2045e5564454" /><Relationship Type="http://schemas.openxmlformats.org/officeDocument/2006/relationships/slide" Target="/ppt/slides/slide8.xml" Id="R11d17b9fc89c4bc6" /><Relationship Type="http://schemas.openxmlformats.org/officeDocument/2006/relationships/slide" Target="/ppt/slides/slide9.xml" Id="Ra62bd76ff16b40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c75c9e7eee042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9d6adc8f52487d" /><Relationship Type="http://schemas.openxmlformats.org/officeDocument/2006/relationships/notesMaster" Target="/ppt/notesMasters/notesMaster1.xml" Id="R1e6eda7ed1d943c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c9a87aafdfa435a" /><Relationship Type="http://schemas.openxmlformats.org/officeDocument/2006/relationships/notesMaster" Target="/ppt/notesMasters/notesMaster1.xml" Id="R7711adff031c46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45b6e9856f4474" /><Relationship Type="http://schemas.openxmlformats.org/officeDocument/2006/relationships/notesMaster" Target="/ppt/notesMasters/notesMaster1.xml" Id="R1426ffbfa5524a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7841a7e3d1484e" /><Relationship Type="http://schemas.openxmlformats.org/officeDocument/2006/relationships/notesMaster" Target="/ppt/notesMasters/notesMaster1.xml" Id="R37edc77d65524d0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ddd7798ed24bed" /><Relationship Type="http://schemas.openxmlformats.org/officeDocument/2006/relationships/notesMaster" Target="/ppt/notesMasters/notesMaster1.xml" Id="R8811e04db550445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f03945b27443ae" /><Relationship Type="http://schemas.openxmlformats.org/officeDocument/2006/relationships/notesMaster" Target="/ppt/notesMasters/notesMaster1.xml" Id="R1c107c65241741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edcc777a1640e4" /><Relationship Type="http://schemas.openxmlformats.org/officeDocument/2006/relationships/notesMaster" Target="/ppt/notesMasters/notesMaster1.xml" Id="Ra9cc5a57681142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c796403d16b476b" /><Relationship Type="http://schemas.openxmlformats.org/officeDocument/2006/relationships/notesMaster" Target="/ppt/notesMasters/notesMaster1.xml" Id="R83ad8dae4a194aa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288d95b4eb64432" /><Relationship Type="http://schemas.openxmlformats.org/officeDocument/2006/relationships/notesMaster" Target="/ppt/notesMasters/notesMaster1.xml" Id="R1c1e7a0328584b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e1518caf1444cc" /><Relationship Type="http://schemas.openxmlformats.org/officeDocument/2006/relationships/image" Target="/ppt/media/image.png" Id="R1a3c0ca2d9f64d9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f2af1c122a4cc5" /><Relationship Type="http://schemas.openxmlformats.org/officeDocument/2006/relationships/image" Target="/ppt/media/image.png" Id="Rcabfe32d1d6a4f3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0821b006994802" /><Relationship Type="http://schemas.openxmlformats.org/officeDocument/2006/relationships/image" Target="/ppt/media/image.png" Id="R85489ee3c897449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5e921f899445bd" /><Relationship Type="http://schemas.openxmlformats.org/officeDocument/2006/relationships/image" Target="/ppt/media/image.png" Id="R9b130daa87154ca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8097bfb30d49aa" /><Relationship Type="http://schemas.openxmlformats.org/officeDocument/2006/relationships/image" Target="/ppt/media/image.png" Id="Rd79b833bb6a94db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047fd76146461a" /><Relationship Type="http://schemas.openxmlformats.org/officeDocument/2006/relationships/image" Target="/ppt/media/image.png" Id="Rf4c0870a8d3f4c2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20337c8d474448" /><Relationship Type="http://schemas.openxmlformats.org/officeDocument/2006/relationships/image" Target="/ppt/media/image.png" Id="Re9037e0474cd425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f360844ca24c98" /><Relationship Type="http://schemas.openxmlformats.org/officeDocument/2006/relationships/image" Target="/ppt/media/image.png" Id="Ra9211aa213f5421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68c437cf334e19" /><Relationship Type="http://schemas.openxmlformats.org/officeDocument/2006/relationships/image" Target="/ppt/media/image.png" Id="Rb8185aeeaa274ea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3b2557b97644c8" /><Relationship Type="http://schemas.openxmlformats.org/officeDocument/2006/relationships/image" Target="/ppt/media/image.png" Id="Rb99be12d1b834ee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555a72324e41c1" /><Relationship Type="http://schemas.openxmlformats.org/officeDocument/2006/relationships/image" Target="/ppt/media/image.png" Id="R4634fef9eff4444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a3c0ca2d9f64d93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bfe32d1d6a4f3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5489ee3c897449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b130daa87154ca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9b833bb6a94db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4c0870a8d3f4c2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9037e0474cd425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211aa213f5421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8185aeeaa274ea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9be12d1b834ee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634fef9eff4444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60fa40337b4630" /><Relationship Type="http://schemas.openxmlformats.org/officeDocument/2006/relationships/slideLayout" Target="/ppt/slideLayouts/slideLayout1.xml" Id="R315b33c09a814440" /><Relationship Type="http://schemas.openxmlformats.org/officeDocument/2006/relationships/slideLayout" Target="/ppt/slideLayouts/slideLayout2.xml" Id="R8c2d1bde15f24db2" /><Relationship Type="http://schemas.openxmlformats.org/officeDocument/2006/relationships/slideLayout" Target="/ppt/slideLayouts/slideLayout3.xml" Id="Rbd48d04a20404118" /><Relationship Type="http://schemas.openxmlformats.org/officeDocument/2006/relationships/slideLayout" Target="/ppt/slideLayouts/slideLayout4.xml" Id="Rb40f4d3a693b4ec6" /><Relationship Type="http://schemas.openxmlformats.org/officeDocument/2006/relationships/slideLayout" Target="/ppt/slideLayouts/slideLayout5.xml" Id="Rd5319a6bf43e47ae" /><Relationship Type="http://schemas.openxmlformats.org/officeDocument/2006/relationships/slideLayout" Target="/ppt/slideLayouts/slideLayout6.xml" Id="Rf4705156dc2c427d" /><Relationship Type="http://schemas.openxmlformats.org/officeDocument/2006/relationships/slideLayout" Target="/ppt/slideLayouts/slideLayout7.xml" Id="Rd95fed3ff56348cc" /><Relationship Type="http://schemas.openxmlformats.org/officeDocument/2006/relationships/slideLayout" Target="/ppt/slideLayouts/slideLayout8.xml" Id="Rc428819ba9b043b5" /><Relationship Type="http://schemas.openxmlformats.org/officeDocument/2006/relationships/slideLayout" Target="/ppt/slideLayouts/slideLayout9.xml" Id="R546dc27eb1214010" /><Relationship Type="http://schemas.openxmlformats.org/officeDocument/2006/relationships/slideLayout" Target="/ppt/slideLayouts/slideLayout10.xml" Id="R413b3e51106d4ba0" /><Relationship Type="http://schemas.openxmlformats.org/officeDocument/2006/relationships/slideLayout" Target="/ppt/slideLayouts/slideLayout11.xml" Id="Redf44161854f4c9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5b33c09a814440"/>
    <p:sldLayoutId xmlns:r="http://schemas.openxmlformats.org/officeDocument/2006/relationships" id="2147483650" r:id="R8c2d1bde15f24db2"/>
    <p:sldLayoutId xmlns:r="http://schemas.openxmlformats.org/officeDocument/2006/relationships" id="2147483651" r:id="Rbd48d04a20404118"/>
    <p:sldLayoutId xmlns:r="http://schemas.openxmlformats.org/officeDocument/2006/relationships" id="2147483652" r:id="Rb40f4d3a693b4ec6"/>
    <p:sldLayoutId xmlns:r="http://schemas.openxmlformats.org/officeDocument/2006/relationships" id="2147483653" r:id="Rd5319a6bf43e47ae"/>
    <p:sldLayoutId xmlns:r="http://schemas.openxmlformats.org/officeDocument/2006/relationships" id="2147483654" r:id="Rf4705156dc2c427d"/>
    <p:sldLayoutId xmlns:r="http://schemas.openxmlformats.org/officeDocument/2006/relationships" id="2147483655" r:id="Rd95fed3ff56348cc"/>
    <p:sldLayoutId xmlns:r="http://schemas.openxmlformats.org/officeDocument/2006/relationships" id="2147483656" r:id="Rc428819ba9b043b5"/>
    <p:sldLayoutId xmlns:r="http://schemas.openxmlformats.org/officeDocument/2006/relationships" id="2147483657" r:id="R546dc27eb1214010"/>
    <p:sldLayoutId xmlns:r="http://schemas.openxmlformats.org/officeDocument/2006/relationships" id="2147483658" r:id="R413b3e51106d4ba0"/>
    <p:sldLayoutId xmlns:r="http://schemas.openxmlformats.org/officeDocument/2006/relationships" id="2147483659" r:id="Redf44161854f4c93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4a9c18827c494a" /><Relationship Type="http://schemas.openxmlformats.org/officeDocument/2006/relationships/notesSlide" Target="/ppt/notesSlides/notesSlide1.xml" Id="R1763268be2ab4c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88e892d0b14cbc" /><Relationship Type="http://schemas.openxmlformats.org/officeDocument/2006/relationships/notesSlide" Target="/ppt/notesSlides/notesSlide2.xml" Id="R597cd933544349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6dfefa2c72443b" /><Relationship Type="http://schemas.openxmlformats.org/officeDocument/2006/relationships/notesSlide" Target="/ppt/notesSlides/notesSlide3.xml" Id="Rc0bb706c46384c0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f5a20021714034" /><Relationship Type="http://schemas.openxmlformats.org/officeDocument/2006/relationships/notesSlide" Target="/ppt/notesSlides/notesSlide4.xml" Id="Rdfe16ce2a90b48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b8db731d7e4e13" /><Relationship Type="http://schemas.openxmlformats.org/officeDocument/2006/relationships/notesSlide" Target="/ppt/notesSlides/notesSlide5.xml" Id="Rf6a5ed6204e147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fd522a6bf24124" /><Relationship Type="http://schemas.openxmlformats.org/officeDocument/2006/relationships/notesSlide" Target="/ppt/notesSlides/notesSlide6.xml" Id="R029bddb459784b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0a94234fcc49c9" /><Relationship Type="http://schemas.openxmlformats.org/officeDocument/2006/relationships/notesSlide" Target="/ppt/notesSlides/notesSlide7.xml" Id="Rd493707b91c948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0847bbd913495f" /><Relationship Type="http://schemas.openxmlformats.org/officeDocument/2006/relationships/notesSlide" Target="/ppt/notesSlides/notesSlide8.xml" Id="Rf56a759677a54eb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906227576140d5" /><Relationship Type="http://schemas.openxmlformats.org/officeDocument/2006/relationships/notesSlide" Target="/ppt/notesSlides/notesSlide9.xml" Id="Rf2ae2b173b7d422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Joining Text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854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854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a separator such as a full stop be added explicitly when two strings are joined?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entering digits for a name still concatenate text instead of performing addition?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For inputs Ava and Li, what username would appear if both lower() calls were removed?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username is the first letter of the first name joined to the whole last name, all in lowercase. Use position 0 to get the first letter.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"Asha"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"Khan"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 akhan"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asks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last_name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a department code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department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Join the lowercase last name,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"-"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uppercase department, and display the result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"Account label:"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"Khan"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"Account label: khan-ART"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8094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an event-tag program that asks for a venue, an activity and a two-character group code. Join them as venue/activity-GROUP, with the venue and activity in lowercase and the group in uppercase. Display the result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"Event tag:"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"Hall"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"Quiz"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"Event tag: hall/quiz-B2"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.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user_name)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2026-09-28T06:18:12.6320000Z</dcterms:created>
  <dcterms:modified xsi:type="dcterms:W3CDTF">2026-09-28T06:18:12.6320000Z</dcterms:modified>
</coreProperties>
</file>