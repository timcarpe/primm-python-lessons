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4f7e21938b44c7e" /><Relationship Type="http://schemas.openxmlformats.org/officeDocument/2006/relationships/extended-properties" Target="/docProps/app.xml" Id="R19e1b39e29f744c9" /><Relationship Type="http://schemas.openxmlformats.org/officeDocument/2006/relationships/officeDocument" Target="/ppt/presentation.xml" Id="R6c48dda1131148a8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b142e23c6a5b469f"/>
  </p:sldMasterIdLst>
  <p:notesMasterIdLst>
    <p:notesMasterId xmlns:r="http://schemas.openxmlformats.org/officeDocument/2006/relationships" r:id="R5f36284031de4d2a"/>
  </p:notesMasterIdLst>
  <p:sldIdLst>
    <p:sldId xmlns:r="http://schemas.openxmlformats.org/officeDocument/2006/relationships" id="256" r:id="Rc25ce493c8bf46e4"/>
    <p:sldId xmlns:r="http://schemas.openxmlformats.org/officeDocument/2006/relationships" id="257" r:id="Red58c5209a994eff"/>
    <p:sldId xmlns:r="http://schemas.openxmlformats.org/officeDocument/2006/relationships" id="258" r:id="R80d806f561294f0d"/>
    <p:sldId xmlns:r="http://schemas.openxmlformats.org/officeDocument/2006/relationships" id="259" r:id="Rc27c2db329ce4508"/>
    <p:sldId xmlns:r="http://schemas.openxmlformats.org/officeDocument/2006/relationships" id="260" r:id="R844a8cc7d8594fe3"/>
    <p:sldId xmlns:r="http://schemas.openxmlformats.org/officeDocument/2006/relationships" id="261" r:id="R05834e5ff47a46a3"/>
    <p:sldId xmlns:r="http://schemas.openxmlformats.org/officeDocument/2006/relationships" id="262" r:id="Rf8eb580a27e9468c"/>
    <p:sldId xmlns:r="http://schemas.openxmlformats.org/officeDocument/2006/relationships" id="263" r:id="R429ec5b1a0434df3"/>
    <p:sldId xmlns:r="http://schemas.openxmlformats.org/officeDocument/2006/relationships" id="264" r:id="R6746b3a6bde64a53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286713eeb6ca49c2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0abddaad6f84e6a" /><Relationship Type="http://schemas.openxmlformats.org/officeDocument/2006/relationships/slideMaster" Target="/ppt/slideMasters/slideMaster1.xml" Id="Rb142e23c6a5b469f" /><Relationship Type="http://schemas.openxmlformats.org/officeDocument/2006/relationships/notesMaster" Target="/ppt/notesMasters/notesMaster1.xml" Id="R5f36284031de4d2a" /><Relationship Type="http://schemas.openxmlformats.org/officeDocument/2006/relationships/presProps" Target="/ppt/presProps.xml" Id="Rae49f2e4ed6e46a3" /><Relationship Type="http://schemas.openxmlformats.org/officeDocument/2006/relationships/viewProps" Target="/ppt/viewProps.xml" Id="Rc846e0220393424c" /><Relationship Type="http://schemas.openxmlformats.org/officeDocument/2006/relationships/tableStyles" Target="/ppt/tableStyles.xml" Id="R999a1028df7d41d9" /><Relationship Type="http://schemas.openxmlformats.org/officeDocument/2006/relationships/font" Target="/ppt/fonts/font.dat" Id="R286713eeb6ca49c2" /><Relationship Type="http://schemas.openxmlformats.org/officeDocument/2006/relationships/slide" Target="/ppt/slides/slide1.xml" Id="Rc25ce493c8bf46e4" /><Relationship Type="http://schemas.openxmlformats.org/officeDocument/2006/relationships/slide" Target="/ppt/slides/slide2.xml" Id="Red58c5209a994eff" /><Relationship Type="http://schemas.openxmlformats.org/officeDocument/2006/relationships/slide" Target="/ppt/slides/slide3.xml" Id="R80d806f561294f0d" /><Relationship Type="http://schemas.openxmlformats.org/officeDocument/2006/relationships/slide" Target="/ppt/slides/slide4.xml" Id="Rc27c2db329ce4508" /><Relationship Type="http://schemas.openxmlformats.org/officeDocument/2006/relationships/slide" Target="/ppt/slides/slide5.xml" Id="R844a8cc7d8594fe3" /><Relationship Type="http://schemas.openxmlformats.org/officeDocument/2006/relationships/slide" Target="/ppt/slides/slide6.xml" Id="R05834e5ff47a46a3" /><Relationship Type="http://schemas.openxmlformats.org/officeDocument/2006/relationships/slide" Target="/ppt/slides/slide7.xml" Id="Rf8eb580a27e9468c" /><Relationship Type="http://schemas.openxmlformats.org/officeDocument/2006/relationships/slide" Target="/ppt/slides/slide8.xml" Id="R429ec5b1a0434df3" /><Relationship Type="http://schemas.openxmlformats.org/officeDocument/2006/relationships/slide" Target="/ppt/slides/slide9.xml" Id="R6746b3a6bde64a5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647447697de41a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7871e73af7744d9" /><Relationship Type="http://schemas.openxmlformats.org/officeDocument/2006/relationships/notesMaster" Target="/ppt/notesMasters/notesMaster1.xml" Id="Rd266cf2f96bf4bc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7864fd8dd354cd1" /><Relationship Type="http://schemas.openxmlformats.org/officeDocument/2006/relationships/notesMaster" Target="/ppt/notesMasters/notesMaster1.xml" Id="Rcffc10982097471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f3038972bfb4d63" /><Relationship Type="http://schemas.openxmlformats.org/officeDocument/2006/relationships/notesMaster" Target="/ppt/notesMasters/notesMaster1.xml" Id="R3213d84714064c9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1984471e9d9465e" /><Relationship Type="http://schemas.openxmlformats.org/officeDocument/2006/relationships/notesMaster" Target="/ppt/notesMasters/notesMaster1.xml" Id="R7bb911a17d4b4fd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eaee27221ac4b8c" /><Relationship Type="http://schemas.openxmlformats.org/officeDocument/2006/relationships/notesMaster" Target="/ppt/notesMasters/notesMaster1.xml" Id="Rf81a2451c90d424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3a25b99f2e34d60" /><Relationship Type="http://schemas.openxmlformats.org/officeDocument/2006/relationships/notesMaster" Target="/ppt/notesMasters/notesMaster1.xml" Id="R80ecb252575a47c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e86d40677d74a9d" /><Relationship Type="http://schemas.openxmlformats.org/officeDocument/2006/relationships/notesMaster" Target="/ppt/notesMasters/notesMaster1.xml" Id="R31f14fc7fa8946f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0a22c7e63e14915" /><Relationship Type="http://schemas.openxmlformats.org/officeDocument/2006/relationships/notesMaster" Target="/ppt/notesMasters/notesMaster1.xml" Id="R8f4f718602ef4e0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e6d5b4389014bb3" /><Relationship Type="http://schemas.openxmlformats.org/officeDocument/2006/relationships/notesMaster" Target="/ppt/notesMasters/notesMaster1.xml" Id="R1a01e97b3cc7426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25e8a3e96f4a44" /><Relationship Type="http://schemas.openxmlformats.org/officeDocument/2006/relationships/image" Target="/ppt/media/image.png" Id="Raa26199cb8e2491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c6e99edf254276" /><Relationship Type="http://schemas.openxmlformats.org/officeDocument/2006/relationships/image" Target="/ppt/media/image.png" Id="Rcb6283a9bd7f4dc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b7d9b652474930" /><Relationship Type="http://schemas.openxmlformats.org/officeDocument/2006/relationships/image" Target="/ppt/media/image.png" Id="Raa7e03dfadef458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0f246453ac454e" /><Relationship Type="http://schemas.openxmlformats.org/officeDocument/2006/relationships/image" Target="/ppt/media/image.png" Id="R17ae179c9bfa4cb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f72755aba94c05" /><Relationship Type="http://schemas.openxmlformats.org/officeDocument/2006/relationships/image" Target="/ppt/media/image.png" Id="R65bd1df7951d4fb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b2121a10b14cd9" /><Relationship Type="http://schemas.openxmlformats.org/officeDocument/2006/relationships/image" Target="/ppt/media/image.png" Id="R0b05b4c5885a4453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8fba72615e4a1c" /><Relationship Type="http://schemas.openxmlformats.org/officeDocument/2006/relationships/image" Target="/ppt/media/image.png" Id="Rdba66ce6114b467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2ea1ef90954bfe" /><Relationship Type="http://schemas.openxmlformats.org/officeDocument/2006/relationships/image" Target="/ppt/media/image.png" Id="R6b2bee5f4c7a43a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09fdb5313f4219" /><Relationship Type="http://schemas.openxmlformats.org/officeDocument/2006/relationships/image" Target="/ppt/media/image.png" Id="Rc725a66dc2924cd4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130bb62e324f49" /><Relationship Type="http://schemas.openxmlformats.org/officeDocument/2006/relationships/image" Target="/ppt/media/image.png" Id="R232e0eb0dd144447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20471e365d4c8b" /><Relationship Type="http://schemas.openxmlformats.org/officeDocument/2006/relationships/image" Target="/ppt/media/image.png" Id="R1a00a27d5ba544c5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a26199cb8e24918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b6283a9bd7f4dc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a7e03dfadef458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7ae179c9bfa4cb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5bd1df7951d4fb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b05b4c5885a445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ba66ce6114b467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b2bee5f4c7a43a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725a66dc2924cd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32e0eb0dd14444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a00a27d5ba544c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1ed009ae5ab4e3d" /><Relationship Type="http://schemas.openxmlformats.org/officeDocument/2006/relationships/slideLayout" Target="/ppt/slideLayouts/slideLayout1.xml" Id="R855c7a0138cf4464" /><Relationship Type="http://schemas.openxmlformats.org/officeDocument/2006/relationships/slideLayout" Target="/ppt/slideLayouts/slideLayout2.xml" Id="Rf5f68b63fbe74769" /><Relationship Type="http://schemas.openxmlformats.org/officeDocument/2006/relationships/slideLayout" Target="/ppt/slideLayouts/slideLayout3.xml" Id="Rdf5aef25beff449f" /><Relationship Type="http://schemas.openxmlformats.org/officeDocument/2006/relationships/slideLayout" Target="/ppt/slideLayouts/slideLayout4.xml" Id="R23f916ea57ea4325" /><Relationship Type="http://schemas.openxmlformats.org/officeDocument/2006/relationships/slideLayout" Target="/ppt/slideLayouts/slideLayout5.xml" Id="Rce96533541c745f3" /><Relationship Type="http://schemas.openxmlformats.org/officeDocument/2006/relationships/slideLayout" Target="/ppt/slideLayouts/slideLayout6.xml" Id="R899a5d61e1834633" /><Relationship Type="http://schemas.openxmlformats.org/officeDocument/2006/relationships/slideLayout" Target="/ppt/slideLayouts/slideLayout7.xml" Id="Raeaf7346803642ce" /><Relationship Type="http://schemas.openxmlformats.org/officeDocument/2006/relationships/slideLayout" Target="/ppt/slideLayouts/slideLayout8.xml" Id="Rb5a64da378b544ca" /><Relationship Type="http://schemas.openxmlformats.org/officeDocument/2006/relationships/slideLayout" Target="/ppt/slideLayouts/slideLayout9.xml" Id="R86404c79b82a4683" /><Relationship Type="http://schemas.openxmlformats.org/officeDocument/2006/relationships/slideLayout" Target="/ppt/slideLayouts/slideLayout10.xml" Id="R8efb04b004b64e54" /><Relationship Type="http://schemas.openxmlformats.org/officeDocument/2006/relationships/slideLayout" Target="/ppt/slideLayouts/slideLayout11.xml" Id="R560687721e47440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55c7a0138cf4464"/>
    <p:sldLayoutId xmlns:r="http://schemas.openxmlformats.org/officeDocument/2006/relationships" id="2147483650" r:id="Rf5f68b63fbe74769"/>
    <p:sldLayoutId xmlns:r="http://schemas.openxmlformats.org/officeDocument/2006/relationships" id="2147483651" r:id="Rdf5aef25beff449f"/>
    <p:sldLayoutId xmlns:r="http://schemas.openxmlformats.org/officeDocument/2006/relationships" id="2147483652" r:id="R23f916ea57ea4325"/>
    <p:sldLayoutId xmlns:r="http://schemas.openxmlformats.org/officeDocument/2006/relationships" id="2147483653" r:id="Rce96533541c745f3"/>
    <p:sldLayoutId xmlns:r="http://schemas.openxmlformats.org/officeDocument/2006/relationships" id="2147483654" r:id="R899a5d61e1834633"/>
    <p:sldLayoutId xmlns:r="http://schemas.openxmlformats.org/officeDocument/2006/relationships" id="2147483655" r:id="Raeaf7346803642ce"/>
    <p:sldLayoutId xmlns:r="http://schemas.openxmlformats.org/officeDocument/2006/relationships" id="2147483656" r:id="Rb5a64da378b544ca"/>
    <p:sldLayoutId xmlns:r="http://schemas.openxmlformats.org/officeDocument/2006/relationships" id="2147483657" r:id="R86404c79b82a4683"/>
    <p:sldLayoutId xmlns:r="http://schemas.openxmlformats.org/officeDocument/2006/relationships" id="2147483658" r:id="R8efb04b004b64e54"/>
    <p:sldLayoutId xmlns:r="http://schemas.openxmlformats.org/officeDocument/2006/relationships" id="2147483659" r:id="R560687721e47440c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5334ba2e39499b" /><Relationship Type="http://schemas.openxmlformats.org/officeDocument/2006/relationships/notesSlide" Target="/ppt/notesSlides/notesSlide1.xml" Id="R4375c05b6a424f1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22da7c73dfd4f14" /><Relationship Type="http://schemas.openxmlformats.org/officeDocument/2006/relationships/notesSlide" Target="/ppt/notesSlides/notesSlide2.xml" Id="R5ca4fcaa5ed9477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51d96cd381f4155" /><Relationship Type="http://schemas.openxmlformats.org/officeDocument/2006/relationships/notesSlide" Target="/ppt/notesSlides/notesSlide3.xml" Id="Rd1f63526bf3241d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b9b8c07bcbc458a" /><Relationship Type="http://schemas.openxmlformats.org/officeDocument/2006/relationships/notesSlide" Target="/ppt/notesSlides/notesSlide4.xml" Id="R4b70b76143f149f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67172ebe220488e" /><Relationship Type="http://schemas.openxmlformats.org/officeDocument/2006/relationships/notesSlide" Target="/ppt/notesSlides/notesSlide5.xml" Id="R6370bbc6be7c49c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c166f5f62b04e43" /><Relationship Type="http://schemas.openxmlformats.org/officeDocument/2006/relationships/notesSlide" Target="/ppt/notesSlides/notesSlide6.xml" Id="R4e96056c1fdb4bf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ae1c29d91ff4f5e" /><Relationship Type="http://schemas.openxmlformats.org/officeDocument/2006/relationships/notesSlide" Target="/ppt/notesSlides/notesSlide7.xml" Id="R952961c5b335477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5734b03017945c2" /><Relationship Type="http://schemas.openxmlformats.org/officeDocument/2006/relationships/notesSlide" Target="/ppt/notesSlides/notesSlide8.xml" Id="R200d36c50f82452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7cf2549a11e4f01" /><Relationship Type="http://schemas.openxmlformats.org/officeDocument/2006/relationships/notesSlide" Target="/ppt/notesSlides/notesSlide9.xml" Id="R1258dfd05a4143c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Joining Text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15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first_name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last_name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"Last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username = first_name.lower() +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last_name.lower()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username)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85495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first_name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last_name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"Last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username = first_name.lower() +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last_name.lower()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username)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85495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first_name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last_name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"Last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username = first_name.lower() +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last_name.lower()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username)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must a separator such as a full stop be added explicitly when two strings are joined?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does entering digits for a name still concatenate text instead of performing addition?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For inputs Ava and Li, what username would appear if both lower() calls were removed?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first_name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name: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last_name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"Last name: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username = first_name.lower() +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last_name.lower()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username)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the username is the first letter of the first name joined to the whole last name, all in lowercase. Use position 0 to get the first letter.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"Asha"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"Khan"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 akhan"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first_name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name: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last_name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"Last name: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username = first_name.lower() +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last_name.lower()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username)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asks for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last_name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a department code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department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Join the lowercase last name,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"-"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the uppercase department, and display the result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"Account label:"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"Khan"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"Account label: khan-ART"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first_name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name: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last_name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"Last name: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username = first_name.lower() +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last_name.lower()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username)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98094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an event-tag program that asks for a venue, an activity and a two-character group code. Join them as venue/activity-GROUP, with the venue and activity in lowercase and the group in uppercase. Display the result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"Event tag:"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"Hall"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"Quiz"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"Event tag: hall/quiz-B2"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first_name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name: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last_name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"Last name: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username = first_name.lower() +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last_name.lower()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username)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first_name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name: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last_name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"Last name: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username = first_name.lower() + . + last_name.lower()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user_name)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2026-09-28T09:07:46.8680000Z</dcterms:created>
  <dcterms:modified xsi:type="dcterms:W3CDTF">2026-09-28T09:07:46.8680000Z</dcterms:modified>
</coreProperties>
</file>