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0e9257be4a4fe1" /><Relationship Type="http://schemas.openxmlformats.org/officeDocument/2006/relationships/extended-properties" Target="/docProps/app.xml" Id="R7c2042c320cb4d7d" /><Relationship Type="http://schemas.openxmlformats.org/officeDocument/2006/relationships/officeDocument" Target="/ppt/presentation.xml" Id="Rf1d0aa896529499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eeeadee43174065"/>
  </p:sldMasterIdLst>
  <p:notesMasterIdLst>
    <p:notesMasterId xmlns:r="http://schemas.openxmlformats.org/officeDocument/2006/relationships" r:id="R87e836991396450d"/>
  </p:notesMasterIdLst>
  <p:sldIdLst>
    <p:sldId xmlns:r="http://schemas.openxmlformats.org/officeDocument/2006/relationships" id="256" r:id="R3442da6638b24c68"/>
    <p:sldId xmlns:r="http://schemas.openxmlformats.org/officeDocument/2006/relationships" id="257" r:id="R8f1d2ceb421d4174"/>
    <p:sldId xmlns:r="http://schemas.openxmlformats.org/officeDocument/2006/relationships" id="258" r:id="R1903991f12914264"/>
    <p:sldId xmlns:r="http://schemas.openxmlformats.org/officeDocument/2006/relationships" id="259" r:id="Rddb9ee7610434c74"/>
    <p:sldId xmlns:r="http://schemas.openxmlformats.org/officeDocument/2006/relationships" id="260" r:id="R41c07db981ad489b"/>
    <p:sldId xmlns:r="http://schemas.openxmlformats.org/officeDocument/2006/relationships" id="261" r:id="R1c9de452fc92480d"/>
    <p:sldId xmlns:r="http://schemas.openxmlformats.org/officeDocument/2006/relationships" id="262" r:id="R8d15b7d387394453"/>
    <p:sldId xmlns:r="http://schemas.openxmlformats.org/officeDocument/2006/relationships" id="263" r:id="Ra9ada9dc0ed840c6"/>
    <p:sldId xmlns:r="http://schemas.openxmlformats.org/officeDocument/2006/relationships" id="264" r:id="R48940afb0fb0413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b063fe9b2764d1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755dbfa10b4478" /><Relationship Type="http://schemas.openxmlformats.org/officeDocument/2006/relationships/slideMaster" Target="/ppt/slideMasters/slideMaster1.xml" Id="Rfeeeadee43174065" /><Relationship Type="http://schemas.openxmlformats.org/officeDocument/2006/relationships/notesMaster" Target="/ppt/notesMasters/notesMaster1.xml" Id="R87e836991396450d" /><Relationship Type="http://schemas.openxmlformats.org/officeDocument/2006/relationships/presProps" Target="/ppt/presProps.xml" Id="Rfa9cf1754da940ff" /><Relationship Type="http://schemas.openxmlformats.org/officeDocument/2006/relationships/viewProps" Target="/ppt/viewProps.xml" Id="R45d6fc5b195a487b" /><Relationship Type="http://schemas.openxmlformats.org/officeDocument/2006/relationships/tableStyles" Target="/ppt/tableStyles.xml" Id="Rc828355fcca8408e" /><Relationship Type="http://schemas.openxmlformats.org/officeDocument/2006/relationships/font" Target="/ppt/fonts/font.dat" Id="R2b063fe9b2764d1c" /><Relationship Type="http://schemas.openxmlformats.org/officeDocument/2006/relationships/slide" Target="/ppt/slides/slide1.xml" Id="R3442da6638b24c68" /><Relationship Type="http://schemas.openxmlformats.org/officeDocument/2006/relationships/slide" Target="/ppt/slides/slide2.xml" Id="R8f1d2ceb421d4174" /><Relationship Type="http://schemas.openxmlformats.org/officeDocument/2006/relationships/slide" Target="/ppt/slides/slide3.xml" Id="R1903991f12914264" /><Relationship Type="http://schemas.openxmlformats.org/officeDocument/2006/relationships/slide" Target="/ppt/slides/slide4.xml" Id="Rddb9ee7610434c74" /><Relationship Type="http://schemas.openxmlformats.org/officeDocument/2006/relationships/slide" Target="/ppt/slides/slide5.xml" Id="R41c07db981ad489b" /><Relationship Type="http://schemas.openxmlformats.org/officeDocument/2006/relationships/slide" Target="/ppt/slides/slide6.xml" Id="R1c9de452fc92480d" /><Relationship Type="http://schemas.openxmlformats.org/officeDocument/2006/relationships/slide" Target="/ppt/slides/slide7.xml" Id="R8d15b7d387394453" /><Relationship Type="http://schemas.openxmlformats.org/officeDocument/2006/relationships/slide" Target="/ppt/slides/slide8.xml" Id="Ra9ada9dc0ed840c6" /><Relationship Type="http://schemas.openxmlformats.org/officeDocument/2006/relationships/slide" Target="/ppt/slides/slide9.xml" Id="R48940afb0fb041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57f8c362db4b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4adf6f28c34443" /><Relationship Type="http://schemas.openxmlformats.org/officeDocument/2006/relationships/notesMaster" Target="/ppt/notesMasters/notesMaster1.xml" Id="Rb8bd61f8e89647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2cae2018ca4a11" /><Relationship Type="http://schemas.openxmlformats.org/officeDocument/2006/relationships/notesMaster" Target="/ppt/notesMasters/notesMaster1.xml" Id="R677add91bb9841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93b286443a4a4f" /><Relationship Type="http://schemas.openxmlformats.org/officeDocument/2006/relationships/notesMaster" Target="/ppt/notesMasters/notesMaster1.xml" Id="Rb536e22e437a4c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e8a0faa96a42df" /><Relationship Type="http://schemas.openxmlformats.org/officeDocument/2006/relationships/notesMaster" Target="/ppt/notesMasters/notesMaster1.xml" Id="Rfe6761d0a05e44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658e628d614392" /><Relationship Type="http://schemas.openxmlformats.org/officeDocument/2006/relationships/notesMaster" Target="/ppt/notesMasters/notesMaster1.xml" Id="Ra87671579b2143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e781b9128d47a5" /><Relationship Type="http://schemas.openxmlformats.org/officeDocument/2006/relationships/notesMaster" Target="/ppt/notesMasters/notesMaster1.xml" Id="R771c336713de4c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fe51e78195429d" /><Relationship Type="http://schemas.openxmlformats.org/officeDocument/2006/relationships/notesMaster" Target="/ppt/notesMasters/notesMaster1.xml" Id="Ra5eea3d4c8d349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622afebbfe44be" /><Relationship Type="http://schemas.openxmlformats.org/officeDocument/2006/relationships/notesMaster" Target="/ppt/notesMasters/notesMaster1.xml" Id="Rfb6fde7ee63c44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68538c6932413c" /><Relationship Type="http://schemas.openxmlformats.org/officeDocument/2006/relationships/notesMaster" Target="/ppt/notesMasters/notesMaster1.xml" Id="R4a103aaafc6549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dd840d0d4444ac" /><Relationship Type="http://schemas.openxmlformats.org/officeDocument/2006/relationships/image" Target="/ppt/media/image.png" Id="R488139b19a49476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e515e32723493b" /><Relationship Type="http://schemas.openxmlformats.org/officeDocument/2006/relationships/image" Target="/ppt/media/image.png" Id="R423f395463b74b5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aee6d227f44780" /><Relationship Type="http://schemas.openxmlformats.org/officeDocument/2006/relationships/image" Target="/ppt/media/image.png" Id="R8143138356f940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eee76dc45a4f60" /><Relationship Type="http://schemas.openxmlformats.org/officeDocument/2006/relationships/image" Target="/ppt/media/image.png" Id="R4d98e164a83e457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1bd8fd9cf74e7a" /><Relationship Type="http://schemas.openxmlformats.org/officeDocument/2006/relationships/image" Target="/ppt/media/image.png" Id="R6b22d46ec2db48a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5fe95f88394d94" /><Relationship Type="http://schemas.openxmlformats.org/officeDocument/2006/relationships/image" Target="/ppt/media/image.png" Id="R76a735c8fa58446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0ca127fb9d475f" /><Relationship Type="http://schemas.openxmlformats.org/officeDocument/2006/relationships/image" Target="/ppt/media/image.png" Id="Rc46597edb8624e8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ac89302c414a98" /><Relationship Type="http://schemas.openxmlformats.org/officeDocument/2006/relationships/image" Target="/ppt/media/image.png" Id="R67f88f70189d403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1f3778add4c52" /><Relationship Type="http://schemas.openxmlformats.org/officeDocument/2006/relationships/image" Target="/ppt/media/image.png" Id="Re120e08c33024ad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e9488fe0c646e3" /><Relationship Type="http://schemas.openxmlformats.org/officeDocument/2006/relationships/image" Target="/ppt/media/image.png" Id="R620223b247864b2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ba312f93494330" /><Relationship Type="http://schemas.openxmlformats.org/officeDocument/2006/relationships/image" Target="/ppt/media/image.png" Id="R59faf71b51ad41f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8139b19a49476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3f395463b74b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43138356f940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98e164a83e45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22d46ec2db48a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a735c8fa58446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6597edb8624e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f88f70189d403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20e08c33024a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0223b247864b2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faf71b51ad41f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3088a1a45a4278" /><Relationship Type="http://schemas.openxmlformats.org/officeDocument/2006/relationships/slideLayout" Target="/ppt/slideLayouts/slideLayout1.xml" Id="R1deeb9cb59744b3f" /><Relationship Type="http://schemas.openxmlformats.org/officeDocument/2006/relationships/slideLayout" Target="/ppt/slideLayouts/slideLayout2.xml" Id="Rf43d986062c240e8" /><Relationship Type="http://schemas.openxmlformats.org/officeDocument/2006/relationships/slideLayout" Target="/ppt/slideLayouts/slideLayout3.xml" Id="R297900286a9b4176" /><Relationship Type="http://schemas.openxmlformats.org/officeDocument/2006/relationships/slideLayout" Target="/ppt/slideLayouts/slideLayout4.xml" Id="Re89355ea198244a0" /><Relationship Type="http://schemas.openxmlformats.org/officeDocument/2006/relationships/slideLayout" Target="/ppt/slideLayouts/slideLayout5.xml" Id="Re8fe9476b6a64e26" /><Relationship Type="http://schemas.openxmlformats.org/officeDocument/2006/relationships/slideLayout" Target="/ppt/slideLayouts/slideLayout6.xml" Id="R2b731e929d5c4cc6" /><Relationship Type="http://schemas.openxmlformats.org/officeDocument/2006/relationships/slideLayout" Target="/ppt/slideLayouts/slideLayout7.xml" Id="R223abe1219044992" /><Relationship Type="http://schemas.openxmlformats.org/officeDocument/2006/relationships/slideLayout" Target="/ppt/slideLayouts/slideLayout8.xml" Id="R37c2c12922df43e2" /><Relationship Type="http://schemas.openxmlformats.org/officeDocument/2006/relationships/slideLayout" Target="/ppt/slideLayouts/slideLayout9.xml" Id="Ra7ebfe52e2fa451e" /><Relationship Type="http://schemas.openxmlformats.org/officeDocument/2006/relationships/slideLayout" Target="/ppt/slideLayouts/slideLayout10.xml" Id="R1e4db348e88b4031" /><Relationship Type="http://schemas.openxmlformats.org/officeDocument/2006/relationships/slideLayout" Target="/ppt/slideLayouts/slideLayout11.xml" Id="R78606980593e4ef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eeb9cb59744b3f"/>
    <p:sldLayoutId xmlns:r="http://schemas.openxmlformats.org/officeDocument/2006/relationships" id="2147483650" r:id="Rf43d986062c240e8"/>
    <p:sldLayoutId xmlns:r="http://schemas.openxmlformats.org/officeDocument/2006/relationships" id="2147483651" r:id="R297900286a9b4176"/>
    <p:sldLayoutId xmlns:r="http://schemas.openxmlformats.org/officeDocument/2006/relationships" id="2147483652" r:id="Re89355ea198244a0"/>
    <p:sldLayoutId xmlns:r="http://schemas.openxmlformats.org/officeDocument/2006/relationships" id="2147483653" r:id="Re8fe9476b6a64e26"/>
    <p:sldLayoutId xmlns:r="http://schemas.openxmlformats.org/officeDocument/2006/relationships" id="2147483654" r:id="R2b731e929d5c4cc6"/>
    <p:sldLayoutId xmlns:r="http://schemas.openxmlformats.org/officeDocument/2006/relationships" id="2147483655" r:id="R223abe1219044992"/>
    <p:sldLayoutId xmlns:r="http://schemas.openxmlformats.org/officeDocument/2006/relationships" id="2147483656" r:id="R37c2c12922df43e2"/>
    <p:sldLayoutId xmlns:r="http://schemas.openxmlformats.org/officeDocument/2006/relationships" id="2147483657" r:id="Ra7ebfe52e2fa451e"/>
    <p:sldLayoutId xmlns:r="http://schemas.openxmlformats.org/officeDocument/2006/relationships" id="2147483658" r:id="R1e4db348e88b4031"/>
    <p:sldLayoutId xmlns:r="http://schemas.openxmlformats.org/officeDocument/2006/relationships" id="2147483659" r:id="R78606980593e4ef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0ad4b827d453f" /><Relationship Type="http://schemas.openxmlformats.org/officeDocument/2006/relationships/notesSlide" Target="/ppt/notesSlides/notesSlide1.xml" Id="Ra04b91e7a11744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9fe723f0d54d06" /><Relationship Type="http://schemas.openxmlformats.org/officeDocument/2006/relationships/notesSlide" Target="/ppt/notesSlides/notesSlide2.xml" Id="Raf6cb2c371e444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510dfc9f9a435d" /><Relationship Type="http://schemas.openxmlformats.org/officeDocument/2006/relationships/notesSlide" Target="/ppt/notesSlides/notesSlide3.xml" Id="Rdc7ad652c18d4a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23a17bd42b4124" /><Relationship Type="http://schemas.openxmlformats.org/officeDocument/2006/relationships/notesSlide" Target="/ppt/notesSlides/notesSlide4.xml" Id="R5ea78e6e7a9045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f038d0ec6b449e" /><Relationship Type="http://schemas.openxmlformats.org/officeDocument/2006/relationships/notesSlide" Target="/ppt/notesSlides/notesSlide5.xml" Id="R262533d308d84b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82930ee16e4f9b" /><Relationship Type="http://schemas.openxmlformats.org/officeDocument/2006/relationships/notesSlide" Target="/ppt/notesSlides/notesSlide6.xml" Id="R6259e56700b745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4b73fb6da84784" /><Relationship Type="http://schemas.openxmlformats.org/officeDocument/2006/relationships/notesSlide" Target="/ppt/notesSlides/notesSlide7.xml" Id="Rf55199f3183a40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82d8a6c6674dcc" /><Relationship Type="http://schemas.openxmlformats.org/officeDocument/2006/relationships/notesSlide" Target="/ppt/notesSlides/notesSlide8.xml" Id="R154133ba3cdb4b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7adba616274373" /><Relationship Type="http://schemas.openxmlformats.org/officeDocument/2006/relationships/notesSlide" Target="/ppt/notesSlides/notesSlide9.xml" Id="Rca2cd79625f3482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Joining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separator such as a full stop be added explicitly when two strings are joined?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entering digits for a name still concatenate text instead of performing addition?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inputs Ava and Li, what username would appear if both lower() calls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an underscore instead of a full stop. Asha and Khan should produce asha_khan.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department input. Build account_label from lower-case last name, a hyphen and upper-case department. Khan and art should display khan-ART.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an event tag from a venue, an activity and a two-letter group. The visible tag must use the structure venue/activity-GROUP with the venue and activity in lower case.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.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2026-08-27T03:52:19.4450000Z</dcterms:created>
  <dcterms:modified xsi:type="dcterms:W3CDTF">2026-08-27T03:52:19.4450000Z</dcterms:modified>
</coreProperties>
</file>