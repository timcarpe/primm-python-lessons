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4bcd4d956e4899" /><Relationship Type="http://schemas.openxmlformats.org/officeDocument/2006/relationships/extended-properties" Target="/docProps/app.xml" Id="Ra2875b3e32134e24" /><Relationship Type="http://schemas.openxmlformats.org/officeDocument/2006/relationships/officeDocument" Target="/ppt/presentation.xml" Id="Raf0587adf0304d4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387465b4bb5497b"/>
  </p:sldMasterIdLst>
  <p:notesMasterIdLst>
    <p:notesMasterId xmlns:r="http://schemas.openxmlformats.org/officeDocument/2006/relationships" r:id="R18601a2c75964dae"/>
  </p:notesMasterIdLst>
  <p:sldIdLst>
    <p:sldId xmlns:r="http://schemas.openxmlformats.org/officeDocument/2006/relationships" id="256" r:id="R84a5ab21c2804a46"/>
    <p:sldId xmlns:r="http://schemas.openxmlformats.org/officeDocument/2006/relationships" id="257" r:id="Rf920f2b97bf94027"/>
    <p:sldId xmlns:r="http://schemas.openxmlformats.org/officeDocument/2006/relationships" id="258" r:id="R2e72f3c9233441ef"/>
    <p:sldId xmlns:r="http://schemas.openxmlformats.org/officeDocument/2006/relationships" id="259" r:id="Rfc89abe08b8a45c0"/>
    <p:sldId xmlns:r="http://schemas.openxmlformats.org/officeDocument/2006/relationships" id="260" r:id="R22ce8ad821db4856"/>
    <p:sldId xmlns:r="http://schemas.openxmlformats.org/officeDocument/2006/relationships" id="261" r:id="R83f8ceb34d424e63"/>
    <p:sldId xmlns:r="http://schemas.openxmlformats.org/officeDocument/2006/relationships" id="262" r:id="R40c3068cd4b14eaa"/>
    <p:sldId xmlns:r="http://schemas.openxmlformats.org/officeDocument/2006/relationships" id="263" r:id="R6d255b70eba14ba8"/>
    <p:sldId xmlns:r="http://schemas.openxmlformats.org/officeDocument/2006/relationships" id="264" r:id="Rd2a037c881f3439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441a03af4df4ee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8676740fa14fba" /><Relationship Type="http://schemas.openxmlformats.org/officeDocument/2006/relationships/slideMaster" Target="/ppt/slideMasters/slideMaster1.xml" Id="R6387465b4bb5497b" /><Relationship Type="http://schemas.openxmlformats.org/officeDocument/2006/relationships/notesMaster" Target="/ppt/notesMasters/notesMaster1.xml" Id="R18601a2c75964dae" /><Relationship Type="http://schemas.openxmlformats.org/officeDocument/2006/relationships/presProps" Target="/ppt/presProps.xml" Id="Rfc15bbd7701f4235" /><Relationship Type="http://schemas.openxmlformats.org/officeDocument/2006/relationships/viewProps" Target="/ppt/viewProps.xml" Id="Rb18573e8f0c94aa6" /><Relationship Type="http://schemas.openxmlformats.org/officeDocument/2006/relationships/tableStyles" Target="/ppt/tableStyles.xml" Id="R27e7002c617d47d8" /><Relationship Type="http://schemas.openxmlformats.org/officeDocument/2006/relationships/font" Target="/ppt/fonts/font.dat" Id="R3441a03af4df4ee1" /><Relationship Type="http://schemas.openxmlformats.org/officeDocument/2006/relationships/slide" Target="/ppt/slides/slide1.xml" Id="R84a5ab21c2804a46" /><Relationship Type="http://schemas.openxmlformats.org/officeDocument/2006/relationships/slide" Target="/ppt/slides/slide2.xml" Id="Rf920f2b97bf94027" /><Relationship Type="http://schemas.openxmlformats.org/officeDocument/2006/relationships/slide" Target="/ppt/slides/slide3.xml" Id="R2e72f3c9233441ef" /><Relationship Type="http://schemas.openxmlformats.org/officeDocument/2006/relationships/slide" Target="/ppt/slides/slide4.xml" Id="Rfc89abe08b8a45c0" /><Relationship Type="http://schemas.openxmlformats.org/officeDocument/2006/relationships/slide" Target="/ppt/slides/slide5.xml" Id="R22ce8ad821db4856" /><Relationship Type="http://schemas.openxmlformats.org/officeDocument/2006/relationships/slide" Target="/ppt/slides/slide6.xml" Id="R83f8ceb34d424e63" /><Relationship Type="http://schemas.openxmlformats.org/officeDocument/2006/relationships/slide" Target="/ppt/slides/slide7.xml" Id="R40c3068cd4b14eaa" /><Relationship Type="http://schemas.openxmlformats.org/officeDocument/2006/relationships/slide" Target="/ppt/slides/slide8.xml" Id="R6d255b70eba14ba8" /><Relationship Type="http://schemas.openxmlformats.org/officeDocument/2006/relationships/slide" Target="/ppt/slides/slide9.xml" Id="Rd2a037c881f343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a24f83704e41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e414311db54cbb" /><Relationship Type="http://schemas.openxmlformats.org/officeDocument/2006/relationships/notesMaster" Target="/ppt/notesMasters/notesMaster1.xml" Id="R67e17322b76d4c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04c8f5d74242cc" /><Relationship Type="http://schemas.openxmlformats.org/officeDocument/2006/relationships/notesMaster" Target="/ppt/notesMasters/notesMaster1.xml" Id="Rfac0a7dc20ee4d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f68c3d7598419e" /><Relationship Type="http://schemas.openxmlformats.org/officeDocument/2006/relationships/notesMaster" Target="/ppt/notesMasters/notesMaster1.xml" Id="Rbdedbb94cb3946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c3454d3ce6444f" /><Relationship Type="http://schemas.openxmlformats.org/officeDocument/2006/relationships/notesMaster" Target="/ppt/notesMasters/notesMaster1.xml" Id="R92f2dc2e91984a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bcd99875fe4be6" /><Relationship Type="http://schemas.openxmlformats.org/officeDocument/2006/relationships/notesMaster" Target="/ppt/notesMasters/notesMaster1.xml" Id="R96363b0602d04a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e47743cc734063" /><Relationship Type="http://schemas.openxmlformats.org/officeDocument/2006/relationships/notesMaster" Target="/ppt/notesMasters/notesMaster1.xml" Id="R0ffd1ffe829441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3185fc47bb452b" /><Relationship Type="http://schemas.openxmlformats.org/officeDocument/2006/relationships/notesMaster" Target="/ppt/notesMasters/notesMaster1.xml" Id="R66f198f1159941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29664b773d4c6d" /><Relationship Type="http://schemas.openxmlformats.org/officeDocument/2006/relationships/notesMaster" Target="/ppt/notesMasters/notesMaster1.xml" Id="R35bccde2073848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993fd26d0c4810" /><Relationship Type="http://schemas.openxmlformats.org/officeDocument/2006/relationships/notesMaster" Target="/ppt/notesMasters/notesMaster1.xml" Id="Rb8aa95a3965b48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94c5936bd9440d" /><Relationship Type="http://schemas.openxmlformats.org/officeDocument/2006/relationships/image" Target="/ppt/media/image.png" Id="R943d451e534346e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ddcc57f60342c3" /><Relationship Type="http://schemas.openxmlformats.org/officeDocument/2006/relationships/image" Target="/ppt/media/image.png" Id="R6fba8d4d51fe475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c32d46e69f43ba" /><Relationship Type="http://schemas.openxmlformats.org/officeDocument/2006/relationships/image" Target="/ppt/media/image.png" Id="Ra993dd18e37946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85077439141de" /><Relationship Type="http://schemas.openxmlformats.org/officeDocument/2006/relationships/image" Target="/ppt/media/image.png" Id="R03874c26bdfc4a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4b29267d454a62" /><Relationship Type="http://schemas.openxmlformats.org/officeDocument/2006/relationships/image" Target="/ppt/media/image.png" Id="R900c09a654504fb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08bfd2f1b6436a" /><Relationship Type="http://schemas.openxmlformats.org/officeDocument/2006/relationships/image" Target="/ppt/media/image.png" Id="R2065134f9ccd4fa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2388c18add4111" /><Relationship Type="http://schemas.openxmlformats.org/officeDocument/2006/relationships/image" Target="/ppt/media/image.png" Id="R31574798ca2940f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dda713fb0044ae" /><Relationship Type="http://schemas.openxmlformats.org/officeDocument/2006/relationships/image" Target="/ppt/media/image.png" Id="R54e9bdfa2c9043e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b3974b8bd9442a" /><Relationship Type="http://schemas.openxmlformats.org/officeDocument/2006/relationships/image" Target="/ppt/media/image.png" Id="R40b951578cab4cb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17a6018e9e4f98" /><Relationship Type="http://schemas.openxmlformats.org/officeDocument/2006/relationships/image" Target="/ppt/media/image.png" Id="R491815724b7141a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3bcaeb273c40a3" /><Relationship Type="http://schemas.openxmlformats.org/officeDocument/2006/relationships/image" Target="/ppt/media/image.png" Id="R0d12d2dd454b415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3d451e534346e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ba8d4d51fe47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93dd18e37946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874c26bdfc4a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0c09a654504fb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65134f9ccd4f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574798ca2940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e9bdfa2c9043e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b951578cab4cb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1815724b7141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12d2dd454b41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d0991a96684c36" /><Relationship Type="http://schemas.openxmlformats.org/officeDocument/2006/relationships/slideLayout" Target="/ppt/slideLayouts/slideLayout1.xml" Id="R6c5bed49657f49d3" /><Relationship Type="http://schemas.openxmlformats.org/officeDocument/2006/relationships/slideLayout" Target="/ppt/slideLayouts/slideLayout2.xml" Id="R3609195aaf2046cd" /><Relationship Type="http://schemas.openxmlformats.org/officeDocument/2006/relationships/slideLayout" Target="/ppt/slideLayouts/slideLayout3.xml" Id="R1b438cb4647a4311" /><Relationship Type="http://schemas.openxmlformats.org/officeDocument/2006/relationships/slideLayout" Target="/ppt/slideLayouts/slideLayout4.xml" Id="R5a967c9eb56a45bd" /><Relationship Type="http://schemas.openxmlformats.org/officeDocument/2006/relationships/slideLayout" Target="/ppt/slideLayouts/slideLayout5.xml" Id="R1b27a6e51cda44f3" /><Relationship Type="http://schemas.openxmlformats.org/officeDocument/2006/relationships/slideLayout" Target="/ppt/slideLayouts/slideLayout6.xml" Id="R56240b4779e64e9a" /><Relationship Type="http://schemas.openxmlformats.org/officeDocument/2006/relationships/slideLayout" Target="/ppt/slideLayouts/slideLayout7.xml" Id="Rbd0bb198205d4266" /><Relationship Type="http://schemas.openxmlformats.org/officeDocument/2006/relationships/slideLayout" Target="/ppt/slideLayouts/slideLayout8.xml" Id="R8ba8503a485b48f5" /><Relationship Type="http://schemas.openxmlformats.org/officeDocument/2006/relationships/slideLayout" Target="/ppt/slideLayouts/slideLayout9.xml" Id="Rf6407b56dd05424a" /><Relationship Type="http://schemas.openxmlformats.org/officeDocument/2006/relationships/slideLayout" Target="/ppt/slideLayouts/slideLayout10.xml" Id="R72c16c6502c6437e" /><Relationship Type="http://schemas.openxmlformats.org/officeDocument/2006/relationships/slideLayout" Target="/ppt/slideLayouts/slideLayout11.xml" Id="R07cf88136c134e9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5bed49657f49d3"/>
    <p:sldLayoutId xmlns:r="http://schemas.openxmlformats.org/officeDocument/2006/relationships" id="2147483650" r:id="R3609195aaf2046cd"/>
    <p:sldLayoutId xmlns:r="http://schemas.openxmlformats.org/officeDocument/2006/relationships" id="2147483651" r:id="R1b438cb4647a4311"/>
    <p:sldLayoutId xmlns:r="http://schemas.openxmlformats.org/officeDocument/2006/relationships" id="2147483652" r:id="R5a967c9eb56a45bd"/>
    <p:sldLayoutId xmlns:r="http://schemas.openxmlformats.org/officeDocument/2006/relationships" id="2147483653" r:id="R1b27a6e51cda44f3"/>
    <p:sldLayoutId xmlns:r="http://schemas.openxmlformats.org/officeDocument/2006/relationships" id="2147483654" r:id="R56240b4779e64e9a"/>
    <p:sldLayoutId xmlns:r="http://schemas.openxmlformats.org/officeDocument/2006/relationships" id="2147483655" r:id="Rbd0bb198205d4266"/>
    <p:sldLayoutId xmlns:r="http://schemas.openxmlformats.org/officeDocument/2006/relationships" id="2147483656" r:id="R8ba8503a485b48f5"/>
    <p:sldLayoutId xmlns:r="http://schemas.openxmlformats.org/officeDocument/2006/relationships" id="2147483657" r:id="Rf6407b56dd05424a"/>
    <p:sldLayoutId xmlns:r="http://schemas.openxmlformats.org/officeDocument/2006/relationships" id="2147483658" r:id="R72c16c6502c6437e"/>
    <p:sldLayoutId xmlns:r="http://schemas.openxmlformats.org/officeDocument/2006/relationships" id="2147483659" r:id="R07cf88136c134e9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d03a3a58c14c48" /><Relationship Type="http://schemas.openxmlformats.org/officeDocument/2006/relationships/notesSlide" Target="/ppt/notesSlides/notesSlide1.xml" Id="R442751d7da5d40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ef388bb04c49e6" /><Relationship Type="http://schemas.openxmlformats.org/officeDocument/2006/relationships/notesSlide" Target="/ppt/notesSlides/notesSlide2.xml" Id="Rae633c6bb3da4f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d141a8e9074211" /><Relationship Type="http://schemas.openxmlformats.org/officeDocument/2006/relationships/notesSlide" Target="/ppt/notesSlides/notesSlide3.xml" Id="Rcd1b32c38b0e4c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dffae2384f4e8c" /><Relationship Type="http://schemas.openxmlformats.org/officeDocument/2006/relationships/notesSlide" Target="/ppt/notesSlides/notesSlide4.xml" Id="Rab0f6622a71947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53639fbe424918" /><Relationship Type="http://schemas.openxmlformats.org/officeDocument/2006/relationships/notesSlide" Target="/ppt/notesSlides/notesSlide5.xml" Id="R1bfeb05550cc49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3f42a14f574f3d" /><Relationship Type="http://schemas.openxmlformats.org/officeDocument/2006/relationships/notesSlide" Target="/ppt/notesSlides/notesSlide6.xml" Id="R6f351b23786a44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5e7fb85c404236" /><Relationship Type="http://schemas.openxmlformats.org/officeDocument/2006/relationships/notesSlide" Target="/ppt/notesSlides/notesSlide7.xml" Id="R25e37e8604fc4d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7de77e556f4a93" /><Relationship Type="http://schemas.openxmlformats.org/officeDocument/2006/relationships/notesSlide" Target="/ppt/notesSlides/notesSlide8.xml" Id="R4ce176d188974f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a3df4fedbe4d2c" /><Relationship Type="http://schemas.openxmlformats.org/officeDocument/2006/relationships/notesSlide" Target="/ppt/notesSlides/notesSlide9.xml" Id="Rb7817c7915f848d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Joining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separator such as a full stop be added explicitly when two strings are joined?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entering digits for a name still concatenate text instead of performing addition?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inputs Ava and Li, what username would appear if both lower() calls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an underscore instead of a full stop. Asha and Khan should produce asha_khan.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department input. Build account_label from lower-case last name, a hyphen and upper-case department. Khan and art should display khan-ART.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an event tag from a venue, an activity and a two-letter group. The visible tag must use the structure venue/activity-GROUP with the venue and activity in lower case.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.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2026-08-26T04:03:49.3040000Z</dcterms:created>
  <dcterms:modified xsi:type="dcterms:W3CDTF">2026-08-26T04:03:49.3040000Z</dcterms:modified>
</coreProperties>
</file>