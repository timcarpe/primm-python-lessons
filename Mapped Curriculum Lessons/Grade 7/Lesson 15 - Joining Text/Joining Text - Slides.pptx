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976ec3ebe94ea7" /><Relationship Type="http://schemas.openxmlformats.org/officeDocument/2006/relationships/extended-properties" Target="/docProps/app.xml" Id="R513dcd65847f4fdc" /><Relationship Type="http://schemas.openxmlformats.org/officeDocument/2006/relationships/officeDocument" Target="/ppt/presentation.xml" Id="R0628e27b3d214d2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6b7717fe74246e6"/>
  </p:sldMasterIdLst>
  <p:notesMasterIdLst>
    <p:notesMasterId xmlns:r="http://schemas.openxmlformats.org/officeDocument/2006/relationships" r:id="Reca75bfd523b4376"/>
  </p:notesMasterIdLst>
  <p:sldIdLst>
    <p:sldId xmlns:r="http://schemas.openxmlformats.org/officeDocument/2006/relationships" id="256" r:id="R83c10156f26f46df"/>
    <p:sldId xmlns:r="http://schemas.openxmlformats.org/officeDocument/2006/relationships" id="257" r:id="Ra6a282f961f547dc"/>
    <p:sldId xmlns:r="http://schemas.openxmlformats.org/officeDocument/2006/relationships" id="258" r:id="R70d308eda5e54bb6"/>
    <p:sldId xmlns:r="http://schemas.openxmlformats.org/officeDocument/2006/relationships" id="259" r:id="R4f6ff537ec644052"/>
    <p:sldId xmlns:r="http://schemas.openxmlformats.org/officeDocument/2006/relationships" id="260" r:id="Rf76b76b584f84a9b"/>
    <p:sldId xmlns:r="http://schemas.openxmlformats.org/officeDocument/2006/relationships" id="261" r:id="R91c98bd9e7ac4217"/>
    <p:sldId xmlns:r="http://schemas.openxmlformats.org/officeDocument/2006/relationships" id="262" r:id="R39bad3abb5fc4d83"/>
    <p:sldId xmlns:r="http://schemas.openxmlformats.org/officeDocument/2006/relationships" id="263" r:id="Ra8f1162346c14e17"/>
    <p:sldId xmlns:r="http://schemas.openxmlformats.org/officeDocument/2006/relationships" id="264" r:id="R10e23a66e0cd4cff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6faa8a797620493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14efcbe6ec47d6" /><Relationship Type="http://schemas.openxmlformats.org/officeDocument/2006/relationships/slideMaster" Target="/ppt/slideMasters/slideMaster1.xml" Id="Rc6b7717fe74246e6" /><Relationship Type="http://schemas.openxmlformats.org/officeDocument/2006/relationships/notesMaster" Target="/ppt/notesMasters/notesMaster1.xml" Id="Reca75bfd523b4376" /><Relationship Type="http://schemas.openxmlformats.org/officeDocument/2006/relationships/presProps" Target="/ppt/presProps.xml" Id="R358f7b7ca99649ca" /><Relationship Type="http://schemas.openxmlformats.org/officeDocument/2006/relationships/viewProps" Target="/ppt/viewProps.xml" Id="R8ca396ede1b14036" /><Relationship Type="http://schemas.openxmlformats.org/officeDocument/2006/relationships/tableStyles" Target="/ppt/tableStyles.xml" Id="Rec57706c2bb0405d" /><Relationship Type="http://schemas.openxmlformats.org/officeDocument/2006/relationships/font" Target="/ppt/fonts/font.dat" Id="R6faa8a797620493a" /><Relationship Type="http://schemas.openxmlformats.org/officeDocument/2006/relationships/slide" Target="/ppt/slides/slide1.xml" Id="R83c10156f26f46df" /><Relationship Type="http://schemas.openxmlformats.org/officeDocument/2006/relationships/slide" Target="/ppt/slides/slide2.xml" Id="Ra6a282f961f547dc" /><Relationship Type="http://schemas.openxmlformats.org/officeDocument/2006/relationships/slide" Target="/ppt/slides/slide3.xml" Id="R70d308eda5e54bb6" /><Relationship Type="http://schemas.openxmlformats.org/officeDocument/2006/relationships/slide" Target="/ppt/slides/slide4.xml" Id="R4f6ff537ec644052" /><Relationship Type="http://schemas.openxmlformats.org/officeDocument/2006/relationships/slide" Target="/ppt/slides/slide5.xml" Id="Rf76b76b584f84a9b" /><Relationship Type="http://schemas.openxmlformats.org/officeDocument/2006/relationships/slide" Target="/ppt/slides/slide6.xml" Id="R91c98bd9e7ac4217" /><Relationship Type="http://schemas.openxmlformats.org/officeDocument/2006/relationships/slide" Target="/ppt/slides/slide7.xml" Id="R39bad3abb5fc4d83" /><Relationship Type="http://schemas.openxmlformats.org/officeDocument/2006/relationships/slide" Target="/ppt/slides/slide8.xml" Id="Ra8f1162346c14e17" /><Relationship Type="http://schemas.openxmlformats.org/officeDocument/2006/relationships/slide" Target="/ppt/slides/slide9.xml" Id="R10e23a66e0cd4c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478900ea7d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f01a4b948d4478" /><Relationship Type="http://schemas.openxmlformats.org/officeDocument/2006/relationships/notesMaster" Target="/ppt/notesMasters/notesMaster1.xml" Id="R47ef06ba632946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81ba9c2ce4e45" /><Relationship Type="http://schemas.openxmlformats.org/officeDocument/2006/relationships/notesMaster" Target="/ppt/notesMasters/notesMaster1.xml" Id="Rc6c4ae89ec0c4a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95aa682a214d78" /><Relationship Type="http://schemas.openxmlformats.org/officeDocument/2006/relationships/notesMaster" Target="/ppt/notesMasters/notesMaster1.xml" Id="R4032e38e92ce4e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28ecccaa084a1f" /><Relationship Type="http://schemas.openxmlformats.org/officeDocument/2006/relationships/notesMaster" Target="/ppt/notesMasters/notesMaster1.xml" Id="Ra5a002e8a8284c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58f73917e3464c" /><Relationship Type="http://schemas.openxmlformats.org/officeDocument/2006/relationships/notesMaster" Target="/ppt/notesMasters/notesMaster1.xml" Id="R6fe64fef7d3742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8bcae7c82048a6" /><Relationship Type="http://schemas.openxmlformats.org/officeDocument/2006/relationships/notesMaster" Target="/ppt/notesMasters/notesMaster1.xml" Id="R06bb24447e4f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957d0e294d42a0" /><Relationship Type="http://schemas.openxmlformats.org/officeDocument/2006/relationships/notesMaster" Target="/ppt/notesMasters/notesMaster1.xml" Id="R8c711d38ee1d44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9084b39dea44c5" /><Relationship Type="http://schemas.openxmlformats.org/officeDocument/2006/relationships/notesMaster" Target="/ppt/notesMasters/notesMaster1.xml" Id="Rcca4a91355d84d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c0fbba98d34834" /><Relationship Type="http://schemas.openxmlformats.org/officeDocument/2006/relationships/notesMaster" Target="/ppt/notesMasters/notesMaster1.xml" Id="R53c7dd22a90a4e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f7b8a3e1644f7" /><Relationship Type="http://schemas.openxmlformats.org/officeDocument/2006/relationships/image" Target="/ppt/media/image.png" Id="R77b748e32b3946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76f0566514218" /><Relationship Type="http://schemas.openxmlformats.org/officeDocument/2006/relationships/image" Target="/ppt/media/image.png" Id="R8e3d4ac2383449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aa3cdf7154ff0" /><Relationship Type="http://schemas.openxmlformats.org/officeDocument/2006/relationships/image" Target="/ppt/media/image.png" Id="Rcb459e903b5444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0ad97b2ea4a59" /><Relationship Type="http://schemas.openxmlformats.org/officeDocument/2006/relationships/image" Target="/ppt/media/image.png" Id="R212fe91d178f4a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9722245524800" /><Relationship Type="http://schemas.openxmlformats.org/officeDocument/2006/relationships/image" Target="/ppt/media/image.png" Id="R9595fabf26eb4b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1fe49248a4fd5" /><Relationship Type="http://schemas.openxmlformats.org/officeDocument/2006/relationships/image" Target="/ppt/media/image.png" Id="Rf137e769ad0346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d472fe8e14f57" /><Relationship Type="http://schemas.openxmlformats.org/officeDocument/2006/relationships/image" Target="/ppt/media/image.png" Id="R063d8682f6fe48a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fc33ce8b84533" /><Relationship Type="http://schemas.openxmlformats.org/officeDocument/2006/relationships/image" Target="/ppt/media/image.png" Id="R230c31c0284e4e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9bf419d134f77" /><Relationship Type="http://schemas.openxmlformats.org/officeDocument/2006/relationships/image" Target="/ppt/media/image.png" Id="R882e965f3d6d473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5f6e28a8c49c9" /><Relationship Type="http://schemas.openxmlformats.org/officeDocument/2006/relationships/image" Target="/ppt/media/image.png" Id="R3fb8fee914fb4ce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8e4921b4642fb" /><Relationship Type="http://schemas.openxmlformats.org/officeDocument/2006/relationships/image" Target="/ppt/media/image.png" Id="R71f062e247da471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b748e32b3946ef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3d4ac23834499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459e903b54443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2fe91d178f4af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95fabf26eb4b4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37e769ad03464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3d8682f6fe48a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0c31c0284e4ea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2e965f3d6d473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b8fee914fb4ce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f062e247da471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448b161fac4947" /><Relationship Type="http://schemas.openxmlformats.org/officeDocument/2006/relationships/slideLayout" Target="/ppt/slideLayouts/slideLayout1.xml" Id="R0160325ceb13444a" /><Relationship Type="http://schemas.openxmlformats.org/officeDocument/2006/relationships/slideLayout" Target="/ppt/slideLayouts/slideLayout2.xml" Id="R3884348361c74c91" /><Relationship Type="http://schemas.openxmlformats.org/officeDocument/2006/relationships/slideLayout" Target="/ppt/slideLayouts/slideLayout3.xml" Id="Rf6f7fc170ea3416e" /><Relationship Type="http://schemas.openxmlformats.org/officeDocument/2006/relationships/slideLayout" Target="/ppt/slideLayouts/slideLayout4.xml" Id="Rf917574948674555" /><Relationship Type="http://schemas.openxmlformats.org/officeDocument/2006/relationships/slideLayout" Target="/ppt/slideLayouts/slideLayout5.xml" Id="Ra54d83274814431b" /><Relationship Type="http://schemas.openxmlformats.org/officeDocument/2006/relationships/slideLayout" Target="/ppt/slideLayouts/slideLayout6.xml" Id="Rf4156303ed84422f" /><Relationship Type="http://schemas.openxmlformats.org/officeDocument/2006/relationships/slideLayout" Target="/ppt/slideLayouts/slideLayout7.xml" Id="R5c67631fb0fe4469" /><Relationship Type="http://schemas.openxmlformats.org/officeDocument/2006/relationships/slideLayout" Target="/ppt/slideLayouts/slideLayout8.xml" Id="Rfb9ebec2c95d49ce" /><Relationship Type="http://schemas.openxmlformats.org/officeDocument/2006/relationships/slideLayout" Target="/ppt/slideLayouts/slideLayout9.xml" Id="R2d394599ca6a49dc" /><Relationship Type="http://schemas.openxmlformats.org/officeDocument/2006/relationships/slideLayout" Target="/ppt/slideLayouts/slideLayout10.xml" Id="Re8b4c0dc910d4f7c" /><Relationship Type="http://schemas.openxmlformats.org/officeDocument/2006/relationships/slideLayout" Target="/ppt/slideLayouts/slideLayout11.xml" Id="R007208d90e09409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60325ceb13444a"/>
    <p:sldLayoutId xmlns:r="http://schemas.openxmlformats.org/officeDocument/2006/relationships" id="2147483650" r:id="R3884348361c74c91"/>
    <p:sldLayoutId xmlns:r="http://schemas.openxmlformats.org/officeDocument/2006/relationships" id="2147483651" r:id="Rf6f7fc170ea3416e"/>
    <p:sldLayoutId xmlns:r="http://schemas.openxmlformats.org/officeDocument/2006/relationships" id="2147483652" r:id="Rf917574948674555"/>
    <p:sldLayoutId xmlns:r="http://schemas.openxmlformats.org/officeDocument/2006/relationships" id="2147483653" r:id="Ra54d83274814431b"/>
    <p:sldLayoutId xmlns:r="http://schemas.openxmlformats.org/officeDocument/2006/relationships" id="2147483654" r:id="Rf4156303ed84422f"/>
    <p:sldLayoutId xmlns:r="http://schemas.openxmlformats.org/officeDocument/2006/relationships" id="2147483655" r:id="R5c67631fb0fe4469"/>
    <p:sldLayoutId xmlns:r="http://schemas.openxmlformats.org/officeDocument/2006/relationships" id="2147483656" r:id="Rfb9ebec2c95d49ce"/>
    <p:sldLayoutId xmlns:r="http://schemas.openxmlformats.org/officeDocument/2006/relationships" id="2147483657" r:id="R2d394599ca6a49dc"/>
    <p:sldLayoutId xmlns:r="http://schemas.openxmlformats.org/officeDocument/2006/relationships" id="2147483658" r:id="Re8b4c0dc910d4f7c"/>
    <p:sldLayoutId xmlns:r="http://schemas.openxmlformats.org/officeDocument/2006/relationships" id="2147483659" r:id="R007208d90e09409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36693c9ac4499" /><Relationship Type="http://schemas.openxmlformats.org/officeDocument/2006/relationships/notesSlide" Target="/ppt/notesSlides/notesSlide1.xml" Id="Rd71a5c29aa004c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94d7e165e849a6" /><Relationship Type="http://schemas.openxmlformats.org/officeDocument/2006/relationships/notesSlide" Target="/ppt/notesSlides/notesSlide2.xml" Id="R425c0fa1292d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d839abd8094256" /><Relationship Type="http://schemas.openxmlformats.org/officeDocument/2006/relationships/notesSlide" Target="/ppt/notesSlides/notesSlide3.xml" Id="R0f31d078e63640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99244edbd4c09" /><Relationship Type="http://schemas.openxmlformats.org/officeDocument/2006/relationships/notesSlide" Target="/ppt/notesSlides/notesSlide4.xml" Id="Re59e33e593094f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0bd46e3979457b" /><Relationship Type="http://schemas.openxmlformats.org/officeDocument/2006/relationships/notesSlide" Target="/ppt/notesSlides/notesSlide5.xml" Id="R5ae6b874beb5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6092f8c8d84d4d" /><Relationship Type="http://schemas.openxmlformats.org/officeDocument/2006/relationships/notesSlide" Target="/ppt/notesSlides/notesSlide6.xml" Id="Rbf66e8a7088841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89317860274188" /><Relationship Type="http://schemas.openxmlformats.org/officeDocument/2006/relationships/notesSlide" Target="/ppt/notesSlides/notesSlide7.xml" Id="Rd0cb15e6ab0842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7aac6851f342a5" /><Relationship Type="http://schemas.openxmlformats.org/officeDocument/2006/relationships/notesSlide" Target="/ppt/notesSlides/notesSlide8.xml" Id="Re61ff3d0225d47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27ec6b5cc4120" /><Relationship Type="http://schemas.openxmlformats.org/officeDocument/2006/relationships/notesSlide" Target="/ppt/notesSlides/notesSlide9.xml" Id="R245ff018d18242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Joining Text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15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first_name.lower() +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8549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first_name.lower() +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8549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first_name.lower() +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must a separator such as a full stop be added explicitly when two strings are joined?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entering digits for a name still concatenate text instead of performing addition?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For inputs Ava and Li, what username would appear if both lower() calls were removed?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first_name.lower() +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last_name.lower()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the username is the first letter of the first name joined to the whole last name, all in lowercase. Use position 0 to get the first letter.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"Asha"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"Khan"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 akhan"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first_name.lower() +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last_name.lower()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asks for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last_name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a department code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department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Join the lowercase last name,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"-"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the uppercase department, and display the result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"Account label:"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"Khan"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"Account label: khan-ART"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first_name.lower() +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last_name.lower()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98094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an event-tag program that asks for a venue, an activity and a two-character group code. Join them as venue/activity-GROUP, with the venue and activity in lowercase and the group in uppercase. Display the result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"Event tag:"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"Hall"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"Quiz"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"Event tag: hall/quiz-B2"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first_name.lower() +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last_name.lower()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first_name.lower() + . + last_name.lower()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user_name)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2026-09-28T08:27:15.4390000Z</dcterms:created>
  <dcterms:modified xsi:type="dcterms:W3CDTF">2026-09-28T08:27:15.4390000Z</dcterms:modified>
</coreProperties>
</file>