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cb49ed9b6c4e70" /><Relationship Type="http://schemas.openxmlformats.org/officeDocument/2006/relationships/extended-properties" Target="/docProps/app.xml" Id="Rc64fb44e94344d20" /><Relationship Type="http://schemas.openxmlformats.org/officeDocument/2006/relationships/officeDocument" Target="/ppt/presentation.xml" Id="Rbf824d127ed449b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2fc2761ead14d22"/>
  </p:sldMasterIdLst>
  <p:notesMasterIdLst>
    <p:notesMasterId xmlns:r="http://schemas.openxmlformats.org/officeDocument/2006/relationships" r:id="Rbb32bbe64d9c4571"/>
  </p:notesMasterIdLst>
  <p:sldIdLst>
    <p:sldId xmlns:r="http://schemas.openxmlformats.org/officeDocument/2006/relationships" id="256" r:id="Rd20b0334e1004378"/>
    <p:sldId xmlns:r="http://schemas.openxmlformats.org/officeDocument/2006/relationships" id="257" r:id="R87e26b865e004308"/>
    <p:sldId xmlns:r="http://schemas.openxmlformats.org/officeDocument/2006/relationships" id="258" r:id="R4eea7bc783904422"/>
    <p:sldId xmlns:r="http://schemas.openxmlformats.org/officeDocument/2006/relationships" id="259" r:id="Rf0a406e9d38141f0"/>
    <p:sldId xmlns:r="http://schemas.openxmlformats.org/officeDocument/2006/relationships" id="260" r:id="Rc54d58e8b6304359"/>
    <p:sldId xmlns:r="http://schemas.openxmlformats.org/officeDocument/2006/relationships" id="261" r:id="R2bc48a4528934fad"/>
    <p:sldId xmlns:r="http://schemas.openxmlformats.org/officeDocument/2006/relationships" id="262" r:id="R6815d21db7184b86"/>
    <p:sldId xmlns:r="http://schemas.openxmlformats.org/officeDocument/2006/relationships" id="263" r:id="R9afcc02f21074bc1"/>
    <p:sldId xmlns:r="http://schemas.openxmlformats.org/officeDocument/2006/relationships" id="264" r:id="R3f2aa2268f51494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252aa3520f44ea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895b98f49f4e10" /><Relationship Type="http://schemas.openxmlformats.org/officeDocument/2006/relationships/slideMaster" Target="/ppt/slideMasters/slideMaster1.xml" Id="Ra2fc2761ead14d22" /><Relationship Type="http://schemas.openxmlformats.org/officeDocument/2006/relationships/notesMaster" Target="/ppt/notesMasters/notesMaster1.xml" Id="Rbb32bbe64d9c4571" /><Relationship Type="http://schemas.openxmlformats.org/officeDocument/2006/relationships/presProps" Target="/ppt/presProps.xml" Id="Rfd46399b99114ae8" /><Relationship Type="http://schemas.openxmlformats.org/officeDocument/2006/relationships/viewProps" Target="/ppt/viewProps.xml" Id="R329307c58a0d426d" /><Relationship Type="http://schemas.openxmlformats.org/officeDocument/2006/relationships/tableStyles" Target="/ppt/tableStyles.xml" Id="R7631e52ffaa343f3" /><Relationship Type="http://schemas.openxmlformats.org/officeDocument/2006/relationships/font" Target="/ppt/fonts/font.dat" Id="Rd252aa3520f44ea7" /><Relationship Type="http://schemas.openxmlformats.org/officeDocument/2006/relationships/slide" Target="/ppt/slides/slide1.xml" Id="Rd20b0334e1004378" /><Relationship Type="http://schemas.openxmlformats.org/officeDocument/2006/relationships/slide" Target="/ppt/slides/slide2.xml" Id="R87e26b865e004308" /><Relationship Type="http://schemas.openxmlformats.org/officeDocument/2006/relationships/slide" Target="/ppt/slides/slide3.xml" Id="R4eea7bc783904422" /><Relationship Type="http://schemas.openxmlformats.org/officeDocument/2006/relationships/slide" Target="/ppt/slides/slide4.xml" Id="Rf0a406e9d38141f0" /><Relationship Type="http://schemas.openxmlformats.org/officeDocument/2006/relationships/slide" Target="/ppt/slides/slide5.xml" Id="Rc54d58e8b6304359" /><Relationship Type="http://schemas.openxmlformats.org/officeDocument/2006/relationships/slide" Target="/ppt/slides/slide6.xml" Id="R2bc48a4528934fad" /><Relationship Type="http://schemas.openxmlformats.org/officeDocument/2006/relationships/slide" Target="/ppt/slides/slide7.xml" Id="R6815d21db7184b86" /><Relationship Type="http://schemas.openxmlformats.org/officeDocument/2006/relationships/slide" Target="/ppt/slides/slide8.xml" Id="R9afcc02f21074bc1" /><Relationship Type="http://schemas.openxmlformats.org/officeDocument/2006/relationships/slide" Target="/ppt/slides/slide9.xml" Id="R3f2aa2268f5149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28bc53464a46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2ca5ecc0ad4bc2" /><Relationship Type="http://schemas.openxmlformats.org/officeDocument/2006/relationships/notesMaster" Target="/ppt/notesMasters/notesMaster1.xml" Id="R3cd6906754fd4a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32566c3bda450f" /><Relationship Type="http://schemas.openxmlformats.org/officeDocument/2006/relationships/notesMaster" Target="/ppt/notesMasters/notesMaster1.xml" Id="Re4ba41dfb06c44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16f236122240e7" /><Relationship Type="http://schemas.openxmlformats.org/officeDocument/2006/relationships/notesMaster" Target="/ppt/notesMasters/notesMaster1.xml" Id="R915a2c265e414b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88d1c0ba7c41f6" /><Relationship Type="http://schemas.openxmlformats.org/officeDocument/2006/relationships/notesMaster" Target="/ppt/notesMasters/notesMaster1.xml" Id="R3bca998bfd2144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ac5eb4d73a4321" /><Relationship Type="http://schemas.openxmlformats.org/officeDocument/2006/relationships/notesMaster" Target="/ppt/notesMasters/notesMaster1.xml" Id="R79859c1224a242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25c01db983422f" /><Relationship Type="http://schemas.openxmlformats.org/officeDocument/2006/relationships/notesMaster" Target="/ppt/notesMasters/notesMaster1.xml" Id="R9937ac7e8b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764abb9e1c4ff6" /><Relationship Type="http://schemas.openxmlformats.org/officeDocument/2006/relationships/notesMaster" Target="/ppt/notesMasters/notesMaster1.xml" Id="R1c47c0c73f4a41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e6905d99c046df" /><Relationship Type="http://schemas.openxmlformats.org/officeDocument/2006/relationships/notesMaster" Target="/ppt/notesMasters/notesMaster1.xml" Id="R5909bbfe1e1849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554924982f4749" /><Relationship Type="http://schemas.openxmlformats.org/officeDocument/2006/relationships/notesMaster" Target="/ppt/notesMasters/notesMaster1.xml" Id="R2f253f4c21c941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9eee79c654f60" /><Relationship Type="http://schemas.openxmlformats.org/officeDocument/2006/relationships/image" Target="/ppt/media/image.png" Id="R2963c7c392b54a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cf27da0ffc4ed4" /><Relationship Type="http://schemas.openxmlformats.org/officeDocument/2006/relationships/image" Target="/ppt/media/image.png" Id="R110b0373a2f242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ee8cceaae8428d" /><Relationship Type="http://schemas.openxmlformats.org/officeDocument/2006/relationships/image" Target="/ppt/media/image.png" Id="R19180ba960c848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08b1bdaf924584" /><Relationship Type="http://schemas.openxmlformats.org/officeDocument/2006/relationships/image" Target="/ppt/media/image.png" Id="Rb1328d866e0747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04ff10c0e418e" /><Relationship Type="http://schemas.openxmlformats.org/officeDocument/2006/relationships/image" Target="/ppt/media/image.png" Id="Rec63b2194d2e49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759b0bf7446e0" /><Relationship Type="http://schemas.openxmlformats.org/officeDocument/2006/relationships/image" Target="/ppt/media/image.png" Id="Ra8cef610e64845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409446a1f4a8b" /><Relationship Type="http://schemas.openxmlformats.org/officeDocument/2006/relationships/image" Target="/ppt/media/image.png" Id="R32c86748d145479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058beb0b344f5f" /><Relationship Type="http://schemas.openxmlformats.org/officeDocument/2006/relationships/image" Target="/ppt/media/image.png" Id="R7752a56aa35d498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4f199770634e59" /><Relationship Type="http://schemas.openxmlformats.org/officeDocument/2006/relationships/image" Target="/ppt/media/image.png" Id="Rbac38aa798fb4ff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86e14e78f142b8" /><Relationship Type="http://schemas.openxmlformats.org/officeDocument/2006/relationships/image" Target="/ppt/media/image.png" Id="R3252df16f36c4e2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941bc7bd8643bb" /><Relationship Type="http://schemas.openxmlformats.org/officeDocument/2006/relationships/image" Target="/ppt/media/image.png" Id="R4c3b980607a3404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63c7c392b54a0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0b0373a2f242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180ba960c848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328d866e0747f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63b2194d2e49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8cef610e648458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c86748d145479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52a56aa35d49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c38aa798fb4f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52df16f36c4e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3b980607a340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52a5302643468b" /><Relationship Type="http://schemas.openxmlformats.org/officeDocument/2006/relationships/slideLayout" Target="/ppt/slideLayouts/slideLayout1.xml" Id="R8b73d0bd7279481e" /><Relationship Type="http://schemas.openxmlformats.org/officeDocument/2006/relationships/slideLayout" Target="/ppt/slideLayouts/slideLayout2.xml" Id="Rad26f36ee25942e4" /><Relationship Type="http://schemas.openxmlformats.org/officeDocument/2006/relationships/slideLayout" Target="/ppt/slideLayouts/slideLayout3.xml" Id="Rf4b71acab6fe4ee5" /><Relationship Type="http://schemas.openxmlformats.org/officeDocument/2006/relationships/slideLayout" Target="/ppt/slideLayouts/slideLayout4.xml" Id="R39f0aaa56d4f4c8d" /><Relationship Type="http://schemas.openxmlformats.org/officeDocument/2006/relationships/slideLayout" Target="/ppt/slideLayouts/slideLayout5.xml" Id="Rc045df05fdc54595" /><Relationship Type="http://schemas.openxmlformats.org/officeDocument/2006/relationships/slideLayout" Target="/ppt/slideLayouts/slideLayout6.xml" Id="Rfa826468cfc9448d" /><Relationship Type="http://schemas.openxmlformats.org/officeDocument/2006/relationships/slideLayout" Target="/ppt/slideLayouts/slideLayout7.xml" Id="R4bd8c6bd04e2469b" /><Relationship Type="http://schemas.openxmlformats.org/officeDocument/2006/relationships/slideLayout" Target="/ppt/slideLayouts/slideLayout8.xml" Id="R874c15fb196846b3" /><Relationship Type="http://schemas.openxmlformats.org/officeDocument/2006/relationships/slideLayout" Target="/ppt/slideLayouts/slideLayout9.xml" Id="R9cf696622ed24c97" /><Relationship Type="http://schemas.openxmlformats.org/officeDocument/2006/relationships/slideLayout" Target="/ppt/slideLayouts/slideLayout10.xml" Id="R5007ed0b36344046" /><Relationship Type="http://schemas.openxmlformats.org/officeDocument/2006/relationships/slideLayout" Target="/ppt/slideLayouts/slideLayout11.xml" Id="R83cbe1928fe94b5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73d0bd7279481e"/>
    <p:sldLayoutId xmlns:r="http://schemas.openxmlformats.org/officeDocument/2006/relationships" id="2147483650" r:id="Rad26f36ee25942e4"/>
    <p:sldLayoutId xmlns:r="http://schemas.openxmlformats.org/officeDocument/2006/relationships" id="2147483651" r:id="Rf4b71acab6fe4ee5"/>
    <p:sldLayoutId xmlns:r="http://schemas.openxmlformats.org/officeDocument/2006/relationships" id="2147483652" r:id="R39f0aaa56d4f4c8d"/>
    <p:sldLayoutId xmlns:r="http://schemas.openxmlformats.org/officeDocument/2006/relationships" id="2147483653" r:id="Rc045df05fdc54595"/>
    <p:sldLayoutId xmlns:r="http://schemas.openxmlformats.org/officeDocument/2006/relationships" id="2147483654" r:id="Rfa826468cfc9448d"/>
    <p:sldLayoutId xmlns:r="http://schemas.openxmlformats.org/officeDocument/2006/relationships" id="2147483655" r:id="R4bd8c6bd04e2469b"/>
    <p:sldLayoutId xmlns:r="http://schemas.openxmlformats.org/officeDocument/2006/relationships" id="2147483656" r:id="R874c15fb196846b3"/>
    <p:sldLayoutId xmlns:r="http://schemas.openxmlformats.org/officeDocument/2006/relationships" id="2147483657" r:id="R9cf696622ed24c97"/>
    <p:sldLayoutId xmlns:r="http://schemas.openxmlformats.org/officeDocument/2006/relationships" id="2147483658" r:id="R5007ed0b36344046"/>
    <p:sldLayoutId xmlns:r="http://schemas.openxmlformats.org/officeDocument/2006/relationships" id="2147483659" r:id="R83cbe1928fe94b5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0b04f4f884741" /><Relationship Type="http://schemas.openxmlformats.org/officeDocument/2006/relationships/notesSlide" Target="/ppt/notesSlides/notesSlide1.xml" Id="R904720d3e4cd4f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4b2863b83b4c70" /><Relationship Type="http://schemas.openxmlformats.org/officeDocument/2006/relationships/notesSlide" Target="/ppt/notesSlides/notesSlide2.xml" Id="R1dd8ff8e8b2c49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c3cd0704a24e2a" /><Relationship Type="http://schemas.openxmlformats.org/officeDocument/2006/relationships/notesSlide" Target="/ppt/notesSlides/notesSlide3.xml" Id="R42a44d01d68a44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b701c7745e47e5" /><Relationship Type="http://schemas.openxmlformats.org/officeDocument/2006/relationships/notesSlide" Target="/ppt/notesSlides/notesSlide4.xml" Id="R31f02a97e4234e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1ab80249084710" /><Relationship Type="http://schemas.openxmlformats.org/officeDocument/2006/relationships/notesSlide" Target="/ppt/notesSlides/notesSlide5.xml" Id="R814d0960800f4d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70b2f901314b84" /><Relationship Type="http://schemas.openxmlformats.org/officeDocument/2006/relationships/notesSlide" Target="/ppt/notesSlides/notesSlide6.xml" Id="R9877d53edfd74f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63e84ec3574977" /><Relationship Type="http://schemas.openxmlformats.org/officeDocument/2006/relationships/notesSlide" Target="/ppt/notesSlides/notesSlide7.xml" Id="R5224096736c24e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aa7d4320964f7c" /><Relationship Type="http://schemas.openxmlformats.org/officeDocument/2006/relationships/notesSlide" Target="/ppt/notesSlides/notesSlide8.xml" Id="R8f0855e3e7274a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38a13d27ba4ef6" /><Relationship Type="http://schemas.openxmlformats.org/officeDocument/2006/relationships/notesSlide" Target="/ppt/notesSlides/notesSlide9.xml" Id="R5e608cde74684a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Joining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854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a separator such as a full stop be added explicitly when two strings are joined?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entering digits for a name still concatenate text instead of performing addition?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inputs Ava and Li, what username would appear if both lower() calls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full stop between [first_name] and [last_name] to an underscore.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"Asha"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 asha_khan"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last name and store it in [last_name]. Ask for a department code and store it in [department]. Join the lower-case last name, a hyphen and the upper-case department, then store the result in [account_label].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"Khan"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label: khan-ART"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venue, an activity and a two-letter group, then store the answers in [venue], [activity] and [group]. Join the lower-case venue, a forward slash, the lower-case activity, a hyphen and the upper-case group. Store the result in [tag].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"Hall"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"Quiz"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"Event tag: hall/quiz-B2"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last_name.lower()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last_name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"Last name: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username = first_name.lower() + . + last_name.lower()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"Username:"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user_name)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2026-08-28T09:22:38.1600000Z</dcterms:created>
  <dcterms:modified xsi:type="dcterms:W3CDTF">2026-08-28T09:22:38.1600000Z</dcterms:modified>
</coreProperties>
</file>