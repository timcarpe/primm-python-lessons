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5a0a14cc6f4ef7" /><Relationship Type="http://schemas.openxmlformats.org/officeDocument/2006/relationships/extended-properties" Target="/docProps/app.xml" Id="Rb2f3893ee81b4f8d" /><Relationship Type="http://schemas.openxmlformats.org/officeDocument/2006/relationships/officeDocument" Target="/ppt/presentation.xml" Id="R0bb0408907564bf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e8ceedc3e814b8b"/>
  </p:sldMasterIdLst>
  <p:notesMasterIdLst>
    <p:notesMasterId xmlns:r="http://schemas.openxmlformats.org/officeDocument/2006/relationships" r:id="R73ada9c48ebb497c"/>
  </p:notesMasterIdLst>
  <p:sldIdLst>
    <p:sldId xmlns:r="http://schemas.openxmlformats.org/officeDocument/2006/relationships" id="256" r:id="R21eb473b5fba4d85"/>
    <p:sldId xmlns:r="http://schemas.openxmlformats.org/officeDocument/2006/relationships" id="257" r:id="R985ec01cd9fd4949"/>
    <p:sldId xmlns:r="http://schemas.openxmlformats.org/officeDocument/2006/relationships" id="258" r:id="Re6d84a70d1c84ae3"/>
    <p:sldId xmlns:r="http://schemas.openxmlformats.org/officeDocument/2006/relationships" id="259" r:id="Rd0ba9b07e42a4442"/>
    <p:sldId xmlns:r="http://schemas.openxmlformats.org/officeDocument/2006/relationships" id="260" r:id="Raa37a808893f463f"/>
    <p:sldId xmlns:r="http://schemas.openxmlformats.org/officeDocument/2006/relationships" id="261" r:id="Rcf89a0083c5e41f1"/>
    <p:sldId xmlns:r="http://schemas.openxmlformats.org/officeDocument/2006/relationships" id="262" r:id="Rc754ea6eca0b4216"/>
    <p:sldId xmlns:r="http://schemas.openxmlformats.org/officeDocument/2006/relationships" id="263" r:id="R532c714ffbbf41e5"/>
    <p:sldId xmlns:r="http://schemas.openxmlformats.org/officeDocument/2006/relationships" id="264" r:id="R1ad01496ec99416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1d827921c9d4f8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f59f14c7284567" /><Relationship Type="http://schemas.openxmlformats.org/officeDocument/2006/relationships/slideMaster" Target="/ppt/slideMasters/slideMaster1.xml" Id="Rfe8ceedc3e814b8b" /><Relationship Type="http://schemas.openxmlformats.org/officeDocument/2006/relationships/notesMaster" Target="/ppt/notesMasters/notesMaster1.xml" Id="R73ada9c48ebb497c" /><Relationship Type="http://schemas.openxmlformats.org/officeDocument/2006/relationships/presProps" Target="/ppt/presProps.xml" Id="Rcc3689ac7a0f496c" /><Relationship Type="http://schemas.openxmlformats.org/officeDocument/2006/relationships/viewProps" Target="/ppt/viewProps.xml" Id="R61ede86a2a2f4ef4" /><Relationship Type="http://schemas.openxmlformats.org/officeDocument/2006/relationships/tableStyles" Target="/ppt/tableStyles.xml" Id="R431ec162efdf41d2" /><Relationship Type="http://schemas.openxmlformats.org/officeDocument/2006/relationships/font" Target="/ppt/fonts/font.dat" Id="R61d827921c9d4f80" /><Relationship Type="http://schemas.openxmlformats.org/officeDocument/2006/relationships/slide" Target="/ppt/slides/slide1.xml" Id="R21eb473b5fba4d85" /><Relationship Type="http://schemas.openxmlformats.org/officeDocument/2006/relationships/slide" Target="/ppt/slides/slide2.xml" Id="R985ec01cd9fd4949" /><Relationship Type="http://schemas.openxmlformats.org/officeDocument/2006/relationships/slide" Target="/ppt/slides/slide3.xml" Id="Re6d84a70d1c84ae3" /><Relationship Type="http://schemas.openxmlformats.org/officeDocument/2006/relationships/slide" Target="/ppt/slides/slide4.xml" Id="Rd0ba9b07e42a4442" /><Relationship Type="http://schemas.openxmlformats.org/officeDocument/2006/relationships/slide" Target="/ppt/slides/slide5.xml" Id="Raa37a808893f463f" /><Relationship Type="http://schemas.openxmlformats.org/officeDocument/2006/relationships/slide" Target="/ppt/slides/slide6.xml" Id="Rcf89a0083c5e41f1" /><Relationship Type="http://schemas.openxmlformats.org/officeDocument/2006/relationships/slide" Target="/ppt/slides/slide7.xml" Id="Rc754ea6eca0b4216" /><Relationship Type="http://schemas.openxmlformats.org/officeDocument/2006/relationships/slide" Target="/ppt/slides/slide8.xml" Id="R532c714ffbbf41e5" /><Relationship Type="http://schemas.openxmlformats.org/officeDocument/2006/relationships/slide" Target="/ppt/slides/slide9.xml" Id="R1ad01496ec9941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70701342154e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54e17c139a4590" /><Relationship Type="http://schemas.openxmlformats.org/officeDocument/2006/relationships/notesMaster" Target="/ppt/notesMasters/notesMaster1.xml" Id="R38dc696760634d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221feb9e0449ec" /><Relationship Type="http://schemas.openxmlformats.org/officeDocument/2006/relationships/notesMaster" Target="/ppt/notesMasters/notesMaster1.xml" Id="R5fae0a0de3c34c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738a1a80f04a21" /><Relationship Type="http://schemas.openxmlformats.org/officeDocument/2006/relationships/notesMaster" Target="/ppt/notesMasters/notesMaster1.xml" Id="Rf52df2d7370841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8a97abc3d84a14" /><Relationship Type="http://schemas.openxmlformats.org/officeDocument/2006/relationships/notesMaster" Target="/ppt/notesMasters/notesMaster1.xml" Id="R2cb1f33df1e54d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019e712a3249f1" /><Relationship Type="http://schemas.openxmlformats.org/officeDocument/2006/relationships/notesMaster" Target="/ppt/notesMasters/notesMaster1.xml" Id="R608b86f1b4f747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c591dbfc3e143b7" /><Relationship Type="http://schemas.openxmlformats.org/officeDocument/2006/relationships/notesMaster" Target="/ppt/notesMasters/notesMaster1.xml" Id="Rffd4fe978c1b4f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3a188fa8d04063" /><Relationship Type="http://schemas.openxmlformats.org/officeDocument/2006/relationships/notesMaster" Target="/ppt/notesMasters/notesMaster1.xml" Id="R151f9f4aecec48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9b1baf2f6a34a69" /><Relationship Type="http://schemas.openxmlformats.org/officeDocument/2006/relationships/notesMaster" Target="/ppt/notesMasters/notesMaster1.xml" Id="Rb0ca9a4aa70a45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c576cd96a34710" /><Relationship Type="http://schemas.openxmlformats.org/officeDocument/2006/relationships/notesMaster" Target="/ppt/notesMasters/notesMaster1.xml" Id="R0923b8f4401840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44c737c7064136" /><Relationship Type="http://schemas.openxmlformats.org/officeDocument/2006/relationships/image" Target="/ppt/media/image.png" Id="Rc3703b2ddfcc48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140bda7da34ad1" /><Relationship Type="http://schemas.openxmlformats.org/officeDocument/2006/relationships/image" Target="/ppt/media/image.png" Id="R89db9200920d440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b478627a2b4994" /><Relationship Type="http://schemas.openxmlformats.org/officeDocument/2006/relationships/image" Target="/ppt/media/image.png" Id="R8ab26b2c04cd4f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42eb7347654c02" /><Relationship Type="http://schemas.openxmlformats.org/officeDocument/2006/relationships/image" Target="/ppt/media/image.png" Id="R32712849c0354ef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e534d0a9af4479" /><Relationship Type="http://schemas.openxmlformats.org/officeDocument/2006/relationships/image" Target="/ppt/media/image.png" Id="Rab25743ea09b489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96d78675914205" /><Relationship Type="http://schemas.openxmlformats.org/officeDocument/2006/relationships/image" Target="/ppt/media/image.png" Id="Rc437bc8237c34b3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b2462b673d4cc6" /><Relationship Type="http://schemas.openxmlformats.org/officeDocument/2006/relationships/image" Target="/ppt/media/image.png" Id="R85c28b0c48b3420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79d67f6f57465a" /><Relationship Type="http://schemas.openxmlformats.org/officeDocument/2006/relationships/image" Target="/ppt/media/image.png" Id="Rb998b1b448ee480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8f15e0add844c3" /><Relationship Type="http://schemas.openxmlformats.org/officeDocument/2006/relationships/image" Target="/ppt/media/image.png" Id="R9ccd7b062dcb44b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8c8d18683446a1" /><Relationship Type="http://schemas.openxmlformats.org/officeDocument/2006/relationships/image" Target="/ppt/media/image.png" Id="R556119a3f81f48d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417444ba31462a" /><Relationship Type="http://schemas.openxmlformats.org/officeDocument/2006/relationships/image" Target="/ppt/media/image.png" Id="R340c750ae1ca412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703b2ddfcc484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db9200920d440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b26b2c04cd4fc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712849c0354ef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25743ea09b48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37bc8237c34b3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c28b0c48b342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98b1b448ee48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cd7b062dcb44b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56119a3f81f48d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0c750ae1ca41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b0e8b11d4c4994" /><Relationship Type="http://schemas.openxmlformats.org/officeDocument/2006/relationships/slideLayout" Target="/ppt/slideLayouts/slideLayout1.xml" Id="R752a75cf6a8a44c1" /><Relationship Type="http://schemas.openxmlformats.org/officeDocument/2006/relationships/slideLayout" Target="/ppt/slideLayouts/slideLayout2.xml" Id="Rc732755f2c5a478b" /><Relationship Type="http://schemas.openxmlformats.org/officeDocument/2006/relationships/slideLayout" Target="/ppt/slideLayouts/slideLayout3.xml" Id="Rb7c282c6ab284cb6" /><Relationship Type="http://schemas.openxmlformats.org/officeDocument/2006/relationships/slideLayout" Target="/ppt/slideLayouts/slideLayout4.xml" Id="R5731b963f975458d" /><Relationship Type="http://schemas.openxmlformats.org/officeDocument/2006/relationships/slideLayout" Target="/ppt/slideLayouts/slideLayout5.xml" Id="Rebb3cd73e80b4894" /><Relationship Type="http://schemas.openxmlformats.org/officeDocument/2006/relationships/slideLayout" Target="/ppt/slideLayouts/slideLayout6.xml" Id="R0d47f8e051304d38" /><Relationship Type="http://schemas.openxmlformats.org/officeDocument/2006/relationships/slideLayout" Target="/ppt/slideLayouts/slideLayout7.xml" Id="R1b9996415f9f4c6c" /><Relationship Type="http://schemas.openxmlformats.org/officeDocument/2006/relationships/slideLayout" Target="/ppt/slideLayouts/slideLayout8.xml" Id="R1851ee864a2c4144" /><Relationship Type="http://schemas.openxmlformats.org/officeDocument/2006/relationships/slideLayout" Target="/ppt/slideLayouts/slideLayout9.xml" Id="Rfbe56ed62b4d4ecb" /><Relationship Type="http://schemas.openxmlformats.org/officeDocument/2006/relationships/slideLayout" Target="/ppt/slideLayouts/slideLayout10.xml" Id="Ra2c94bcd7e264641" /><Relationship Type="http://schemas.openxmlformats.org/officeDocument/2006/relationships/slideLayout" Target="/ppt/slideLayouts/slideLayout11.xml" Id="R48f95f10e3624f6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2a75cf6a8a44c1"/>
    <p:sldLayoutId xmlns:r="http://schemas.openxmlformats.org/officeDocument/2006/relationships" id="2147483650" r:id="Rc732755f2c5a478b"/>
    <p:sldLayoutId xmlns:r="http://schemas.openxmlformats.org/officeDocument/2006/relationships" id="2147483651" r:id="Rb7c282c6ab284cb6"/>
    <p:sldLayoutId xmlns:r="http://schemas.openxmlformats.org/officeDocument/2006/relationships" id="2147483652" r:id="R5731b963f975458d"/>
    <p:sldLayoutId xmlns:r="http://schemas.openxmlformats.org/officeDocument/2006/relationships" id="2147483653" r:id="Rebb3cd73e80b4894"/>
    <p:sldLayoutId xmlns:r="http://schemas.openxmlformats.org/officeDocument/2006/relationships" id="2147483654" r:id="R0d47f8e051304d38"/>
    <p:sldLayoutId xmlns:r="http://schemas.openxmlformats.org/officeDocument/2006/relationships" id="2147483655" r:id="R1b9996415f9f4c6c"/>
    <p:sldLayoutId xmlns:r="http://schemas.openxmlformats.org/officeDocument/2006/relationships" id="2147483656" r:id="R1851ee864a2c4144"/>
    <p:sldLayoutId xmlns:r="http://schemas.openxmlformats.org/officeDocument/2006/relationships" id="2147483657" r:id="Rfbe56ed62b4d4ecb"/>
    <p:sldLayoutId xmlns:r="http://schemas.openxmlformats.org/officeDocument/2006/relationships" id="2147483658" r:id="Ra2c94bcd7e264641"/>
    <p:sldLayoutId xmlns:r="http://schemas.openxmlformats.org/officeDocument/2006/relationships" id="2147483659" r:id="R48f95f10e3624f6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de077ac6654e33" /><Relationship Type="http://schemas.openxmlformats.org/officeDocument/2006/relationships/notesSlide" Target="/ppt/notesSlides/notesSlide1.xml" Id="R18e658ca779949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6827c5092d845a3" /><Relationship Type="http://schemas.openxmlformats.org/officeDocument/2006/relationships/notesSlide" Target="/ppt/notesSlides/notesSlide2.xml" Id="R413d595bee8d4eb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2616f29aa144ad" /><Relationship Type="http://schemas.openxmlformats.org/officeDocument/2006/relationships/notesSlide" Target="/ppt/notesSlides/notesSlide3.xml" Id="Rce354873ed2947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31a96526ed4da4" /><Relationship Type="http://schemas.openxmlformats.org/officeDocument/2006/relationships/notesSlide" Target="/ppt/notesSlides/notesSlide4.xml" Id="R6677c16e4e944b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f107236e4c4445" /><Relationship Type="http://schemas.openxmlformats.org/officeDocument/2006/relationships/notesSlide" Target="/ppt/notesSlides/notesSlide5.xml" Id="Ra7fc2b0ccde74c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c9b97b7b9b4406" /><Relationship Type="http://schemas.openxmlformats.org/officeDocument/2006/relationships/notesSlide" Target="/ppt/notesSlides/notesSlide6.xml" Id="Re6a9ccc5fc2444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ea5e1c2b304c08" /><Relationship Type="http://schemas.openxmlformats.org/officeDocument/2006/relationships/notesSlide" Target="/ppt/notesSlides/notesSlide7.xml" Id="R20a9c939aaac4c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8085dc991846ff" /><Relationship Type="http://schemas.openxmlformats.org/officeDocument/2006/relationships/notesSlide" Target="/ppt/notesSlides/notesSlide8.xml" Id="R2c99516c57a24d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b09cf453e6419e" /><Relationship Type="http://schemas.openxmlformats.org/officeDocument/2006/relationships/notesSlide" Target="/ppt/notesSlides/notesSlide9.xml" Id="R78fe5823c30c4fb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764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Whole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random.randint(1, 6) produce both 1 and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Which variable stores the generated whole number before it is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random result stored in roll before it is printed instead of calling randint() again in print()?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die so it can roll numbers from 1 to 12. Run the program several times; every result should be between 1 and 12.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Generate two six-sided rolls. Display both rolls and their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minimum whole number and store it in [minimum]. Ask for a maximum whole number and store it in [maximum]. Use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generate a number between [minimum] and [maximum], including both values, and store it in [target]. Test 4 and 4;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"Practice target: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random.seed(7)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random.randit(1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2026-08-28T09:23:20.8370000Z</dcterms:created>
  <dcterms:modified xsi:type="dcterms:W3CDTF">2026-08-28T09:23:20.8370000Z</dcterms:modified>
</coreProperties>
</file>