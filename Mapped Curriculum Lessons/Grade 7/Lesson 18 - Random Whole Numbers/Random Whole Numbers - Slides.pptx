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7750a11fef54512" /><Relationship Type="http://schemas.openxmlformats.org/officeDocument/2006/relationships/extended-properties" Target="/docProps/app.xml" Id="Racdc1af6890141ea" /><Relationship Type="http://schemas.openxmlformats.org/officeDocument/2006/relationships/officeDocument" Target="/ppt/presentation.xml" Id="Rc0bc2de506cc4411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70916ff99a314087"/>
  </p:sldMasterIdLst>
  <p:notesMasterIdLst>
    <p:notesMasterId xmlns:r="http://schemas.openxmlformats.org/officeDocument/2006/relationships" r:id="R1dc44663d74f4c30"/>
  </p:notesMasterIdLst>
  <p:sldIdLst>
    <p:sldId xmlns:r="http://schemas.openxmlformats.org/officeDocument/2006/relationships" id="256" r:id="R948c2164c0f541ff"/>
    <p:sldId xmlns:r="http://schemas.openxmlformats.org/officeDocument/2006/relationships" id="257" r:id="R49125b73b9f147c6"/>
    <p:sldId xmlns:r="http://schemas.openxmlformats.org/officeDocument/2006/relationships" id="258" r:id="R8f556deadb5641df"/>
    <p:sldId xmlns:r="http://schemas.openxmlformats.org/officeDocument/2006/relationships" id="259" r:id="R7fdf529afac64935"/>
    <p:sldId xmlns:r="http://schemas.openxmlformats.org/officeDocument/2006/relationships" id="260" r:id="Rfcf4d822be884926"/>
    <p:sldId xmlns:r="http://schemas.openxmlformats.org/officeDocument/2006/relationships" id="261" r:id="R6a664abc93f24e8e"/>
    <p:sldId xmlns:r="http://schemas.openxmlformats.org/officeDocument/2006/relationships" id="262" r:id="R4cc2518077784b39"/>
    <p:sldId xmlns:r="http://schemas.openxmlformats.org/officeDocument/2006/relationships" id="263" r:id="R2487a0f706f54c92"/>
    <p:sldId xmlns:r="http://schemas.openxmlformats.org/officeDocument/2006/relationships" id="264" r:id="R3402f0ba64b64c9e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2c41db157868467b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e996ac747ba4e62" /><Relationship Type="http://schemas.openxmlformats.org/officeDocument/2006/relationships/slideMaster" Target="/ppt/slideMasters/slideMaster1.xml" Id="R70916ff99a314087" /><Relationship Type="http://schemas.openxmlformats.org/officeDocument/2006/relationships/notesMaster" Target="/ppt/notesMasters/notesMaster1.xml" Id="R1dc44663d74f4c30" /><Relationship Type="http://schemas.openxmlformats.org/officeDocument/2006/relationships/presProps" Target="/ppt/presProps.xml" Id="R775e8c1da779491c" /><Relationship Type="http://schemas.openxmlformats.org/officeDocument/2006/relationships/viewProps" Target="/ppt/viewProps.xml" Id="R756638eab155406f" /><Relationship Type="http://schemas.openxmlformats.org/officeDocument/2006/relationships/tableStyles" Target="/ppt/tableStyles.xml" Id="R751fabad865146f4" /><Relationship Type="http://schemas.openxmlformats.org/officeDocument/2006/relationships/font" Target="/ppt/fonts/font.dat" Id="R2c41db157868467b" /><Relationship Type="http://schemas.openxmlformats.org/officeDocument/2006/relationships/slide" Target="/ppt/slides/slide1.xml" Id="R948c2164c0f541ff" /><Relationship Type="http://schemas.openxmlformats.org/officeDocument/2006/relationships/slide" Target="/ppt/slides/slide2.xml" Id="R49125b73b9f147c6" /><Relationship Type="http://schemas.openxmlformats.org/officeDocument/2006/relationships/slide" Target="/ppt/slides/slide3.xml" Id="R8f556deadb5641df" /><Relationship Type="http://schemas.openxmlformats.org/officeDocument/2006/relationships/slide" Target="/ppt/slides/slide4.xml" Id="R7fdf529afac64935" /><Relationship Type="http://schemas.openxmlformats.org/officeDocument/2006/relationships/slide" Target="/ppt/slides/slide5.xml" Id="Rfcf4d822be884926" /><Relationship Type="http://schemas.openxmlformats.org/officeDocument/2006/relationships/slide" Target="/ppt/slides/slide6.xml" Id="R6a664abc93f24e8e" /><Relationship Type="http://schemas.openxmlformats.org/officeDocument/2006/relationships/slide" Target="/ppt/slides/slide7.xml" Id="R4cc2518077784b39" /><Relationship Type="http://schemas.openxmlformats.org/officeDocument/2006/relationships/slide" Target="/ppt/slides/slide8.xml" Id="R2487a0f706f54c92" /><Relationship Type="http://schemas.openxmlformats.org/officeDocument/2006/relationships/slide" Target="/ppt/slides/slide9.xml" Id="R3402f0ba64b64c9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68ead9e0475498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28452b71da3479d" /><Relationship Type="http://schemas.openxmlformats.org/officeDocument/2006/relationships/notesMaster" Target="/ppt/notesMasters/notesMaster1.xml" Id="Rbe142bdefc1d49b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c07cd3232d149bc" /><Relationship Type="http://schemas.openxmlformats.org/officeDocument/2006/relationships/notesMaster" Target="/ppt/notesMasters/notesMaster1.xml" Id="R1b50694e1cf841c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85b4b5c494429d" /><Relationship Type="http://schemas.openxmlformats.org/officeDocument/2006/relationships/notesMaster" Target="/ppt/notesMasters/notesMaster1.xml" Id="Rd6ba91d33ab146f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a803c6173742ed" /><Relationship Type="http://schemas.openxmlformats.org/officeDocument/2006/relationships/notesMaster" Target="/ppt/notesMasters/notesMaster1.xml" Id="R4f7db69fa802446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66b1e367f24161" /><Relationship Type="http://schemas.openxmlformats.org/officeDocument/2006/relationships/notesMaster" Target="/ppt/notesMasters/notesMaster1.xml" Id="R5a5594d5218f4f5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4a30c992664c63" /><Relationship Type="http://schemas.openxmlformats.org/officeDocument/2006/relationships/notesMaster" Target="/ppt/notesMasters/notesMaster1.xml" Id="Rc3f25cb1a0534e4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a7c4ef61e15426d" /><Relationship Type="http://schemas.openxmlformats.org/officeDocument/2006/relationships/notesMaster" Target="/ppt/notesMasters/notesMaster1.xml" Id="Rf2b492415e92404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5d8aa32cd114b41" /><Relationship Type="http://schemas.openxmlformats.org/officeDocument/2006/relationships/notesMaster" Target="/ppt/notesMasters/notesMaster1.xml" Id="R62cb684ef49c4e2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b36f1aabe24ab4" /><Relationship Type="http://schemas.openxmlformats.org/officeDocument/2006/relationships/notesMaster" Target="/ppt/notesMasters/notesMaster1.xml" Id="R74568bb4cdf843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8a94d6cb15e4b8f" /><Relationship Type="http://schemas.openxmlformats.org/officeDocument/2006/relationships/image" Target="/ppt/media/image.png" Id="Rdcf2cf339f46488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1cd7935ef44de3" /><Relationship Type="http://schemas.openxmlformats.org/officeDocument/2006/relationships/image" Target="/ppt/media/image.png" Id="R8382b4c84fee470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95af94be484ac1" /><Relationship Type="http://schemas.openxmlformats.org/officeDocument/2006/relationships/image" Target="/ppt/media/image.png" Id="R85550859f8534a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fcb993f0e7492e" /><Relationship Type="http://schemas.openxmlformats.org/officeDocument/2006/relationships/image" Target="/ppt/media/image.png" Id="Rae16dcdaccfe40a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ee6b3a9c4c434f" /><Relationship Type="http://schemas.openxmlformats.org/officeDocument/2006/relationships/image" Target="/ppt/media/image.png" Id="Re3c1ae417da94dd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c695b13bec4efe" /><Relationship Type="http://schemas.openxmlformats.org/officeDocument/2006/relationships/image" Target="/ppt/media/image.png" Id="Rbb5ef5114ec849b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ef9b2cc8e3428c" /><Relationship Type="http://schemas.openxmlformats.org/officeDocument/2006/relationships/image" Target="/ppt/media/image.png" Id="R247eb354d1d94e9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49c47db42546a2" /><Relationship Type="http://schemas.openxmlformats.org/officeDocument/2006/relationships/image" Target="/ppt/media/image.png" Id="R4d8eb658d6de4e16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a685afa88b47ad" /><Relationship Type="http://schemas.openxmlformats.org/officeDocument/2006/relationships/image" Target="/ppt/media/image.png" Id="Rea4ccd6c36d243a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7fe101bf5e245fd" /><Relationship Type="http://schemas.openxmlformats.org/officeDocument/2006/relationships/image" Target="/ppt/media/image.png" Id="Ra9a58412533b4b2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46dcb87a594cf4" /><Relationship Type="http://schemas.openxmlformats.org/officeDocument/2006/relationships/image" Target="/ppt/media/image.png" Id="R72ae8e262cbd447a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cf2cf339f46488b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382b4c84fee470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550859f8534ac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16dcdaccfe40a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3c1ae417da94dd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5ef5114ec849b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7eb354d1d94e9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d8eb658d6de4e16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a4ccd6c36d243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9a58412533b4b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2ae8e262cbd447a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08c62f51f4d42f4" /><Relationship Type="http://schemas.openxmlformats.org/officeDocument/2006/relationships/slideLayout" Target="/ppt/slideLayouts/slideLayout1.xml" Id="R69db884c46334a24" /><Relationship Type="http://schemas.openxmlformats.org/officeDocument/2006/relationships/slideLayout" Target="/ppt/slideLayouts/slideLayout2.xml" Id="R5ce73dc7e4fa4847" /><Relationship Type="http://schemas.openxmlformats.org/officeDocument/2006/relationships/slideLayout" Target="/ppt/slideLayouts/slideLayout3.xml" Id="R2c6c5ed7c6ce4998" /><Relationship Type="http://schemas.openxmlformats.org/officeDocument/2006/relationships/slideLayout" Target="/ppt/slideLayouts/slideLayout4.xml" Id="Re19846043a2e4016" /><Relationship Type="http://schemas.openxmlformats.org/officeDocument/2006/relationships/slideLayout" Target="/ppt/slideLayouts/slideLayout5.xml" Id="Rff48e85bc73047c3" /><Relationship Type="http://schemas.openxmlformats.org/officeDocument/2006/relationships/slideLayout" Target="/ppt/slideLayouts/slideLayout6.xml" Id="R559a1ad5947d4582" /><Relationship Type="http://schemas.openxmlformats.org/officeDocument/2006/relationships/slideLayout" Target="/ppt/slideLayouts/slideLayout7.xml" Id="R91a2e96857e04bd0" /><Relationship Type="http://schemas.openxmlformats.org/officeDocument/2006/relationships/slideLayout" Target="/ppt/slideLayouts/slideLayout8.xml" Id="R9f448925cb6a466f" /><Relationship Type="http://schemas.openxmlformats.org/officeDocument/2006/relationships/slideLayout" Target="/ppt/slideLayouts/slideLayout9.xml" Id="Re7720ede3ad848be" /><Relationship Type="http://schemas.openxmlformats.org/officeDocument/2006/relationships/slideLayout" Target="/ppt/slideLayouts/slideLayout10.xml" Id="R136154eac0644267" /><Relationship Type="http://schemas.openxmlformats.org/officeDocument/2006/relationships/slideLayout" Target="/ppt/slideLayouts/slideLayout11.xml" Id="R69cfbbbadc844c3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db884c46334a24"/>
    <p:sldLayoutId xmlns:r="http://schemas.openxmlformats.org/officeDocument/2006/relationships" id="2147483650" r:id="R5ce73dc7e4fa4847"/>
    <p:sldLayoutId xmlns:r="http://schemas.openxmlformats.org/officeDocument/2006/relationships" id="2147483651" r:id="R2c6c5ed7c6ce4998"/>
    <p:sldLayoutId xmlns:r="http://schemas.openxmlformats.org/officeDocument/2006/relationships" id="2147483652" r:id="Re19846043a2e4016"/>
    <p:sldLayoutId xmlns:r="http://schemas.openxmlformats.org/officeDocument/2006/relationships" id="2147483653" r:id="Rff48e85bc73047c3"/>
    <p:sldLayoutId xmlns:r="http://schemas.openxmlformats.org/officeDocument/2006/relationships" id="2147483654" r:id="R559a1ad5947d4582"/>
    <p:sldLayoutId xmlns:r="http://schemas.openxmlformats.org/officeDocument/2006/relationships" id="2147483655" r:id="R91a2e96857e04bd0"/>
    <p:sldLayoutId xmlns:r="http://schemas.openxmlformats.org/officeDocument/2006/relationships" id="2147483656" r:id="R9f448925cb6a466f"/>
    <p:sldLayoutId xmlns:r="http://schemas.openxmlformats.org/officeDocument/2006/relationships" id="2147483657" r:id="Re7720ede3ad848be"/>
    <p:sldLayoutId xmlns:r="http://schemas.openxmlformats.org/officeDocument/2006/relationships" id="2147483658" r:id="R136154eac0644267"/>
    <p:sldLayoutId xmlns:r="http://schemas.openxmlformats.org/officeDocument/2006/relationships" id="2147483659" r:id="R69cfbbbadc844c3e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40762862b148ea" /><Relationship Type="http://schemas.openxmlformats.org/officeDocument/2006/relationships/notesSlide" Target="/ppt/notesSlides/notesSlide1.xml" Id="Rce9ab49b5e6d471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919d744ec52435e" /><Relationship Type="http://schemas.openxmlformats.org/officeDocument/2006/relationships/notesSlide" Target="/ppt/notesSlides/notesSlide2.xml" Id="R80e6c47af1c24b1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cd39711714e4128" /><Relationship Type="http://schemas.openxmlformats.org/officeDocument/2006/relationships/notesSlide" Target="/ppt/notesSlides/notesSlide3.xml" Id="R5595761199ca4c5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4109f4f5c4a86" /><Relationship Type="http://schemas.openxmlformats.org/officeDocument/2006/relationships/notesSlide" Target="/ppt/notesSlides/notesSlide4.xml" Id="R9f6aed7f4c36436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cdb446f71c84722" /><Relationship Type="http://schemas.openxmlformats.org/officeDocument/2006/relationships/notesSlide" Target="/ppt/notesSlides/notesSlide5.xml" Id="Rfbfb22a2392c41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668518f65b54e15" /><Relationship Type="http://schemas.openxmlformats.org/officeDocument/2006/relationships/notesSlide" Target="/ppt/notesSlides/notesSlide6.xml" Id="R990b0934077c4196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7b181adfbd249ce" /><Relationship Type="http://schemas.openxmlformats.org/officeDocument/2006/relationships/notesSlide" Target="/ppt/notesSlides/notesSlide7.xml" Id="R1adcc3e2d1b3407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ecb0fdfd9194ae9" /><Relationship Type="http://schemas.openxmlformats.org/officeDocument/2006/relationships/notesSlide" Target="/ppt/notesSlides/notesSlide8.xml" Id="R84ddc95953ef4bb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379b3c77c3648d3" /><Relationship Type="http://schemas.openxmlformats.org/officeDocument/2006/relationships/notesSlide" Target="/ppt/notesSlides/notesSlide9.xml" Id="R98a71387d8264d62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8764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Whole Numbers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18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random.randint(1, 6) produce both 1 and 6?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Which variable stores the generated whole number before it is displayed?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is the random result stored in roll before it is printed instead of calling randint() again in print()?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into a coin toss.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1 or 2,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if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else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"Heads"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1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"Tails"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2. Run the program several times until you have seen both results.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rolls two dice.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and store the rolls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roll_one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roll_two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display both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"Rolls:"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display their sum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"Total:"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and check each total.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guessing program. Ask for a minimum and a maximum whole number, then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random.randint()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to choose a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between them, including both. Ask the user to guess it.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"Correct"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or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"The target was"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followed by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target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Test 4 and 4 with a guess of 4.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random.randint(1, 6)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roll)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random.seed(7)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roll = random.randit(1 6)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"Dice roll:"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role)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2026-09-28T06:18:49.8970000Z</dcterms:created>
  <dcterms:modified xsi:type="dcterms:W3CDTF">2026-09-28T06:18:49.8970000Z</dcterms:modified>
</coreProperties>
</file>