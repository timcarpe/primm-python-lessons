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4aa77c55214ed6" /><Relationship Type="http://schemas.openxmlformats.org/officeDocument/2006/relationships/extended-properties" Target="/docProps/app.xml" Id="R873523b94e5c4d3e" /><Relationship Type="http://schemas.openxmlformats.org/officeDocument/2006/relationships/officeDocument" Target="/ppt/presentation.xml" Id="R8d1f853adaf6472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a431d13e0824bf0"/>
  </p:sldMasterIdLst>
  <p:notesMasterIdLst>
    <p:notesMasterId xmlns:r="http://schemas.openxmlformats.org/officeDocument/2006/relationships" r:id="R95e99f5d680b4ffb"/>
  </p:notesMasterIdLst>
  <p:sldIdLst>
    <p:sldId xmlns:r="http://schemas.openxmlformats.org/officeDocument/2006/relationships" id="256" r:id="R3599c91b94d84c8a"/>
    <p:sldId xmlns:r="http://schemas.openxmlformats.org/officeDocument/2006/relationships" id="257" r:id="Rdcd97afa49f84203"/>
    <p:sldId xmlns:r="http://schemas.openxmlformats.org/officeDocument/2006/relationships" id="258" r:id="Rf9b05e6fe9204104"/>
    <p:sldId xmlns:r="http://schemas.openxmlformats.org/officeDocument/2006/relationships" id="259" r:id="R0664a91e1cdc4fbf"/>
    <p:sldId xmlns:r="http://schemas.openxmlformats.org/officeDocument/2006/relationships" id="260" r:id="Rda84e3b87f644e10"/>
    <p:sldId xmlns:r="http://schemas.openxmlformats.org/officeDocument/2006/relationships" id="261" r:id="R86bdb044cc6849c6"/>
    <p:sldId xmlns:r="http://schemas.openxmlformats.org/officeDocument/2006/relationships" id="262" r:id="R1bf81f1e1e384ee3"/>
    <p:sldId xmlns:r="http://schemas.openxmlformats.org/officeDocument/2006/relationships" id="263" r:id="R11132eee19ac47b7"/>
    <p:sldId xmlns:r="http://schemas.openxmlformats.org/officeDocument/2006/relationships" id="264" r:id="R7023a097158a4e4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d37374c5ad2452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ac8b9e25484a04" /><Relationship Type="http://schemas.openxmlformats.org/officeDocument/2006/relationships/slideMaster" Target="/ppt/slideMasters/slideMaster1.xml" Id="R7a431d13e0824bf0" /><Relationship Type="http://schemas.openxmlformats.org/officeDocument/2006/relationships/notesMaster" Target="/ppt/notesMasters/notesMaster1.xml" Id="R95e99f5d680b4ffb" /><Relationship Type="http://schemas.openxmlformats.org/officeDocument/2006/relationships/presProps" Target="/ppt/presProps.xml" Id="R8de615d787714312" /><Relationship Type="http://schemas.openxmlformats.org/officeDocument/2006/relationships/viewProps" Target="/ppt/viewProps.xml" Id="R0a42d2b5c035426d" /><Relationship Type="http://schemas.openxmlformats.org/officeDocument/2006/relationships/tableStyles" Target="/ppt/tableStyles.xml" Id="R93e52f41f92e4f61" /><Relationship Type="http://schemas.openxmlformats.org/officeDocument/2006/relationships/font" Target="/ppt/fonts/font.dat" Id="R6d37374c5ad24520" /><Relationship Type="http://schemas.openxmlformats.org/officeDocument/2006/relationships/slide" Target="/ppt/slides/slide1.xml" Id="R3599c91b94d84c8a" /><Relationship Type="http://schemas.openxmlformats.org/officeDocument/2006/relationships/slide" Target="/ppt/slides/slide2.xml" Id="Rdcd97afa49f84203" /><Relationship Type="http://schemas.openxmlformats.org/officeDocument/2006/relationships/slide" Target="/ppt/slides/slide3.xml" Id="Rf9b05e6fe9204104" /><Relationship Type="http://schemas.openxmlformats.org/officeDocument/2006/relationships/slide" Target="/ppt/slides/slide4.xml" Id="R0664a91e1cdc4fbf" /><Relationship Type="http://schemas.openxmlformats.org/officeDocument/2006/relationships/slide" Target="/ppt/slides/slide5.xml" Id="Rda84e3b87f644e10" /><Relationship Type="http://schemas.openxmlformats.org/officeDocument/2006/relationships/slide" Target="/ppt/slides/slide6.xml" Id="R86bdb044cc6849c6" /><Relationship Type="http://schemas.openxmlformats.org/officeDocument/2006/relationships/slide" Target="/ppt/slides/slide7.xml" Id="R1bf81f1e1e384ee3" /><Relationship Type="http://schemas.openxmlformats.org/officeDocument/2006/relationships/slide" Target="/ppt/slides/slide8.xml" Id="R11132eee19ac47b7" /><Relationship Type="http://schemas.openxmlformats.org/officeDocument/2006/relationships/slide" Target="/ppt/slides/slide9.xml" Id="R7023a097158a4e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171c3b366644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f0504569314de5" /><Relationship Type="http://schemas.openxmlformats.org/officeDocument/2006/relationships/notesMaster" Target="/ppt/notesMasters/notesMaster1.xml" Id="R68b98f304b8d4c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acbb6ec9ce422c" /><Relationship Type="http://schemas.openxmlformats.org/officeDocument/2006/relationships/notesMaster" Target="/ppt/notesMasters/notesMaster1.xml" Id="R54d6c555443242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7238ec47604a62" /><Relationship Type="http://schemas.openxmlformats.org/officeDocument/2006/relationships/notesMaster" Target="/ppt/notesMasters/notesMaster1.xml" Id="R969d2df1baa34e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5557dfd1f24683" /><Relationship Type="http://schemas.openxmlformats.org/officeDocument/2006/relationships/notesMaster" Target="/ppt/notesMasters/notesMaster1.xml" Id="R7bde203bedab46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9bd3fa0d3448b4" /><Relationship Type="http://schemas.openxmlformats.org/officeDocument/2006/relationships/notesMaster" Target="/ppt/notesMasters/notesMaster1.xml" Id="R640e14af80b64c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4b192269574008" /><Relationship Type="http://schemas.openxmlformats.org/officeDocument/2006/relationships/notesMaster" Target="/ppt/notesMasters/notesMaster1.xml" Id="R3b8408d5a29d4d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d706a254794496" /><Relationship Type="http://schemas.openxmlformats.org/officeDocument/2006/relationships/notesMaster" Target="/ppt/notesMasters/notesMaster1.xml" Id="R21b1677f9d6c43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f8ebb7d5f749e3" /><Relationship Type="http://schemas.openxmlformats.org/officeDocument/2006/relationships/notesMaster" Target="/ppt/notesMasters/notesMaster1.xml" Id="Rc8838b900d3c4c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e3e4cf42014d29" /><Relationship Type="http://schemas.openxmlformats.org/officeDocument/2006/relationships/notesMaster" Target="/ppt/notesMasters/notesMaster1.xml" Id="R956c6135354445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99cef51e74760" /><Relationship Type="http://schemas.openxmlformats.org/officeDocument/2006/relationships/image" Target="/ppt/media/image.png" Id="R17e84439e83e4e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36dafc217b41fc" /><Relationship Type="http://schemas.openxmlformats.org/officeDocument/2006/relationships/image" Target="/ppt/media/image.png" Id="Re4812914b8a8468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0b633e26da408f" /><Relationship Type="http://schemas.openxmlformats.org/officeDocument/2006/relationships/image" Target="/ppt/media/image.png" Id="R3b25b2896ddc433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83bfa2374d4492" /><Relationship Type="http://schemas.openxmlformats.org/officeDocument/2006/relationships/image" Target="/ppt/media/image.png" Id="R33aa6fe97a2648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6496c77dce48d7" /><Relationship Type="http://schemas.openxmlformats.org/officeDocument/2006/relationships/image" Target="/ppt/media/image.png" Id="R43c4fc77ea2146c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e625f0ceec417d" /><Relationship Type="http://schemas.openxmlformats.org/officeDocument/2006/relationships/image" Target="/ppt/media/image.png" Id="R03ccf5572b54410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40cfe6f5834656" /><Relationship Type="http://schemas.openxmlformats.org/officeDocument/2006/relationships/image" Target="/ppt/media/image.png" Id="Rd9ec8425ba9a4e5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4e079a365d4ec8" /><Relationship Type="http://schemas.openxmlformats.org/officeDocument/2006/relationships/image" Target="/ppt/media/image.png" Id="R0d3216652abc45e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4090b8bd624058" /><Relationship Type="http://schemas.openxmlformats.org/officeDocument/2006/relationships/image" Target="/ppt/media/image.png" Id="Ra92d2b3170f84a6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bc370daf574275" /><Relationship Type="http://schemas.openxmlformats.org/officeDocument/2006/relationships/image" Target="/ppt/media/image.png" Id="R30ee789cccf44b3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12a04b00c4484c" /><Relationship Type="http://schemas.openxmlformats.org/officeDocument/2006/relationships/image" Target="/ppt/media/image.png" Id="R881fad5a973e43f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e84439e83e4eb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812914b8a846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25b2896ddc433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aa6fe97a2648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c4fc77ea2146c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ccf5572b5441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ec8425ba9a4e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3216652abc45e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2d2b3170f84a6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ee789cccf44b3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1fad5a973e43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4135b8bf3c489c" /><Relationship Type="http://schemas.openxmlformats.org/officeDocument/2006/relationships/slideLayout" Target="/ppt/slideLayouts/slideLayout1.xml" Id="Re0c7ceac8880498f" /><Relationship Type="http://schemas.openxmlformats.org/officeDocument/2006/relationships/slideLayout" Target="/ppt/slideLayouts/slideLayout2.xml" Id="R4f68d274a4304672" /><Relationship Type="http://schemas.openxmlformats.org/officeDocument/2006/relationships/slideLayout" Target="/ppt/slideLayouts/slideLayout3.xml" Id="R95c50df6738c443f" /><Relationship Type="http://schemas.openxmlformats.org/officeDocument/2006/relationships/slideLayout" Target="/ppt/slideLayouts/slideLayout4.xml" Id="Rdfd263a2047545b5" /><Relationship Type="http://schemas.openxmlformats.org/officeDocument/2006/relationships/slideLayout" Target="/ppt/slideLayouts/slideLayout5.xml" Id="R00bb3bc68d3d4001" /><Relationship Type="http://schemas.openxmlformats.org/officeDocument/2006/relationships/slideLayout" Target="/ppt/slideLayouts/slideLayout6.xml" Id="R96b79f5b51e6466d" /><Relationship Type="http://schemas.openxmlformats.org/officeDocument/2006/relationships/slideLayout" Target="/ppt/slideLayouts/slideLayout7.xml" Id="R1d4bfdaacb5d43b1" /><Relationship Type="http://schemas.openxmlformats.org/officeDocument/2006/relationships/slideLayout" Target="/ppt/slideLayouts/slideLayout8.xml" Id="R85bac41c381642cd" /><Relationship Type="http://schemas.openxmlformats.org/officeDocument/2006/relationships/slideLayout" Target="/ppt/slideLayouts/slideLayout9.xml" Id="Rf7176cf20e5b4f99" /><Relationship Type="http://schemas.openxmlformats.org/officeDocument/2006/relationships/slideLayout" Target="/ppt/slideLayouts/slideLayout10.xml" Id="Rc7c274e6a7da4365" /><Relationship Type="http://schemas.openxmlformats.org/officeDocument/2006/relationships/slideLayout" Target="/ppt/slideLayouts/slideLayout11.xml" Id="R7d352789593a485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c7ceac8880498f"/>
    <p:sldLayoutId xmlns:r="http://schemas.openxmlformats.org/officeDocument/2006/relationships" id="2147483650" r:id="R4f68d274a4304672"/>
    <p:sldLayoutId xmlns:r="http://schemas.openxmlformats.org/officeDocument/2006/relationships" id="2147483651" r:id="R95c50df6738c443f"/>
    <p:sldLayoutId xmlns:r="http://schemas.openxmlformats.org/officeDocument/2006/relationships" id="2147483652" r:id="Rdfd263a2047545b5"/>
    <p:sldLayoutId xmlns:r="http://schemas.openxmlformats.org/officeDocument/2006/relationships" id="2147483653" r:id="R00bb3bc68d3d4001"/>
    <p:sldLayoutId xmlns:r="http://schemas.openxmlformats.org/officeDocument/2006/relationships" id="2147483654" r:id="R96b79f5b51e6466d"/>
    <p:sldLayoutId xmlns:r="http://schemas.openxmlformats.org/officeDocument/2006/relationships" id="2147483655" r:id="R1d4bfdaacb5d43b1"/>
    <p:sldLayoutId xmlns:r="http://schemas.openxmlformats.org/officeDocument/2006/relationships" id="2147483656" r:id="R85bac41c381642cd"/>
    <p:sldLayoutId xmlns:r="http://schemas.openxmlformats.org/officeDocument/2006/relationships" id="2147483657" r:id="Rf7176cf20e5b4f99"/>
    <p:sldLayoutId xmlns:r="http://schemas.openxmlformats.org/officeDocument/2006/relationships" id="2147483658" r:id="Rc7c274e6a7da4365"/>
    <p:sldLayoutId xmlns:r="http://schemas.openxmlformats.org/officeDocument/2006/relationships" id="2147483659" r:id="R7d352789593a485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3d67dc05d475c" /><Relationship Type="http://schemas.openxmlformats.org/officeDocument/2006/relationships/notesSlide" Target="/ppt/notesSlides/notesSlide1.xml" Id="Rc2bf87a7afd24b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74788925944fff" /><Relationship Type="http://schemas.openxmlformats.org/officeDocument/2006/relationships/notesSlide" Target="/ppt/notesSlides/notesSlide2.xml" Id="R3fe5a293bc9343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5494e2716441fb" /><Relationship Type="http://schemas.openxmlformats.org/officeDocument/2006/relationships/notesSlide" Target="/ppt/notesSlides/notesSlide3.xml" Id="Rba65334f6e4348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6197d419c342c0" /><Relationship Type="http://schemas.openxmlformats.org/officeDocument/2006/relationships/notesSlide" Target="/ppt/notesSlides/notesSlide4.xml" Id="Rf5454646a7294c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6b066d381448b1" /><Relationship Type="http://schemas.openxmlformats.org/officeDocument/2006/relationships/notesSlide" Target="/ppt/notesSlides/notesSlide5.xml" Id="R88df2fab51f645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b727d016b2481a" /><Relationship Type="http://schemas.openxmlformats.org/officeDocument/2006/relationships/notesSlide" Target="/ppt/notesSlides/notesSlide6.xml" Id="Refb3af8fe5354d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7c395fc76f4d02" /><Relationship Type="http://schemas.openxmlformats.org/officeDocument/2006/relationships/notesSlide" Target="/ppt/notesSlides/notesSlide7.xml" Id="R73aa26d4d65d4e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911a7ad4a748a1" /><Relationship Type="http://schemas.openxmlformats.org/officeDocument/2006/relationships/notesSlide" Target="/ppt/notesSlides/notesSlide8.xml" Id="Ra70147a5a01a4c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a61d9ba3f74320" /><Relationship Type="http://schemas.openxmlformats.org/officeDocument/2006/relationships/notesSlide" Target="/ppt/notesSlides/notesSlide9.xml" Id="R3832c2d4a3f847f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764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Whole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random.randint(1, 6) produce both 1 and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Which variable stores the generated whole number before it is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random result stored in roll before it is printed instead of calling randint() again in print()?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into a coin toss.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1 or 2, then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"Heads"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1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"Tails"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2. Run the program several times until you have seen both results.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rolls two dice.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 and store the rolls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roll_one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roll_two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both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"Rolls:"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display their sum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Run it several times and check each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guessing program. Ask for a minimum and a maximum whole number,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a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between them, including both. Ask the user to guess it.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"Correct"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"The target was"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4 and 4 with a guess of 4.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random.seed(7)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random.randit(1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2026-09-28T09:08:24.6730000Z</dcterms:created>
  <dcterms:modified xsi:type="dcterms:W3CDTF">2026-09-28T09:08:24.6730000Z</dcterms:modified>
</coreProperties>
</file>