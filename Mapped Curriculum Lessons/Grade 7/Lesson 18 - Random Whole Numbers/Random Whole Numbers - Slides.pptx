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b59dcb98cf4768" /><Relationship Type="http://schemas.openxmlformats.org/officeDocument/2006/relationships/extended-properties" Target="/docProps/app.xml" Id="Rba64dafb454a4905" /><Relationship Type="http://schemas.openxmlformats.org/officeDocument/2006/relationships/officeDocument" Target="/ppt/presentation.xml" Id="Rf76d763f4cb9418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be32e89bc3c40cf"/>
  </p:sldMasterIdLst>
  <p:notesMasterIdLst>
    <p:notesMasterId xmlns:r="http://schemas.openxmlformats.org/officeDocument/2006/relationships" r:id="R4a65a851aeec4f83"/>
  </p:notesMasterIdLst>
  <p:sldIdLst>
    <p:sldId xmlns:r="http://schemas.openxmlformats.org/officeDocument/2006/relationships" id="256" r:id="R41cacdf1ca5046ac"/>
    <p:sldId xmlns:r="http://schemas.openxmlformats.org/officeDocument/2006/relationships" id="257" r:id="R06f04f3ef9304221"/>
    <p:sldId xmlns:r="http://schemas.openxmlformats.org/officeDocument/2006/relationships" id="258" r:id="R58421cc72e254b14"/>
    <p:sldId xmlns:r="http://schemas.openxmlformats.org/officeDocument/2006/relationships" id="259" r:id="R256e7fc070fc4812"/>
    <p:sldId xmlns:r="http://schemas.openxmlformats.org/officeDocument/2006/relationships" id="260" r:id="Rd99e3e5fcb41456b"/>
    <p:sldId xmlns:r="http://schemas.openxmlformats.org/officeDocument/2006/relationships" id="261" r:id="Ra51234bbe8394239"/>
    <p:sldId xmlns:r="http://schemas.openxmlformats.org/officeDocument/2006/relationships" id="262" r:id="R8441924cc4ab4b9f"/>
    <p:sldId xmlns:r="http://schemas.openxmlformats.org/officeDocument/2006/relationships" id="263" r:id="Rfa25bb8930514dbb"/>
    <p:sldId xmlns:r="http://schemas.openxmlformats.org/officeDocument/2006/relationships" id="264" r:id="Rd3dfc9ed57a1451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79f5b4cdfdaf4c9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4796cf697d4ebe" /><Relationship Type="http://schemas.openxmlformats.org/officeDocument/2006/relationships/slideMaster" Target="/ppt/slideMasters/slideMaster1.xml" Id="R5be32e89bc3c40cf" /><Relationship Type="http://schemas.openxmlformats.org/officeDocument/2006/relationships/notesMaster" Target="/ppt/notesMasters/notesMaster1.xml" Id="R4a65a851aeec4f83" /><Relationship Type="http://schemas.openxmlformats.org/officeDocument/2006/relationships/presProps" Target="/ppt/presProps.xml" Id="R9f5b0cb48cba42a3" /><Relationship Type="http://schemas.openxmlformats.org/officeDocument/2006/relationships/viewProps" Target="/ppt/viewProps.xml" Id="Raf5ab3f42a7e4f26" /><Relationship Type="http://schemas.openxmlformats.org/officeDocument/2006/relationships/tableStyles" Target="/ppt/tableStyles.xml" Id="R73acccd2fa59436e" /><Relationship Type="http://schemas.openxmlformats.org/officeDocument/2006/relationships/font" Target="/ppt/fonts/font.dat" Id="R79f5b4cdfdaf4c9c" /><Relationship Type="http://schemas.openxmlformats.org/officeDocument/2006/relationships/slide" Target="/ppt/slides/slide1.xml" Id="R41cacdf1ca5046ac" /><Relationship Type="http://schemas.openxmlformats.org/officeDocument/2006/relationships/slide" Target="/ppt/slides/slide2.xml" Id="R06f04f3ef9304221" /><Relationship Type="http://schemas.openxmlformats.org/officeDocument/2006/relationships/slide" Target="/ppt/slides/slide3.xml" Id="R58421cc72e254b14" /><Relationship Type="http://schemas.openxmlformats.org/officeDocument/2006/relationships/slide" Target="/ppt/slides/slide4.xml" Id="R256e7fc070fc4812" /><Relationship Type="http://schemas.openxmlformats.org/officeDocument/2006/relationships/slide" Target="/ppt/slides/slide5.xml" Id="Rd99e3e5fcb41456b" /><Relationship Type="http://schemas.openxmlformats.org/officeDocument/2006/relationships/slide" Target="/ppt/slides/slide6.xml" Id="Ra51234bbe8394239" /><Relationship Type="http://schemas.openxmlformats.org/officeDocument/2006/relationships/slide" Target="/ppt/slides/slide7.xml" Id="R8441924cc4ab4b9f" /><Relationship Type="http://schemas.openxmlformats.org/officeDocument/2006/relationships/slide" Target="/ppt/slides/slide8.xml" Id="Rfa25bb8930514dbb" /><Relationship Type="http://schemas.openxmlformats.org/officeDocument/2006/relationships/slide" Target="/ppt/slides/slide9.xml" Id="Rd3dfc9ed57a145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2f76ab24e944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e2c5f17f374e99" /><Relationship Type="http://schemas.openxmlformats.org/officeDocument/2006/relationships/notesMaster" Target="/ppt/notesMasters/notesMaster1.xml" Id="R7a56bea3342b47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1717d0e3974b51" /><Relationship Type="http://schemas.openxmlformats.org/officeDocument/2006/relationships/notesMaster" Target="/ppt/notesMasters/notesMaster1.xml" Id="Rff4c1bf401b040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efb1e11c444348" /><Relationship Type="http://schemas.openxmlformats.org/officeDocument/2006/relationships/notesMaster" Target="/ppt/notesMasters/notesMaster1.xml" Id="Rcb25869025724d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d1944450134f5a" /><Relationship Type="http://schemas.openxmlformats.org/officeDocument/2006/relationships/notesMaster" Target="/ppt/notesMasters/notesMaster1.xml" Id="R2ba33a38b1f14c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120e855b5c4cb4" /><Relationship Type="http://schemas.openxmlformats.org/officeDocument/2006/relationships/notesMaster" Target="/ppt/notesMasters/notesMaster1.xml" Id="Rfe68a4d81a8b4d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adc725605d441f" /><Relationship Type="http://schemas.openxmlformats.org/officeDocument/2006/relationships/notesMaster" Target="/ppt/notesMasters/notesMaster1.xml" Id="R83b833b2a5544f0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6a3764c39b4ebc" /><Relationship Type="http://schemas.openxmlformats.org/officeDocument/2006/relationships/notesMaster" Target="/ppt/notesMasters/notesMaster1.xml" Id="Radaea14fd7ce41e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7dd130cfdf4f8d" /><Relationship Type="http://schemas.openxmlformats.org/officeDocument/2006/relationships/notesMaster" Target="/ppt/notesMasters/notesMaster1.xml" Id="Rd03b1cceba8945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7c57565584b4789" /><Relationship Type="http://schemas.openxmlformats.org/officeDocument/2006/relationships/notesMaster" Target="/ppt/notesMasters/notesMaster1.xml" Id="R7a227a54c99045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0dad38ef764eb8" /><Relationship Type="http://schemas.openxmlformats.org/officeDocument/2006/relationships/image" Target="/ppt/media/image.png" Id="Raece83c6b47346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1268d631b54560" /><Relationship Type="http://schemas.openxmlformats.org/officeDocument/2006/relationships/image" Target="/ppt/media/image.png" Id="Rec62f78d18314c7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f3bc5c07244c6" /><Relationship Type="http://schemas.openxmlformats.org/officeDocument/2006/relationships/image" Target="/ppt/media/image.png" Id="R7c6a7a69631c4ca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ffd98c0be04308" /><Relationship Type="http://schemas.openxmlformats.org/officeDocument/2006/relationships/image" Target="/ppt/media/image.png" Id="R353762e8f7e1476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17350474734f82" /><Relationship Type="http://schemas.openxmlformats.org/officeDocument/2006/relationships/image" Target="/ppt/media/image.png" Id="R7ae5efd2d78e419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75a6a744fd4a51" /><Relationship Type="http://schemas.openxmlformats.org/officeDocument/2006/relationships/image" Target="/ppt/media/image.png" Id="R477d9aa8d7224bf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1e9b202d1447da" /><Relationship Type="http://schemas.openxmlformats.org/officeDocument/2006/relationships/image" Target="/ppt/media/image.png" Id="R2e289c6d6cc3427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38166992294f37" /><Relationship Type="http://schemas.openxmlformats.org/officeDocument/2006/relationships/image" Target="/ppt/media/image.png" Id="R7f75f127ff09436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502335e73e4f84" /><Relationship Type="http://schemas.openxmlformats.org/officeDocument/2006/relationships/image" Target="/ppt/media/image.png" Id="Rb036a3716dd84dc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acebf3d7514fbb" /><Relationship Type="http://schemas.openxmlformats.org/officeDocument/2006/relationships/image" Target="/ppt/media/image.png" Id="R19368a534baf4ce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7010b50a3743e6" /><Relationship Type="http://schemas.openxmlformats.org/officeDocument/2006/relationships/image" Target="/ppt/media/image.png" Id="R89e318ae607f465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ce83c6b473468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62f78d18314c7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6a7a69631c4c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3762e8f7e1476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e5efd2d78e419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7d9aa8d7224bf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289c6d6cc342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75f127ff09436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36a3716dd84dc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368a534baf4ce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e318ae607f465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48ac2962154fe3" /><Relationship Type="http://schemas.openxmlformats.org/officeDocument/2006/relationships/slideLayout" Target="/ppt/slideLayouts/slideLayout1.xml" Id="R7eed3d617a664f34" /><Relationship Type="http://schemas.openxmlformats.org/officeDocument/2006/relationships/slideLayout" Target="/ppt/slideLayouts/slideLayout2.xml" Id="R7c271d7ea5a44f14" /><Relationship Type="http://schemas.openxmlformats.org/officeDocument/2006/relationships/slideLayout" Target="/ppt/slideLayouts/slideLayout3.xml" Id="Rdbfc1e9f13d84c91" /><Relationship Type="http://schemas.openxmlformats.org/officeDocument/2006/relationships/slideLayout" Target="/ppt/slideLayouts/slideLayout4.xml" Id="Rbe89ff3165b247ac" /><Relationship Type="http://schemas.openxmlformats.org/officeDocument/2006/relationships/slideLayout" Target="/ppt/slideLayouts/slideLayout5.xml" Id="Re975560af94847f3" /><Relationship Type="http://schemas.openxmlformats.org/officeDocument/2006/relationships/slideLayout" Target="/ppt/slideLayouts/slideLayout6.xml" Id="R3afcb1d391234858" /><Relationship Type="http://schemas.openxmlformats.org/officeDocument/2006/relationships/slideLayout" Target="/ppt/slideLayouts/slideLayout7.xml" Id="R0a710cd6ee15400e" /><Relationship Type="http://schemas.openxmlformats.org/officeDocument/2006/relationships/slideLayout" Target="/ppt/slideLayouts/slideLayout8.xml" Id="R1b18d7f670fe4977" /><Relationship Type="http://schemas.openxmlformats.org/officeDocument/2006/relationships/slideLayout" Target="/ppt/slideLayouts/slideLayout9.xml" Id="Rf7a7bf16505a4d0c" /><Relationship Type="http://schemas.openxmlformats.org/officeDocument/2006/relationships/slideLayout" Target="/ppt/slideLayouts/slideLayout10.xml" Id="R0247e796058e42f9" /><Relationship Type="http://schemas.openxmlformats.org/officeDocument/2006/relationships/slideLayout" Target="/ppt/slideLayouts/slideLayout11.xml" Id="R9d590a8b2ec142c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ed3d617a664f34"/>
    <p:sldLayoutId xmlns:r="http://schemas.openxmlformats.org/officeDocument/2006/relationships" id="2147483650" r:id="R7c271d7ea5a44f14"/>
    <p:sldLayoutId xmlns:r="http://schemas.openxmlformats.org/officeDocument/2006/relationships" id="2147483651" r:id="Rdbfc1e9f13d84c91"/>
    <p:sldLayoutId xmlns:r="http://schemas.openxmlformats.org/officeDocument/2006/relationships" id="2147483652" r:id="Rbe89ff3165b247ac"/>
    <p:sldLayoutId xmlns:r="http://schemas.openxmlformats.org/officeDocument/2006/relationships" id="2147483653" r:id="Re975560af94847f3"/>
    <p:sldLayoutId xmlns:r="http://schemas.openxmlformats.org/officeDocument/2006/relationships" id="2147483654" r:id="R3afcb1d391234858"/>
    <p:sldLayoutId xmlns:r="http://schemas.openxmlformats.org/officeDocument/2006/relationships" id="2147483655" r:id="R0a710cd6ee15400e"/>
    <p:sldLayoutId xmlns:r="http://schemas.openxmlformats.org/officeDocument/2006/relationships" id="2147483656" r:id="R1b18d7f670fe4977"/>
    <p:sldLayoutId xmlns:r="http://schemas.openxmlformats.org/officeDocument/2006/relationships" id="2147483657" r:id="Rf7a7bf16505a4d0c"/>
    <p:sldLayoutId xmlns:r="http://schemas.openxmlformats.org/officeDocument/2006/relationships" id="2147483658" r:id="R0247e796058e42f9"/>
    <p:sldLayoutId xmlns:r="http://schemas.openxmlformats.org/officeDocument/2006/relationships" id="2147483659" r:id="R9d590a8b2ec142c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faa7b1a4b43c8" /><Relationship Type="http://schemas.openxmlformats.org/officeDocument/2006/relationships/notesSlide" Target="/ppt/notesSlides/notesSlide1.xml" Id="R9cd15854aab545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47f605d45d4a39" /><Relationship Type="http://schemas.openxmlformats.org/officeDocument/2006/relationships/notesSlide" Target="/ppt/notesSlides/notesSlide2.xml" Id="R8b13dc028c2342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31385949294909" /><Relationship Type="http://schemas.openxmlformats.org/officeDocument/2006/relationships/notesSlide" Target="/ppt/notesSlides/notesSlide3.xml" Id="Raf324d46d18a40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cd5e084e1842e5" /><Relationship Type="http://schemas.openxmlformats.org/officeDocument/2006/relationships/notesSlide" Target="/ppt/notesSlides/notesSlide4.xml" Id="R3067eb0296f34a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a8d59a402a43ce" /><Relationship Type="http://schemas.openxmlformats.org/officeDocument/2006/relationships/notesSlide" Target="/ppt/notesSlides/notesSlide5.xml" Id="Re374af0e50d140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d3c7f091c4420e" /><Relationship Type="http://schemas.openxmlformats.org/officeDocument/2006/relationships/notesSlide" Target="/ppt/notesSlides/notesSlide6.xml" Id="R8c5e770ccc3b4b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20a2d4ed8646a8" /><Relationship Type="http://schemas.openxmlformats.org/officeDocument/2006/relationships/notesSlide" Target="/ppt/notesSlides/notesSlide7.xml" Id="R5f7e58f697464ad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b79112c68b4b7f" /><Relationship Type="http://schemas.openxmlformats.org/officeDocument/2006/relationships/notesSlide" Target="/ppt/notesSlides/notesSlide8.xml" Id="Rad14c6e48dc049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e72731d9fc4223" /><Relationship Type="http://schemas.openxmlformats.org/officeDocument/2006/relationships/notesSlide" Target="/ppt/notesSlides/notesSlide9.xml" Id="R2c18bd4680b640c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764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Whole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random.randint(1, 6) produce both 1 and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Which variable stores the generated whole number before it is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random result stored in roll before it is printed instead of calling randint() again in print()?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into a coin toss.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choose 1 or 2, then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"Heads"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1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"Tails"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2. Run the program several times until you have seen both results.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rolls two dice.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 and store the rolls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roll_one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roll_two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both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"Rolls:"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display their sum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Run it several times and check each total.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guessing program. Ask for a minimum and a maximum whole number,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choose a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between them, including both. Ask the user to guess it.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"Correct"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"The target was"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4 and 4 with a guess of 4.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random.seed(7)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random.randit(1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2026-09-28T08:27:53.5640000Z</dcterms:created>
  <dcterms:modified xsi:type="dcterms:W3CDTF">2026-09-28T08:27:53.5640000Z</dcterms:modified>
</coreProperties>
</file>