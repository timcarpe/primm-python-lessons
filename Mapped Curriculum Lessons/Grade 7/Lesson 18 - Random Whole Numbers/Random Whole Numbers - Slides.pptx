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55e00c3494a3d" /><Relationship Type="http://schemas.openxmlformats.org/officeDocument/2006/relationships/extended-properties" Target="/docProps/app.xml" Id="R8db39e38ffc64913" /><Relationship Type="http://schemas.openxmlformats.org/officeDocument/2006/relationships/officeDocument" Target="/ppt/presentation.xml" Id="Rd307623a3a60484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cdcdc1c6c3b41ee"/>
  </p:sldMasterIdLst>
  <p:notesMasterIdLst>
    <p:notesMasterId xmlns:r="http://schemas.openxmlformats.org/officeDocument/2006/relationships" r:id="R06d6a539045d460e"/>
  </p:notesMasterIdLst>
  <p:sldIdLst>
    <p:sldId xmlns:r="http://schemas.openxmlformats.org/officeDocument/2006/relationships" id="256" r:id="R2d73fcd1608742a1"/>
    <p:sldId xmlns:r="http://schemas.openxmlformats.org/officeDocument/2006/relationships" id="257" r:id="Rbd14e475ca224325"/>
    <p:sldId xmlns:r="http://schemas.openxmlformats.org/officeDocument/2006/relationships" id="258" r:id="R4ccb70c592aa4775"/>
    <p:sldId xmlns:r="http://schemas.openxmlformats.org/officeDocument/2006/relationships" id="259" r:id="Rece40041f5cf4250"/>
    <p:sldId xmlns:r="http://schemas.openxmlformats.org/officeDocument/2006/relationships" id="260" r:id="Rf7c89b6902524319"/>
    <p:sldId xmlns:r="http://schemas.openxmlformats.org/officeDocument/2006/relationships" id="261" r:id="Ra020caae78124bac"/>
    <p:sldId xmlns:r="http://schemas.openxmlformats.org/officeDocument/2006/relationships" id="262" r:id="R21c32baa8e7747f1"/>
    <p:sldId xmlns:r="http://schemas.openxmlformats.org/officeDocument/2006/relationships" id="263" r:id="R22bb60ef6c954a22"/>
    <p:sldId xmlns:r="http://schemas.openxmlformats.org/officeDocument/2006/relationships" id="264" r:id="R89afcc9cb43c4193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d476e44229254a4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f58ef275f64aa0" /><Relationship Type="http://schemas.openxmlformats.org/officeDocument/2006/relationships/slideMaster" Target="/ppt/slideMasters/slideMaster1.xml" Id="R9cdcdc1c6c3b41ee" /><Relationship Type="http://schemas.openxmlformats.org/officeDocument/2006/relationships/notesMaster" Target="/ppt/notesMasters/notesMaster1.xml" Id="R06d6a539045d460e" /><Relationship Type="http://schemas.openxmlformats.org/officeDocument/2006/relationships/presProps" Target="/ppt/presProps.xml" Id="R5410aa20d6d74346" /><Relationship Type="http://schemas.openxmlformats.org/officeDocument/2006/relationships/viewProps" Target="/ppt/viewProps.xml" Id="R00f7ef971ef84444" /><Relationship Type="http://schemas.openxmlformats.org/officeDocument/2006/relationships/tableStyles" Target="/ppt/tableStyles.xml" Id="Rcad3e03a26cd48cf" /><Relationship Type="http://schemas.openxmlformats.org/officeDocument/2006/relationships/font" Target="/ppt/fonts/font.dat" Id="Rd476e44229254a41" /><Relationship Type="http://schemas.openxmlformats.org/officeDocument/2006/relationships/slide" Target="/ppt/slides/slide1.xml" Id="R2d73fcd1608742a1" /><Relationship Type="http://schemas.openxmlformats.org/officeDocument/2006/relationships/slide" Target="/ppt/slides/slide2.xml" Id="Rbd14e475ca224325" /><Relationship Type="http://schemas.openxmlformats.org/officeDocument/2006/relationships/slide" Target="/ppt/slides/slide3.xml" Id="R4ccb70c592aa4775" /><Relationship Type="http://schemas.openxmlformats.org/officeDocument/2006/relationships/slide" Target="/ppt/slides/slide4.xml" Id="Rece40041f5cf4250" /><Relationship Type="http://schemas.openxmlformats.org/officeDocument/2006/relationships/slide" Target="/ppt/slides/slide5.xml" Id="Rf7c89b6902524319" /><Relationship Type="http://schemas.openxmlformats.org/officeDocument/2006/relationships/slide" Target="/ppt/slides/slide6.xml" Id="Ra020caae78124bac" /><Relationship Type="http://schemas.openxmlformats.org/officeDocument/2006/relationships/slide" Target="/ppt/slides/slide7.xml" Id="R21c32baa8e7747f1" /><Relationship Type="http://schemas.openxmlformats.org/officeDocument/2006/relationships/slide" Target="/ppt/slides/slide8.xml" Id="R22bb60ef6c954a22" /><Relationship Type="http://schemas.openxmlformats.org/officeDocument/2006/relationships/slide" Target="/ppt/slides/slide9.xml" Id="R89afcc9cb43c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a5cd43888f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990cb4239a47c6" /><Relationship Type="http://schemas.openxmlformats.org/officeDocument/2006/relationships/notesMaster" Target="/ppt/notesMasters/notesMaster1.xml" Id="Rb868b3ead61d46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452c2a730249ba" /><Relationship Type="http://schemas.openxmlformats.org/officeDocument/2006/relationships/notesMaster" Target="/ppt/notesMasters/notesMaster1.xml" Id="R4639c7fd96b3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9fb2746da2435a" /><Relationship Type="http://schemas.openxmlformats.org/officeDocument/2006/relationships/notesMaster" Target="/ppt/notesMasters/notesMaster1.xml" Id="R5ea760758532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f20906a5cf44c5" /><Relationship Type="http://schemas.openxmlformats.org/officeDocument/2006/relationships/notesMaster" Target="/ppt/notesMasters/notesMaster1.xml" Id="Rb3be1b5d3ccb47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2f70ead5b44af" /><Relationship Type="http://schemas.openxmlformats.org/officeDocument/2006/relationships/notesMaster" Target="/ppt/notesMasters/notesMaster1.xml" Id="R1fd9f51aa75b4e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9bc3ddb6184b94" /><Relationship Type="http://schemas.openxmlformats.org/officeDocument/2006/relationships/notesMaster" Target="/ppt/notesMasters/notesMaster1.xml" Id="Ref36b39ef467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168c719eab44a5" /><Relationship Type="http://schemas.openxmlformats.org/officeDocument/2006/relationships/notesMaster" Target="/ppt/notesMasters/notesMaster1.xml" Id="R0413f376aa8f40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6ddeb42d3c4544" /><Relationship Type="http://schemas.openxmlformats.org/officeDocument/2006/relationships/notesMaster" Target="/ppt/notesMasters/notesMaster1.xml" Id="R8908d4bc6a7f46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c9d9a3b3314abe" /><Relationship Type="http://schemas.openxmlformats.org/officeDocument/2006/relationships/notesMaster" Target="/ppt/notesMasters/notesMaster1.xml" Id="R37b75d733acd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c0f67a7f84a6a" /><Relationship Type="http://schemas.openxmlformats.org/officeDocument/2006/relationships/image" Target="/ppt/media/image.png" Id="R8e864822c2644f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9e58899c1435f" /><Relationship Type="http://schemas.openxmlformats.org/officeDocument/2006/relationships/image" Target="/ppt/media/image.png" Id="Re685fd9b5e8548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3566eafb34ed5" /><Relationship Type="http://schemas.openxmlformats.org/officeDocument/2006/relationships/image" Target="/ppt/media/image.png" Id="R227b60d61e3047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e61f7a0aa4734" /><Relationship Type="http://schemas.openxmlformats.org/officeDocument/2006/relationships/image" Target="/ppt/media/image.png" Id="Ra37f87a468e84a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20788429742de" /><Relationship Type="http://schemas.openxmlformats.org/officeDocument/2006/relationships/image" Target="/ppt/media/image.png" Id="Rb210921f82094f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a222620324dda" /><Relationship Type="http://schemas.openxmlformats.org/officeDocument/2006/relationships/image" Target="/ppt/media/image.png" Id="Rdbe8053998eb41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2889ddac84347" /><Relationship Type="http://schemas.openxmlformats.org/officeDocument/2006/relationships/image" Target="/ppt/media/image.png" Id="R7d469cf0077b47f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120ec05244500" /><Relationship Type="http://schemas.openxmlformats.org/officeDocument/2006/relationships/image" Target="/ppt/media/image.png" Id="R0cce37dc8e4f46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aa4ed4cfa4c86" /><Relationship Type="http://schemas.openxmlformats.org/officeDocument/2006/relationships/image" Target="/ppt/media/image.png" Id="Rba98dec5543d44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f3b4ca2a64a44" /><Relationship Type="http://schemas.openxmlformats.org/officeDocument/2006/relationships/image" Target="/ppt/media/image.png" Id="R8b8e9d7cadcb475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eda9f1c35461f" /><Relationship Type="http://schemas.openxmlformats.org/officeDocument/2006/relationships/image" Target="/ppt/media/image.png" Id="Rbda2aa908e9e4ba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864822c2644f3d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85fd9b5e8548a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7b60d61e30479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7f87a468e84af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10921f82094f2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e8053998eb41a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d469cf0077b47f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ce37dc8e4f461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98dec5543d443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8e9d7cadcb475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a2aa908e9e4ba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13323f1a2c4612" /><Relationship Type="http://schemas.openxmlformats.org/officeDocument/2006/relationships/slideLayout" Target="/ppt/slideLayouts/slideLayout1.xml" Id="R5938e2e77fd74ac1" /><Relationship Type="http://schemas.openxmlformats.org/officeDocument/2006/relationships/slideLayout" Target="/ppt/slideLayouts/slideLayout2.xml" Id="R0c15453f7c6f480f" /><Relationship Type="http://schemas.openxmlformats.org/officeDocument/2006/relationships/slideLayout" Target="/ppt/slideLayouts/slideLayout3.xml" Id="R9b325ee54a0f4c46" /><Relationship Type="http://schemas.openxmlformats.org/officeDocument/2006/relationships/slideLayout" Target="/ppt/slideLayouts/slideLayout4.xml" Id="R22a26e840c614148" /><Relationship Type="http://schemas.openxmlformats.org/officeDocument/2006/relationships/slideLayout" Target="/ppt/slideLayouts/slideLayout5.xml" Id="Rd336c5ff1b8e4407" /><Relationship Type="http://schemas.openxmlformats.org/officeDocument/2006/relationships/slideLayout" Target="/ppt/slideLayouts/slideLayout6.xml" Id="R1f1ae55b77654d5b" /><Relationship Type="http://schemas.openxmlformats.org/officeDocument/2006/relationships/slideLayout" Target="/ppt/slideLayouts/slideLayout7.xml" Id="Rd1bd133dae7f473f" /><Relationship Type="http://schemas.openxmlformats.org/officeDocument/2006/relationships/slideLayout" Target="/ppt/slideLayouts/slideLayout8.xml" Id="R404b53af29a248c4" /><Relationship Type="http://schemas.openxmlformats.org/officeDocument/2006/relationships/slideLayout" Target="/ppt/slideLayouts/slideLayout9.xml" Id="R9700fa513c6e4644" /><Relationship Type="http://schemas.openxmlformats.org/officeDocument/2006/relationships/slideLayout" Target="/ppt/slideLayouts/slideLayout10.xml" Id="R356a37973b024973" /><Relationship Type="http://schemas.openxmlformats.org/officeDocument/2006/relationships/slideLayout" Target="/ppt/slideLayouts/slideLayout11.xml" Id="Re1d9d6a87d5a4c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38e2e77fd74ac1"/>
    <p:sldLayoutId xmlns:r="http://schemas.openxmlformats.org/officeDocument/2006/relationships" id="2147483650" r:id="R0c15453f7c6f480f"/>
    <p:sldLayoutId xmlns:r="http://schemas.openxmlformats.org/officeDocument/2006/relationships" id="2147483651" r:id="R9b325ee54a0f4c46"/>
    <p:sldLayoutId xmlns:r="http://schemas.openxmlformats.org/officeDocument/2006/relationships" id="2147483652" r:id="R22a26e840c614148"/>
    <p:sldLayoutId xmlns:r="http://schemas.openxmlformats.org/officeDocument/2006/relationships" id="2147483653" r:id="Rd336c5ff1b8e4407"/>
    <p:sldLayoutId xmlns:r="http://schemas.openxmlformats.org/officeDocument/2006/relationships" id="2147483654" r:id="R1f1ae55b77654d5b"/>
    <p:sldLayoutId xmlns:r="http://schemas.openxmlformats.org/officeDocument/2006/relationships" id="2147483655" r:id="Rd1bd133dae7f473f"/>
    <p:sldLayoutId xmlns:r="http://schemas.openxmlformats.org/officeDocument/2006/relationships" id="2147483656" r:id="R404b53af29a248c4"/>
    <p:sldLayoutId xmlns:r="http://schemas.openxmlformats.org/officeDocument/2006/relationships" id="2147483657" r:id="R9700fa513c6e4644"/>
    <p:sldLayoutId xmlns:r="http://schemas.openxmlformats.org/officeDocument/2006/relationships" id="2147483658" r:id="R356a37973b024973"/>
    <p:sldLayoutId xmlns:r="http://schemas.openxmlformats.org/officeDocument/2006/relationships" id="2147483659" r:id="Re1d9d6a87d5a4cd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31de735f14fb0" /><Relationship Type="http://schemas.openxmlformats.org/officeDocument/2006/relationships/notesSlide" Target="/ppt/notesSlides/notesSlide1.xml" Id="R61ab0eb6bdaf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9c2607961b498c" /><Relationship Type="http://schemas.openxmlformats.org/officeDocument/2006/relationships/notesSlide" Target="/ppt/notesSlides/notesSlide2.xml" Id="R2f5c780c77a243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019146c2f486b" /><Relationship Type="http://schemas.openxmlformats.org/officeDocument/2006/relationships/notesSlide" Target="/ppt/notesSlides/notesSlide3.xml" Id="R261bb0ed148b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b8a1dd72d4f55" /><Relationship Type="http://schemas.openxmlformats.org/officeDocument/2006/relationships/notesSlide" Target="/ppt/notesSlides/notesSlide4.xml" Id="R88e5132f024d4b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4ed9ba14d24403" /><Relationship Type="http://schemas.openxmlformats.org/officeDocument/2006/relationships/notesSlide" Target="/ppt/notesSlides/notesSlide5.xml" Id="R3a3fdd86109943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51f5498d29460d" /><Relationship Type="http://schemas.openxmlformats.org/officeDocument/2006/relationships/notesSlide" Target="/ppt/notesSlides/notesSlide6.xml" Id="Rbc96fe47bfc0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3b4f2b1ad4df0" /><Relationship Type="http://schemas.openxmlformats.org/officeDocument/2006/relationships/notesSlide" Target="/ppt/notesSlides/notesSlide7.xml" Id="R9903da96f4634a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d0732e7ab49ab" /><Relationship Type="http://schemas.openxmlformats.org/officeDocument/2006/relationships/notesSlide" Target="/ppt/notesSlides/notesSlide8.xml" Id="R27b59fbda8004e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3bd7a389c4160" /><Relationship Type="http://schemas.openxmlformats.org/officeDocument/2006/relationships/notesSlide" Target="/ppt/notesSlides/notesSlide9.xml" Id="R9ac57169b07341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98764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Random Whole Numbers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18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can random.randint(1, 6) produce both 1 and 6?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Which variable stores the generated whole number before it is displayed?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is the random result stored in roll before it is printed instead of calling randint() again in print()?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die so it can roll numbers from 1 to 12. Run the program several times; every result should be between 1 and 12.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Generate two six-sided rolls. Display both rolls and their total.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random practice target. Ask for a minimum and maximum whole number, generate one target inside those inclusive bounds, and display it with a label. Test bounds 4 and 4; the target must be 4.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random.randint(1, 6)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roll)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import random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random.seed(7)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roll = random.randit(1 6)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"Dice roll:"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role)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2026-08-26T04:04:26.8780000Z</dcterms:created>
  <dcterms:modified xsi:type="dcterms:W3CDTF">2026-08-26T04:04:26.8780000Z</dcterms:modified>
</coreProperties>
</file>