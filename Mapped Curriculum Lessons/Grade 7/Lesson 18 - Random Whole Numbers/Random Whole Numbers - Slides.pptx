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1ffca49817a480f" /><Relationship Type="http://schemas.openxmlformats.org/officeDocument/2006/relationships/extended-properties" Target="/docProps/app.xml" Id="R09ea16612d4048f7" /><Relationship Type="http://schemas.openxmlformats.org/officeDocument/2006/relationships/officeDocument" Target="/ppt/presentation.xml" Id="Ref0a2384a46946b4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d55cb88e1f014f3f"/>
  </p:sldMasterIdLst>
  <p:notesMasterIdLst>
    <p:notesMasterId xmlns:r="http://schemas.openxmlformats.org/officeDocument/2006/relationships" r:id="Rf86d37f5bede499c"/>
  </p:notesMasterIdLst>
  <p:sldIdLst>
    <p:sldId xmlns:r="http://schemas.openxmlformats.org/officeDocument/2006/relationships" id="256" r:id="R86bbc732f6d14819"/>
    <p:sldId xmlns:r="http://schemas.openxmlformats.org/officeDocument/2006/relationships" id="257" r:id="Re13bfee6b5d54fff"/>
    <p:sldId xmlns:r="http://schemas.openxmlformats.org/officeDocument/2006/relationships" id="258" r:id="R475eb64021d943c3"/>
    <p:sldId xmlns:r="http://schemas.openxmlformats.org/officeDocument/2006/relationships" id="259" r:id="R4d39489c98f54c71"/>
    <p:sldId xmlns:r="http://schemas.openxmlformats.org/officeDocument/2006/relationships" id="260" r:id="Ra777198ed3954b96"/>
    <p:sldId xmlns:r="http://schemas.openxmlformats.org/officeDocument/2006/relationships" id="261" r:id="R0ef43f48f50047a5"/>
    <p:sldId xmlns:r="http://schemas.openxmlformats.org/officeDocument/2006/relationships" id="262" r:id="Rc993dc262d41421c"/>
    <p:sldId xmlns:r="http://schemas.openxmlformats.org/officeDocument/2006/relationships" id="263" r:id="R1e8f64a1f04e4253"/>
    <p:sldId xmlns:r="http://schemas.openxmlformats.org/officeDocument/2006/relationships" id="264" r:id="Ra5eebca874fd4269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0d4dd3434d89474f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989e77dba1b4de4" /><Relationship Type="http://schemas.openxmlformats.org/officeDocument/2006/relationships/slideMaster" Target="/ppt/slideMasters/slideMaster1.xml" Id="Rd55cb88e1f014f3f" /><Relationship Type="http://schemas.openxmlformats.org/officeDocument/2006/relationships/notesMaster" Target="/ppt/notesMasters/notesMaster1.xml" Id="Rf86d37f5bede499c" /><Relationship Type="http://schemas.openxmlformats.org/officeDocument/2006/relationships/presProps" Target="/ppt/presProps.xml" Id="R2cc1345b25e241f2" /><Relationship Type="http://schemas.openxmlformats.org/officeDocument/2006/relationships/viewProps" Target="/ppt/viewProps.xml" Id="R30801b7cc0a44d94" /><Relationship Type="http://schemas.openxmlformats.org/officeDocument/2006/relationships/tableStyles" Target="/ppt/tableStyles.xml" Id="R04f5b8d0c9a9412c" /><Relationship Type="http://schemas.openxmlformats.org/officeDocument/2006/relationships/font" Target="/ppt/fonts/font.dat" Id="R0d4dd3434d89474f" /><Relationship Type="http://schemas.openxmlformats.org/officeDocument/2006/relationships/slide" Target="/ppt/slides/slide1.xml" Id="R86bbc732f6d14819" /><Relationship Type="http://schemas.openxmlformats.org/officeDocument/2006/relationships/slide" Target="/ppt/slides/slide2.xml" Id="Re13bfee6b5d54fff" /><Relationship Type="http://schemas.openxmlformats.org/officeDocument/2006/relationships/slide" Target="/ppt/slides/slide3.xml" Id="R475eb64021d943c3" /><Relationship Type="http://schemas.openxmlformats.org/officeDocument/2006/relationships/slide" Target="/ppt/slides/slide4.xml" Id="R4d39489c98f54c71" /><Relationship Type="http://schemas.openxmlformats.org/officeDocument/2006/relationships/slide" Target="/ppt/slides/slide5.xml" Id="Ra777198ed3954b96" /><Relationship Type="http://schemas.openxmlformats.org/officeDocument/2006/relationships/slide" Target="/ppt/slides/slide6.xml" Id="R0ef43f48f50047a5" /><Relationship Type="http://schemas.openxmlformats.org/officeDocument/2006/relationships/slide" Target="/ppt/slides/slide7.xml" Id="Rc993dc262d41421c" /><Relationship Type="http://schemas.openxmlformats.org/officeDocument/2006/relationships/slide" Target="/ppt/slides/slide8.xml" Id="R1e8f64a1f04e4253" /><Relationship Type="http://schemas.openxmlformats.org/officeDocument/2006/relationships/slide" Target="/ppt/slides/slide9.xml" Id="Ra5eebca874fd426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fc76f1801f1438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d9bc84a4e5c4428" /><Relationship Type="http://schemas.openxmlformats.org/officeDocument/2006/relationships/notesMaster" Target="/ppt/notesMasters/notesMaster1.xml" Id="Rc6f55161aec14b6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782b03ef84c49cc" /><Relationship Type="http://schemas.openxmlformats.org/officeDocument/2006/relationships/notesMaster" Target="/ppt/notesMasters/notesMaster1.xml" Id="R4bb8a0f03a83463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c485accfdea482f" /><Relationship Type="http://schemas.openxmlformats.org/officeDocument/2006/relationships/notesMaster" Target="/ppt/notesMasters/notesMaster1.xml" Id="Rab10567f9f0340e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ce87a7eff5d48c1" /><Relationship Type="http://schemas.openxmlformats.org/officeDocument/2006/relationships/notesMaster" Target="/ppt/notesMasters/notesMaster1.xml" Id="Rf625e7c38a8a4d9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9b7371501194a2a" /><Relationship Type="http://schemas.openxmlformats.org/officeDocument/2006/relationships/notesMaster" Target="/ppt/notesMasters/notesMaster1.xml" Id="Re4c657474522418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2c3921c8935461d" /><Relationship Type="http://schemas.openxmlformats.org/officeDocument/2006/relationships/notesMaster" Target="/ppt/notesMasters/notesMaster1.xml" Id="R5e86dddaa7384e7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f9010f231804d4f" /><Relationship Type="http://schemas.openxmlformats.org/officeDocument/2006/relationships/notesMaster" Target="/ppt/notesMasters/notesMaster1.xml" Id="R751d513d868c445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22daadea3d44b6e" /><Relationship Type="http://schemas.openxmlformats.org/officeDocument/2006/relationships/notesMaster" Target="/ppt/notesMasters/notesMaster1.xml" Id="R10193f5216f14a7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350ff69f2474d7e" /><Relationship Type="http://schemas.openxmlformats.org/officeDocument/2006/relationships/notesMaster" Target="/ppt/notesMasters/notesMaster1.xml" Id="R2ae00e266f64437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8f97493c9c4dd9" /><Relationship Type="http://schemas.openxmlformats.org/officeDocument/2006/relationships/image" Target="/ppt/media/image.png" Id="R3990f481a1bf4de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201a0f4a844d14" /><Relationship Type="http://schemas.openxmlformats.org/officeDocument/2006/relationships/image" Target="/ppt/media/image.png" Id="R60270899c96e40a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0973dd2b834429" /><Relationship Type="http://schemas.openxmlformats.org/officeDocument/2006/relationships/image" Target="/ppt/media/image.png" Id="R57786d3f903d402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589c76b1ac4e74" /><Relationship Type="http://schemas.openxmlformats.org/officeDocument/2006/relationships/image" Target="/ppt/media/image.png" Id="R6d99766276de4aa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3ce7b7c35b47bb" /><Relationship Type="http://schemas.openxmlformats.org/officeDocument/2006/relationships/image" Target="/ppt/media/image.png" Id="R7439680d66054f7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5a66077fef4983" /><Relationship Type="http://schemas.openxmlformats.org/officeDocument/2006/relationships/image" Target="/ppt/media/image.png" Id="R31661ba1e2b0411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5349f51dc9476b" /><Relationship Type="http://schemas.openxmlformats.org/officeDocument/2006/relationships/image" Target="/ppt/media/image.png" Id="Rd443d64616c5453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8fadf5628a4aac" /><Relationship Type="http://schemas.openxmlformats.org/officeDocument/2006/relationships/image" Target="/ppt/media/image.png" Id="R76cdd3334f6444d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0626e1e99f4a44" /><Relationship Type="http://schemas.openxmlformats.org/officeDocument/2006/relationships/image" Target="/ppt/media/image.png" Id="R6d79ceebc95c47f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700e67dee34b5c" /><Relationship Type="http://schemas.openxmlformats.org/officeDocument/2006/relationships/image" Target="/ppt/media/image.png" Id="R71d11680bfe34b12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e3e29c62c446ca" /><Relationship Type="http://schemas.openxmlformats.org/officeDocument/2006/relationships/image" Target="/ppt/media/image.png" Id="R99314ccbfe7c4569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990f481a1bf4dec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0270899c96e40a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7786d3f903d402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d99766276de4aa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439680d66054f7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1661ba1e2b0411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443d64616c5453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6cdd3334f6444d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d79ceebc95c47f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1d11680bfe34b1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9314ccbfe7c456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ea8e300ad484154" /><Relationship Type="http://schemas.openxmlformats.org/officeDocument/2006/relationships/slideLayout" Target="/ppt/slideLayouts/slideLayout1.xml" Id="R58f10d3c4b494bb7" /><Relationship Type="http://schemas.openxmlformats.org/officeDocument/2006/relationships/slideLayout" Target="/ppt/slideLayouts/slideLayout2.xml" Id="Rd4241ef1153b441a" /><Relationship Type="http://schemas.openxmlformats.org/officeDocument/2006/relationships/slideLayout" Target="/ppt/slideLayouts/slideLayout3.xml" Id="R2da3d573da11450e" /><Relationship Type="http://schemas.openxmlformats.org/officeDocument/2006/relationships/slideLayout" Target="/ppt/slideLayouts/slideLayout4.xml" Id="Rf3f5a99a3aab4f6c" /><Relationship Type="http://schemas.openxmlformats.org/officeDocument/2006/relationships/slideLayout" Target="/ppt/slideLayouts/slideLayout5.xml" Id="Rd6cdd6e03c7c45a5" /><Relationship Type="http://schemas.openxmlformats.org/officeDocument/2006/relationships/slideLayout" Target="/ppt/slideLayouts/slideLayout6.xml" Id="R6d1d54e69a5a4527" /><Relationship Type="http://schemas.openxmlformats.org/officeDocument/2006/relationships/slideLayout" Target="/ppt/slideLayouts/slideLayout7.xml" Id="R36fb9c2e68f04f7e" /><Relationship Type="http://schemas.openxmlformats.org/officeDocument/2006/relationships/slideLayout" Target="/ppt/slideLayouts/slideLayout8.xml" Id="R82f9dbe31bc84b9b" /><Relationship Type="http://schemas.openxmlformats.org/officeDocument/2006/relationships/slideLayout" Target="/ppt/slideLayouts/slideLayout9.xml" Id="R72a998e37d1e4b0b" /><Relationship Type="http://schemas.openxmlformats.org/officeDocument/2006/relationships/slideLayout" Target="/ppt/slideLayouts/slideLayout10.xml" Id="Red238d902bfe4f68" /><Relationship Type="http://schemas.openxmlformats.org/officeDocument/2006/relationships/slideLayout" Target="/ppt/slideLayouts/slideLayout11.xml" Id="Rea0dfdf54b7b4020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8f10d3c4b494bb7"/>
    <p:sldLayoutId xmlns:r="http://schemas.openxmlformats.org/officeDocument/2006/relationships" id="2147483650" r:id="Rd4241ef1153b441a"/>
    <p:sldLayoutId xmlns:r="http://schemas.openxmlformats.org/officeDocument/2006/relationships" id="2147483651" r:id="R2da3d573da11450e"/>
    <p:sldLayoutId xmlns:r="http://schemas.openxmlformats.org/officeDocument/2006/relationships" id="2147483652" r:id="Rf3f5a99a3aab4f6c"/>
    <p:sldLayoutId xmlns:r="http://schemas.openxmlformats.org/officeDocument/2006/relationships" id="2147483653" r:id="Rd6cdd6e03c7c45a5"/>
    <p:sldLayoutId xmlns:r="http://schemas.openxmlformats.org/officeDocument/2006/relationships" id="2147483654" r:id="R6d1d54e69a5a4527"/>
    <p:sldLayoutId xmlns:r="http://schemas.openxmlformats.org/officeDocument/2006/relationships" id="2147483655" r:id="R36fb9c2e68f04f7e"/>
    <p:sldLayoutId xmlns:r="http://schemas.openxmlformats.org/officeDocument/2006/relationships" id="2147483656" r:id="R82f9dbe31bc84b9b"/>
    <p:sldLayoutId xmlns:r="http://schemas.openxmlformats.org/officeDocument/2006/relationships" id="2147483657" r:id="R72a998e37d1e4b0b"/>
    <p:sldLayoutId xmlns:r="http://schemas.openxmlformats.org/officeDocument/2006/relationships" id="2147483658" r:id="Red238d902bfe4f68"/>
    <p:sldLayoutId xmlns:r="http://schemas.openxmlformats.org/officeDocument/2006/relationships" id="2147483659" r:id="Rea0dfdf54b7b4020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661c5cdfa74f87" /><Relationship Type="http://schemas.openxmlformats.org/officeDocument/2006/relationships/notesSlide" Target="/ppt/notesSlides/notesSlide1.xml" Id="Ra2e733a1e6ac47b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f0aac4c257b423f" /><Relationship Type="http://schemas.openxmlformats.org/officeDocument/2006/relationships/notesSlide" Target="/ppt/notesSlides/notesSlide2.xml" Id="R3931817548a3480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7dbbb317bec4f88" /><Relationship Type="http://schemas.openxmlformats.org/officeDocument/2006/relationships/notesSlide" Target="/ppt/notesSlides/notesSlide3.xml" Id="R8b460ad3a0e34fc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bde61e7b4fc40bc" /><Relationship Type="http://schemas.openxmlformats.org/officeDocument/2006/relationships/notesSlide" Target="/ppt/notesSlides/notesSlide4.xml" Id="R0e40ff85e08d4a5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cad1153993a4538" /><Relationship Type="http://schemas.openxmlformats.org/officeDocument/2006/relationships/notesSlide" Target="/ppt/notesSlides/notesSlide5.xml" Id="Rb18534d66eda485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4c21f6ed17748ee" /><Relationship Type="http://schemas.openxmlformats.org/officeDocument/2006/relationships/notesSlide" Target="/ppt/notesSlides/notesSlide6.xml" Id="R37e97be59b5e4e9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eb3502fc5bd44c1" /><Relationship Type="http://schemas.openxmlformats.org/officeDocument/2006/relationships/notesSlide" Target="/ppt/notesSlides/notesSlide7.xml" Id="R6eafb729fce449c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fc6875c8ccf4a4c" /><Relationship Type="http://schemas.openxmlformats.org/officeDocument/2006/relationships/notesSlide" Target="/ppt/notesSlides/notesSlide8.xml" Id="Rbc484974abc147e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b230375a1814838" /><Relationship Type="http://schemas.openxmlformats.org/officeDocument/2006/relationships/notesSlide" Target="/ppt/notesSlides/notesSlide9.xml" Id="R7e7a5d2f72f4430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98764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Random Whole Numbers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18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random.randint(1, 6)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roll)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random.randint(1, 6)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roll)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random.randint(1, 6)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roll)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can random.randint(1, 6) produce both 1 and 6?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Which variable stores the generated whole number before it is displayed?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is the random result stored in roll before it is printed instead of calling randint() again in print()?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random.randint(1, 6)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roll)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die so it can roll numbers from 1 to 12. Run the program several times; every result should be between 1 and 12.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random.randint(1, 6)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roll)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Generate two six-sided rolls. Display both rolls and their total.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random.randint(1, 6)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roll)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random practice target. Ask for a minimum and maximum whole number, generate one target inside those inclusive bounds, and display it with a label. Test bounds 4 and 4; the target must be 4.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random.randint(1, 6)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roll)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random.seed(7)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random.randit(1 6)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role)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2026-08-27T03:53:00.1960000Z</dcterms:created>
  <dcterms:modified xsi:type="dcterms:W3CDTF">2026-08-27T03:53:00.1960000Z</dcterms:modified>
</coreProperties>
</file>