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d841bab2084d2e" /><Relationship Type="http://schemas.openxmlformats.org/officeDocument/2006/relationships/extended-properties" Target="/docProps/app.xml" Id="R8d59066dbb08427d" /><Relationship Type="http://schemas.openxmlformats.org/officeDocument/2006/relationships/officeDocument" Target="/ppt/presentation.xml" Id="R1adc6d06e50b45e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e7cff8358404955"/>
  </p:sldMasterIdLst>
  <p:notesMasterIdLst>
    <p:notesMasterId xmlns:r="http://schemas.openxmlformats.org/officeDocument/2006/relationships" r:id="R757c3d001ab84886"/>
  </p:notesMasterIdLst>
  <p:sldIdLst>
    <p:sldId xmlns:r="http://schemas.openxmlformats.org/officeDocument/2006/relationships" id="256" r:id="R825107ae425f46c4"/>
    <p:sldId xmlns:r="http://schemas.openxmlformats.org/officeDocument/2006/relationships" id="257" r:id="R1bea385cb1594b7d"/>
    <p:sldId xmlns:r="http://schemas.openxmlformats.org/officeDocument/2006/relationships" id="258" r:id="Rdbccc654a6714413"/>
    <p:sldId xmlns:r="http://schemas.openxmlformats.org/officeDocument/2006/relationships" id="259" r:id="R0568c226ed12432e"/>
    <p:sldId xmlns:r="http://schemas.openxmlformats.org/officeDocument/2006/relationships" id="260" r:id="R978bdca13a8946f4"/>
    <p:sldId xmlns:r="http://schemas.openxmlformats.org/officeDocument/2006/relationships" id="261" r:id="Rc6accc3865224621"/>
    <p:sldId xmlns:r="http://schemas.openxmlformats.org/officeDocument/2006/relationships" id="262" r:id="R3ba1bb0311e14201"/>
    <p:sldId xmlns:r="http://schemas.openxmlformats.org/officeDocument/2006/relationships" id="263" r:id="Rad9053c4f8664d97"/>
    <p:sldId xmlns:r="http://schemas.openxmlformats.org/officeDocument/2006/relationships" id="264" r:id="R021ae1bd192c498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9779099ecbf464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afe447cd0f49bd" /><Relationship Type="http://schemas.openxmlformats.org/officeDocument/2006/relationships/slideMaster" Target="/ppt/slideMasters/slideMaster1.xml" Id="R0e7cff8358404955" /><Relationship Type="http://schemas.openxmlformats.org/officeDocument/2006/relationships/notesMaster" Target="/ppt/notesMasters/notesMaster1.xml" Id="R757c3d001ab84886" /><Relationship Type="http://schemas.openxmlformats.org/officeDocument/2006/relationships/presProps" Target="/ppt/presProps.xml" Id="Ra1f381ef972e4ca9" /><Relationship Type="http://schemas.openxmlformats.org/officeDocument/2006/relationships/viewProps" Target="/ppt/viewProps.xml" Id="R57c940973da946ab" /><Relationship Type="http://schemas.openxmlformats.org/officeDocument/2006/relationships/tableStyles" Target="/ppt/tableStyles.xml" Id="Ra2b832b445344de2" /><Relationship Type="http://schemas.openxmlformats.org/officeDocument/2006/relationships/font" Target="/ppt/fonts/font.dat" Id="R69779099ecbf4644" /><Relationship Type="http://schemas.openxmlformats.org/officeDocument/2006/relationships/slide" Target="/ppt/slides/slide1.xml" Id="R825107ae425f46c4" /><Relationship Type="http://schemas.openxmlformats.org/officeDocument/2006/relationships/slide" Target="/ppt/slides/slide2.xml" Id="R1bea385cb1594b7d" /><Relationship Type="http://schemas.openxmlformats.org/officeDocument/2006/relationships/slide" Target="/ppt/slides/slide3.xml" Id="Rdbccc654a6714413" /><Relationship Type="http://schemas.openxmlformats.org/officeDocument/2006/relationships/slide" Target="/ppt/slides/slide4.xml" Id="R0568c226ed12432e" /><Relationship Type="http://schemas.openxmlformats.org/officeDocument/2006/relationships/slide" Target="/ppt/slides/slide5.xml" Id="R978bdca13a8946f4" /><Relationship Type="http://schemas.openxmlformats.org/officeDocument/2006/relationships/slide" Target="/ppt/slides/slide6.xml" Id="Rc6accc3865224621" /><Relationship Type="http://schemas.openxmlformats.org/officeDocument/2006/relationships/slide" Target="/ppt/slides/slide7.xml" Id="R3ba1bb0311e14201" /><Relationship Type="http://schemas.openxmlformats.org/officeDocument/2006/relationships/slide" Target="/ppt/slides/slide8.xml" Id="Rad9053c4f8664d97" /><Relationship Type="http://schemas.openxmlformats.org/officeDocument/2006/relationships/slide" Target="/ppt/slides/slide9.xml" Id="R021ae1bd192c49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9f1f59ff424e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a5ae0b70c74cb2" /><Relationship Type="http://schemas.openxmlformats.org/officeDocument/2006/relationships/notesMaster" Target="/ppt/notesMasters/notesMaster1.xml" Id="R9ed913014faa4f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6bd237cb3f49a9" /><Relationship Type="http://schemas.openxmlformats.org/officeDocument/2006/relationships/notesMaster" Target="/ppt/notesMasters/notesMaster1.xml" Id="R045fdd6834e24e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23e6fd93054537" /><Relationship Type="http://schemas.openxmlformats.org/officeDocument/2006/relationships/notesMaster" Target="/ppt/notesMasters/notesMaster1.xml" Id="R61da639abbb449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b57eb186d0478e" /><Relationship Type="http://schemas.openxmlformats.org/officeDocument/2006/relationships/notesMaster" Target="/ppt/notesMasters/notesMaster1.xml" Id="Rec83fe30271f469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b397cba00494558" /><Relationship Type="http://schemas.openxmlformats.org/officeDocument/2006/relationships/notesMaster" Target="/ppt/notesMasters/notesMaster1.xml" Id="R79f0ee4e87b147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83c16d2bc84de7" /><Relationship Type="http://schemas.openxmlformats.org/officeDocument/2006/relationships/notesMaster" Target="/ppt/notesMasters/notesMaster1.xml" Id="R8de9612c631f4c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1e7f9e78114954" /><Relationship Type="http://schemas.openxmlformats.org/officeDocument/2006/relationships/notesMaster" Target="/ppt/notesMasters/notesMaster1.xml" Id="R3fb9f78e54b647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d91190389346c4" /><Relationship Type="http://schemas.openxmlformats.org/officeDocument/2006/relationships/notesMaster" Target="/ppt/notesMasters/notesMaster1.xml" Id="R15a66a48b2fb40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fad663458b4ddf" /><Relationship Type="http://schemas.openxmlformats.org/officeDocument/2006/relationships/notesMaster" Target="/ppt/notesMasters/notesMaster1.xml" Id="Rdc5b51071a294b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0b02620de04ad6" /><Relationship Type="http://schemas.openxmlformats.org/officeDocument/2006/relationships/image" Target="/ppt/media/image.png" Id="Rac1c11ec046547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a2ac6558c649be" /><Relationship Type="http://schemas.openxmlformats.org/officeDocument/2006/relationships/image" Target="/ppt/media/image.png" Id="Rade9613132d0411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707c999cf34338" /><Relationship Type="http://schemas.openxmlformats.org/officeDocument/2006/relationships/image" Target="/ppt/media/image.png" Id="Rd5995e15b01e459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87a985e9e440c9" /><Relationship Type="http://schemas.openxmlformats.org/officeDocument/2006/relationships/image" Target="/ppt/media/image.png" Id="Rc1bfa41db6d446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dfb1f734d1477d" /><Relationship Type="http://schemas.openxmlformats.org/officeDocument/2006/relationships/image" Target="/ppt/media/image.png" Id="Rabf0f5bd1a544f4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561adf923f413b" /><Relationship Type="http://schemas.openxmlformats.org/officeDocument/2006/relationships/image" Target="/ppt/media/image.png" Id="R4def8a724f7e455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c5591677eb4373" /><Relationship Type="http://schemas.openxmlformats.org/officeDocument/2006/relationships/image" Target="/ppt/media/image.png" Id="R2f605bb318eb4e4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04a4e6a2594f1d" /><Relationship Type="http://schemas.openxmlformats.org/officeDocument/2006/relationships/image" Target="/ppt/media/image.png" Id="R50daa5d8c4894ac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8d8bd6685449d0" /><Relationship Type="http://schemas.openxmlformats.org/officeDocument/2006/relationships/image" Target="/ppt/media/image.png" Id="R287f43ae9ef3482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21a69fe4b344f7" /><Relationship Type="http://schemas.openxmlformats.org/officeDocument/2006/relationships/image" Target="/ppt/media/image.png" Id="Ra00c92f5a635447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0bcbb437db4222" /><Relationship Type="http://schemas.openxmlformats.org/officeDocument/2006/relationships/image" Target="/ppt/media/image.png" Id="Ra3a6e68a9d3a4a0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c1c11ec046547af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e9613132d0411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995e15b01e459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bfa41db6d4467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f0f5bd1a544f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ef8a724f7e45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605bb318eb4e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daa5d8c4894ac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87f43ae9ef348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0c92f5a63544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3a6e68a9d3a4a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3f6b4cc61294de1" /><Relationship Type="http://schemas.openxmlformats.org/officeDocument/2006/relationships/slideLayout" Target="/ppt/slideLayouts/slideLayout1.xml" Id="R24feb5e070e64a55" /><Relationship Type="http://schemas.openxmlformats.org/officeDocument/2006/relationships/slideLayout" Target="/ppt/slideLayouts/slideLayout2.xml" Id="R1321b605746f4816" /><Relationship Type="http://schemas.openxmlformats.org/officeDocument/2006/relationships/slideLayout" Target="/ppt/slideLayouts/slideLayout3.xml" Id="R88c2cf697564420d" /><Relationship Type="http://schemas.openxmlformats.org/officeDocument/2006/relationships/slideLayout" Target="/ppt/slideLayouts/slideLayout4.xml" Id="Rf97b763e34c54b38" /><Relationship Type="http://schemas.openxmlformats.org/officeDocument/2006/relationships/slideLayout" Target="/ppt/slideLayouts/slideLayout5.xml" Id="R208a065f3be84445" /><Relationship Type="http://schemas.openxmlformats.org/officeDocument/2006/relationships/slideLayout" Target="/ppt/slideLayouts/slideLayout6.xml" Id="Ra472966f4429473a" /><Relationship Type="http://schemas.openxmlformats.org/officeDocument/2006/relationships/slideLayout" Target="/ppt/slideLayouts/slideLayout7.xml" Id="Rb1aa7d031b334f50" /><Relationship Type="http://schemas.openxmlformats.org/officeDocument/2006/relationships/slideLayout" Target="/ppt/slideLayouts/slideLayout8.xml" Id="R4d098c9869534f23" /><Relationship Type="http://schemas.openxmlformats.org/officeDocument/2006/relationships/slideLayout" Target="/ppt/slideLayouts/slideLayout9.xml" Id="R79b0d73e9ca54b58" /><Relationship Type="http://schemas.openxmlformats.org/officeDocument/2006/relationships/slideLayout" Target="/ppt/slideLayouts/slideLayout10.xml" Id="R59a00c2f02f74e09" /><Relationship Type="http://schemas.openxmlformats.org/officeDocument/2006/relationships/slideLayout" Target="/ppt/slideLayouts/slideLayout11.xml" Id="R4f50559d079f43d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feb5e070e64a55"/>
    <p:sldLayoutId xmlns:r="http://schemas.openxmlformats.org/officeDocument/2006/relationships" id="2147483650" r:id="R1321b605746f4816"/>
    <p:sldLayoutId xmlns:r="http://schemas.openxmlformats.org/officeDocument/2006/relationships" id="2147483651" r:id="R88c2cf697564420d"/>
    <p:sldLayoutId xmlns:r="http://schemas.openxmlformats.org/officeDocument/2006/relationships" id="2147483652" r:id="Rf97b763e34c54b38"/>
    <p:sldLayoutId xmlns:r="http://schemas.openxmlformats.org/officeDocument/2006/relationships" id="2147483653" r:id="R208a065f3be84445"/>
    <p:sldLayoutId xmlns:r="http://schemas.openxmlformats.org/officeDocument/2006/relationships" id="2147483654" r:id="Ra472966f4429473a"/>
    <p:sldLayoutId xmlns:r="http://schemas.openxmlformats.org/officeDocument/2006/relationships" id="2147483655" r:id="Rb1aa7d031b334f50"/>
    <p:sldLayoutId xmlns:r="http://schemas.openxmlformats.org/officeDocument/2006/relationships" id="2147483656" r:id="R4d098c9869534f23"/>
    <p:sldLayoutId xmlns:r="http://schemas.openxmlformats.org/officeDocument/2006/relationships" id="2147483657" r:id="R79b0d73e9ca54b58"/>
    <p:sldLayoutId xmlns:r="http://schemas.openxmlformats.org/officeDocument/2006/relationships" id="2147483658" r:id="R59a00c2f02f74e09"/>
    <p:sldLayoutId xmlns:r="http://schemas.openxmlformats.org/officeDocument/2006/relationships" id="2147483659" r:id="R4f50559d079f43d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c2d288e5ee495a" /><Relationship Type="http://schemas.openxmlformats.org/officeDocument/2006/relationships/notesSlide" Target="/ppt/notesSlides/notesSlide1.xml" Id="R5f26bd4e2b9147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008d2e25c814e3a" /><Relationship Type="http://schemas.openxmlformats.org/officeDocument/2006/relationships/notesSlide" Target="/ppt/notesSlides/notesSlide2.xml" Id="R832ff1ba9e6f4e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e4d57608e04201" /><Relationship Type="http://schemas.openxmlformats.org/officeDocument/2006/relationships/notesSlide" Target="/ppt/notesSlides/notesSlide3.xml" Id="Ra57ff8181c3b4b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ec43bfcc5e46dc" /><Relationship Type="http://schemas.openxmlformats.org/officeDocument/2006/relationships/notesSlide" Target="/ppt/notesSlides/notesSlide4.xml" Id="R1d85e607d4204c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11b768cb064f16" /><Relationship Type="http://schemas.openxmlformats.org/officeDocument/2006/relationships/notesSlide" Target="/ppt/notesSlides/notesSlide5.xml" Id="R3684beece8d641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0be98844b24b33" /><Relationship Type="http://schemas.openxmlformats.org/officeDocument/2006/relationships/notesSlide" Target="/ppt/notesSlides/notesSlide6.xml" Id="R05316ae922ad4a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81ed757cb34b8c" /><Relationship Type="http://schemas.openxmlformats.org/officeDocument/2006/relationships/notesSlide" Target="/ppt/notesSlides/notesSlide7.xml" Id="Rb5c38dbd94bf4a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dc3d266d11488f" /><Relationship Type="http://schemas.openxmlformats.org/officeDocument/2006/relationships/notesSlide" Target="/ppt/notesSlides/notesSlide8.xml" Id="R8cfda0f8941e4bf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af27a83bb0418c" /><Relationship Type="http://schemas.openxmlformats.org/officeDocument/2006/relationships/notesSlide" Target="/ppt/notesSlides/notesSlide9.xml" Id="R096ffc56ac8047d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764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Whole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random.randint(1, 6) produce both 1 and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Which variable stores the generated whole number before it is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random result stored in roll before it is printed instead of calling randint() again in print()?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into a coin toss.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1 or 2, then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"Heads"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1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"Tails"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2. Run the program several times until you have seen both results.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rolls two dice.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 and store the rolls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roll_one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roll_two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both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"Rolls:"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display their sum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Run it several times and check each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guessing program. Ask for a minimum and a maximum whole number,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a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between them, including both. Ask the user to guess it.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"Correct"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"The target was"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4 and 4 with a guess of 4.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import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random.seed(7)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random.randit(1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2026-09-29T02:06:17.6420000Z</dcterms:created>
  <dcterms:modified xsi:type="dcterms:W3CDTF">2026-09-29T02:06:17.6420000Z</dcterms:modified>
</coreProperties>
</file>