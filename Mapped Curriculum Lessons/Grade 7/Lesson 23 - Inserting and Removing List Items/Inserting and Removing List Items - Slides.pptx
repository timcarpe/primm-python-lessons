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1b3fa7e25d40df" /><Relationship Type="http://schemas.openxmlformats.org/officeDocument/2006/relationships/extended-properties" Target="/docProps/app.xml" Id="R1a5e441d8e764475" /><Relationship Type="http://schemas.openxmlformats.org/officeDocument/2006/relationships/officeDocument" Target="/ppt/presentation.xml" Id="Ra291773979a8492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179424133dc497d"/>
  </p:sldMasterIdLst>
  <p:notesMasterIdLst>
    <p:notesMasterId xmlns:r="http://schemas.openxmlformats.org/officeDocument/2006/relationships" r:id="Racc339a82dfd4097"/>
  </p:notesMasterIdLst>
  <p:sldIdLst>
    <p:sldId xmlns:r="http://schemas.openxmlformats.org/officeDocument/2006/relationships" id="256" r:id="Rf15ae0c85d034cc3"/>
    <p:sldId xmlns:r="http://schemas.openxmlformats.org/officeDocument/2006/relationships" id="257" r:id="R20cabb91744748c2"/>
    <p:sldId xmlns:r="http://schemas.openxmlformats.org/officeDocument/2006/relationships" id="258" r:id="Re04d028efb874f38"/>
    <p:sldId xmlns:r="http://schemas.openxmlformats.org/officeDocument/2006/relationships" id="259" r:id="R87ce6abf89f94ac8"/>
    <p:sldId xmlns:r="http://schemas.openxmlformats.org/officeDocument/2006/relationships" id="260" r:id="R5c6b64f3671d4adf"/>
    <p:sldId xmlns:r="http://schemas.openxmlformats.org/officeDocument/2006/relationships" id="261" r:id="R1b9bc68bfe3d4d3c"/>
    <p:sldId xmlns:r="http://schemas.openxmlformats.org/officeDocument/2006/relationships" id="262" r:id="Rb0dcca84263845e7"/>
    <p:sldId xmlns:r="http://schemas.openxmlformats.org/officeDocument/2006/relationships" id="263" r:id="R2ddedfb695e74683"/>
    <p:sldId xmlns:r="http://schemas.openxmlformats.org/officeDocument/2006/relationships" id="264" r:id="R8928e210010b403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181f3fd5eb6492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981128c7a44b9a" /><Relationship Type="http://schemas.openxmlformats.org/officeDocument/2006/relationships/slideMaster" Target="/ppt/slideMasters/slideMaster1.xml" Id="Rf179424133dc497d" /><Relationship Type="http://schemas.openxmlformats.org/officeDocument/2006/relationships/notesMaster" Target="/ppt/notesMasters/notesMaster1.xml" Id="Racc339a82dfd4097" /><Relationship Type="http://schemas.openxmlformats.org/officeDocument/2006/relationships/presProps" Target="/ppt/presProps.xml" Id="R9d675fe845544304" /><Relationship Type="http://schemas.openxmlformats.org/officeDocument/2006/relationships/viewProps" Target="/ppt/viewProps.xml" Id="Rf73c03b98c9e4162" /><Relationship Type="http://schemas.openxmlformats.org/officeDocument/2006/relationships/tableStyles" Target="/ppt/tableStyles.xml" Id="Rb101dda270f04b81" /><Relationship Type="http://schemas.openxmlformats.org/officeDocument/2006/relationships/font" Target="/ppt/fonts/font.dat" Id="R6181f3fd5eb64922" /><Relationship Type="http://schemas.openxmlformats.org/officeDocument/2006/relationships/slide" Target="/ppt/slides/slide1.xml" Id="Rf15ae0c85d034cc3" /><Relationship Type="http://schemas.openxmlformats.org/officeDocument/2006/relationships/slide" Target="/ppt/slides/slide2.xml" Id="R20cabb91744748c2" /><Relationship Type="http://schemas.openxmlformats.org/officeDocument/2006/relationships/slide" Target="/ppt/slides/slide3.xml" Id="Re04d028efb874f38" /><Relationship Type="http://schemas.openxmlformats.org/officeDocument/2006/relationships/slide" Target="/ppt/slides/slide4.xml" Id="R87ce6abf89f94ac8" /><Relationship Type="http://schemas.openxmlformats.org/officeDocument/2006/relationships/slide" Target="/ppt/slides/slide5.xml" Id="R5c6b64f3671d4adf" /><Relationship Type="http://schemas.openxmlformats.org/officeDocument/2006/relationships/slide" Target="/ppt/slides/slide6.xml" Id="R1b9bc68bfe3d4d3c" /><Relationship Type="http://schemas.openxmlformats.org/officeDocument/2006/relationships/slide" Target="/ppt/slides/slide7.xml" Id="Rb0dcca84263845e7" /><Relationship Type="http://schemas.openxmlformats.org/officeDocument/2006/relationships/slide" Target="/ppt/slides/slide8.xml" Id="R2ddedfb695e74683" /><Relationship Type="http://schemas.openxmlformats.org/officeDocument/2006/relationships/slide" Target="/ppt/slides/slide9.xml" Id="R8928e210010b40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2eb48501d246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841bb1cd034f9a" /><Relationship Type="http://schemas.openxmlformats.org/officeDocument/2006/relationships/notesMaster" Target="/ppt/notesMasters/notesMaster1.xml" Id="Rad9636585a674a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e9398f17f04173" /><Relationship Type="http://schemas.openxmlformats.org/officeDocument/2006/relationships/notesMaster" Target="/ppt/notesMasters/notesMaster1.xml" Id="Rcc5f2a355b2443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f1dfaaebcb4737" /><Relationship Type="http://schemas.openxmlformats.org/officeDocument/2006/relationships/notesMaster" Target="/ppt/notesMasters/notesMaster1.xml" Id="Rabf600441ec041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17170c8a1b4c6d" /><Relationship Type="http://schemas.openxmlformats.org/officeDocument/2006/relationships/notesMaster" Target="/ppt/notesMasters/notesMaster1.xml" Id="Rf04e31219adf4b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79a6803e30431a" /><Relationship Type="http://schemas.openxmlformats.org/officeDocument/2006/relationships/notesMaster" Target="/ppt/notesMasters/notesMaster1.xml" Id="R20f4f490291c44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11bd719cb84447" /><Relationship Type="http://schemas.openxmlformats.org/officeDocument/2006/relationships/notesMaster" Target="/ppt/notesMasters/notesMaster1.xml" Id="R2e80ace6d98c45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aea32076134d02" /><Relationship Type="http://schemas.openxmlformats.org/officeDocument/2006/relationships/notesMaster" Target="/ppt/notesMasters/notesMaster1.xml" Id="R15039fe71b9249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4e3a38587c448d" /><Relationship Type="http://schemas.openxmlformats.org/officeDocument/2006/relationships/notesMaster" Target="/ppt/notesMasters/notesMaster1.xml" Id="Rf6d1aae16b8647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00fa4c36024832" /><Relationship Type="http://schemas.openxmlformats.org/officeDocument/2006/relationships/notesMaster" Target="/ppt/notesMasters/notesMaster1.xml" Id="Rc62f302e16964a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96421bb6564d1e" /><Relationship Type="http://schemas.openxmlformats.org/officeDocument/2006/relationships/image" Target="/ppt/media/image.png" Id="R2acfc50fa56d445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2d6fd81e9476e" /><Relationship Type="http://schemas.openxmlformats.org/officeDocument/2006/relationships/image" Target="/ppt/media/image.png" Id="R2a69cc9af11f42c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517fe857ba495c" /><Relationship Type="http://schemas.openxmlformats.org/officeDocument/2006/relationships/image" Target="/ppt/media/image.png" Id="Re5e6d380ca0741a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7612c6da12474d" /><Relationship Type="http://schemas.openxmlformats.org/officeDocument/2006/relationships/image" Target="/ppt/media/image.png" Id="R1e27a082612f4f9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7f02f794b34daa" /><Relationship Type="http://schemas.openxmlformats.org/officeDocument/2006/relationships/image" Target="/ppt/media/image.png" Id="Rc2a864dfe3194e5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fd321dc3bf40a7" /><Relationship Type="http://schemas.openxmlformats.org/officeDocument/2006/relationships/image" Target="/ppt/media/image.png" Id="R462e72a0d5f340a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43a38c36c04871" /><Relationship Type="http://schemas.openxmlformats.org/officeDocument/2006/relationships/image" Target="/ppt/media/image.png" Id="Rce149ab2c96d4ff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bc50848d8b4352" /><Relationship Type="http://schemas.openxmlformats.org/officeDocument/2006/relationships/image" Target="/ppt/media/image.png" Id="Raaa6c7ea5aed48b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a2caa0b0224780" /><Relationship Type="http://schemas.openxmlformats.org/officeDocument/2006/relationships/image" Target="/ppt/media/image.png" Id="Rba3fc9bb9c57469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50d577eb4e463c" /><Relationship Type="http://schemas.openxmlformats.org/officeDocument/2006/relationships/image" Target="/ppt/media/image.png" Id="Rfe992191c81a49a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4b766e3d164d9e" /><Relationship Type="http://schemas.openxmlformats.org/officeDocument/2006/relationships/image" Target="/ppt/media/image.png" Id="R24796b1dd66f400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cfc50fa56d445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69cc9af11f42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e6d380ca0741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27a082612f4f9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a864dfe3194e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2e72a0d5f340a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149ab2c96d4ff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a6c7ea5aed48b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3fc9bb9c57469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992191c81a49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4796b1dd66f400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bb7f6ac10045d3" /><Relationship Type="http://schemas.openxmlformats.org/officeDocument/2006/relationships/slideLayout" Target="/ppt/slideLayouts/slideLayout1.xml" Id="Rb49c04fb66f146eb" /><Relationship Type="http://schemas.openxmlformats.org/officeDocument/2006/relationships/slideLayout" Target="/ppt/slideLayouts/slideLayout2.xml" Id="R4fd9560605154f1a" /><Relationship Type="http://schemas.openxmlformats.org/officeDocument/2006/relationships/slideLayout" Target="/ppt/slideLayouts/slideLayout3.xml" Id="Rc1e61eb8d19649f0" /><Relationship Type="http://schemas.openxmlformats.org/officeDocument/2006/relationships/slideLayout" Target="/ppt/slideLayouts/slideLayout4.xml" Id="Rdfd04007fd214edb" /><Relationship Type="http://schemas.openxmlformats.org/officeDocument/2006/relationships/slideLayout" Target="/ppt/slideLayouts/slideLayout5.xml" Id="Rfaae296fd21046b2" /><Relationship Type="http://schemas.openxmlformats.org/officeDocument/2006/relationships/slideLayout" Target="/ppt/slideLayouts/slideLayout6.xml" Id="R225a1187f5ab4b39" /><Relationship Type="http://schemas.openxmlformats.org/officeDocument/2006/relationships/slideLayout" Target="/ppt/slideLayouts/slideLayout7.xml" Id="Rf12501f997384ed6" /><Relationship Type="http://schemas.openxmlformats.org/officeDocument/2006/relationships/slideLayout" Target="/ppt/slideLayouts/slideLayout8.xml" Id="Rfc1808e12fb545b1" /><Relationship Type="http://schemas.openxmlformats.org/officeDocument/2006/relationships/slideLayout" Target="/ppt/slideLayouts/slideLayout9.xml" Id="Rfc99699f1f684c6c" /><Relationship Type="http://schemas.openxmlformats.org/officeDocument/2006/relationships/slideLayout" Target="/ppt/slideLayouts/slideLayout10.xml" Id="Ra2a6971f736746d8" /><Relationship Type="http://schemas.openxmlformats.org/officeDocument/2006/relationships/slideLayout" Target="/ppt/slideLayouts/slideLayout11.xml" Id="Rcc863ba7b71d4d6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9c04fb66f146eb"/>
    <p:sldLayoutId xmlns:r="http://schemas.openxmlformats.org/officeDocument/2006/relationships" id="2147483650" r:id="R4fd9560605154f1a"/>
    <p:sldLayoutId xmlns:r="http://schemas.openxmlformats.org/officeDocument/2006/relationships" id="2147483651" r:id="Rc1e61eb8d19649f0"/>
    <p:sldLayoutId xmlns:r="http://schemas.openxmlformats.org/officeDocument/2006/relationships" id="2147483652" r:id="Rdfd04007fd214edb"/>
    <p:sldLayoutId xmlns:r="http://schemas.openxmlformats.org/officeDocument/2006/relationships" id="2147483653" r:id="Rfaae296fd21046b2"/>
    <p:sldLayoutId xmlns:r="http://schemas.openxmlformats.org/officeDocument/2006/relationships" id="2147483654" r:id="R225a1187f5ab4b39"/>
    <p:sldLayoutId xmlns:r="http://schemas.openxmlformats.org/officeDocument/2006/relationships" id="2147483655" r:id="Rf12501f997384ed6"/>
    <p:sldLayoutId xmlns:r="http://schemas.openxmlformats.org/officeDocument/2006/relationships" id="2147483656" r:id="Rfc1808e12fb545b1"/>
    <p:sldLayoutId xmlns:r="http://schemas.openxmlformats.org/officeDocument/2006/relationships" id="2147483657" r:id="Rfc99699f1f684c6c"/>
    <p:sldLayoutId xmlns:r="http://schemas.openxmlformats.org/officeDocument/2006/relationships" id="2147483658" r:id="Ra2a6971f736746d8"/>
    <p:sldLayoutId xmlns:r="http://schemas.openxmlformats.org/officeDocument/2006/relationships" id="2147483659" r:id="Rcc863ba7b71d4d6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05811bc5c448d" /><Relationship Type="http://schemas.openxmlformats.org/officeDocument/2006/relationships/notesSlide" Target="/ppt/notesSlides/notesSlide1.xml" Id="R257ed513d05c4f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50e575a3744219" /><Relationship Type="http://schemas.openxmlformats.org/officeDocument/2006/relationships/notesSlide" Target="/ppt/notesSlides/notesSlide2.xml" Id="R6572ca3f403944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038e3c583e407b" /><Relationship Type="http://schemas.openxmlformats.org/officeDocument/2006/relationships/notesSlide" Target="/ppt/notesSlides/notesSlide3.xml" Id="R999819c661eb4f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28050755504276" /><Relationship Type="http://schemas.openxmlformats.org/officeDocument/2006/relationships/notesSlide" Target="/ppt/notesSlides/notesSlide4.xml" Id="Rd1391731ff6d4d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30ca922d4447eb" /><Relationship Type="http://schemas.openxmlformats.org/officeDocument/2006/relationships/notesSlide" Target="/ppt/notesSlides/notesSlide5.xml" Id="Re9e0aaaa29b74a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c2d1003eb642a6" /><Relationship Type="http://schemas.openxmlformats.org/officeDocument/2006/relationships/notesSlide" Target="/ppt/notesSlides/notesSlide6.xml" Id="R74048b6a2ee041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bc0726c7ac4fbf" /><Relationship Type="http://schemas.openxmlformats.org/officeDocument/2006/relationships/notesSlide" Target="/ppt/notesSlides/notesSlide7.xml" Id="R2b73893a419f40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8a087ffc8f4877" /><Relationship Type="http://schemas.openxmlformats.org/officeDocument/2006/relationships/notesSlide" Target="/ppt/notesSlides/notesSlide8.xml" Id="Rdd0db311e4094f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3020a229f14215" /><Relationship Type="http://schemas.openxmlformats.org/officeDocument/2006/relationships/notesSlide" Target="/ppt/notesSlides/notesSlide9.xml" Id="Rd3f6def2fc714ae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7219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Inserting and Removing List Items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insert() take a position first but remove() takes a stored value?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remove() is given a value that is not in the 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After map is inserted and coat is removed, what exact list is printed and which position contains map?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Insert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"snack"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at position 2 and keep the removal of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The final order must be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"snack"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an item to insert at position 1, then ask for an existing item to remove. Display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each operation.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four-name running order editor. Insert a reserve at a user-chosen valid position, remove one known existing name by value, and display the final order one name per line using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kit.remove(0)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(kit)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2026-08-26T04:05:31.0110000Z</dcterms:created>
  <dcterms:modified xsi:type="dcterms:W3CDTF">2026-08-26T04:05:31.0110000Z</dcterms:modified>
</coreProperties>
</file>