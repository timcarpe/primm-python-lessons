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1169fd486445ff" /><Relationship Type="http://schemas.openxmlformats.org/officeDocument/2006/relationships/extended-properties" Target="/docProps/app.xml" Id="R866b75004e7a452a" /><Relationship Type="http://schemas.openxmlformats.org/officeDocument/2006/relationships/officeDocument" Target="/ppt/presentation.xml" Id="Rf895b6e6febb469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7ca8491ddf14327"/>
  </p:sldMasterIdLst>
  <p:notesMasterIdLst>
    <p:notesMasterId xmlns:r="http://schemas.openxmlformats.org/officeDocument/2006/relationships" r:id="R1514d91b9c754b01"/>
  </p:notesMasterIdLst>
  <p:sldIdLst>
    <p:sldId xmlns:r="http://schemas.openxmlformats.org/officeDocument/2006/relationships" id="256" r:id="Re376e4cfd31b4cd6"/>
    <p:sldId xmlns:r="http://schemas.openxmlformats.org/officeDocument/2006/relationships" id="257" r:id="R8e249730a70c4073"/>
    <p:sldId xmlns:r="http://schemas.openxmlformats.org/officeDocument/2006/relationships" id="258" r:id="R41de30f67c1b43c8"/>
    <p:sldId xmlns:r="http://schemas.openxmlformats.org/officeDocument/2006/relationships" id="259" r:id="Rd6d52bc32a084e6c"/>
    <p:sldId xmlns:r="http://schemas.openxmlformats.org/officeDocument/2006/relationships" id="260" r:id="R3e4c1bbf8b38477d"/>
    <p:sldId xmlns:r="http://schemas.openxmlformats.org/officeDocument/2006/relationships" id="261" r:id="R2e38992cc8c34c5a"/>
    <p:sldId xmlns:r="http://schemas.openxmlformats.org/officeDocument/2006/relationships" id="262" r:id="R10ee6986dee84916"/>
    <p:sldId xmlns:r="http://schemas.openxmlformats.org/officeDocument/2006/relationships" id="263" r:id="R38d5f459447e45aa"/>
    <p:sldId xmlns:r="http://schemas.openxmlformats.org/officeDocument/2006/relationships" id="264" r:id="R463fb5706f7842e1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1d24cff6aed64742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30e1f7ed04400e" /><Relationship Type="http://schemas.openxmlformats.org/officeDocument/2006/relationships/slideMaster" Target="/ppt/slideMasters/slideMaster1.xml" Id="R17ca8491ddf14327" /><Relationship Type="http://schemas.openxmlformats.org/officeDocument/2006/relationships/notesMaster" Target="/ppt/notesMasters/notesMaster1.xml" Id="R1514d91b9c754b01" /><Relationship Type="http://schemas.openxmlformats.org/officeDocument/2006/relationships/presProps" Target="/ppt/presProps.xml" Id="Rd63879fff9fa484a" /><Relationship Type="http://schemas.openxmlformats.org/officeDocument/2006/relationships/viewProps" Target="/ppt/viewProps.xml" Id="R4c553a6908c24de5" /><Relationship Type="http://schemas.openxmlformats.org/officeDocument/2006/relationships/tableStyles" Target="/ppt/tableStyles.xml" Id="R76352573d8254a68" /><Relationship Type="http://schemas.openxmlformats.org/officeDocument/2006/relationships/font" Target="/ppt/fonts/font.dat" Id="R1d24cff6aed64742" /><Relationship Type="http://schemas.openxmlformats.org/officeDocument/2006/relationships/slide" Target="/ppt/slides/slide1.xml" Id="Re376e4cfd31b4cd6" /><Relationship Type="http://schemas.openxmlformats.org/officeDocument/2006/relationships/slide" Target="/ppt/slides/slide2.xml" Id="R8e249730a70c4073" /><Relationship Type="http://schemas.openxmlformats.org/officeDocument/2006/relationships/slide" Target="/ppt/slides/slide3.xml" Id="R41de30f67c1b43c8" /><Relationship Type="http://schemas.openxmlformats.org/officeDocument/2006/relationships/slide" Target="/ppt/slides/slide4.xml" Id="Rd6d52bc32a084e6c" /><Relationship Type="http://schemas.openxmlformats.org/officeDocument/2006/relationships/slide" Target="/ppt/slides/slide5.xml" Id="R3e4c1bbf8b38477d" /><Relationship Type="http://schemas.openxmlformats.org/officeDocument/2006/relationships/slide" Target="/ppt/slides/slide6.xml" Id="R2e38992cc8c34c5a" /><Relationship Type="http://schemas.openxmlformats.org/officeDocument/2006/relationships/slide" Target="/ppt/slides/slide7.xml" Id="R10ee6986dee84916" /><Relationship Type="http://schemas.openxmlformats.org/officeDocument/2006/relationships/slide" Target="/ppt/slides/slide8.xml" Id="R38d5f459447e45aa" /><Relationship Type="http://schemas.openxmlformats.org/officeDocument/2006/relationships/slide" Target="/ppt/slides/slide9.xml" Id="R463fb5706f7842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b96518525844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3ad6cc27a14733" /><Relationship Type="http://schemas.openxmlformats.org/officeDocument/2006/relationships/notesMaster" Target="/ppt/notesMasters/notesMaster1.xml" Id="R5b9a30f03dac4a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391f33882949c9" /><Relationship Type="http://schemas.openxmlformats.org/officeDocument/2006/relationships/notesMaster" Target="/ppt/notesMasters/notesMaster1.xml" Id="R3f83841621f14c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108322cd4849fa" /><Relationship Type="http://schemas.openxmlformats.org/officeDocument/2006/relationships/notesMaster" Target="/ppt/notesMasters/notesMaster1.xml" Id="Rcb4cce74af4c41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b5f271c1a74dd3" /><Relationship Type="http://schemas.openxmlformats.org/officeDocument/2006/relationships/notesMaster" Target="/ppt/notesMasters/notesMaster1.xml" Id="R9c1473e7342249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6e5e56508c4410" /><Relationship Type="http://schemas.openxmlformats.org/officeDocument/2006/relationships/notesMaster" Target="/ppt/notesMasters/notesMaster1.xml" Id="R09b44b3149a343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8f5a17d6c34fd1" /><Relationship Type="http://schemas.openxmlformats.org/officeDocument/2006/relationships/notesMaster" Target="/ppt/notesMasters/notesMaster1.xml" Id="R979de744f12f47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15aa1f54094301" /><Relationship Type="http://schemas.openxmlformats.org/officeDocument/2006/relationships/notesMaster" Target="/ppt/notesMasters/notesMaster1.xml" Id="R6f6a920074af43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473b12ee864efd" /><Relationship Type="http://schemas.openxmlformats.org/officeDocument/2006/relationships/notesMaster" Target="/ppt/notesMasters/notesMaster1.xml" Id="Rc7beb7d5fa8e40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f0ea189b594ad2" /><Relationship Type="http://schemas.openxmlformats.org/officeDocument/2006/relationships/notesMaster" Target="/ppt/notesMasters/notesMaster1.xml" Id="R873a7be8ca2e40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515c8c18e94e7c" /><Relationship Type="http://schemas.openxmlformats.org/officeDocument/2006/relationships/image" Target="/ppt/media/image.png" Id="Rd695be3e910c473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48b19d94374b4e" /><Relationship Type="http://schemas.openxmlformats.org/officeDocument/2006/relationships/image" Target="/ppt/media/image.png" Id="Red58d7bba6fb43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ce97e38a394752" /><Relationship Type="http://schemas.openxmlformats.org/officeDocument/2006/relationships/image" Target="/ppt/media/image.png" Id="Rf3a24ac5ba39441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2179706a5f4bd8" /><Relationship Type="http://schemas.openxmlformats.org/officeDocument/2006/relationships/image" Target="/ppt/media/image.png" Id="Rfe0712826039463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1d086edf6d45a6" /><Relationship Type="http://schemas.openxmlformats.org/officeDocument/2006/relationships/image" Target="/ppt/media/image.png" Id="R07b43ceaeb0c42e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b15d46f5584555" /><Relationship Type="http://schemas.openxmlformats.org/officeDocument/2006/relationships/image" Target="/ppt/media/image.png" Id="R62bd4968a89c453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348ca19b8248cc" /><Relationship Type="http://schemas.openxmlformats.org/officeDocument/2006/relationships/image" Target="/ppt/media/image.png" Id="Rdaabcc0feede468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d74a6e5ef74602" /><Relationship Type="http://schemas.openxmlformats.org/officeDocument/2006/relationships/image" Target="/ppt/media/image.png" Id="R6eeb6600588c410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4a40d90fd249fd" /><Relationship Type="http://schemas.openxmlformats.org/officeDocument/2006/relationships/image" Target="/ppt/media/image.png" Id="R98f543c33276404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597b61c6c34cc6" /><Relationship Type="http://schemas.openxmlformats.org/officeDocument/2006/relationships/image" Target="/ppt/media/image.png" Id="R9fd7dac5ea8843d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10a05db1db40bf" /><Relationship Type="http://schemas.openxmlformats.org/officeDocument/2006/relationships/image" Target="/ppt/media/image.png" Id="R0aa7abfa3a2e4c2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695be3e910c473d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d58d7bba6fb43e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3a24ac5ba39441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e0712826039463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7b43ceaeb0c42e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2bd4968a89c453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aabcc0feede468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eeb6600588c410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8f543c33276404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fd7dac5ea8843d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a7abfa3a2e4c2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bb2aa6b55e4fda" /><Relationship Type="http://schemas.openxmlformats.org/officeDocument/2006/relationships/slideLayout" Target="/ppt/slideLayouts/slideLayout1.xml" Id="R379b8585ccc04534" /><Relationship Type="http://schemas.openxmlformats.org/officeDocument/2006/relationships/slideLayout" Target="/ppt/slideLayouts/slideLayout2.xml" Id="R659f090e8a67494a" /><Relationship Type="http://schemas.openxmlformats.org/officeDocument/2006/relationships/slideLayout" Target="/ppt/slideLayouts/slideLayout3.xml" Id="R85b34a98cdb24f29" /><Relationship Type="http://schemas.openxmlformats.org/officeDocument/2006/relationships/slideLayout" Target="/ppt/slideLayouts/slideLayout4.xml" Id="Red6809fe1726429f" /><Relationship Type="http://schemas.openxmlformats.org/officeDocument/2006/relationships/slideLayout" Target="/ppt/slideLayouts/slideLayout5.xml" Id="Rf2d13f1480de4515" /><Relationship Type="http://schemas.openxmlformats.org/officeDocument/2006/relationships/slideLayout" Target="/ppt/slideLayouts/slideLayout6.xml" Id="R51660da3e31c4b14" /><Relationship Type="http://schemas.openxmlformats.org/officeDocument/2006/relationships/slideLayout" Target="/ppt/slideLayouts/slideLayout7.xml" Id="R28df60e6e4364bab" /><Relationship Type="http://schemas.openxmlformats.org/officeDocument/2006/relationships/slideLayout" Target="/ppt/slideLayouts/slideLayout8.xml" Id="Rf30bf3eb688b45d3" /><Relationship Type="http://schemas.openxmlformats.org/officeDocument/2006/relationships/slideLayout" Target="/ppt/slideLayouts/slideLayout9.xml" Id="R0538f8c527774db1" /><Relationship Type="http://schemas.openxmlformats.org/officeDocument/2006/relationships/slideLayout" Target="/ppt/slideLayouts/slideLayout10.xml" Id="R1bd217621c0b447e" /><Relationship Type="http://schemas.openxmlformats.org/officeDocument/2006/relationships/slideLayout" Target="/ppt/slideLayouts/slideLayout11.xml" Id="Ra37e6123bbf24c9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9b8585ccc04534"/>
    <p:sldLayoutId xmlns:r="http://schemas.openxmlformats.org/officeDocument/2006/relationships" id="2147483650" r:id="R659f090e8a67494a"/>
    <p:sldLayoutId xmlns:r="http://schemas.openxmlformats.org/officeDocument/2006/relationships" id="2147483651" r:id="R85b34a98cdb24f29"/>
    <p:sldLayoutId xmlns:r="http://schemas.openxmlformats.org/officeDocument/2006/relationships" id="2147483652" r:id="Red6809fe1726429f"/>
    <p:sldLayoutId xmlns:r="http://schemas.openxmlformats.org/officeDocument/2006/relationships" id="2147483653" r:id="Rf2d13f1480de4515"/>
    <p:sldLayoutId xmlns:r="http://schemas.openxmlformats.org/officeDocument/2006/relationships" id="2147483654" r:id="R51660da3e31c4b14"/>
    <p:sldLayoutId xmlns:r="http://schemas.openxmlformats.org/officeDocument/2006/relationships" id="2147483655" r:id="R28df60e6e4364bab"/>
    <p:sldLayoutId xmlns:r="http://schemas.openxmlformats.org/officeDocument/2006/relationships" id="2147483656" r:id="Rf30bf3eb688b45d3"/>
    <p:sldLayoutId xmlns:r="http://schemas.openxmlformats.org/officeDocument/2006/relationships" id="2147483657" r:id="R0538f8c527774db1"/>
    <p:sldLayoutId xmlns:r="http://schemas.openxmlformats.org/officeDocument/2006/relationships" id="2147483658" r:id="R1bd217621c0b447e"/>
    <p:sldLayoutId xmlns:r="http://schemas.openxmlformats.org/officeDocument/2006/relationships" id="2147483659" r:id="Ra37e6123bbf24c94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53e9addc341a7" /><Relationship Type="http://schemas.openxmlformats.org/officeDocument/2006/relationships/notesSlide" Target="/ppt/notesSlides/notesSlide1.xml" Id="R1a9320cd23b54a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d0dc5e62a7b4b4f" /><Relationship Type="http://schemas.openxmlformats.org/officeDocument/2006/relationships/notesSlide" Target="/ppt/notesSlides/notesSlide2.xml" Id="Rf14a9b6855dc4b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8d2889a87f4603" /><Relationship Type="http://schemas.openxmlformats.org/officeDocument/2006/relationships/notesSlide" Target="/ppt/notesSlides/notesSlide3.xml" Id="R1de943d666cc44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1d1a3d907c4959" /><Relationship Type="http://schemas.openxmlformats.org/officeDocument/2006/relationships/notesSlide" Target="/ppt/notesSlides/notesSlide4.xml" Id="R0d6e41daa39a4b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c54222bf764d30" /><Relationship Type="http://schemas.openxmlformats.org/officeDocument/2006/relationships/notesSlide" Target="/ppt/notesSlides/notesSlide5.xml" Id="Rbf56519ff26e45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fb6b97d26a438f" /><Relationship Type="http://schemas.openxmlformats.org/officeDocument/2006/relationships/notesSlide" Target="/ppt/notesSlides/notesSlide6.xml" Id="Rb0916fabc2cd47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40b6c250bf431a" /><Relationship Type="http://schemas.openxmlformats.org/officeDocument/2006/relationships/notesSlide" Target="/ppt/notesSlides/notesSlide7.xml" Id="R2ebd29b40db94d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9bc2fbbd9c4efe" /><Relationship Type="http://schemas.openxmlformats.org/officeDocument/2006/relationships/notesSlide" Target="/ppt/notesSlides/notesSlide8.xml" Id="R63b8d59101b842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96901c30d04b3e" /><Relationship Type="http://schemas.openxmlformats.org/officeDocument/2006/relationships/notesSlide" Target="/ppt/notesSlides/notesSlide9.xml" Id="R1d34dcca0bce43a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72192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Inserting and Removing List Items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23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"torch"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kit.insert(1,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kit.remove(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"Packed kit:"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kit)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"torch"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kit.insert(1,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kit.remove(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"Packed kit:"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kit)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"torch"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kit.insert(1,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kit.remove(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"Packed kit:"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kit)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does insert() take a position first but remove() takes a stored value?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What happens if remove() is given a value that is not in the list?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After map is inserted and coat is removed, what exact list is printed and which position contains map?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 =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"torch"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kit.insert(1,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kit.remove(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"Packed kit:"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kit)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example so the torch is moved to the front after packing. Use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remove()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take out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"torch"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then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insert()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to put it at position 0. The final line should be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"Packed kit: ['torch', 'map', 'water']"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 =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"torch"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kit.insert(1,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kit.remove(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"Packed kit:"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kit)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example so the user chooses both changes. Ask for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new_item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insert it at position 1, then display the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list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Ask for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old_item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from the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list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remove it and display the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list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again. For example,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then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ends with [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'map'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'water'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'torch'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].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 =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"torch"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kit.insert(1,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kit.remove(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"Packed kit:"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kit)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list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called </a:t>
            </a:r>
            <a:r>
              <a:rPr sz="2050" b="0">
                <a:solidFill>
                  <a:srgbClr val="6A1B9A"/>
                </a:solidFill>
                <a:highlight>
                  <a:srgbClr val="ECEAF4"/>
                </a:highlight>
                <a:latin typeface="JetBrains Mono"/>
                <a:ea typeface="JetBrains Mono"/>
                <a:cs typeface="JetBrains Mono"/>
              </a:rPr>
              <a:t> runners 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holding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"Ari"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"Bao"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"Cleo"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"Dara"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Ask for a position and a reserve runner to insert there, then ask for a runner to remove. Display the </a:t>
            </a:r>
            <a:r>
              <a:rPr sz="205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list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after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"Runners:"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For example, 1,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"Eli"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and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"Bao"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display </a:t>
            </a:r>
            <a:r>
              <a:rPr sz="2050" b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"Runners: ['Ari', 'Eli', 'Cleo', 'Dara']"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 =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"torch"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kit.insert(1,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kit.remove(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"Packed kit:"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kit)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89177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 =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"coat"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"torch"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kit.insert(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"map"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kit.remove(0)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(kit)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2026-09-28T06:19:52.2260000Z</dcterms:created>
  <dcterms:modified xsi:type="dcterms:W3CDTF">2026-09-28T06:19:52.2260000Z</dcterms:modified>
</coreProperties>
</file>