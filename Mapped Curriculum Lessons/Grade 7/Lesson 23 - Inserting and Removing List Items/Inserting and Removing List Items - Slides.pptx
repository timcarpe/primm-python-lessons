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d1dc04bb9b4cab" /><Relationship Type="http://schemas.openxmlformats.org/officeDocument/2006/relationships/extended-properties" Target="/docProps/app.xml" Id="R3d733712b580406b" /><Relationship Type="http://schemas.openxmlformats.org/officeDocument/2006/relationships/officeDocument" Target="/ppt/presentation.xml" Id="R419ac380062d497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21e98fc9e444807"/>
  </p:sldMasterIdLst>
  <p:notesMasterIdLst>
    <p:notesMasterId xmlns:r="http://schemas.openxmlformats.org/officeDocument/2006/relationships" r:id="R6ab6f7bd6087474c"/>
  </p:notesMasterIdLst>
  <p:sldIdLst>
    <p:sldId xmlns:r="http://schemas.openxmlformats.org/officeDocument/2006/relationships" id="256" r:id="R5c8790c7f6a047b8"/>
    <p:sldId xmlns:r="http://schemas.openxmlformats.org/officeDocument/2006/relationships" id="257" r:id="R674ff236825f40d0"/>
    <p:sldId xmlns:r="http://schemas.openxmlformats.org/officeDocument/2006/relationships" id="258" r:id="R5c3911b0f1a54e93"/>
    <p:sldId xmlns:r="http://schemas.openxmlformats.org/officeDocument/2006/relationships" id="259" r:id="R4f51285fb9b24a69"/>
    <p:sldId xmlns:r="http://schemas.openxmlformats.org/officeDocument/2006/relationships" id="260" r:id="R879c8eb9f5d646bd"/>
    <p:sldId xmlns:r="http://schemas.openxmlformats.org/officeDocument/2006/relationships" id="261" r:id="Re4207568f9e9405a"/>
    <p:sldId xmlns:r="http://schemas.openxmlformats.org/officeDocument/2006/relationships" id="262" r:id="R6223a82d29b04709"/>
    <p:sldId xmlns:r="http://schemas.openxmlformats.org/officeDocument/2006/relationships" id="263" r:id="R408fe3cf19f24834"/>
    <p:sldId xmlns:r="http://schemas.openxmlformats.org/officeDocument/2006/relationships" id="264" r:id="R76ca2edb44144385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07a56c7b5f74422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b1868357d84e00" /><Relationship Type="http://schemas.openxmlformats.org/officeDocument/2006/relationships/slideMaster" Target="/ppt/slideMasters/slideMaster1.xml" Id="R421e98fc9e444807" /><Relationship Type="http://schemas.openxmlformats.org/officeDocument/2006/relationships/notesMaster" Target="/ppt/notesMasters/notesMaster1.xml" Id="R6ab6f7bd6087474c" /><Relationship Type="http://schemas.openxmlformats.org/officeDocument/2006/relationships/presProps" Target="/ppt/presProps.xml" Id="Rfb9bd8270d93474d" /><Relationship Type="http://schemas.openxmlformats.org/officeDocument/2006/relationships/viewProps" Target="/ppt/viewProps.xml" Id="R5421efcf172c4ead" /><Relationship Type="http://schemas.openxmlformats.org/officeDocument/2006/relationships/tableStyles" Target="/ppt/tableStyles.xml" Id="R07469e1ff078467c" /><Relationship Type="http://schemas.openxmlformats.org/officeDocument/2006/relationships/font" Target="/ppt/fonts/font.dat" Id="R07a56c7b5f744226" /><Relationship Type="http://schemas.openxmlformats.org/officeDocument/2006/relationships/slide" Target="/ppt/slides/slide1.xml" Id="R5c8790c7f6a047b8" /><Relationship Type="http://schemas.openxmlformats.org/officeDocument/2006/relationships/slide" Target="/ppt/slides/slide2.xml" Id="R674ff236825f40d0" /><Relationship Type="http://schemas.openxmlformats.org/officeDocument/2006/relationships/slide" Target="/ppt/slides/slide3.xml" Id="R5c3911b0f1a54e93" /><Relationship Type="http://schemas.openxmlformats.org/officeDocument/2006/relationships/slide" Target="/ppt/slides/slide4.xml" Id="R4f51285fb9b24a69" /><Relationship Type="http://schemas.openxmlformats.org/officeDocument/2006/relationships/slide" Target="/ppt/slides/slide5.xml" Id="R879c8eb9f5d646bd" /><Relationship Type="http://schemas.openxmlformats.org/officeDocument/2006/relationships/slide" Target="/ppt/slides/slide6.xml" Id="Re4207568f9e9405a" /><Relationship Type="http://schemas.openxmlformats.org/officeDocument/2006/relationships/slide" Target="/ppt/slides/slide7.xml" Id="R6223a82d29b04709" /><Relationship Type="http://schemas.openxmlformats.org/officeDocument/2006/relationships/slide" Target="/ppt/slides/slide8.xml" Id="R408fe3cf19f24834" /><Relationship Type="http://schemas.openxmlformats.org/officeDocument/2006/relationships/slide" Target="/ppt/slides/slide9.xml" Id="R76ca2edb441443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2ba10f4a124a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a467f79abe4c7f" /><Relationship Type="http://schemas.openxmlformats.org/officeDocument/2006/relationships/notesMaster" Target="/ppt/notesMasters/notesMaster1.xml" Id="R745128c838b542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368dbbb629439c" /><Relationship Type="http://schemas.openxmlformats.org/officeDocument/2006/relationships/notesMaster" Target="/ppt/notesMasters/notesMaster1.xml" Id="R076e1172459b41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06ef7a00634936" /><Relationship Type="http://schemas.openxmlformats.org/officeDocument/2006/relationships/notesMaster" Target="/ppt/notesMasters/notesMaster1.xml" Id="R46bfc7ebe53d44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7de1b88e124d50" /><Relationship Type="http://schemas.openxmlformats.org/officeDocument/2006/relationships/notesMaster" Target="/ppt/notesMasters/notesMaster1.xml" Id="Rbfca7418c8974c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bc853339ea4fc4" /><Relationship Type="http://schemas.openxmlformats.org/officeDocument/2006/relationships/notesMaster" Target="/ppt/notesMasters/notesMaster1.xml" Id="Rf5ff6a0370d049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f3b31194aa4130" /><Relationship Type="http://schemas.openxmlformats.org/officeDocument/2006/relationships/notesMaster" Target="/ppt/notesMasters/notesMaster1.xml" Id="Ra3fefa38c62d478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c25b559fc04e11" /><Relationship Type="http://schemas.openxmlformats.org/officeDocument/2006/relationships/notesMaster" Target="/ppt/notesMasters/notesMaster1.xml" Id="R9e6708211ea84c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eb2e65dc314605" /><Relationship Type="http://schemas.openxmlformats.org/officeDocument/2006/relationships/notesMaster" Target="/ppt/notesMasters/notesMaster1.xml" Id="Rc574b6212d4143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fdccb6eba8448c" /><Relationship Type="http://schemas.openxmlformats.org/officeDocument/2006/relationships/notesMaster" Target="/ppt/notesMasters/notesMaster1.xml" Id="R858c6dfae7c548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1955df0d674500" /><Relationship Type="http://schemas.openxmlformats.org/officeDocument/2006/relationships/image" Target="/ppt/media/image.png" Id="R97c10579c709418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ef6c0dfd9b43de" /><Relationship Type="http://schemas.openxmlformats.org/officeDocument/2006/relationships/image" Target="/ppt/media/image.png" Id="Rf3e23f25748f447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0d05dcd6994e4e" /><Relationship Type="http://schemas.openxmlformats.org/officeDocument/2006/relationships/image" Target="/ppt/media/image.png" Id="R019a9a989e014ed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95e486f3254090" /><Relationship Type="http://schemas.openxmlformats.org/officeDocument/2006/relationships/image" Target="/ppt/media/image.png" Id="R21c1b37284a64d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10c978fc654746" /><Relationship Type="http://schemas.openxmlformats.org/officeDocument/2006/relationships/image" Target="/ppt/media/image.png" Id="Ra75c98a3082b455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f08321cf3245ff" /><Relationship Type="http://schemas.openxmlformats.org/officeDocument/2006/relationships/image" Target="/ppt/media/image.png" Id="Rba895027734c4aa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147976a8b7451f" /><Relationship Type="http://schemas.openxmlformats.org/officeDocument/2006/relationships/image" Target="/ppt/media/image.png" Id="R694c6f1e76e34be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786bc3409245f4" /><Relationship Type="http://schemas.openxmlformats.org/officeDocument/2006/relationships/image" Target="/ppt/media/image.png" Id="Rb6956b8166624c7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eb0fa68eb84613" /><Relationship Type="http://schemas.openxmlformats.org/officeDocument/2006/relationships/image" Target="/ppt/media/image.png" Id="R594223863ad84bd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71e92a6e0d4ad1" /><Relationship Type="http://schemas.openxmlformats.org/officeDocument/2006/relationships/image" Target="/ppt/media/image.png" Id="Rc390046e7f1e489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0a2822fede487f" /><Relationship Type="http://schemas.openxmlformats.org/officeDocument/2006/relationships/image" Target="/ppt/media/image.png" Id="R657d273080244b6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c10579c709418b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e23f25748f44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9a9a989e014e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c1b37284a64d9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5c98a3082b455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895027734c4aa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4c6f1e76e34be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956b8166624c7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4223863ad84bd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90046e7f1e489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7d273080244b6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a391818bde4449" /><Relationship Type="http://schemas.openxmlformats.org/officeDocument/2006/relationships/slideLayout" Target="/ppt/slideLayouts/slideLayout1.xml" Id="R0f15da3fd9d54eb4" /><Relationship Type="http://schemas.openxmlformats.org/officeDocument/2006/relationships/slideLayout" Target="/ppt/slideLayouts/slideLayout2.xml" Id="R325cc3de885c4954" /><Relationship Type="http://schemas.openxmlformats.org/officeDocument/2006/relationships/slideLayout" Target="/ppt/slideLayouts/slideLayout3.xml" Id="R13a451bc58054ddc" /><Relationship Type="http://schemas.openxmlformats.org/officeDocument/2006/relationships/slideLayout" Target="/ppt/slideLayouts/slideLayout4.xml" Id="R58c04bbdebf74869" /><Relationship Type="http://schemas.openxmlformats.org/officeDocument/2006/relationships/slideLayout" Target="/ppt/slideLayouts/slideLayout5.xml" Id="Rb650e6ca70e049d7" /><Relationship Type="http://schemas.openxmlformats.org/officeDocument/2006/relationships/slideLayout" Target="/ppt/slideLayouts/slideLayout6.xml" Id="R00ee9120901c4af7" /><Relationship Type="http://schemas.openxmlformats.org/officeDocument/2006/relationships/slideLayout" Target="/ppt/slideLayouts/slideLayout7.xml" Id="R61239838321c4133" /><Relationship Type="http://schemas.openxmlformats.org/officeDocument/2006/relationships/slideLayout" Target="/ppt/slideLayouts/slideLayout8.xml" Id="R79acf1d0eb6f4e65" /><Relationship Type="http://schemas.openxmlformats.org/officeDocument/2006/relationships/slideLayout" Target="/ppt/slideLayouts/slideLayout9.xml" Id="R1cf72d550781475e" /><Relationship Type="http://schemas.openxmlformats.org/officeDocument/2006/relationships/slideLayout" Target="/ppt/slideLayouts/slideLayout10.xml" Id="R63773cedcff64e72" /><Relationship Type="http://schemas.openxmlformats.org/officeDocument/2006/relationships/slideLayout" Target="/ppt/slideLayouts/slideLayout11.xml" Id="Rf3d786022b384ca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15da3fd9d54eb4"/>
    <p:sldLayoutId xmlns:r="http://schemas.openxmlformats.org/officeDocument/2006/relationships" id="2147483650" r:id="R325cc3de885c4954"/>
    <p:sldLayoutId xmlns:r="http://schemas.openxmlformats.org/officeDocument/2006/relationships" id="2147483651" r:id="R13a451bc58054ddc"/>
    <p:sldLayoutId xmlns:r="http://schemas.openxmlformats.org/officeDocument/2006/relationships" id="2147483652" r:id="R58c04bbdebf74869"/>
    <p:sldLayoutId xmlns:r="http://schemas.openxmlformats.org/officeDocument/2006/relationships" id="2147483653" r:id="Rb650e6ca70e049d7"/>
    <p:sldLayoutId xmlns:r="http://schemas.openxmlformats.org/officeDocument/2006/relationships" id="2147483654" r:id="R00ee9120901c4af7"/>
    <p:sldLayoutId xmlns:r="http://schemas.openxmlformats.org/officeDocument/2006/relationships" id="2147483655" r:id="R61239838321c4133"/>
    <p:sldLayoutId xmlns:r="http://schemas.openxmlformats.org/officeDocument/2006/relationships" id="2147483656" r:id="R79acf1d0eb6f4e65"/>
    <p:sldLayoutId xmlns:r="http://schemas.openxmlformats.org/officeDocument/2006/relationships" id="2147483657" r:id="R1cf72d550781475e"/>
    <p:sldLayoutId xmlns:r="http://schemas.openxmlformats.org/officeDocument/2006/relationships" id="2147483658" r:id="R63773cedcff64e72"/>
    <p:sldLayoutId xmlns:r="http://schemas.openxmlformats.org/officeDocument/2006/relationships" id="2147483659" r:id="Rf3d786022b384ca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38b4e756649e8" /><Relationship Type="http://schemas.openxmlformats.org/officeDocument/2006/relationships/notesSlide" Target="/ppt/notesSlides/notesSlide1.xml" Id="Re3e459c4b8e9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7e7d4e53a9493f" /><Relationship Type="http://schemas.openxmlformats.org/officeDocument/2006/relationships/notesSlide" Target="/ppt/notesSlides/notesSlide2.xml" Id="R8198008c79234d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3f96fb7526445b" /><Relationship Type="http://schemas.openxmlformats.org/officeDocument/2006/relationships/notesSlide" Target="/ppt/notesSlides/notesSlide3.xml" Id="R2f8733b1c37f4f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45107a2b0c4fdd" /><Relationship Type="http://schemas.openxmlformats.org/officeDocument/2006/relationships/notesSlide" Target="/ppt/notesSlides/notesSlide4.xml" Id="R52acaa448bb54b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3579f5f65d4d66" /><Relationship Type="http://schemas.openxmlformats.org/officeDocument/2006/relationships/notesSlide" Target="/ppt/notesSlides/notesSlide5.xml" Id="R71fd5cb0e30d4f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0bea4f10ab4e47" /><Relationship Type="http://schemas.openxmlformats.org/officeDocument/2006/relationships/notesSlide" Target="/ppt/notesSlides/notesSlide6.xml" Id="Rfdc9bd73f44444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fff609d50e4176" /><Relationship Type="http://schemas.openxmlformats.org/officeDocument/2006/relationships/notesSlide" Target="/ppt/notesSlides/notesSlide7.xml" Id="R0dabe590e87746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a06cfdb7c24b0b" /><Relationship Type="http://schemas.openxmlformats.org/officeDocument/2006/relationships/notesSlide" Target="/ppt/notesSlides/notesSlide8.xml" Id="R46c10144cad74c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3eec3c8ce446ee" /><Relationship Type="http://schemas.openxmlformats.org/officeDocument/2006/relationships/notesSlide" Target="/ppt/notesSlides/notesSlide9.xml" Id="Rf07601849b6b44a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7219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Inserting and Removing List Items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insert() take a position first but remove() takes a stored value?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remove() is given a value that is not in the 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After map is inserted and coat is removed, what exact list is printed and which position contains map?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torch is moved to the front after packing.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remove()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take out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insert()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put it at position 0. The final line should be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 ['torch', 'map', 'water']"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user chooses both changes.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new_item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insert it at position 1, then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old_item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from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remove it and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again.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ends with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'map'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'water'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'torch'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"Dara"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a position and a reserve runner to insert there, then ask for a runner to remove.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"Runners:"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"Eli"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"Runners: ['Ari', 'Eli', 'Cleo', 'Dara']"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kit.remove(0)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(kit)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2026-09-28T09:09:27.8650000Z</dcterms:created>
  <dcterms:modified xsi:type="dcterms:W3CDTF">2026-09-28T09:09:27.8650000Z</dcterms:modified>
</coreProperties>
</file>