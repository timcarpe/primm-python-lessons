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2a522883374279" /><Relationship Type="http://schemas.openxmlformats.org/officeDocument/2006/relationships/extended-properties" Target="/docProps/app.xml" Id="Rd44e779771f146d6" /><Relationship Type="http://schemas.openxmlformats.org/officeDocument/2006/relationships/officeDocument" Target="/ppt/presentation.xml" Id="R49b6c62282954620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2fd4b99f87b9444d"/>
  </p:sldMasterIdLst>
  <p:notesMasterIdLst>
    <p:notesMasterId xmlns:r="http://schemas.openxmlformats.org/officeDocument/2006/relationships" r:id="R22ed9d7c7d85422b"/>
  </p:notesMasterIdLst>
  <p:sldIdLst>
    <p:sldId xmlns:r="http://schemas.openxmlformats.org/officeDocument/2006/relationships" id="256" r:id="R2b2608ce17694525"/>
    <p:sldId xmlns:r="http://schemas.openxmlformats.org/officeDocument/2006/relationships" id="257" r:id="R8ee8c9093c8b4379"/>
    <p:sldId xmlns:r="http://schemas.openxmlformats.org/officeDocument/2006/relationships" id="258" r:id="R53ccb287444545b6"/>
    <p:sldId xmlns:r="http://schemas.openxmlformats.org/officeDocument/2006/relationships" id="259" r:id="R5458d039e8e74fd3"/>
    <p:sldId xmlns:r="http://schemas.openxmlformats.org/officeDocument/2006/relationships" id="260" r:id="Rbe95c2a1536843b5"/>
    <p:sldId xmlns:r="http://schemas.openxmlformats.org/officeDocument/2006/relationships" id="261" r:id="R6ad691a213514650"/>
    <p:sldId xmlns:r="http://schemas.openxmlformats.org/officeDocument/2006/relationships" id="262" r:id="Re550f53ef0874ca5"/>
    <p:sldId xmlns:r="http://schemas.openxmlformats.org/officeDocument/2006/relationships" id="263" r:id="Rd610b311315f4ac2"/>
    <p:sldId xmlns:r="http://schemas.openxmlformats.org/officeDocument/2006/relationships" id="264" r:id="R30e3f9b6edc6434c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f2b55e93c07f42de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2bec5056a94b52" /><Relationship Type="http://schemas.openxmlformats.org/officeDocument/2006/relationships/slideMaster" Target="/ppt/slideMasters/slideMaster1.xml" Id="R2fd4b99f87b9444d" /><Relationship Type="http://schemas.openxmlformats.org/officeDocument/2006/relationships/notesMaster" Target="/ppt/notesMasters/notesMaster1.xml" Id="R22ed9d7c7d85422b" /><Relationship Type="http://schemas.openxmlformats.org/officeDocument/2006/relationships/presProps" Target="/ppt/presProps.xml" Id="R665f0c36b6f54cb1" /><Relationship Type="http://schemas.openxmlformats.org/officeDocument/2006/relationships/viewProps" Target="/ppt/viewProps.xml" Id="Rb83dcd0926b143f9" /><Relationship Type="http://schemas.openxmlformats.org/officeDocument/2006/relationships/tableStyles" Target="/ppt/tableStyles.xml" Id="Rd020e98d52e64170" /><Relationship Type="http://schemas.openxmlformats.org/officeDocument/2006/relationships/font" Target="/ppt/fonts/font.dat" Id="Rf2b55e93c07f42de" /><Relationship Type="http://schemas.openxmlformats.org/officeDocument/2006/relationships/slide" Target="/ppt/slides/slide1.xml" Id="R2b2608ce17694525" /><Relationship Type="http://schemas.openxmlformats.org/officeDocument/2006/relationships/slide" Target="/ppt/slides/slide2.xml" Id="R8ee8c9093c8b4379" /><Relationship Type="http://schemas.openxmlformats.org/officeDocument/2006/relationships/slide" Target="/ppt/slides/slide3.xml" Id="R53ccb287444545b6" /><Relationship Type="http://schemas.openxmlformats.org/officeDocument/2006/relationships/slide" Target="/ppt/slides/slide4.xml" Id="R5458d039e8e74fd3" /><Relationship Type="http://schemas.openxmlformats.org/officeDocument/2006/relationships/slide" Target="/ppt/slides/slide5.xml" Id="Rbe95c2a1536843b5" /><Relationship Type="http://schemas.openxmlformats.org/officeDocument/2006/relationships/slide" Target="/ppt/slides/slide6.xml" Id="R6ad691a213514650" /><Relationship Type="http://schemas.openxmlformats.org/officeDocument/2006/relationships/slide" Target="/ppt/slides/slide7.xml" Id="Re550f53ef0874ca5" /><Relationship Type="http://schemas.openxmlformats.org/officeDocument/2006/relationships/slide" Target="/ppt/slides/slide8.xml" Id="Rd610b311315f4ac2" /><Relationship Type="http://schemas.openxmlformats.org/officeDocument/2006/relationships/slide" Target="/ppt/slides/slide9.xml" Id="R30e3f9b6edc643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40a6affa7f455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66ee3045e54d2c" /><Relationship Type="http://schemas.openxmlformats.org/officeDocument/2006/relationships/notesMaster" Target="/ppt/notesMasters/notesMaster1.xml" Id="Rb1f6d541c6da46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8cb0963ce6c483e" /><Relationship Type="http://schemas.openxmlformats.org/officeDocument/2006/relationships/notesMaster" Target="/ppt/notesMasters/notesMaster1.xml" Id="R680657d0288947d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fcfedddfac34392" /><Relationship Type="http://schemas.openxmlformats.org/officeDocument/2006/relationships/notesMaster" Target="/ppt/notesMasters/notesMaster1.xml" Id="Rf0067e234c58404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f13db760cb44ff" /><Relationship Type="http://schemas.openxmlformats.org/officeDocument/2006/relationships/notesMaster" Target="/ppt/notesMasters/notesMaster1.xml" Id="R1d15efa55b5146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b21d6a5e9204779" /><Relationship Type="http://schemas.openxmlformats.org/officeDocument/2006/relationships/notesMaster" Target="/ppt/notesMasters/notesMaster1.xml" Id="Rb3fef2c0979d49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5d6ae244c44e38" /><Relationship Type="http://schemas.openxmlformats.org/officeDocument/2006/relationships/notesMaster" Target="/ppt/notesMasters/notesMaster1.xml" Id="Rdc97b40ae543416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5d41afc7594d8e" /><Relationship Type="http://schemas.openxmlformats.org/officeDocument/2006/relationships/notesMaster" Target="/ppt/notesMasters/notesMaster1.xml" Id="Rd98595fe23274ce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34420a22faf43ad" /><Relationship Type="http://schemas.openxmlformats.org/officeDocument/2006/relationships/notesMaster" Target="/ppt/notesMasters/notesMaster1.xml" Id="Rbff3ab6c08e242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1e9578a0ad04a11" /><Relationship Type="http://schemas.openxmlformats.org/officeDocument/2006/relationships/notesMaster" Target="/ppt/notesMasters/notesMaster1.xml" Id="R362b49d4537c4a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f0e5dfc41c4f89" /><Relationship Type="http://schemas.openxmlformats.org/officeDocument/2006/relationships/image" Target="/ppt/media/image.png" Id="Rd0d35ad933b742a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996c52b07c4d93" /><Relationship Type="http://schemas.openxmlformats.org/officeDocument/2006/relationships/image" Target="/ppt/media/image.png" Id="R1d7f71be8c4f48d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e58085b8924a11" /><Relationship Type="http://schemas.openxmlformats.org/officeDocument/2006/relationships/image" Target="/ppt/media/image.png" Id="Rdd1770fb07d14d8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98ba1022844ee6" /><Relationship Type="http://schemas.openxmlformats.org/officeDocument/2006/relationships/image" Target="/ppt/media/image.png" Id="R20dcb572c58a483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6bd9480ec04dee" /><Relationship Type="http://schemas.openxmlformats.org/officeDocument/2006/relationships/image" Target="/ppt/media/image.png" Id="R6141c24a5081455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610d6dea864bff" /><Relationship Type="http://schemas.openxmlformats.org/officeDocument/2006/relationships/image" Target="/ppt/media/image.png" Id="Rbc1fb9edd1ae4ac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1304210a104930" /><Relationship Type="http://schemas.openxmlformats.org/officeDocument/2006/relationships/image" Target="/ppt/media/image.png" Id="Rfcdf2db5195f43b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44c693fe104ac3" /><Relationship Type="http://schemas.openxmlformats.org/officeDocument/2006/relationships/image" Target="/ppt/media/image.png" Id="R38b325bef5ab43f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d85ea7cd4d4700" /><Relationship Type="http://schemas.openxmlformats.org/officeDocument/2006/relationships/image" Target="/ppt/media/image.png" Id="R11b6f2ffbdca4a7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ac15bf2103492b" /><Relationship Type="http://schemas.openxmlformats.org/officeDocument/2006/relationships/image" Target="/ppt/media/image.png" Id="Rd63faeef5dff4b8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0bbecf7ccb473a" /><Relationship Type="http://schemas.openxmlformats.org/officeDocument/2006/relationships/image" Target="/ppt/media/image.png" Id="Rc7f7ecc290f44d4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0d35ad933b742a7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d7f71be8c4f48d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d1770fb07d14d8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dcb572c58a483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41c24a508145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c1fb9edd1ae4ac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df2db5195f43b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8b325bef5ab43f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1b6f2ffbdca4a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63faeef5dff4b8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f7ecc290f44d4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48444eb7fb9404d" /><Relationship Type="http://schemas.openxmlformats.org/officeDocument/2006/relationships/slideLayout" Target="/ppt/slideLayouts/slideLayout1.xml" Id="R85cd6aa7dcab480e" /><Relationship Type="http://schemas.openxmlformats.org/officeDocument/2006/relationships/slideLayout" Target="/ppt/slideLayouts/slideLayout2.xml" Id="R178366a40119437a" /><Relationship Type="http://schemas.openxmlformats.org/officeDocument/2006/relationships/slideLayout" Target="/ppt/slideLayouts/slideLayout3.xml" Id="R2c7440faeb784adc" /><Relationship Type="http://schemas.openxmlformats.org/officeDocument/2006/relationships/slideLayout" Target="/ppt/slideLayouts/slideLayout4.xml" Id="Red9717baf2824802" /><Relationship Type="http://schemas.openxmlformats.org/officeDocument/2006/relationships/slideLayout" Target="/ppt/slideLayouts/slideLayout5.xml" Id="R5fca2f5175df4964" /><Relationship Type="http://schemas.openxmlformats.org/officeDocument/2006/relationships/slideLayout" Target="/ppt/slideLayouts/slideLayout6.xml" Id="Rce240030a4b44166" /><Relationship Type="http://schemas.openxmlformats.org/officeDocument/2006/relationships/slideLayout" Target="/ppt/slideLayouts/slideLayout7.xml" Id="R38c4df113cbf4545" /><Relationship Type="http://schemas.openxmlformats.org/officeDocument/2006/relationships/slideLayout" Target="/ppt/slideLayouts/slideLayout8.xml" Id="Rf7407266683e4a9c" /><Relationship Type="http://schemas.openxmlformats.org/officeDocument/2006/relationships/slideLayout" Target="/ppt/slideLayouts/slideLayout9.xml" Id="Re9ac2364d2744006" /><Relationship Type="http://schemas.openxmlformats.org/officeDocument/2006/relationships/slideLayout" Target="/ppt/slideLayouts/slideLayout10.xml" Id="R68c2759cc1a5420b" /><Relationship Type="http://schemas.openxmlformats.org/officeDocument/2006/relationships/slideLayout" Target="/ppt/slideLayouts/slideLayout11.xml" Id="R0bab8b08a6d8441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5cd6aa7dcab480e"/>
    <p:sldLayoutId xmlns:r="http://schemas.openxmlformats.org/officeDocument/2006/relationships" id="2147483650" r:id="R178366a40119437a"/>
    <p:sldLayoutId xmlns:r="http://schemas.openxmlformats.org/officeDocument/2006/relationships" id="2147483651" r:id="R2c7440faeb784adc"/>
    <p:sldLayoutId xmlns:r="http://schemas.openxmlformats.org/officeDocument/2006/relationships" id="2147483652" r:id="Red9717baf2824802"/>
    <p:sldLayoutId xmlns:r="http://schemas.openxmlformats.org/officeDocument/2006/relationships" id="2147483653" r:id="R5fca2f5175df4964"/>
    <p:sldLayoutId xmlns:r="http://schemas.openxmlformats.org/officeDocument/2006/relationships" id="2147483654" r:id="Rce240030a4b44166"/>
    <p:sldLayoutId xmlns:r="http://schemas.openxmlformats.org/officeDocument/2006/relationships" id="2147483655" r:id="R38c4df113cbf4545"/>
    <p:sldLayoutId xmlns:r="http://schemas.openxmlformats.org/officeDocument/2006/relationships" id="2147483656" r:id="Rf7407266683e4a9c"/>
    <p:sldLayoutId xmlns:r="http://schemas.openxmlformats.org/officeDocument/2006/relationships" id="2147483657" r:id="Re9ac2364d2744006"/>
    <p:sldLayoutId xmlns:r="http://schemas.openxmlformats.org/officeDocument/2006/relationships" id="2147483658" r:id="R68c2759cc1a5420b"/>
    <p:sldLayoutId xmlns:r="http://schemas.openxmlformats.org/officeDocument/2006/relationships" id="2147483659" r:id="R0bab8b08a6d84411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01695c98c4689" /><Relationship Type="http://schemas.openxmlformats.org/officeDocument/2006/relationships/notesSlide" Target="/ppt/notesSlides/notesSlide1.xml" Id="R3f604231c5a1470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636dc110ca482c" /><Relationship Type="http://schemas.openxmlformats.org/officeDocument/2006/relationships/notesSlide" Target="/ppt/notesSlides/notesSlide2.xml" Id="R2d8da93fbd2c43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b74302d05854a75" /><Relationship Type="http://schemas.openxmlformats.org/officeDocument/2006/relationships/notesSlide" Target="/ppt/notesSlides/notesSlide3.xml" Id="R62cc3af4279f4a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c0b4b7f1804de0" /><Relationship Type="http://schemas.openxmlformats.org/officeDocument/2006/relationships/notesSlide" Target="/ppt/notesSlides/notesSlide4.xml" Id="R7b2fc40070ff4f9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f8af96b14b4b55" /><Relationship Type="http://schemas.openxmlformats.org/officeDocument/2006/relationships/notesSlide" Target="/ppt/notesSlides/notesSlide5.xml" Id="Rdede8d6bf1554b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ac82edb1c44602" /><Relationship Type="http://schemas.openxmlformats.org/officeDocument/2006/relationships/notesSlide" Target="/ppt/notesSlides/notesSlide6.xml" Id="R5d1539d6705149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449fa29a73f430e" /><Relationship Type="http://schemas.openxmlformats.org/officeDocument/2006/relationships/notesSlide" Target="/ppt/notesSlides/notesSlide7.xml" Id="R60ebfa89d659485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d3a2161249c409f" /><Relationship Type="http://schemas.openxmlformats.org/officeDocument/2006/relationships/notesSlide" Target="/ppt/notesSlides/notesSlide8.xml" Id="R9417ee593479425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ff43fee9d1b4c0b" /><Relationship Type="http://schemas.openxmlformats.org/officeDocument/2006/relationships/notesSlide" Target="/ppt/notesSlides/notesSlide9.xml" Id="R6cae45042e7a47d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72192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Inserting and Removing List Items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insert() take a position first but remove() takes a stored value?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remove() is given a value that is not in the list?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After map is inserted and coat is removed, what exact list is printed and which position contains map?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torch is moved to the front after packing.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remove()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take out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insert()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put it at position 0. The final line should be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 ['torch', 'map', 'water']"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user chooses both changes.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new_item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insert it at position 1, then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old_item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from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remove it and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again.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ends with [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'map'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'water'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'torch'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].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runners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"Ari"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"Cleo"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"Dara"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Ask for a position and a reserve runner to insert there, then ask for a runner to remove.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"Runners:"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"Eli"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"Runners: ['Ari', 'Eli', 'Cleo', 'Dara']"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kit.insert(1,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"Packed kit:"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kit)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"coat"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"water"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"torch"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kit.insert(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"map"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kit.remove(0)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(kit)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2026-09-29T02:07:22.0030000Z</dcterms:created>
  <dcterms:modified xsi:type="dcterms:W3CDTF">2026-09-29T02:07:22.0030000Z</dcterms:modified>
</coreProperties>
</file>