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f94b92b29648ca" /><Relationship Type="http://schemas.openxmlformats.org/officeDocument/2006/relationships/extended-properties" Target="/docProps/app.xml" Id="R1224fe02d2d9417b" /><Relationship Type="http://schemas.openxmlformats.org/officeDocument/2006/relationships/officeDocument" Target="/ppt/presentation.xml" Id="R4ce1ab65634642f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943f316b3464c68"/>
  </p:sldMasterIdLst>
  <p:notesMasterIdLst>
    <p:notesMasterId xmlns:r="http://schemas.openxmlformats.org/officeDocument/2006/relationships" r:id="R3b3ba273cd4a4f8b"/>
  </p:notesMasterIdLst>
  <p:sldIdLst>
    <p:sldId xmlns:r="http://schemas.openxmlformats.org/officeDocument/2006/relationships" id="256" r:id="R4fe9839e24bc4700"/>
    <p:sldId xmlns:r="http://schemas.openxmlformats.org/officeDocument/2006/relationships" id="257" r:id="R8288620793e544a6"/>
    <p:sldId xmlns:r="http://schemas.openxmlformats.org/officeDocument/2006/relationships" id="258" r:id="R01e5a82b7169445e"/>
    <p:sldId xmlns:r="http://schemas.openxmlformats.org/officeDocument/2006/relationships" id="259" r:id="R2432ca1d522a4595"/>
    <p:sldId xmlns:r="http://schemas.openxmlformats.org/officeDocument/2006/relationships" id="260" r:id="Rbd38477fe93740b8"/>
    <p:sldId xmlns:r="http://schemas.openxmlformats.org/officeDocument/2006/relationships" id="261" r:id="Rfb27058f7edd49b9"/>
    <p:sldId xmlns:r="http://schemas.openxmlformats.org/officeDocument/2006/relationships" id="262" r:id="R765a6300d5a94a82"/>
    <p:sldId xmlns:r="http://schemas.openxmlformats.org/officeDocument/2006/relationships" id="263" r:id="R6fbc52244b514b2e"/>
    <p:sldId xmlns:r="http://schemas.openxmlformats.org/officeDocument/2006/relationships" id="264" r:id="R5d9cf202bc6d4b63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8fde1287a99434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fa7a02b29c47ba" /><Relationship Type="http://schemas.openxmlformats.org/officeDocument/2006/relationships/slideMaster" Target="/ppt/slideMasters/slideMaster1.xml" Id="Rc943f316b3464c68" /><Relationship Type="http://schemas.openxmlformats.org/officeDocument/2006/relationships/notesMaster" Target="/ppt/notesMasters/notesMaster1.xml" Id="R3b3ba273cd4a4f8b" /><Relationship Type="http://schemas.openxmlformats.org/officeDocument/2006/relationships/presProps" Target="/ppt/presProps.xml" Id="R18754eb9221f4276" /><Relationship Type="http://schemas.openxmlformats.org/officeDocument/2006/relationships/viewProps" Target="/ppt/viewProps.xml" Id="R1e980fd0589a448b" /><Relationship Type="http://schemas.openxmlformats.org/officeDocument/2006/relationships/tableStyles" Target="/ppt/tableStyles.xml" Id="R7211a1db45ef4d7e" /><Relationship Type="http://schemas.openxmlformats.org/officeDocument/2006/relationships/font" Target="/ppt/fonts/font.dat" Id="Ra8fde1287a994347" /><Relationship Type="http://schemas.openxmlformats.org/officeDocument/2006/relationships/slide" Target="/ppt/slides/slide1.xml" Id="R4fe9839e24bc4700" /><Relationship Type="http://schemas.openxmlformats.org/officeDocument/2006/relationships/slide" Target="/ppt/slides/slide2.xml" Id="R8288620793e544a6" /><Relationship Type="http://schemas.openxmlformats.org/officeDocument/2006/relationships/slide" Target="/ppt/slides/slide3.xml" Id="R01e5a82b7169445e" /><Relationship Type="http://schemas.openxmlformats.org/officeDocument/2006/relationships/slide" Target="/ppt/slides/slide4.xml" Id="R2432ca1d522a4595" /><Relationship Type="http://schemas.openxmlformats.org/officeDocument/2006/relationships/slide" Target="/ppt/slides/slide5.xml" Id="Rbd38477fe93740b8" /><Relationship Type="http://schemas.openxmlformats.org/officeDocument/2006/relationships/slide" Target="/ppt/slides/slide6.xml" Id="Rfb27058f7edd49b9" /><Relationship Type="http://schemas.openxmlformats.org/officeDocument/2006/relationships/slide" Target="/ppt/slides/slide7.xml" Id="R765a6300d5a94a82" /><Relationship Type="http://schemas.openxmlformats.org/officeDocument/2006/relationships/slide" Target="/ppt/slides/slide8.xml" Id="R6fbc52244b514b2e" /><Relationship Type="http://schemas.openxmlformats.org/officeDocument/2006/relationships/slide" Target="/ppt/slides/slide9.xml" Id="R5d9cf202bc6d4b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03ac0a6215542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f80832d5c141bb" /><Relationship Type="http://schemas.openxmlformats.org/officeDocument/2006/relationships/notesMaster" Target="/ppt/notesMasters/notesMaster1.xml" Id="Rf77ea73e37464b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b6d78735c34232" /><Relationship Type="http://schemas.openxmlformats.org/officeDocument/2006/relationships/notesMaster" Target="/ppt/notesMasters/notesMaster1.xml" Id="Rf53efc64f55541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f44c3f99bb4b42" /><Relationship Type="http://schemas.openxmlformats.org/officeDocument/2006/relationships/notesMaster" Target="/ppt/notesMasters/notesMaster1.xml" Id="R576e74fbfbd842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c3bff957774e33" /><Relationship Type="http://schemas.openxmlformats.org/officeDocument/2006/relationships/notesMaster" Target="/ppt/notesMasters/notesMaster1.xml" Id="R23c7b7dd944a47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1de5546bee43d5" /><Relationship Type="http://schemas.openxmlformats.org/officeDocument/2006/relationships/notesMaster" Target="/ppt/notesMasters/notesMaster1.xml" Id="Reca533e08afe44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0dabd3223d4c48" /><Relationship Type="http://schemas.openxmlformats.org/officeDocument/2006/relationships/notesMaster" Target="/ppt/notesMasters/notesMaster1.xml" Id="R27533a306a8e4d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6a830c2da6f4fbe" /><Relationship Type="http://schemas.openxmlformats.org/officeDocument/2006/relationships/notesMaster" Target="/ppt/notesMasters/notesMaster1.xml" Id="R37b961abbad84e4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bcbd31addea42b2" /><Relationship Type="http://schemas.openxmlformats.org/officeDocument/2006/relationships/notesMaster" Target="/ppt/notesMasters/notesMaster1.xml" Id="R1c067dfe830d4fd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58468d9c5f7424c" /><Relationship Type="http://schemas.openxmlformats.org/officeDocument/2006/relationships/notesMaster" Target="/ppt/notesMasters/notesMaster1.xml" Id="R32395bf719ce4f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c7aedceb9b4c32" /><Relationship Type="http://schemas.openxmlformats.org/officeDocument/2006/relationships/image" Target="/ppt/media/image.png" Id="Rca4d54895f2d420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7c20147af64f40" /><Relationship Type="http://schemas.openxmlformats.org/officeDocument/2006/relationships/image" Target="/ppt/media/image.png" Id="Ra9d33ce275fc4e5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ffa060ad464194" /><Relationship Type="http://schemas.openxmlformats.org/officeDocument/2006/relationships/image" Target="/ppt/media/image.png" Id="R058d3ce2f9184c1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f436d38c944474" /><Relationship Type="http://schemas.openxmlformats.org/officeDocument/2006/relationships/image" Target="/ppt/media/image.png" Id="Ref56b0890d044b6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4371f39d1c4df6" /><Relationship Type="http://schemas.openxmlformats.org/officeDocument/2006/relationships/image" Target="/ppt/media/image.png" Id="Rc4227341d8cc4e0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1dbfe437f74fe6" /><Relationship Type="http://schemas.openxmlformats.org/officeDocument/2006/relationships/image" Target="/ppt/media/image.png" Id="Rcdeb1a773e5c44f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d80b5b272c467d" /><Relationship Type="http://schemas.openxmlformats.org/officeDocument/2006/relationships/image" Target="/ppt/media/image.png" Id="R479235a97c6a447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0fce4bca0145f0" /><Relationship Type="http://schemas.openxmlformats.org/officeDocument/2006/relationships/image" Target="/ppt/media/image.png" Id="R6321e51c070f4f1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76622dd2484cfb" /><Relationship Type="http://schemas.openxmlformats.org/officeDocument/2006/relationships/image" Target="/ppt/media/image.png" Id="Re3ee746923c643f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e87d01202140d2" /><Relationship Type="http://schemas.openxmlformats.org/officeDocument/2006/relationships/image" Target="/ppt/media/image.png" Id="R0f3bb21d7389444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f08434118943a1" /><Relationship Type="http://schemas.openxmlformats.org/officeDocument/2006/relationships/image" Target="/ppt/media/image.png" Id="Rd46146c2442e4fa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4d54895f2d420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d33ce275fc4e5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8d3ce2f9184c1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f56b0890d044b6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227341d8cc4e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eb1a773e5c44f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9235a97c6a447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21e51c070f4f1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ee746923c643f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3bb21d7389444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6146c2442e4fa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073830f0a241bd" /><Relationship Type="http://schemas.openxmlformats.org/officeDocument/2006/relationships/slideLayout" Target="/ppt/slideLayouts/slideLayout1.xml" Id="Ra0843ce88c8c435a" /><Relationship Type="http://schemas.openxmlformats.org/officeDocument/2006/relationships/slideLayout" Target="/ppt/slideLayouts/slideLayout2.xml" Id="R6d18fc2e66a6444c" /><Relationship Type="http://schemas.openxmlformats.org/officeDocument/2006/relationships/slideLayout" Target="/ppt/slideLayouts/slideLayout3.xml" Id="R372cfc375cb5487b" /><Relationship Type="http://schemas.openxmlformats.org/officeDocument/2006/relationships/slideLayout" Target="/ppt/slideLayouts/slideLayout4.xml" Id="Rbc1db3800e884fe6" /><Relationship Type="http://schemas.openxmlformats.org/officeDocument/2006/relationships/slideLayout" Target="/ppt/slideLayouts/slideLayout5.xml" Id="Rb2e23cd60998463a" /><Relationship Type="http://schemas.openxmlformats.org/officeDocument/2006/relationships/slideLayout" Target="/ppt/slideLayouts/slideLayout6.xml" Id="Rf3ff7bbeaaf0478d" /><Relationship Type="http://schemas.openxmlformats.org/officeDocument/2006/relationships/slideLayout" Target="/ppt/slideLayouts/slideLayout7.xml" Id="R719847aedf00499f" /><Relationship Type="http://schemas.openxmlformats.org/officeDocument/2006/relationships/slideLayout" Target="/ppt/slideLayouts/slideLayout8.xml" Id="R86ec5afe9aea4719" /><Relationship Type="http://schemas.openxmlformats.org/officeDocument/2006/relationships/slideLayout" Target="/ppt/slideLayouts/slideLayout9.xml" Id="R7f01de044a3244fc" /><Relationship Type="http://schemas.openxmlformats.org/officeDocument/2006/relationships/slideLayout" Target="/ppt/slideLayouts/slideLayout10.xml" Id="R8488865cb25f439f" /><Relationship Type="http://schemas.openxmlformats.org/officeDocument/2006/relationships/slideLayout" Target="/ppt/slideLayouts/slideLayout11.xml" Id="Re823eb1f29604d1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843ce88c8c435a"/>
    <p:sldLayoutId xmlns:r="http://schemas.openxmlformats.org/officeDocument/2006/relationships" id="2147483650" r:id="R6d18fc2e66a6444c"/>
    <p:sldLayoutId xmlns:r="http://schemas.openxmlformats.org/officeDocument/2006/relationships" id="2147483651" r:id="R372cfc375cb5487b"/>
    <p:sldLayoutId xmlns:r="http://schemas.openxmlformats.org/officeDocument/2006/relationships" id="2147483652" r:id="Rbc1db3800e884fe6"/>
    <p:sldLayoutId xmlns:r="http://schemas.openxmlformats.org/officeDocument/2006/relationships" id="2147483653" r:id="Rb2e23cd60998463a"/>
    <p:sldLayoutId xmlns:r="http://schemas.openxmlformats.org/officeDocument/2006/relationships" id="2147483654" r:id="Rf3ff7bbeaaf0478d"/>
    <p:sldLayoutId xmlns:r="http://schemas.openxmlformats.org/officeDocument/2006/relationships" id="2147483655" r:id="R719847aedf00499f"/>
    <p:sldLayoutId xmlns:r="http://schemas.openxmlformats.org/officeDocument/2006/relationships" id="2147483656" r:id="R86ec5afe9aea4719"/>
    <p:sldLayoutId xmlns:r="http://schemas.openxmlformats.org/officeDocument/2006/relationships" id="2147483657" r:id="R7f01de044a3244fc"/>
    <p:sldLayoutId xmlns:r="http://schemas.openxmlformats.org/officeDocument/2006/relationships" id="2147483658" r:id="R8488865cb25f439f"/>
    <p:sldLayoutId xmlns:r="http://schemas.openxmlformats.org/officeDocument/2006/relationships" id="2147483659" r:id="Re823eb1f29604d1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d554098688484d" /><Relationship Type="http://schemas.openxmlformats.org/officeDocument/2006/relationships/notesSlide" Target="/ppt/notesSlides/notesSlide1.xml" Id="R8af67673d0f54b5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1575b313584f56" /><Relationship Type="http://schemas.openxmlformats.org/officeDocument/2006/relationships/notesSlide" Target="/ppt/notesSlides/notesSlide2.xml" Id="R4e938991cef5402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2152bdbfda4447" /><Relationship Type="http://schemas.openxmlformats.org/officeDocument/2006/relationships/notesSlide" Target="/ppt/notesSlides/notesSlide3.xml" Id="R591da05455e34dd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d86fec7ba04301" /><Relationship Type="http://schemas.openxmlformats.org/officeDocument/2006/relationships/notesSlide" Target="/ppt/notesSlides/notesSlide4.xml" Id="R2462abb6a1154a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844008c32740e4" /><Relationship Type="http://schemas.openxmlformats.org/officeDocument/2006/relationships/notesSlide" Target="/ppt/notesSlides/notesSlide5.xml" Id="R3e459308ba5347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7f5b44bb034aa3" /><Relationship Type="http://schemas.openxmlformats.org/officeDocument/2006/relationships/notesSlide" Target="/ppt/notesSlides/notesSlide6.xml" Id="R85ecd9bc8d9248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2524338e6b43c2" /><Relationship Type="http://schemas.openxmlformats.org/officeDocument/2006/relationships/notesSlide" Target="/ppt/notesSlides/notesSlide7.xml" Id="Ra08b0adf26a541a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ac4cb2737b40a9" /><Relationship Type="http://schemas.openxmlformats.org/officeDocument/2006/relationships/notesSlide" Target="/ppt/notesSlides/notesSlide8.xml" Id="R13e55c7c24f9431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9bbd77927149a2" /><Relationship Type="http://schemas.openxmlformats.org/officeDocument/2006/relationships/notesSlide" Target="/ppt/notesSlides/notesSlide9.xml" Id="R08a0320a15b0476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72192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Inserting and Removing List Items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insert() take a position first but remove() takes a stored value?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remove() is given a value that is not in the list?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After map is inserted and coat is removed, what exact list is printed and which position contains map?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torch is moved to the front after packing.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remove()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take out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insert()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put it at position 0. The final line should be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 ['torch', 'map', 'water']"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user chooses both changes.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new_item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insert it at position 1, then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old_item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from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remove it and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again.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ends with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'map'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'water'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'torch'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].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runners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"Cleo"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"Dara"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Ask for a position and a reserve runner to insert there, then ask for a runner to remove.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"Runners:"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"Eli"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"Runners: ['Ari', 'Eli', 'Cleo', 'Dara']"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kit.remove(0)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(kit)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2026-09-28T08:28:56.1770000Z</dcterms:created>
  <dcterms:modified xsi:type="dcterms:W3CDTF">2026-09-28T08:28:56.1770000Z</dcterms:modified>
</coreProperties>
</file>