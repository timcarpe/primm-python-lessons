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ef92c273944c48" /><Relationship Type="http://schemas.openxmlformats.org/officeDocument/2006/relationships/extended-properties" Target="/docProps/app.xml" Id="R8a3ee50e85384092" /><Relationship Type="http://schemas.openxmlformats.org/officeDocument/2006/relationships/officeDocument" Target="/ppt/presentation.xml" Id="R4b350d9738d2418a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62feae0b0064dcf"/>
  </p:sldMasterIdLst>
  <p:notesMasterIdLst>
    <p:notesMasterId xmlns:r="http://schemas.openxmlformats.org/officeDocument/2006/relationships" r:id="Raa718404385b44c4"/>
  </p:notesMasterIdLst>
  <p:sldIdLst>
    <p:sldId xmlns:r="http://schemas.openxmlformats.org/officeDocument/2006/relationships" id="256" r:id="R6b0b34ae9cd348cc"/>
    <p:sldId xmlns:r="http://schemas.openxmlformats.org/officeDocument/2006/relationships" id="257" r:id="R2409125cda054205"/>
    <p:sldId xmlns:r="http://schemas.openxmlformats.org/officeDocument/2006/relationships" id="258" r:id="Ra61edb58ca714931"/>
    <p:sldId xmlns:r="http://schemas.openxmlformats.org/officeDocument/2006/relationships" id="259" r:id="Rda380f222b0e4791"/>
    <p:sldId xmlns:r="http://schemas.openxmlformats.org/officeDocument/2006/relationships" id="260" r:id="R2f078902087f4f67"/>
    <p:sldId xmlns:r="http://schemas.openxmlformats.org/officeDocument/2006/relationships" id="261" r:id="R74080bfa5b904bbc"/>
    <p:sldId xmlns:r="http://schemas.openxmlformats.org/officeDocument/2006/relationships" id="262" r:id="Re8ecbd4f0b054101"/>
    <p:sldId xmlns:r="http://schemas.openxmlformats.org/officeDocument/2006/relationships" id="263" r:id="R0acde943c32349d8"/>
    <p:sldId xmlns:r="http://schemas.openxmlformats.org/officeDocument/2006/relationships" id="264" r:id="R166a5acaf75d451c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6823e0d9d044560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2930df1f8c4a86" /><Relationship Type="http://schemas.openxmlformats.org/officeDocument/2006/relationships/slideMaster" Target="/ppt/slideMasters/slideMaster1.xml" Id="R762feae0b0064dcf" /><Relationship Type="http://schemas.openxmlformats.org/officeDocument/2006/relationships/notesMaster" Target="/ppt/notesMasters/notesMaster1.xml" Id="Raa718404385b44c4" /><Relationship Type="http://schemas.openxmlformats.org/officeDocument/2006/relationships/presProps" Target="/ppt/presProps.xml" Id="R19788590c4e14a48" /><Relationship Type="http://schemas.openxmlformats.org/officeDocument/2006/relationships/viewProps" Target="/ppt/viewProps.xml" Id="R913c187c52b14550" /><Relationship Type="http://schemas.openxmlformats.org/officeDocument/2006/relationships/tableStyles" Target="/ppt/tableStyles.xml" Id="Rafc113770b014116" /><Relationship Type="http://schemas.openxmlformats.org/officeDocument/2006/relationships/font" Target="/ppt/fonts/font.dat" Id="R36823e0d9d044560" /><Relationship Type="http://schemas.openxmlformats.org/officeDocument/2006/relationships/slide" Target="/ppt/slides/slide1.xml" Id="R6b0b34ae9cd348cc" /><Relationship Type="http://schemas.openxmlformats.org/officeDocument/2006/relationships/slide" Target="/ppt/slides/slide2.xml" Id="R2409125cda054205" /><Relationship Type="http://schemas.openxmlformats.org/officeDocument/2006/relationships/slide" Target="/ppt/slides/slide3.xml" Id="Ra61edb58ca714931" /><Relationship Type="http://schemas.openxmlformats.org/officeDocument/2006/relationships/slide" Target="/ppt/slides/slide4.xml" Id="Rda380f222b0e4791" /><Relationship Type="http://schemas.openxmlformats.org/officeDocument/2006/relationships/slide" Target="/ppt/slides/slide5.xml" Id="R2f078902087f4f67" /><Relationship Type="http://schemas.openxmlformats.org/officeDocument/2006/relationships/slide" Target="/ppt/slides/slide6.xml" Id="R74080bfa5b904bbc" /><Relationship Type="http://schemas.openxmlformats.org/officeDocument/2006/relationships/slide" Target="/ppt/slides/slide7.xml" Id="Re8ecbd4f0b054101" /><Relationship Type="http://schemas.openxmlformats.org/officeDocument/2006/relationships/slide" Target="/ppt/slides/slide8.xml" Id="R0acde943c32349d8" /><Relationship Type="http://schemas.openxmlformats.org/officeDocument/2006/relationships/slide" Target="/ppt/slides/slide9.xml" Id="R166a5acaf75d45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03a8dbd58848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83c0d6193c4b29" /><Relationship Type="http://schemas.openxmlformats.org/officeDocument/2006/relationships/notesMaster" Target="/ppt/notesMasters/notesMaster1.xml" Id="R9ce97811ba9f47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78254ad9d94d12" /><Relationship Type="http://schemas.openxmlformats.org/officeDocument/2006/relationships/notesMaster" Target="/ppt/notesMasters/notesMaster1.xml" Id="R6a8a402b3fe54c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e3b97537054dfa" /><Relationship Type="http://schemas.openxmlformats.org/officeDocument/2006/relationships/notesMaster" Target="/ppt/notesMasters/notesMaster1.xml" Id="Ra37f232b96e745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3d9544d109d4000" /><Relationship Type="http://schemas.openxmlformats.org/officeDocument/2006/relationships/notesMaster" Target="/ppt/notesMasters/notesMaster1.xml" Id="R2d609fcc6b56475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2468a5661f41d8" /><Relationship Type="http://schemas.openxmlformats.org/officeDocument/2006/relationships/notesMaster" Target="/ppt/notesMasters/notesMaster1.xml" Id="R7b6a18fcd34f46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b4c50df2ade4b26" /><Relationship Type="http://schemas.openxmlformats.org/officeDocument/2006/relationships/notesMaster" Target="/ppt/notesMasters/notesMaster1.xml" Id="Rcd91afbb0d0b4e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99cc442f5f4117" /><Relationship Type="http://schemas.openxmlformats.org/officeDocument/2006/relationships/notesMaster" Target="/ppt/notesMasters/notesMaster1.xml" Id="Rfd904c8b166d4e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67a6041465411d" /><Relationship Type="http://schemas.openxmlformats.org/officeDocument/2006/relationships/notesMaster" Target="/ppt/notesMasters/notesMaster1.xml" Id="R6271a4f5dc13488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2743f85ecb4277" /><Relationship Type="http://schemas.openxmlformats.org/officeDocument/2006/relationships/notesMaster" Target="/ppt/notesMasters/notesMaster1.xml" Id="R15482097bf9f4b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397d7680444c89" /><Relationship Type="http://schemas.openxmlformats.org/officeDocument/2006/relationships/image" Target="/ppt/media/image.png" Id="Ra9b11b14515c4bf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b8ee128a264a6b" /><Relationship Type="http://schemas.openxmlformats.org/officeDocument/2006/relationships/image" Target="/ppt/media/image.png" Id="R24ed4e2669f8421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42ad4e0572489a" /><Relationship Type="http://schemas.openxmlformats.org/officeDocument/2006/relationships/image" Target="/ppt/media/image.png" Id="R093ca30a755c4f8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62c0b3aab747a0" /><Relationship Type="http://schemas.openxmlformats.org/officeDocument/2006/relationships/image" Target="/ppt/media/image.png" Id="R1a652be5b64e41d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ff688c194a4c1e" /><Relationship Type="http://schemas.openxmlformats.org/officeDocument/2006/relationships/image" Target="/ppt/media/image.png" Id="Ref69b67f7e8e476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70da0acf054935" /><Relationship Type="http://schemas.openxmlformats.org/officeDocument/2006/relationships/image" Target="/ppt/media/image.png" Id="Rfc52d2bffebc422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defc41f2c54403" /><Relationship Type="http://schemas.openxmlformats.org/officeDocument/2006/relationships/image" Target="/ppt/media/image.png" Id="Rb13d0448d2794c5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a2ddd3af1142b9" /><Relationship Type="http://schemas.openxmlformats.org/officeDocument/2006/relationships/image" Target="/ppt/media/image.png" Id="R6a3bb64095574c4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99e57d00d0413f" /><Relationship Type="http://schemas.openxmlformats.org/officeDocument/2006/relationships/image" Target="/ppt/media/image.png" Id="R1e58f3d4b6de409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be1b8559534b3d" /><Relationship Type="http://schemas.openxmlformats.org/officeDocument/2006/relationships/image" Target="/ppt/media/image.png" Id="Re5332a9ca1bd418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7edf0ff3b44d54" /><Relationship Type="http://schemas.openxmlformats.org/officeDocument/2006/relationships/image" Target="/ppt/media/image.png" Id="R8c5c0a616a9e4c5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b11b14515c4bf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4ed4e2669f8421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3ca30a755c4f8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a652be5b64e41d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f69b67f7e8e476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52d2bffebc422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3d0448d2794c5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3bb64095574c4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e58f3d4b6de409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5332a9ca1bd418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5c0a616a9e4c5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2e58fc1a3c481e" /><Relationship Type="http://schemas.openxmlformats.org/officeDocument/2006/relationships/slideLayout" Target="/ppt/slideLayouts/slideLayout1.xml" Id="Rc3c657250af24c6c" /><Relationship Type="http://schemas.openxmlformats.org/officeDocument/2006/relationships/slideLayout" Target="/ppt/slideLayouts/slideLayout2.xml" Id="R87c7f7386ce34988" /><Relationship Type="http://schemas.openxmlformats.org/officeDocument/2006/relationships/slideLayout" Target="/ppt/slideLayouts/slideLayout3.xml" Id="R885cb276542b4bd6" /><Relationship Type="http://schemas.openxmlformats.org/officeDocument/2006/relationships/slideLayout" Target="/ppt/slideLayouts/slideLayout4.xml" Id="R5f847cc1978c4bc1" /><Relationship Type="http://schemas.openxmlformats.org/officeDocument/2006/relationships/slideLayout" Target="/ppt/slideLayouts/slideLayout5.xml" Id="R96b42a3dbc284480" /><Relationship Type="http://schemas.openxmlformats.org/officeDocument/2006/relationships/slideLayout" Target="/ppt/slideLayouts/slideLayout6.xml" Id="R5b529fbc918648ed" /><Relationship Type="http://schemas.openxmlformats.org/officeDocument/2006/relationships/slideLayout" Target="/ppt/slideLayouts/slideLayout7.xml" Id="R2216a3e19c0f422f" /><Relationship Type="http://schemas.openxmlformats.org/officeDocument/2006/relationships/slideLayout" Target="/ppt/slideLayouts/slideLayout8.xml" Id="R2f3a5335dcc645b5" /><Relationship Type="http://schemas.openxmlformats.org/officeDocument/2006/relationships/slideLayout" Target="/ppt/slideLayouts/slideLayout9.xml" Id="R83a439038cfb440e" /><Relationship Type="http://schemas.openxmlformats.org/officeDocument/2006/relationships/slideLayout" Target="/ppt/slideLayouts/slideLayout10.xml" Id="R746f1b33152544f6" /><Relationship Type="http://schemas.openxmlformats.org/officeDocument/2006/relationships/slideLayout" Target="/ppt/slideLayouts/slideLayout11.xml" Id="R24fdb42e53174a8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c657250af24c6c"/>
    <p:sldLayoutId xmlns:r="http://schemas.openxmlformats.org/officeDocument/2006/relationships" id="2147483650" r:id="R87c7f7386ce34988"/>
    <p:sldLayoutId xmlns:r="http://schemas.openxmlformats.org/officeDocument/2006/relationships" id="2147483651" r:id="R885cb276542b4bd6"/>
    <p:sldLayoutId xmlns:r="http://schemas.openxmlformats.org/officeDocument/2006/relationships" id="2147483652" r:id="R5f847cc1978c4bc1"/>
    <p:sldLayoutId xmlns:r="http://schemas.openxmlformats.org/officeDocument/2006/relationships" id="2147483653" r:id="R96b42a3dbc284480"/>
    <p:sldLayoutId xmlns:r="http://schemas.openxmlformats.org/officeDocument/2006/relationships" id="2147483654" r:id="R5b529fbc918648ed"/>
    <p:sldLayoutId xmlns:r="http://schemas.openxmlformats.org/officeDocument/2006/relationships" id="2147483655" r:id="R2216a3e19c0f422f"/>
    <p:sldLayoutId xmlns:r="http://schemas.openxmlformats.org/officeDocument/2006/relationships" id="2147483656" r:id="R2f3a5335dcc645b5"/>
    <p:sldLayoutId xmlns:r="http://schemas.openxmlformats.org/officeDocument/2006/relationships" id="2147483657" r:id="R83a439038cfb440e"/>
    <p:sldLayoutId xmlns:r="http://schemas.openxmlformats.org/officeDocument/2006/relationships" id="2147483658" r:id="R746f1b33152544f6"/>
    <p:sldLayoutId xmlns:r="http://schemas.openxmlformats.org/officeDocument/2006/relationships" id="2147483659" r:id="R24fdb42e53174a8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123e6753464cf7" /><Relationship Type="http://schemas.openxmlformats.org/officeDocument/2006/relationships/notesSlide" Target="/ppt/notesSlides/notesSlide1.xml" Id="Recef6e88f8c84b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42d43101b54113" /><Relationship Type="http://schemas.openxmlformats.org/officeDocument/2006/relationships/notesSlide" Target="/ppt/notesSlides/notesSlide2.xml" Id="R8452fe50f9a044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50dddfd66d4de4" /><Relationship Type="http://schemas.openxmlformats.org/officeDocument/2006/relationships/notesSlide" Target="/ppt/notesSlides/notesSlide3.xml" Id="Rc984f38c97f946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cbfc3c8e264f56" /><Relationship Type="http://schemas.openxmlformats.org/officeDocument/2006/relationships/notesSlide" Target="/ppt/notesSlides/notesSlide4.xml" Id="R88466c11b97141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3110fb368b4612" /><Relationship Type="http://schemas.openxmlformats.org/officeDocument/2006/relationships/notesSlide" Target="/ppt/notesSlides/notesSlide5.xml" Id="Rcca5e63afb4541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a95d619a2d4701" /><Relationship Type="http://schemas.openxmlformats.org/officeDocument/2006/relationships/notesSlide" Target="/ppt/notesSlides/notesSlide6.xml" Id="R58b2e25e6ce14ee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2ecc4ec2514e3a" /><Relationship Type="http://schemas.openxmlformats.org/officeDocument/2006/relationships/notesSlide" Target="/ppt/notesSlides/notesSlide7.xml" Id="R81a0e2722a4546d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d8b159538640bd" /><Relationship Type="http://schemas.openxmlformats.org/officeDocument/2006/relationships/notesSlide" Target="/ppt/notesSlides/notesSlide8.xml" Id="R317861e5d95744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69d87252714a53" /><Relationship Type="http://schemas.openxmlformats.org/officeDocument/2006/relationships/notesSlide" Target="/ppt/notesSlides/notesSlide9.xml" Id="R56168f70f7864af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72192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Inserting and Removing List Items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insert() take a position first but remove() takes a stored value?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remove() is given a value that is not in the list?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After map is inserted and coat is removed, what exact list is printed and which position contains map?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Insert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"snack"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at position 2 and keep the removal of coat. The final order must be water, snack, torch.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an item to insert at position 1, then ask for an existing item to remove. Display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each operation. Test map then coat.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four-name running order editor. Insert a reserve at a user-chosen valid position, remove one known existing name by value, and display the final order one name per line using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kit.remove(0)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(kit)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2026-08-27T03:54:08.9430000Z</dcterms:created>
  <dcterms:modified xsi:type="dcterms:W3CDTF">2026-08-27T03:54:08.9430000Z</dcterms:modified>
</coreProperties>
</file>