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a56044f2c945f7" /><Relationship Type="http://schemas.openxmlformats.org/officeDocument/2006/relationships/extended-properties" Target="/docProps/app.xml" Id="Rfd91ddbec86c4a7c" /><Relationship Type="http://schemas.openxmlformats.org/officeDocument/2006/relationships/officeDocument" Target="/ppt/presentation.xml" Id="R50050a4a2da448b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f2ba610678c4901"/>
  </p:sldMasterIdLst>
  <p:notesMasterIdLst>
    <p:notesMasterId xmlns:r="http://schemas.openxmlformats.org/officeDocument/2006/relationships" r:id="Rb15933d97dbd431e"/>
  </p:notesMasterIdLst>
  <p:sldIdLst>
    <p:sldId xmlns:r="http://schemas.openxmlformats.org/officeDocument/2006/relationships" id="256" r:id="R8ef0ea71653e42bc"/>
    <p:sldId xmlns:r="http://schemas.openxmlformats.org/officeDocument/2006/relationships" id="257" r:id="R1023e3c2bde143b3"/>
    <p:sldId xmlns:r="http://schemas.openxmlformats.org/officeDocument/2006/relationships" id="258" r:id="R244bd2abaf5c4a53"/>
    <p:sldId xmlns:r="http://schemas.openxmlformats.org/officeDocument/2006/relationships" id="259" r:id="R4251c52a78484a38"/>
    <p:sldId xmlns:r="http://schemas.openxmlformats.org/officeDocument/2006/relationships" id="260" r:id="Rf390d4cc8744464d"/>
    <p:sldId xmlns:r="http://schemas.openxmlformats.org/officeDocument/2006/relationships" id="261" r:id="R8e24ef696be6453f"/>
    <p:sldId xmlns:r="http://schemas.openxmlformats.org/officeDocument/2006/relationships" id="262" r:id="R29581d9ec14444e6"/>
    <p:sldId xmlns:r="http://schemas.openxmlformats.org/officeDocument/2006/relationships" id="263" r:id="R82abb0f9530249a9"/>
    <p:sldId xmlns:r="http://schemas.openxmlformats.org/officeDocument/2006/relationships" id="264" r:id="R6c6ccad4c7c54ed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eb2003548bf406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b01673188b43a4" /><Relationship Type="http://schemas.openxmlformats.org/officeDocument/2006/relationships/slideMaster" Target="/ppt/slideMasters/slideMaster1.xml" Id="R6f2ba610678c4901" /><Relationship Type="http://schemas.openxmlformats.org/officeDocument/2006/relationships/notesMaster" Target="/ppt/notesMasters/notesMaster1.xml" Id="Rb15933d97dbd431e" /><Relationship Type="http://schemas.openxmlformats.org/officeDocument/2006/relationships/presProps" Target="/ppt/presProps.xml" Id="R408fa06840134dd8" /><Relationship Type="http://schemas.openxmlformats.org/officeDocument/2006/relationships/viewProps" Target="/ppt/viewProps.xml" Id="R5e45f281c7a1491a" /><Relationship Type="http://schemas.openxmlformats.org/officeDocument/2006/relationships/tableStyles" Target="/ppt/tableStyles.xml" Id="Rbe6b67ef27894cdb" /><Relationship Type="http://schemas.openxmlformats.org/officeDocument/2006/relationships/font" Target="/ppt/fonts/font.dat" Id="Reeb2003548bf406c" /><Relationship Type="http://schemas.openxmlformats.org/officeDocument/2006/relationships/slide" Target="/ppt/slides/slide1.xml" Id="R8ef0ea71653e42bc" /><Relationship Type="http://schemas.openxmlformats.org/officeDocument/2006/relationships/slide" Target="/ppt/slides/slide2.xml" Id="R1023e3c2bde143b3" /><Relationship Type="http://schemas.openxmlformats.org/officeDocument/2006/relationships/slide" Target="/ppt/slides/slide3.xml" Id="R244bd2abaf5c4a53" /><Relationship Type="http://schemas.openxmlformats.org/officeDocument/2006/relationships/slide" Target="/ppt/slides/slide4.xml" Id="R4251c52a78484a38" /><Relationship Type="http://schemas.openxmlformats.org/officeDocument/2006/relationships/slide" Target="/ppt/slides/slide5.xml" Id="Rf390d4cc8744464d" /><Relationship Type="http://schemas.openxmlformats.org/officeDocument/2006/relationships/slide" Target="/ppt/slides/slide6.xml" Id="R8e24ef696be6453f" /><Relationship Type="http://schemas.openxmlformats.org/officeDocument/2006/relationships/slide" Target="/ppt/slides/slide7.xml" Id="R29581d9ec14444e6" /><Relationship Type="http://schemas.openxmlformats.org/officeDocument/2006/relationships/slide" Target="/ppt/slides/slide8.xml" Id="R82abb0f9530249a9" /><Relationship Type="http://schemas.openxmlformats.org/officeDocument/2006/relationships/slide" Target="/ppt/slides/slide9.xml" Id="R6c6ccad4c7c54e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e5d531cc7d46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74083a92eb4f6f" /><Relationship Type="http://schemas.openxmlformats.org/officeDocument/2006/relationships/notesMaster" Target="/ppt/notesMasters/notesMaster1.xml" Id="R68d39c24b2e04a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5d303d9a284a29" /><Relationship Type="http://schemas.openxmlformats.org/officeDocument/2006/relationships/notesMaster" Target="/ppt/notesMasters/notesMaster1.xml" Id="R17fa7c64784447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06b902e506478b" /><Relationship Type="http://schemas.openxmlformats.org/officeDocument/2006/relationships/notesMaster" Target="/ppt/notesMasters/notesMaster1.xml" Id="R31c1ac7f522145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0204ad04af4aec" /><Relationship Type="http://schemas.openxmlformats.org/officeDocument/2006/relationships/notesMaster" Target="/ppt/notesMasters/notesMaster1.xml" Id="R652ab0fedbc24e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48e7b703444ba7" /><Relationship Type="http://schemas.openxmlformats.org/officeDocument/2006/relationships/notesMaster" Target="/ppt/notesMasters/notesMaster1.xml" Id="R0c43e07d979e4f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aca3e5f1f940dc" /><Relationship Type="http://schemas.openxmlformats.org/officeDocument/2006/relationships/notesMaster" Target="/ppt/notesMasters/notesMaster1.xml" Id="Rb6a8424e0b0744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60f19c218945d8" /><Relationship Type="http://schemas.openxmlformats.org/officeDocument/2006/relationships/notesMaster" Target="/ppt/notesMasters/notesMaster1.xml" Id="R13c786d0e88b4b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159752d80f446f" /><Relationship Type="http://schemas.openxmlformats.org/officeDocument/2006/relationships/notesMaster" Target="/ppt/notesMasters/notesMaster1.xml" Id="R483ce95470dd4c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755c540a8a45f1" /><Relationship Type="http://schemas.openxmlformats.org/officeDocument/2006/relationships/notesMaster" Target="/ppt/notesMasters/notesMaster1.xml" Id="R7b1d13ef986f45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0666c5f6914a01" /><Relationship Type="http://schemas.openxmlformats.org/officeDocument/2006/relationships/image" Target="/ppt/media/image.png" Id="R3edbd1f872954c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ecf6e9a08e4bfa" /><Relationship Type="http://schemas.openxmlformats.org/officeDocument/2006/relationships/image" Target="/ppt/media/image.png" Id="R4717e41a7e3e4d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4bc38c2c96423e" /><Relationship Type="http://schemas.openxmlformats.org/officeDocument/2006/relationships/image" Target="/ppt/media/image.png" Id="R67184a941aca4c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bb0b5bd7914ccb" /><Relationship Type="http://schemas.openxmlformats.org/officeDocument/2006/relationships/image" Target="/ppt/media/image.png" Id="R0caa9f905d0b4a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00d0e3a4d1433d" /><Relationship Type="http://schemas.openxmlformats.org/officeDocument/2006/relationships/image" Target="/ppt/media/image.png" Id="Rcd30dcded04d4a9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1ab5f3f7a240dd" /><Relationship Type="http://schemas.openxmlformats.org/officeDocument/2006/relationships/image" Target="/ppt/media/image.png" Id="R4e966e720ce145c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97b9c9fbb4b59" /><Relationship Type="http://schemas.openxmlformats.org/officeDocument/2006/relationships/image" Target="/ppt/media/image.png" Id="R96a905a764a249f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a37a54716d46c4" /><Relationship Type="http://schemas.openxmlformats.org/officeDocument/2006/relationships/image" Target="/ppt/media/image.png" Id="Rbd3a29132b1d461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d4626d5a064945" /><Relationship Type="http://schemas.openxmlformats.org/officeDocument/2006/relationships/image" Target="/ppt/media/image.png" Id="R7ccf1cb2ee7c414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95b827bb754af9" /><Relationship Type="http://schemas.openxmlformats.org/officeDocument/2006/relationships/image" Target="/ppt/media/image.png" Id="R7babdbe5dfe2423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5579ce54f4aab" /><Relationship Type="http://schemas.openxmlformats.org/officeDocument/2006/relationships/image" Target="/ppt/media/image.png" Id="R057df974703243a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dbd1f872954c0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17e41a7e3e4d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184a941aca4c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aa9f905d0b4a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30dcded04d4a9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966e720ce145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a905a764a249f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3a29132b1d46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cf1cb2ee7c41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abdbe5dfe242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7df974703243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4711f2718743c5" /><Relationship Type="http://schemas.openxmlformats.org/officeDocument/2006/relationships/slideLayout" Target="/ppt/slideLayouts/slideLayout1.xml" Id="Rbcce3d5237844e71" /><Relationship Type="http://schemas.openxmlformats.org/officeDocument/2006/relationships/slideLayout" Target="/ppt/slideLayouts/slideLayout2.xml" Id="Rb81f96e660f64f52" /><Relationship Type="http://schemas.openxmlformats.org/officeDocument/2006/relationships/slideLayout" Target="/ppt/slideLayouts/slideLayout3.xml" Id="R5c8ae14c484e436e" /><Relationship Type="http://schemas.openxmlformats.org/officeDocument/2006/relationships/slideLayout" Target="/ppt/slideLayouts/slideLayout4.xml" Id="Rb405db6a372b410c" /><Relationship Type="http://schemas.openxmlformats.org/officeDocument/2006/relationships/slideLayout" Target="/ppt/slideLayouts/slideLayout5.xml" Id="R7f3c410635f64207" /><Relationship Type="http://schemas.openxmlformats.org/officeDocument/2006/relationships/slideLayout" Target="/ppt/slideLayouts/slideLayout6.xml" Id="R99f913f97c5f4f9e" /><Relationship Type="http://schemas.openxmlformats.org/officeDocument/2006/relationships/slideLayout" Target="/ppt/slideLayouts/slideLayout7.xml" Id="R5f75565c013046ca" /><Relationship Type="http://schemas.openxmlformats.org/officeDocument/2006/relationships/slideLayout" Target="/ppt/slideLayouts/slideLayout8.xml" Id="Ree3b3612ce1f47e2" /><Relationship Type="http://schemas.openxmlformats.org/officeDocument/2006/relationships/slideLayout" Target="/ppt/slideLayouts/slideLayout9.xml" Id="R6db85ee4af7d4c96" /><Relationship Type="http://schemas.openxmlformats.org/officeDocument/2006/relationships/slideLayout" Target="/ppt/slideLayouts/slideLayout10.xml" Id="Rc0ce2c986a8b4c78" /><Relationship Type="http://schemas.openxmlformats.org/officeDocument/2006/relationships/slideLayout" Target="/ppt/slideLayouts/slideLayout11.xml" Id="Rde92dcfe45a046c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ce3d5237844e71"/>
    <p:sldLayoutId xmlns:r="http://schemas.openxmlformats.org/officeDocument/2006/relationships" id="2147483650" r:id="Rb81f96e660f64f52"/>
    <p:sldLayoutId xmlns:r="http://schemas.openxmlformats.org/officeDocument/2006/relationships" id="2147483651" r:id="R5c8ae14c484e436e"/>
    <p:sldLayoutId xmlns:r="http://schemas.openxmlformats.org/officeDocument/2006/relationships" id="2147483652" r:id="Rb405db6a372b410c"/>
    <p:sldLayoutId xmlns:r="http://schemas.openxmlformats.org/officeDocument/2006/relationships" id="2147483653" r:id="R7f3c410635f64207"/>
    <p:sldLayoutId xmlns:r="http://schemas.openxmlformats.org/officeDocument/2006/relationships" id="2147483654" r:id="R99f913f97c5f4f9e"/>
    <p:sldLayoutId xmlns:r="http://schemas.openxmlformats.org/officeDocument/2006/relationships" id="2147483655" r:id="R5f75565c013046ca"/>
    <p:sldLayoutId xmlns:r="http://schemas.openxmlformats.org/officeDocument/2006/relationships" id="2147483656" r:id="Ree3b3612ce1f47e2"/>
    <p:sldLayoutId xmlns:r="http://schemas.openxmlformats.org/officeDocument/2006/relationships" id="2147483657" r:id="R6db85ee4af7d4c96"/>
    <p:sldLayoutId xmlns:r="http://schemas.openxmlformats.org/officeDocument/2006/relationships" id="2147483658" r:id="Rc0ce2c986a8b4c78"/>
    <p:sldLayoutId xmlns:r="http://schemas.openxmlformats.org/officeDocument/2006/relationships" id="2147483659" r:id="Rde92dcfe45a046c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fb875d08141aa" /><Relationship Type="http://schemas.openxmlformats.org/officeDocument/2006/relationships/notesSlide" Target="/ppt/notesSlides/notesSlide1.xml" Id="R9fd51ca4d37149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f4c0aac84d46d8" /><Relationship Type="http://schemas.openxmlformats.org/officeDocument/2006/relationships/notesSlide" Target="/ppt/notesSlides/notesSlide2.xml" Id="R344faebb7af84e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a3ee105ed24436" /><Relationship Type="http://schemas.openxmlformats.org/officeDocument/2006/relationships/notesSlide" Target="/ppt/notesSlides/notesSlide3.xml" Id="R2c5954d55ed443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aca9ee48c94094" /><Relationship Type="http://schemas.openxmlformats.org/officeDocument/2006/relationships/notesSlide" Target="/ppt/notesSlides/notesSlide4.xml" Id="Rcbea91e0800646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87037e47024c4b" /><Relationship Type="http://schemas.openxmlformats.org/officeDocument/2006/relationships/notesSlide" Target="/ppt/notesSlides/notesSlide5.xml" Id="Rf6a36b29a85a47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beb978d1da47dd" /><Relationship Type="http://schemas.openxmlformats.org/officeDocument/2006/relationships/notesSlide" Target="/ppt/notesSlides/notesSlide6.xml" Id="Rf66f3ab7fa9349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490d9ae2fc44a2" /><Relationship Type="http://schemas.openxmlformats.org/officeDocument/2006/relationships/notesSlide" Target="/ppt/notesSlides/notesSlide7.xml" Id="R8a7bbae28d9342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1d53162d1749f4" /><Relationship Type="http://schemas.openxmlformats.org/officeDocument/2006/relationships/notesSlide" Target="/ppt/notesSlides/notesSlide8.xml" Id="Rf88ba0daf0854f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4241544b81479c" /><Relationship Type="http://schemas.openxmlformats.org/officeDocument/2006/relationships/notesSlide" Target="/ppt/notesSlides/notesSlide9.xml" Id="Ra3f1d0e0ae514ba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7219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Inserting and Removing List Items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insert() take a position first but remove() takes a stored value?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remove() is given a value that is not in the 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After map is inserted and coat is removed, what exact list is printed and which position contains map?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Insert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"snack"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at position 2 and keep the removal of coat. The final order must be water, snack, torch.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an item and store it in [new_item], then insert it at position 1. Display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insertion. Ask for an existing item and store it in [old_item], then remove it and display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again.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694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[runners]. Ask for an insertion position from 0 to 4 and store it in [position]. Ask for a reserve name and store it in [reserve], then insert it at [position]. Ask for an existing name and store it in [leaving], then remove it.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remaining name. Test position 1, reserve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"Eli"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leaving name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Ari, Eli, Cleo and Dara on separate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kit.remove(0)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(kit)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2026-08-28T09:24:32.0460000Z</dcterms:created>
  <dcterms:modified xsi:type="dcterms:W3CDTF">2026-08-28T09:24:32.0460000Z</dcterms:modified>
</coreProperties>
</file>