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579266e5494f24" /><Relationship Type="http://schemas.openxmlformats.org/officeDocument/2006/relationships/extended-properties" Target="/docProps/app.xml" Id="Rdff5d5ba686945b5" /><Relationship Type="http://schemas.openxmlformats.org/officeDocument/2006/relationships/officeDocument" Target="/ppt/presentation.xml" Id="Rd602b3b70fe3499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8358573f5744f89"/>
  </p:sldMasterIdLst>
  <p:notesMasterIdLst>
    <p:notesMasterId xmlns:r="http://schemas.openxmlformats.org/officeDocument/2006/relationships" r:id="Rb56fd04f1f14491b"/>
  </p:notesMasterIdLst>
  <p:sldIdLst>
    <p:sldId xmlns:r="http://schemas.openxmlformats.org/officeDocument/2006/relationships" id="256" r:id="R1b5bbc6f9e974ca8"/>
    <p:sldId xmlns:r="http://schemas.openxmlformats.org/officeDocument/2006/relationships" id="257" r:id="R8447c2d261b84f96"/>
    <p:sldId xmlns:r="http://schemas.openxmlformats.org/officeDocument/2006/relationships" id="258" r:id="Rbaaf08d1904748af"/>
    <p:sldId xmlns:r="http://schemas.openxmlformats.org/officeDocument/2006/relationships" id="259" r:id="R2d6ae406df6f4afc"/>
    <p:sldId xmlns:r="http://schemas.openxmlformats.org/officeDocument/2006/relationships" id="260" r:id="R99250e42beea459c"/>
    <p:sldId xmlns:r="http://schemas.openxmlformats.org/officeDocument/2006/relationships" id="261" r:id="R1358bb7213cf44a0"/>
    <p:sldId xmlns:r="http://schemas.openxmlformats.org/officeDocument/2006/relationships" id="262" r:id="R3bf8e198175c4ad8"/>
    <p:sldId xmlns:r="http://schemas.openxmlformats.org/officeDocument/2006/relationships" id="263" r:id="Rfb6bcc9e33014cf0"/>
    <p:sldId xmlns:r="http://schemas.openxmlformats.org/officeDocument/2006/relationships" id="264" r:id="R87260f082506420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964a765221248a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783b4415d7491e" /><Relationship Type="http://schemas.openxmlformats.org/officeDocument/2006/relationships/slideMaster" Target="/ppt/slideMasters/slideMaster1.xml" Id="R68358573f5744f89" /><Relationship Type="http://schemas.openxmlformats.org/officeDocument/2006/relationships/notesMaster" Target="/ppt/notesMasters/notesMaster1.xml" Id="Rb56fd04f1f14491b" /><Relationship Type="http://schemas.openxmlformats.org/officeDocument/2006/relationships/presProps" Target="/ppt/presProps.xml" Id="R9b28a676f1ca4cec" /><Relationship Type="http://schemas.openxmlformats.org/officeDocument/2006/relationships/viewProps" Target="/ppt/viewProps.xml" Id="R725aa861b6e14b19" /><Relationship Type="http://schemas.openxmlformats.org/officeDocument/2006/relationships/tableStyles" Target="/ppt/tableStyles.xml" Id="R2f751b20a93d400a" /><Relationship Type="http://schemas.openxmlformats.org/officeDocument/2006/relationships/font" Target="/ppt/fonts/font.dat" Id="Rf964a765221248a1" /><Relationship Type="http://schemas.openxmlformats.org/officeDocument/2006/relationships/slide" Target="/ppt/slides/slide1.xml" Id="R1b5bbc6f9e974ca8" /><Relationship Type="http://schemas.openxmlformats.org/officeDocument/2006/relationships/slide" Target="/ppt/slides/slide2.xml" Id="R8447c2d261b84f96" /><Relationship Type="http://schemas.openxmlformats.org/officeDocument/2006/relationships/slide" Target="/ppt/slides/slide3.xml" Id="Rbaaf08d1904748af" /><Relationship Type="http://schemas.openxmlformats.org/officeDocument/2006/relationships/slide" Target="/ppt/slides/slide4.xml" Id="R2d6ae406df6f4afc" /><Relationship Type="http://schemas.openxmlformats.org/officeDocument/2006/relationships/slide" Target="/ppt/slides/slide5.xml" Id="R99250e42beea459c" /><Relationship Type="http://schemas.openxmlformats.org/officeDocument/2006/relationships/slide" Target="/ppt/slides/slide6.xml" Id="R1358bb7213cf44a0" /><Relationship Type="http://schemas.openxmlformats.org/officeDocument/2006/relationships/slide" Target="/ppt/slides/slide7.xml" Id="R3bf8e198175c4ad8" /><Relationship Type="http://schemas.openxmlformats.org/officeDocument/2006/relationships/slide" Target="/ppt/slides/slide8.xml" Id="Rfb6bcc9e33014cf0" /><Relationship Type="http://schemas.openxmlformats.org/officeDocument/2006/relationships/slide" Target="/ppt/slides/slide9.xml" Id="R87260f08250642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9c6371239a4c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fc0bd697134ba8" /><Relationship Type="http://schemas.openxmlformats.org/officeDocument/2006/relationships/notesMaster" Target="/ppt/notesMasters/notesMaster1.xml" Id="Rb3feb73134714e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dc106cb68040ab" /><Relationship Type="http://schemas.openxmlformats.org/officeDocument/2006/relationships/notesMaster" Target="/ppt/notesMasters/notesMaster1.xml" Id="R129a7a0f351e4b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555d371dfa4b27" /><Relationship Type="http://schemas.openxmlformats.org/officeDocument/2006/relationships/notesMaster" Target="/ppt/notesMasters/notesMaster1.xml" Id="R81931e997dd74f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f71e0e153c4dbf" /><Relationship Type="http://schemas.openxmlformats.org/officeDocument/2006/relationships/notesMaster" Target="/ppt/notesMasters/notesMaster1.xml" Id="R5eaf16275c854d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3ea6b8120b4b94" /><Relationship Type="http://schemas.openxmlformats.org/officeDocument/2006/relationships/notesMaster" Target="/ppt/notesMasters/notesMaster1.xml" Id="Recc301d20c664d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f53ead471a406d" /><Relationship Type="http://schemas.openxmlformats.org/officeDocument/2006/relationships/notesMaster" Target="/ppt/notesMasters/notesMaster1.xml" Id="Ra2f578be66e042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f3c091fe3b4304" /><Relationship Type="http://schemas.openxmlformats.org/officeDocument/2006/relationships/notesMaster" Target="/ppt/notesMasters/notesMaster1.xml" Id="Rfaff0cb9720d4b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cc46feac7f4aa7" /><Relationship Type="http://schemas.openxmlformats.org/officeDocument/2006/relationships/notesMaster" Target="/ppt/notesMasters/notesMaster1.xml" Id="R2b1e5e05207e45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23fc7678e24c52" /><Relationship Type="http://schemas.openxmlformats.org/officeDocument/2006/relationships/notesMaster" Target="/ppt/notesMasters/notesMaster1.xml" Id="R921f2d603fb140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9e2bba62ff45d0" /><Relationship Type="http://schemas.openxmlformats.org/officeDocument/2006/relationships/image" Target="/ppt/media/image.png" Id="R26b5031e4b0142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21adc2d55140df" /><Relationship Type="http://schemas.openxmlformats.org/officeDocument/2006/relationships/image" Target="/ppt/media/image.png" Id="R15f37684ecc147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bb6d46732f4e1e" /><Relationship Type="http://schemas.openxmlformats.org/officeDocument/2006/relationships/image" Target="/ppt/media/image.png" Id="R70ba2f5fe4d643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32a6b70ec94b2d" /><Relationship Type="http://schemas.openxmlformats.org/officeDocument/2006/relationships/image" Target="/ppt/media/image.png" Id="R231672bc682a4b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74a2ba2344bd3" /><Relationship Type="http://schemas.openxmlformats.org/officeDocument/2006/relationships/image" Target="/ppt/media/image.png" Id="Rbd8c5b3d15f74a4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356ca32fd4563" /><Relationship Type="http://schemas.openxmlformats.org/officeDocument/2006/relationships/image" Target="/ppt/media/image.png" Id="R86fe45993cec451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93914756034bdc" /><Relationship Type="http://schemas.openxmlformats.org/officeDocument/2006/relationships/image" Target="/ppt/media/image.png" Id="R8fd7ee8431dc409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89f794f0484e40" /><Relationship Type="http://schemas.openxmlformats.org/officeDocument/2006/relationships/image" Target="/ppt/media/image.png" Id="Rc27fb0f7fe1446e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121416da1b4247" /><Relationship Type="http://schemas.openxmlformats.org/officeDocument/2006/relationships/image" Target="/ppt/media/image.png" Id="Rc37db307036049d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287a8f1ca4d46" /><Relationship Type="http://schemas.openxmlformats.org/officeDocument/2006/relationships/image" Target="/ppt/media/image.png" Id="R7f14e0fcd851462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2b12f5221e4085" /><Relationship Type="http://schemas.openxmlformats.org/officeDocument/2006/relationships/image" Target="/ppt/media/image.png" Id="Ra600fe807eb0412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b5031e4b01425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f37684ecc147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ba2f5fe4d643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1672bc682a4b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8c5b3d15f74a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fe45993cec45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d7ee8431dc40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7fb0f7fe1446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db307036049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14e0fcd85146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00fe807eb041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8dc5b718044db3" /><Relationship Type="http://schemas.openxmlformats.org/officeDocument/2006/relationships/slideLayout" Target="/ppt/slideLayouts/slideLayout1.xml" Id="R75554ac7d41c450e" /><Relationship Type="http://schemas.openxmlformats.org/officeDocument/2006/relationships/slideLayout" Target="/ppt/slideLayouts/slideLayout2.xml" Id="R095e7d5bb3b243b6" /><Relationship Type="http://schemas.openxmlformats.org/officeDocument/2006/relationships/slideLayout" Target="/ppt/slideLayouts/slideLayout3.xml" Id="R2a09653687c44976" /><Relationship Type="http://schemas.openxmlformats.org/officeDocument/2006/relationships/slideLayout" Target="/ppt/slideLayouts/slideLayout4.xml" Id="Rdd872d16bf9c4162" /><Relationship Type="http://schemas.openxmlformats.org/officeDocument/2006/relationships/slideLayout" Target="/ppt/slideLayouts/slideLayout5.xml" Id="Rfaaa0b98d7794608" /><Relationship Type="http://schemas.openxmlformats.org/officeDocument/2006/relationships/slideLayout" Target="/ppt/slideLayouts/slideLayout6.xml" Id="R4c4d04c863a648e3" /><Relationship Type="http://schemas.openxmlformats.org/officeDocument/2006/relationships/slideLayout" Target="/ppt/slideLayouts/slideLayout7.xml" Id="R6ef3e8f10e27485a" /><Relationship Type="http://schemas.openxmlformats.org/officeDocument/2006/relationships/slideLayout" Target="/ppt/slideLayouts/slideLayout8.xml" Id="R3c140c3f053e41fb" /><Relationship Type="http://schemas.openxmlformats.org/officeDocument/2006/relationships/slideLayout" Target="/ppt/slideLayouts/slideLayout9.xml" Id="R124da69b298b4991" /><Relationship Type="http://schemas.openxmlformats.org/officeDocument/2006/relationships/slideLayout" Target="/ppt/slideLayouts/slideLayout10.xml" Id="R56f7e89642cc4bfa" /><Relationship Type="http://schemas.openxmlformats.org/officeDocument/2006/relationships/slideLayout" Target="/ppt/slideLayouts/slideLayout11.xml" Id="R422794da8800423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554ac7d41c450e"/>
    <p:sldLayoutId xmlns:r="http://schemas.openxmlformats.org/officeDocument/2006/relationships" id="2147483650" r:id="R095e7d5bb3b243b6"/>
    <p:sldLayoutId xmlns:r="http://schemas.openxmlformats.org/officeDocument/2006/relationships" id="2147483651" r:id="R2a09653687c44976"/>
    <p:sldLayoutId xmlns:r="http://schemas.openxmlformats.org/officeDocument/2006/relationships" id="2147483652" r:id="Rdd872d16bf9c4162"/>
    <p:sldLayoutId xmlns:r="http://schemas.openxmlformats.org/officeDocument/2006/relationships" id="2147483653" r:id="Rfaaa0b98d7794608"/>
    <p:sldLayoutId xmlns:r="http://schemas.openxmlformats.org/officeDocument/2006/relationships" id="2147483654" r:id="R4c4d04c863a648e3"/>
    <p:sldLayoutId xmlns:r="http://schemas.openxmlformats.org/officeDocument/2006/relationships" id="2147483655" r:id="R6ef3e8f10e27485a"/>
    <p:sldLayoutId xmlns:r="http://schemas.openxmlformats.org/officeDocument/2006/relationships" id="2147483656" r:id="R3c140c3f053e41fb"/>
    <p:sldLayoutId xmlns:r="http://schemas.openxmlformats.org/officeDocument/2006/relationships" id="2147483657" r:id="R124da69b298b4991"/>
    <p:sldLayoutId xmlns:r="http://schemas.openxmlformats.org/officeDocument/2006/relationships" id="2147483658" r:id="R56f7e89642cc4bfa"/>
    <p:sldLayoutId xmlns:r="http://schemas.openxmlformats.org/officeDocument/2006/relationships" id="2147483659" r:id="R422794da8800423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219232a3a4c9f" /><Relationship Type="http://schemas.openxmlformats.org/officeDocument/2006/relationships/notesSlide" Target="/ppt/notesSlides/notesSlide1.xml" Id="R48bff0e3c4ab48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78a667fb204f3a" /><Relationship Type="http://schemas.openxmlformats.org/officeDocument/2006/relationships/notesSlide" Target="/ppt/notesSlides/notesSlide2.xml" Id="Rbe8d4f7984f440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623a4d0e25456a" /><Relationship Type="http://schemas.openxmlformats.org/officeDocument/2006/relationships/notesSlide" Target="/ppt/notesSlides/notesSlide3.xml" Id="R7dac9fe2856947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dc0010ed614184" /><Relationship Type="http://schemas.openxmlformats.org/officeDocument/2006/relationships/notesSlide" Target="/ppt/notesSlides/notesSlide4.xml" Id="R9043601d70b14d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b0a7c5319549d5" /><Relationship Type="http://schemas.openxmlformats.org/officeDocument/2006/relationships/notesSlide" Target="/ppt/notesSlides/notesSlide5.xml" Id="R13f55846bd024d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a0dc166d0743f6" /><Relationship Type="http://schemas.openxmlformats.org/officeDocument/2006/relationships/notesSlide" Target="/ppt/notesSlides/notesSlide6.xml" Id="R0147a89684a54f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69bf09269c4da5" /><Relationship Type="http://schemas.openxmlformats.org/officeDocument/2006/relationships/notesSlide" Target="/ppt/notesSlides/notesSlide7.xml" Id="R69e7614d2f8647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3633f7bc714b33" /><Relationship Type="http://schemas.openxmlformats.org/officeDocument/2006/relationships/notesSlide" Target="/ppt/notesSlides/notesSlide8.xml" Id="R0c11f1bd3dd04d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97e13de18b4467" /><Relationship Type="http://schemas.openxmlformats.org/officeDocument/2006/relationships/notesSlide" Target="/ppt/notesSlides/notesSlide9.xml" Id="R31d31be1085b47b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[name], then store the result in a new variable called [clean_name]. Display [clean_name]. The input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must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first name and store it in [name]. Ask for a surname and store it in [surname]. Apply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both variables, then display the full name.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nGUYEN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 Nguyen"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274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city, country and landmark and store the answers in [city], [country] and [landmark]. Apply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all three variables. Display the city and country on a line beginning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landmark on a second line beginning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hANOI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vIETNAM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hOAN kIEM lAKE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Hanoi - Vietnam"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 Hoan Kiem Lake"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2026-08-28T09:21:54.0610000Z</dcterms:created>
  <dcterms:modified xsi:type="dcterms:W3CDTF">2026-08-28T09:21:54.0620000Z</dcterms:modified>
</coreProperties>
</file>