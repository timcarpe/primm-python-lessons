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11ba32f8754ab1" /><Relationship Type="http://schemas.openxmlformats.org/officeDocument/2006/relationships/extended-properties" Target="/docProps/app.xml" Id="Rabd167463bc74040" /><Relationship Type="http://schemas.openxmlformats.org/officeDocument/2006/relationships/officeDocument" Target="/ppt/presentation.xml" Id="Ra1365a42f526491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761cbff25114396"/>
  </p:sldMasterIdLst>
  <p:notesMasterIdLst>
    <p:notesMasterId xmlns:r="http://schemas.openxmlformats.org/officeDocument/2006/relationships" r:id="R3716b3ad417f4cad"/>
  </p:notesMasterIdLst>
  <p:sldIdLst>
    <p:sldId xmlns:r="http://schemas.openxmlformats.org/officeDocument/2006/relationships" id="256" r:id="R9d3a1d7211374e3e"/>
    <p:sldId xmlns:r="http://schemas.openxmlformats.org/officeDocument/2006/relationships" id="257" r:id="Re6f8a4fdd66a465e"/>
    <p:sldId xmlns:r="http://schemas.openxmlformats.org/officeDocument/2006/relationships" id="258" r:id="R1ac780e5184d47a6"/>
    <p:sldId xmlns:r="http://schemas.openxmlformats.org/officeDocument/2006/relationships" id="259" r:id="Ra6290d068d8c4ee7"/>
    <p:sldId xmlns:r="http://schemas.openxmlformats.org/officeDocument/2006/relationships" id="260" r:id="R3c03e2412adf4fdd"/>
    <p:sldId xmlns:r="http://schemas.openxmlformats.org/officeDocument/2006/relationships" id="261" r:id="Rfb4506aca16143d6"/>
    <p:sldId xmlns:r="http://schemas.openxmlformats.org/officeDocument/2006/relationships" id="262" r:id="Rf3b8694e4d944e00"/>
    <p:sldId xmlns:r="http://schemas.openxmlformats.org/officeDocument/2006/relationships" id="263" r:id="Ra9ded1b082de4601"/>
    <p:sldId xmlns:r="http://schemas.openxmlformats.org/officeDocument/2006/relationships" id="264" r:id="Rbb49fb7458df4f6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9c97f10012c411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e9da799378470f" /><Relationship Type="http://schemas.openxmlformats.org/officeDocument/2006/relationships/slideMaster" Target="/ppt/slideMasters/slideMaster1.xml" Id="Rd761cbff25114396" /><Relationship Type="http://schemas.openxmlformats.org/officeDocument/2006/relationships/notesMaster" Target="/ppt/notesMasters/notesMaster1.xml" Id="R3716b3ad417f4cad" /><Relationship Type="http://schemas.openxmlformats.org/officeDocument/2006/relationships/presProps" Target="/ppt/presProps.xml" Id="R732548d5411d4c76" /><Relationship Type="http://schemas.openxmlformats.org/officeDocument/2006/relationships/viewProps" Target="/ppt/viewProps.xml" Id="R6176c443773f4d3f" /><Relationship Type="http://schemas.openxmlformats.org/officeDocument/2006/relationships/tableStyles" Target="/ppt/tableStyles.xml" Id="R5a418d93d18f4953" /><Relationship Type="http://schemas.openxmlformats.org/officeDocument/2006/relationships/font" Target="/ppt/fonts/font.dat" Id="Re9c97f10012c411e" /><Relationship Type="http://schemas.openxmlformats.org/officeDocument/2006/relationships/slide" Target="/ppt/slides/slide1.xml" Id="R9d3a1d7211374e3e" /><Relationship Type="http://schemas.openxmlformats.org/officeDocument/2006/relationships/slide" Target="/ppt/slides/slide2.xml" Id="Re6f8a4fdd66a465e" /><Relationship Type="http://schemas.openxmlformats.org/officeDocument/2006/relationships/slide" Target="/ppt/slides/slide3.xml" Id="R1ac780e5184d47a6" /><Relationship Type="http://schemas.openxmlformats.org/officeDocument/2006/relationships/slide" Target="/ppt/slides/slide4.xml" Id="Ra6290d068d8c4ee7" /><Relationship Type="http://schemas.openxmlformats.org/officeDocument/2006/relationships/slide" Target="/ppt/slides/slide5.xml" Id="R3c03e2412adf4fdd" /><Relationship Type="http://schemas.openxmlformats.org/officeDocument/2006/relationships/slide" Target="/ppt/slides/slide6.xml" Id="Rfb4506aca16143d6" /><Relationship Type="http://schemas.openxmlformats.org/officeDocument/2006/relationships/slide" Target="/ppt/slides/slide7.xml" Id="Rf3b8694e4d944e00" /><Relationship Type="http://schemas.openxmlformats.org/officeDocument/2006/relationships/slide" Target="/ppt/slides/slide8.xml" Id="Ra9ded1b082de4601" /><Relationship Type="http://schemas.openxmlformats.org/officeDocument/2006/relationships/slide" Target="/ppt/slides/slide9.xml" Id="Rbb49fb7458df4f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91f6c5cc3d41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7828204460420e" /><Relationship Type="http://schemas.openxmlformats.org/officeDocument/2006/relationships/notesMaster" Target="/ppt/notesMasters/notesMaster1.xml" Id="R4ab850d22b564e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52448149464a0d" /><Relationship Type="http://schemas.openxmlformats.org/officeDocument/2006/relationships/notesMaster" Target="/ppt/notesMasters/notesMaster1.xml" Id="R9b49229da0e34f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d1b3b157754818" /><Relationship Type="http://schemas.openxmlformats.org/officeDocument/2006/relationships/notesMaster" Target="/ppt/notesMasters/notesMaster1.xml" Id="R611ed526a6ca4a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a9993f7ce64b71" /><Relationship Type="http://schemas.openxmlformats.org/officeDocument/2006/relationships/notesMaster" Target="/ppt/notesMasters/notesMaster1.xml" Id="Re45894b21eb44c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9ad6949a034a90" /><Relationship Type="http://schemas.openxmlformats.org/officeDocument/2006/relationships/notesMaster" Target="/ppt/notesMasters/notesMaster1.xml" Id="R9f2b1a900d7b42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ccedbaf9cc44dc" /><Relationship Type="http://schemas.openxmlformats.org/officeDocument/2006/relationships/notesMaster" Target="/ppt/notesMasters/notesMaster1.xml" Id="R94159d8b025f41a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0ad1bb5b924c4d" /><Relationship Type="http://schemas.openxmlformats.org/officeDocument/2006/relationships/notesMaster" Target="/ppt/notesMasters/notesMaster1.xml" Id="R50f99e031b4c4c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19773eeaa142ad" /><Relationship Type="http://schemas.openxmlformats.org/officeDocument/2006/relationships/notesMaster" Target="/ppt/notesMasters/notesMaster1.xml" Id="R9c91a1dd8e2c41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ef9598e6494abe" /><Relationship Type="http://schemas.openxmlformats.org/officeDocument/2006/relationships/notesMaster" Target="/ppt/notesMasters/notesMaster1.xml" Id="Rc7cc076157c240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374a61d00a4efa" /><Relationship Type="http://schemas.openxmlformats.org/officeDocument/2006/relationships/image" Target="/ppt/media/image.png" Id="Rb319130a807843b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8f89962ec94742" /><Relationship Type="http://schemas.openxmlformats.org/officeDocument/2006/relationships/image" Target="/ppt/media/image.png" Id="R533a4b65af4c45d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b9bb9d254a40a8" /><Relationship Type="http://schemas.openxmlformats.org/officeDocument/2006/relationships/image" Target="/ppt/media/image.png" Id="R06d091597eb24a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29d1a36f584078" /><Relationship Type="http://schemas.openxmlformats.org/officeDocument/2006/relationships/image" Target="/ppt/media/image.png" Id="R5167cae5f1704e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826ed03fc4a2d" /><Relationship Type="http://schemas.openxmlformats.org/officeDocument/2006/relationships/image" Target="/ppt/media/image.png" Id="Rfe23bab9abe34c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199a2b9da34b82" /><Relationship Type="http://schemas.openxmlformats.org/officeDocument/2006/relationships/image" Target="/ppt/media/image.png" Id="R909cbabc2452402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a04b5103064d50" /><Relationship Type="http://schemas.openxmlformats.org/officeDocument/2006/relationships/image" Target="/ppt/media/image.png" Id="R8945ef5dd4804ef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f5110f3c964c00" /><Relationship Type="http://schemas.openxmlformats.org/officeDocument/2006/relationships/image" Target="/ppt/media/image.png" Id="R2b969482b22d492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88864311a43fd" /><Relationship Type="http://schemas.openxmlformats.org/officeDocument/2006/relationships/image" Target="/ppt/media/image.png" Id="R16e49e09a9b14e4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3810370dee414b" /><Relationship Type="http://schemas.openxmlformats.org/officeDocument/2006/relationships/image" Target="/ppt/media/image.png" Id="R0a3d9650023e4ab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ef1df5b6b4039" /><Relationship Type="http://schemas.openxmlformats.org/officeDocument/2006/relationships/image" Target="/ppt/media/image.png" Id="R70698c8c50574e9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19130a807843be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3a4b65af4c45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d091597eb24a5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67cae5f1704e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23bab9abe34c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9cbabc245240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45ef5dd4804ef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969482b22d49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e49e09a9b14e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3d9650023e4ab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698c8c50574e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87d052df6a746c3" /><Relationship Type="http://schemas.openxmlformats.org/officeDocument/2006/relationships/slideLayout" Target="/ppt/slideLayouts/slideLayout1.xml" Id="Ra86a1d1043544900" /><Relationship Type="http://schemas.openxmlformats.org/officeDocument/2006/relationships/slideLayout" Target="/ppt/slideLayouts/slideLayout2.xml" Id="Rbdba0be83da84702" /><Relationship Type="http://schemas.openxmlformats.org/officeDocument/2006/relationships/slideLayout" Target="/ppt/slideLayouts/slideLayout3.xml" Id="R89233031b4ea4aaa" /><Relationship Type="http://schemas.openxmlformats.org/officeDocument/2006/relationships/slideLayout" Target="/ppt/slideLayouts/slideLayout4.xml" Id="Rb17fd0cd49f74bde" /><Relationship Type="http://schemas.openxmlformats.org/officeDocument/2006/relationships/slideLayout" Target="/ppt/slideLayouts/slideLayout5.xml" Id="Rea2abe9415474a45" /><Relationship Type="http://schemas.openxmlformats.org/officeDocument/2006/relationships/slideLayout" Target="/ppt/slideLayouts/slideLayout6.xml" Id="R4489b887e11647b4" /><Relationship Type="http://schemas.openxmlformats.org/officeDocument/2006/relationships/slideLayout" Target="/ppt/slideLayouts/slideLayout7.xml" Id="R0cfe1f3231a24769" /><Relationship Type="http://schemas.openxmlformats.org/officeDocument/2006/relationships/slideLayout" Target="/ppt/slideLayouts/slideLayout8.xml" Id="Rcccc749b7c834d54" /><Relationship Type="http://schemas.openxmlformats.org/officeDocument/2006/relationships/slideLayout" Target="/ppt/slideLayouts/slideLayout9.xml" Id="Rf4fc30343b794b72" /><Relationship Type="http://schemas.openxmlformats.org/officeDocument/2006/relationships/slideLayout" Target="/ppt/slideLayouts/slideLayout10.xml" Id="R370c4b64e3a54c30" /><Relationship Type="http://schemas.openxmlformats.org/officeDocument/2006/relationships/slideLayout" Target="/ppt/slideLayouts/slideLayout11.xml" Id="R2308c54dffe5464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6a1d1043544900"/>
    <p:sldLayoutId xmlns:r="http://schemas.openxmlformats.org/officeDocument/2006/relationships" id="2147483650" r:id="Rbdba0be83da84702"/>
    <p:sldLayoutId xmlns:r="http://schemas.openxmlformats.org/officeDocument/2006/relationships" id="2147483651" r:id="R89233031b4ea4aaa"/>
    <p:sldLayoutId xmlns:r="http://schemas.openxmlformats.org/officeDocument/2006/relationships" id="2147483652" r:id="Rb17fd0cd49f74bde"/>
    <p:sldLayoutId xmlns:r="http://schemas.openxmlformats.org/officeDocument/2006/relationships" id="2147483653" r:id="Rea2abe9415474a45"/>
    <p:sldLayoutId xmlns:r="http://schemas.openxmlformats.org/officeDocument/2006/relationships" id="2147483654" r:id="R4489b887e11647b4"/>
    <p:sldLayoutId xmlns:r="http://schemas.openxmlformats.org/officeDocument/2006/relationships" id="2147483655" r:id="R0cfe1f3231a24769"/>
    <p:sldLayoutId xmlns:r="http://schemas.openxmlformats.org/officeDocument/2006/relationships" id="2147483656" r:id="Rcccc749b7c834d54"/>
    <p:sldLayoutId xmlns:r="http://schemas.openxmlformats.org/officeDocument/2006/relationships" id="2147483657" r:id="Rf4fc30343b794b72"/>
    <p:sldLayoutId xmlns:r="http://schemas.openxmlformats.org/officeDocument/2006/relationships" id="2147483658" r:id="R370c4b64e3a54c30"/>
    <p:sldLayoutId xmlns:r="http://schemas.openxmlformats.org/officeDocument/2006/relationships" id="2147483659" r:id="R2308c54dffe5464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8aeab38d44181" /><Relationship Type="http://schemas.openxmlformats.org/officeDocument/2006/relationships/notesSlide" Target="/ppt/notesSlides/notesSlide1.xml" Id="Rd9cc9c29517b42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7cd05711da43d4" /><Relationship Type="http://schemas.openxmlformats.org/officeDocument/2006/relationships/notesSlide" Target="/ppt/notesSlides/notesSlide2.xml" Id="R06f1bed9d26246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e06b25d5b349b9" /><Relationship Type="http://schemas.openxmlformats.org/officeDocument/2006/relationships/notesSlide" Target="/ppt/notesSlides/notesSlide3.xml" Id="Radb9af29292a43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93f0dc1f0d4633" /><Relationship Type="http://schemas.openxmlformats.org/officeDocument/2006/relationships/notesSlide" Target="/ppt/notesSlides/notesSlide4.xml" Id="R819ed00361bc4d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c00ab8b1174918" /><Relationship Type="http://schemas.openxmlformats.org/officeDocument/2006/relationships/notesSlide" Target="/ppt/notesSlides/notesSlide5.xml" Id="Rb9100fb4f69e48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ef216243c04155" /><Relationship Type="http://schemas.openxmlformats.org/officeDocument/2006/relationships/notesSlide" Target="/ppt/notesSlides/notesSlide6.xml" Id="Rcd85aa7e586b43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cb2fb299fc45dd" /><Relationship Type="http://schemas.openxmlformats.org/officeDocument/2006/relationships/notesSlide" Target="/ppt/notesSlides/notesSlide7.xml" Id="R0469168d33c047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2d44fa2f0247a6" /><Relationship Type="http://schemas.openxmlformats.org/officeDocument/2006/relationships/notesSlide" Target="/ppt/notesSlides/notesSlide8.xml" Id="Raa1c9be7b78344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1815b92b064f26" /><Relationship Type="http://schemas.openxmlformats.org/officeDocument/2006/relationships/notesSlide" Target="/ppt/notesSlides/notesSlide9.xml" Id="Red81f37918f3492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Strings and Text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type one space before and after ana, which spaces does strip() remove?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ana with two spaces before and after it, what value is stored after both lines run?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results of strip() and title() be assigned back to name before it is printed?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keeps the name exactly as typed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stores the result of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clean_name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typed: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surname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surname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the surname too, then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both names.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aLEX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nGUYEN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Alex Nguyen"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destination program that asks for a city, a country and a landmark.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strip()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title()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each answer.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city and country separated by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"-"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the landmark.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hANOI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  vIETNAM  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give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"Destination: Hanoi - Vietnam"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first name?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.strip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name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.title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display_name)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2026-09-28T08:26:37.7900000Z</dcterms:created>
  <dcterms:modified xsi:type="dcterms:W3CDTF">2026-09-28T08:26:37.7900000Z</dcterms:modified>
</coreProperties>
</file>