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71d169872f4e7f" /><Relationship Type="http://schemas.openxmlformats.org/officeDocument/2006/relationships/extended-properties" Target="/docProps/app.xml" Id="R84ab30629cfa47c6" /><Relationship Type="http://schemas.openxmlformats.org/officeDocument/2006/relationships/officeDocument" Target="/ppt/presentation.xml" Id="R2016ecc54476401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fbc484d2d104fcb"/>
  </p:sldMasterIdLst>
  <p:notesMasterIdLst>
    <p:notesMasterId xmlns:r="http://schemas.openxmlformats.org/officeDocument/2006/relationships" r:id="Rda6c92c199934cd3"/>
  </p:notesMasterIdLst>
  <p:sldIdLst>
    <p:sldId xmlns:r="http://schemas.openxmlformats.org/officeDocument/2006/relationships" id="256" r:id="Rd01130de21d54ec6"/>
    <p:sldId xmlns:r="http://schemas.openxmlformats.org/officeDocument/2006/relationships" id="257" r:id="R4e02d21bb594454c"/>
    <p:sldId xmlns:r="http://schemas.openxmlformats.org/officeDocument/2006/relationships" id="258" r:id="R85a61507b2734807"/>
    <p:sldId xmlns:r="http://schemas.openxmlformats.org/officeDocument/2006/relationships" id="259" r:id="R628d5e199ae04a49"/>
    <p:sldId xmlns:r="http://schemas.openxmlformats.org/officeDocument/2006/relationships" id="260" r:id="Ree00007a23d4413e"/>
    <p:sldId xmlns:r="http://schemas.openxmlformats.org/officeDocument/2006/relationships" id="261" r:id="Ra8ca51833e554ef4"/>
    <p:sldId xmlns:r="http://schemas.openxmlformats.org/officeDocument/2006/relationships" id="262" r:id="Rc481ff1346634fa9"/>
    <p:sldId xmlns:r="http://schemas.openxmlformats.org/officeDocument/2006/relationships" id="263" r:id="R167f290cda514efd"/>
    <p:sldId xmlns:r="http://schemas.openxmlformats.org/officeDocument/2006/relationships" id="264" r:id="Re4fb38d9ee9a462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0f9778eb56ae4d1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b9cc19a9a5470b" /><Relationship Type="http://schemas.openxmlformats.org/officeDocument/2006/relationships/slideMaster" Target="/ppt/slideMasters/slideMaster1.xml" Id="Rcfbc484d2d104fcb" /><Relationship Type="http://schemas.openxmlformats.org/officeDocument/2006/relationships/notesMaster" Target="/ppt/notesMasters/notesMaster1.xml" Id="Rda6c92c199934cd3" /><Relationship Type="http://schemas.openxmlformats.org/officeDocument/2006/relationships/presProps" Target="/ppt/presProps.xml" Id="Rad90736800e04ca7" /><Relationship Type="http://schemas.openxmlformats.org/officeDocument/2006/relationships/viewProps" Target="/ppt/viewProps.xml" Id="Rfc302e1ba0824f0b" /><Relationship Type="http://schemas.openxmlformats.org/officeDocument/2006/relationships/tableStyles" Target="/ppt/tableStyles.xml" Id="R5533522ec4934298" /><Relationship Type="http://schemas.openxmlformats.org/officeDocument/2006/relationships/font" Target="/ppt/fonts/font.dat" Id="R0f9778eb56ae4d15" /><Relationship Type="http://schemas.openxmlformats.org/officeDocument/2006/relationships/slide" Target="/ppt/slides/slide1.xml" Id="Rd01130de21d54ec6" /><Relationship Type="http://schemas.openxmlformats.org/officeDocument/2006/relationships/slide" Target="/ppt/slides/slide2.xml" Id="R4e02d21bb594454c" /><Relationship Type="http://schemas.openxmlformats.org/officeDocument/2006/relationships/slide" Target="/ppt/slides/slide3.xml" Id="R85a61507b2734807" /><Relationship Type="http://schemas.openxmlformats.org/officeDocument/2006/relationships/slide" Target="/ppt/slides/slide4.xml" Id="R628d5e199ae04a49" /><Relationship Type="http://schemas.openxmlformats.org/officeDocument/2006/relationships/slide" Target="/ppt/slides/slide5.xml" Id="Ree00007a23d4413e" /><Relationship Type="http://schemas.openxmlformats.org/officeDocument/2006/relationships/slide" Target="/ppt/slides/slide6.xml" Id="Ra8ca51833e554ef4" /><Relationship Type="http://schemas.openxmlformats.org/officeDocument/2006/relationships/slide" Target="/ppt/slides/slide7.xml" Id="Rc481ff1346634fa9" /><Relationship Type="http://schemas.openxmlformats.org/officeDocument/2006/relationships/slide" Target="/ppt/slides/slide8.xml" Id="R167f290cda514efd" /><Relationship Type="http://schemas.openxmlformats.org/officeDocument/2006/relationships/slide" Target="/ppt/slides/slide9.xml" Id="Re4fb38d9ee9a46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3a0058c3b44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7288cfe4b244fe" /><Relationship Type="http://schemas.openxmlformats.org/officeDocument/2006/relationships/notesMaster" Target="/ppt/notesMasters/notesMaster1.xml" Id="Re829fe60656540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8272b23b84b27" /><Relationship Type="http://schemas.openxmlformats.org/officeDocument/2006/relationships/notesMaster" Target="/ppt/notesMasters/notesMaster1.xml" Id="R529db967fc85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66ac0e85444df" /><Relationship Type="http://schemas.openxmlformats.org/officeDocument/2006/relationships/notesMaster" Target="/ppt/notesMasters/notesMaster1.xml" Id="Rcfa0b08e490746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19200dfe92408e" /><Relationship Type="http://schemas.openxmlformats.org/officeDocument/2006/relationships/notesMaster" Target="/ppt/notesMasters/notesMaster1.xml" Id="Rfbfdafa321454a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7a1f7bd5a24656" /><Relationship Type="http://schemas.openxmlformats.org/officeDocument/2006/relationships/notesMaster" Target="/ppt/notesMasters/notesMaster1.xml" Id="Rb051e53284f04b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2c94fefa0c4fa2" /><Relationship Type="http://schemas.openxmlformats.org/officeDocument/2006/relationships/notesMaster" Target="/ppt/notesMasters/notesMaster1.xml" Id="R1bd6f28aeae441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4a5835c9fb4e35" /><Relationship Type="http://schemas.openxmlformats.org/officeDocument/2006/relationships/notesMaster" Target="/ppt/notesMasters/notesMaster1.xml" Id="R9aedcfdc625b43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b83cdf86854677" /><Relationship Type="http://schemas.openxmlformats.org/officeDocument/2006/relationships/notesMaster" Target="/ppt/notesMasters/notesMaster1.xml" Id="R15efac9770174e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6785ba5fb5475b" /><Relationship Type="http://schemas.openxmlformats.org/officeDocument/2006/relationships/notesMaster" Target="/ppt/notesMasters/notesMaster1.xml" Id="R6943c64e090b47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bbee6d9224b01" /><Relationship Type="http://schemas.openxmlformats.org/officeDocument/2006/relationships/image" Target="/ppt/media/image.png" Id="R523a376e6dcf42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c15212a4245c3" /><Relationship Type="http://schemas.openxmlformats.org/officeDocument/2006/relationships/image" Target="/ppt/media/image.png" Id="Rbf9f51ff781b4a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73381e6054e1a" /><Relationship Type="http://schemas.openxmlformats.org/officeDocument/2006/relationships/image" Target="/ppt/media/image.png" Id="R840714526aba4c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69d8224fa4e43" /><Relationship Type="http://schemas.openxmlformats.org/officeDocument/2006/relationships/image" Target="/ppt/media/image.png" Id="Rd2706258aea446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4e36db1a74707" /><Relationship Type="http://schemas.openxmlformats.org/officeDocument/2006/relationships/image" Target="/ppt/media/image.png" Id="R122001c610a14f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4a07d54f04774" /><Relationship Type="http://schemas.openxmlformats.org/officeDocument/2006/relationships/image" Target="/ppt/media/image.png" Id="Rae965c36d0734c6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e37c35ba54bf3" /><Relationship Type="http://schemas.openxmlformats.org/officeDocument/2006/relationships/image" Target="/ppt/media/image.png" Id="R24b71986f8454d0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568ca0f824caa" /><Relationship Type="http://schemas.openxmlformats.org/officeDocument/2006/relationships/image" Target="/ppt/media/image.png" Id="R77465ad04d46491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ebb2aa4684e67" /><Relationship Type="http://schemas.openxmlformats.org/officeDocument/2006/relationships/image" Target="/ppt/media/image.png" Id="R5b21737c2b7548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6322b05bc47c7" /><Relationship Type="http://schemas.openxmlformats.org/officeDocument/2006/relationships/image" Target="/ppt/media/image.png" Id="R39db07bff6b14b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7cdf68b02496e" /><Relationship Type="http://schemas.openxmlformats.org/officeDocument/2006/relationships/image" Target="/ppt/media/image.png" Id="R37e2e2326eeb4a9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3a376e6dcf429c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9f51ff781b4a5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0714526aba4c5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706258aea446d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2001c610a14f1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965c36d0734c6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b71986f8454d0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465ad04d46491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21737c2b75481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db07bff6b14b6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e2e2326eeb4a9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86cb487fd4859" /><Relationship Type="http://schemas.openxmlformats.org/officeDocument/2006/relationships/slideLayout" Target="/ppt/slideLayouts/slideLayout1.xml" Id="Rba3e01c1622945e7" /><Relationship Type="http://schemas.openxmlformats.org/officeDocument/2006/relationships/slideLayout" Target="/ppt/slideLayouts/slideLayout2.xml" Id="Rdc0880e18f154086" /><Relationship Type="http://schemas.openxmlformats.org/officeDocument/2006/relationships/slideLayout" Target="/ppt/slideLayouts/slideLayout3.xml" Id="R075a2ec64e4e4ac4" /><Relationship Type="http://schemas.openxmlformats.org/officeDocument/2006/relationships/slideLayout" Target="/ppt/slideLayouts/slideLayout4.xml" Id="Reacf4c2ef2894e8c" /><Relationship Type="http://schemas.openxmlformats.org/officeDocument/2006/relationships/slideLayout" Target="/ppt/slideLayouts/slideLayout5.xml" Id="R716a4febaaea4692" /><Relationship Type="http://schemas.openxmlformats.org/officeDocument/2006/relationships/slideLayout" Target="/ppt/slideLayouts/slideLayout6.xml" Id="R0a70fe2a40774fd0" /><Relationship Type="http://schemas.openxmlformats.org/officeDocument/2006/relationships/slideLayout" Target="/ppt/slideLayouts/slideLayout7.xml" Id="R356be7f54c144180" /><Relationship Type="http://schemas.openxmlformats.org/officeDocument/2006/relationships/slideLayout" Target="/ppt/slideLayouts/slideLayout8.xml" Id="R9e3cb3aeaf8a4eb9" /><Relationship Type="http://schemas.openxmlformats.org/officeDocument/2006/relationships/slideLayout" Target="/ppt/slideLayouts/slideLayout9.xml" Id="Rd68614c1fd1a49bf" /><Relationship Type="http://schemas.openxmlformats.org/officeDocument/2006/relationships/slideLayout" Target="/ppt/slideLayouts/slideLayout10.xml" Id="R8947f23a853d4e9a" /><Relationship Type="http://schemas.openxmlformats.org/officeDocument/2006/relationships/slideLayout" Target="/ppt/slideLayouts/slideLayout11.xml" Id="R659e12bdc0ff46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3e01c1622945e7"/>
    <p:sldLayoutId xmlns:r="http://schemas.openxmlformats.org/officeDocument/2006/relationships" id="2147483650" r:id="Rdc0880e18f154086"/>
    <p:sldLayoutId xmlns:r="http://schemas.openxmlformats.org/officeDocument/2006/relationships" id="2147483651" r:id="R075a2ec64e4e4ac4"/>
    <p:sldLayoutId xmlns:r="http://schemas.openxmlformats.org/officeDocument/2006/relationships" id="2147483652" r:id="Reacf4c2ef2894e8c"/>
    <p:sldLayoutId xmlns:r="http://schemas.openxmlformats.org/officeDocument/2006/relationships" id="2147483653" r:id="R716a4febaaea4692"/>
    <p:sldLayoutId xmlns:r="http://schemas.openxmlformats.org/officeDocument/2006/relationships" id="2147483654" r:id="R0a70fe2a40774fd0"/>
    <p:sldLayoutId xmlns:r="http://schemas.openxmlformats.org/officeDocument/2006/relationships" id="2147483655" r:id="R356be7f54c144180"/>
    <p:sldLayoutId xmlns:r="http://schemas.openxmlformats.org/officeDocument/2006/relationships" id="2147483656" r:id="R9e3cb3aeaf8a4eb9"/>
    <p:sldLayoutId xmlns:r="http://schemas.openxmlformats.org/officeDocument/2006/relationships" id="2147483657" r:id="Rd68614c1fd1a49bf"/>
    <p:sldLayoutId xmlns:r="http://schemas.openxmlformats.org/officeDocument/2006/relationships" id="2147483658" r:id="R8947f23a853d4e9a"/>
    <p:sldLayoutId xmlns:r="http://schemas.openxmlformats.org/officeDocument/2006/relationships" id="2147483659" r:id="R659e12bdc0ff46f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7e89d1ef24b15" /><Relationship Type="http://schemas.openxmlformats.org/officeDocument/2006/relationships/notesSlide" Target="/ppt/notesSlides/notesSlide1.xml" Id="R61b434243e3f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e506379f8344bf" /><Relationship Type="http://schemas.openxmlformats.org/officeDocument/2006/relationships/notesSlide" Target="/ppt/notesSlides/notesSlide2.xml" Id="R500862aa669b41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e3887d5974e9a" /><Relationship Type="http://schemas.openxmlformats.org/officeDocument/2006/relationships/notesSlide" Target="/ppt/notesSlides/notesSlide3.xml" Id="R3126defd71dd4d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704d1bfcd4459" /><Relationship Type="http://schemas.openxmlformats.org/officeDocument/2006/relationships/notesSlide" Target="/ppt/notesSlides/notesSlide4.xml" Id="Rba232bc727e2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51d74a29d84898" /><Relationship Type="http://schemas.openxmlformats.org/officeDocument/2006/relationships/notesSlide" Target="/ppt/notesSlides/notesSlide5.xml" Id="R8f2370fd6890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b091622d264e3f" /><Relationship Type="http://schemas.openxmlformats.org/officeDocument/2006/relationships/notesSlide" Target="/ppt/notesSlides/notesSlide6.xml" Id="R9dd60ce20a4a41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550d34d7a401e" /><Relationship Type="http://schemas.openxmlformats.org/officeDocument/2006/relationships/notesSlide" Target="/ppt/notesSlides/notesSlide7.xml" Id="R06236676ec5b44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3d961ae4214278" /><Relationship Type="http://schemas.openxmlformats.org/officeDocument/2006/relationships/notesSlide" Target="/ppt/notesSlides/notesSlide8.xml" Id="Rdace2b718dfc40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39fa8a43254535" /><Relationship Type="http://schemas.openxmlformats.org/officeDocument/2006/relationships/notesSlide" Target="/ppt/notesSlides/notesSlide9.xml" Id="R0ce15085e27e4c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Strings and Text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type one space before and after ana, which spaces does strip() remove?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ana with two spaces before and after it, what value is stored after both lines run?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results of strip() and title() be assigned back to name before it is printed?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Store the cleaned name in a new variable called clean_name. Use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strip()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title()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together, then display clean_name. Input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  aLEX  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must display the cleaned name as Alex.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name badge needs a first name and surname. Extend the program so both answers are cleaned with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strip()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title()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display the finished full name.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Choose a place you would like to visit. Build a destination label from a city and country, cleaning both answers before you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"Destination: [city] - [country]"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display_name,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2026-08-27T03:51:38.5690000Z</dcterms:created>
  <dcterms:modified xsi:type="dcterms:W3CDTF">2026-08-27T03:51:38.5690000Z</dcterms:modified>
</coreProperties>
</file>