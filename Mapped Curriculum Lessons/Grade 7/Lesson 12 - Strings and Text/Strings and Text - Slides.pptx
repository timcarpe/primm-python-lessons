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179a4ad96240d5" /><Relationship Type="http://schemas.openxmlformats.org/officeDocument/2006/relationships/extended-properties" Target="/docProps/app.xml" Id="R4bebed5712404999" /><Relationship Type="http://schemas.openxmlformats.org/officeDocument/2006/relationships/officeDocument" Target="/ppt/presentation.xml" Id="R5d5a2b6559364f9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efd7f7d632444c4"/>
  </p:sldMasterIdLst>
  <p:notesMasterIdLst>
    <p:notesMasterId xmlns:r="http://schemas.openxmlformats.org/officeDocument/2006/relationships" r:id="R4aadf9fb29354bd6"/>
  </p:notesMasterIdLst>
  <p:sldIdLst>
    <p:sldId xmlns:r="http://schemas.openxmlformats.org/officeDocument/2006/relationships" id="256" r:id="R88f79c70d2fd45a9"/>
    <p:sldId xmlns:r="http://schemas.openxmlformats.org/officeDocument/2006/relationships" id="257" r:id="R49b8cc70d5834310"/>
    <p:sldId xmlns:r="http://schemas.openxmlformats.org/officeDocument/2006/relationships" id="258" r:id="R762f01f087ef4f6c"/>
    <p:sldId xmlns:r="http://schemas.openxmlformats.org/officeDocument/2006/relationships" id="259" r:id="R7effd47007224e53"/>
    <p:sldId xmlns:r="http://schemas.openxmlformats.org/officeDocument/2006/relationships" id="260" r:id="Rc3b5daeaa81f4d54"/>
    <p:sldId xmlns:r="http://schemas.openxmlformats.org/officeDocument/2006/relationships" id="261" r:id="R66a6f5c7fa774ee3"/>
    <p:sldId xmlns:r="http://schemas.openxmlformats.org/officeDocument/2006/relationships" id="262" r:id="R2e35f07b39fe4fa7"/>
    <p:sldId xmlns:r="http://schemas.openxmlformats.org/officeDocument/2006/relationships" id="263" r:id="R0ac0364e35ee424c"/>
    <p:sldId xmlns:r="http://schemas.openxmlformats.org/officeDocument/2006/relationships" id="264" r:id="Rb9454c4f17a74a6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10f19c11aaf46d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a66dd2cb60470e" /><Relationship Type="http://schemas.openxmlformats.org/officeDocument/2006/relationships/slideMaster" Target="/ppt/slideMasters/slideMaster1.xml" Id="R8efd7f7d632444c4" /><Relationship Type="http://schemas.openxmlformats.org/officeDocument/2006/relationships/notesMaster" Target="/ppt/notesMasters/notesMaster1.xml" Id="R4aadf9fb29354bd6" /><Relationship Type="http://schemas.openxmlformats.org/officeDocument/2006/relationships/presProps" Target="/ppt/presProps.xml" Id="Rb021735d78b94838" /><Relationship Type="http://schemas.openxmlformats.org/officeDocument/2006/relationships/viewProps" Target="/ppt/viewProps.xml" Id="Rfcd16f9eb6a44c23" /><Relationship Type="http://schemas.openxmlformats.org/officeDocument/2006/relationships/tableStyles" Target="/ppt/tableStyles.xml" Id="R0e7a4429658343d9" /><Relationship Type="http://schemas.openxmlformats.org/officeDocument/2006/relationships/font" Target="/ppt/fonts/font.dat" Id="R710f19c11aaf46d9" /><Relationship Type="http://schemas.openxmlformats.org/officeDocument/2006/relationships/slide" Target="/ppt/slides/slide1.xml" Id="R88f79c70d2fd45a9" /><Relationship Type="http://schemas.openxmlformats.org/officeDocument/2006/relationships/slide" Target="/ppt/slides/slide2.xml" Id="R49b8cc70d5834310" /><Relationship Type="http://schemas.openxmlformats.org/officeDocument/2006/relationships/slide" Target="/ppt/slides/slide3.xml" Id="R762f01f087ef4f6c" /><Relationship Type="http://schemas.openxmlformats.org/officeDocument/2006/relationships/slide" Target="/ppt/slides/slide4.xml" Id="R7effd47007224e53" /><Relationship Type="http://schemas.openxmlformats.org/officeDocument/2006/relationships/slide" Target="/ppt/slides/slide5.xml" Id="Rc3b5daeaa81f4d54" /><Relationship Type="http://schemas.openxmlformats.org/officeDocument/2006/relationships/slide" Target="/ppt/slides/slide6.xml" Id="R66a6f5c7fa774ee3" /><Relationship Type="http://schemas.openxmlformats.org/officeDocument/2006/relationships/slide" Target="/ppt/slides/slide7.xml" Id="R2e35f07b39fe4fa7" /><Relationship Type="http://schemas.openxmlformats.org/officeDocument/2006/relationships/slide" Target="/ppt/slides/slide8.xml" Id="R0ac0364e35ee424c" /><Relationship Type="http://schemas.openxmlformats.org/officeDocument/2006/relationships/slide" Target="/ppt/slides/slide9.xml" Id="Rb9454c4f17a74a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602a6ccbca45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9939c828474d1b" /><Relationship Type="http://schemas.openxmlformats.org/officeDocument/2006/relationships/notesMaster" Target="/ppt/notesMasters/notesMaster1.xml" Id="Rf1d72203af0b4e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60cd6d7e9e4e5b" /><Relationship Type="http://schemas.openxmlformats.org/officeDocument/2006/relationships/notesMaster" Target="/ppt/notesMasters/notesMaster1.xml" Id="R24894a239fcb43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6f085b436c4fdd" /><Relationship Type="http://schemas.openxmlformats.org/officeDocument/2006/relationships/notesMaster" Target="/ppt/notesMasters/notesMaster1.xml" Id="Rcd6704cbf3b341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4c16d527594a9c" /><Relationship Type="http://schemas.openxmlformats.org/officeDocument/2006/relationships/notesMaster" Target="/ppt/notesMasters/notesMaster1.xml" Id="R224d11574c664a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f918e7e03d40f3" /><Relationship Type="http://schemas.openxmlformats.org/officeDocument/2006/relationships/notesMaster" Target="/ppt/notesMasters/notesMaster1.xml" Id="Rca1ffd30deb042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b97f6195334791" /><Relationship Type="http://schemas.openxmlformats.org/officeDocument/2006/relationships/notesMaster" Target="/ppt/notesMasters/notesMaster1.xml" Id="Rbe1c8a8bd9ed49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8eb34b9712423a" /><Relationship Type="http://schemas.openxmlformats.org/officeDocument/2006/relationships/notesMaster" Target="/ppt/notesMasters/notesMaster1.xml" Id="R846cc6a25e604b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1718f24d9040f3" /><Relationship Type="http://schemas.openxmlformats.org/officeDocument/2006/relationships/notesMaster" Target="/ppt/notesMasters/notesMaster1.xml" Id="Re3c994943a0f49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4e9587c10a44c4" /><Relationship Type="http://schemas.openxmlformats.org/officeDocument/2006/relationships/notesMaster" Target="/ppt/notesMasters/notesMaster1.xml" Id="R48f07ccd4ee842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7f6ee79847491c" /><Relationship Type="http://schemas.openxmlformats.org/officeDocument/2006/relationships/image" Target="/ppt/media/image.png" Id="R0e64ba1e5d4b4bd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49e6247f55458a" /><Relationship Type="http://schemas.openxmlformats.org/officeDocument/2006/relationships/image" Target="/ppt/media/image.png" Id="Rf39cca4b49bc45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dcd944fa2a4649" /><Relationship Type="http://schemas.openxmlformats.org/officeDocument/2006/relationships/image" Target="/ppt/media/image.png" Id="Rea5ed68b0932461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7161ad407a4c14" /><Relationship Type="http://schemas.openxmlformats.org/officeDocument/2006/relationships/image" Target="/ppt/media/image.png" Id="Ree79023a625343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bd4c4e0fa64533" /><Relationship Type="http://schemas.openxmlformats.org/officeDocument/2006/relationships/image" Target="/ppt/media/image.png" Id="R54d9bf69cbf245f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ddb19fb764260" /><Relationship Type="http://schemas.openxmlformats.org/officeDocument/2006/relationships/image" Target="/ppt/media/image.png" Id="R91005d53ac6045c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f8a442271432f" /><Relationship Type="http://schemas.openxmlformats.org/officeDocument/2006/relationships/image" Target="/ppt/media/image.png" Id="Rf61a4c4164a9403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723e5738774a46" /><Relationship Type="http://schemas.openxmlformats.org/officeDocument/2006/relationships/image" Target="/ppt/media/image.png" Id="R877b7ec91bbc463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958dc313964acc" /><Relationship Type="http://schemas.openxmlformats.org/officeDocument/2006/relationships/image" Target="/ppt/media/image.png" Id="R976b30b3e13f495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8c7adff6de4489" /><Relationship Type="http://schemas.openxmlformats.org/officeDocument/2006/relationships/image" Target="/ppt/media/image.png" Id="R6793d74e312e453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db5e0b02aa47bd" /><Relationship Type="http://schemas.openxmlformats.org/officeDocument/2006/relationships/image" Target="/ppt/media/image.png" Id="R713fc744c9964e4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64ba1e5d4b4bd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9cca4b49bc45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5ed68b093246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79023a625343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d9bf69cbf245f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005d53ac6045c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1a4c4164a940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7b7ec91bbc463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6b30b3e13f49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93d74e312e453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3fc744c9964e4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a09b68ee864b6f" /><Relationship Type="http://schemas.openxmlformats.org/officeDocument/2006/relationships/slideLayout" Target="/ppt/slideLayouts/slideLayout1.xml" Id="R711efdf18bed4174" /><Relationship Type="http://schemas.openxmlformats.org/officeDocument/2006/relationships/slideLayout" Target="/ppt/slideLayouts/slideLayout2.xml" Id="Re5fea5d04bc14b8f" /><Relationship Type="http://schemas.openxmlformats.org/officeDocument/2006/relationships/slideLayout" Target="/ppt/slideLayouts/slideLayout3.xml" Id="Re923d2b850914e15" /><Relationship Type="http://schemas.openxmlformats.org/officeDocument/2006/relationships/slideLayout" Target="/ppt/slideLayouts/slideLayout4.xml" Id="R36afbe7bfc894345" /><Relationship Type="http://schemas.openxmlformats.org/officeDocument/2006/relationships/slideLayout" Target="/ppt/slideLayouts/slideLayout5.xml" Id="Rd31f56f9c3e74d44" /><Relationship Type="http://schemas.openxmlformats.org/officeDocument/2006/relationships/slideLayout" Target="/ppt/slideLayouts/slideLayout6.xml" Id="R8934a97bb22f4fbf" /><Relationship Type="http://schemas.openxmlformats.org/officeDocument/2006/relationships/slideLayout" Target="/ppt/slideLayouts/slideLayout7.xml" Id="Re789ef00d6b9440d" /><Relationship Type="http://schemas.openxmlformats.org/officeDocument/2006/relationships/slideLayout" Target="/ppt/slideLayouts/slideLayout8.xml" Id="Re67dd6c09b244612" /><Relationship Type="http://schemas.openxmlformats.org/officeDocument/2006/relationships/slideLayout" Target="/ppt/slideLayouts/slideLayout9.xml" Id="Rac075574964d4827" /><Relationship Type="http://schemas.openxmlformats.org/officeDocument/2006/relationships/slideLayout" Target="/ppt/slideLayouts/slideLayout10.xml" Id="R45dc769294ac4e44" /><Relationship Type="http://schemas.openxmlformats.org/officeDocument/2006/relationships/slideLayout" Target="/ppt/slideLayouts/slideLayout11.xml" Id="Re79bcdfee9904b2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1efdf18bed4174"/>
    <p:sldLayoutId xmlns:r="http://schemas.openxmlformats.org/officeDocument/2006/relationships" id="2147483650" r:id="Re5fea5d04bc14b8f"/>
    <p:sldLayoutId xmlns:r="http://schemas.openxmlformats.org/officeDocument/2006/relationships" id="2147483651" r:id="Re923d2b850914e15"/>
    <p:sldLayoutId xmlns:r="http://schemas.openxmlformats.org/officeDocument/2006/relationships" id="2147483652" r:id="R36afbe7bfc894345"/>
    <p:sldLayoutId xmlns:r="http://schemas.openxmlformats.org/officeDocument/2006/relationships" id="2147483653" r:id="Rd31f56f9c3e74d44"/>
    <p:sldLayoutId xmlns:r="http://schemas.openxmlformats.org/officeDocument/2006/relationships" id="2147483654" r:id="R8934a97bb22f4fbf"/>
    <p:sldLayoutId xmlns:r="http://schemas.openxmlformats.org/officeDocument/2006/relationships" id="2147483655" r:id="Re789ef00d6b9440d"/>
    <p:sldLayoutId xmlns:r="http://schemas.openxmlformats.org/officeDocument/2006/relationships" id="2147483656" r:id="Re67dd6c09b244612"/>
    <p:sldLayoutId xmlns:r="http://schemas.openxmlformats.org/officeDocument/2006/relationships" id="2147483657" r:id="Rac075574964d4827"/>
    <p:sldLayoutId xmlns:r="http://schemas.openxmlformats.org/officeDocument/2006/relationships" id="2147483658" r:id="R45dc769294ac4e44"/>
    <p:sldLayoutId xmlns:r="http://schemas.openxmlformats.org/officeDocument/2006/relationships" id="2147483659" r:id="Re79bcdfee9904b2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f1bdb093e4006" /><Relationship Type="http://schemas.openxmlformats.org/officeDocument/2006/relationships/notesSlide" Target="/ppt/notesSlides/notesSlide1.xml" Id="Rb3695b41e4e84d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ea8230784c4c86" /><Relationship Type="http://schemas.openxmlformats.org/officeDocument/2006/relationships/notesSlide" Target="/ppt/notesSlides/notesSlide2.xml" Id="Rf5cbd03b696f43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53d9603e9d488f" /><Relationship Type="http://schemas.openxmlformats.org/officeDocument/2006/relationships/notesSlide" Target="/ppt/notesSlides/notesSlide3.xml" Id="R41eedb6a42b04c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2b36091ce44421" /><Relationship Type="http://schemas.openxmlformats.org/officeDocument/2006/relationships/notesSlide" Target="/ppt/notesSlides/notesSlide4.xml" Id="Rfb0895b8c65241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10dffef1dd405c" /><Relationship Type="http://schemas.openxmlformats.org/officeDocument/2006/relationships/notesSlide" Target="/ppt/notesSlides/notesSlide5.xml" Id="Rac3955a772ac41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99a70430634ff8" /><Relationship Type="http://schemas.openxmlformats.org/officeDocument/2006/relationships/notesSlide" Target="/ppt/notesSlides/notesSlide6.xml" Id="Ra6ded426339842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d754e2a48048bb" /><Relationship Type="http://schemas.openxmlformats.org/officeDocument/2006/relationships/notesSlide" Target="/ppt/notesSlides/notesSlide7.xml" Id="Rc90298940ffb46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229932dd6e4433" /><Relationship Type="http://schemas.openxmlformats.org/officeDocument/2006/relationships/notesSlide" Target="/ppt/notesSlides/notesSlide8.xml" Id="R5c369084688a46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8a5f42a3a548d5" /><Relationship Type="http://schemas.openxmlformats.org/officeDocument/2006/relationships/notesSlide" Target="/ppt/notesSlides/notesSlide9.xml" Id="R4dcc82ebd42741c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Strings and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type one space before and after ana, which spaces does strip() remove?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ana with two spaces before and after it, what value is stored after both lines run?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results of strip() and title() be assigned back to name before it is printed?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the cleaned name in a new variable called clean_name.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together, then display clean_name. Input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aLEX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must display the cleaned name as Alex.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name badge needs a first name and surname. Extend the program so both answers are cleaned with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display the finished full name.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Choose a place you would like to visit. Build a destination label from a city and country, cleaning both answers before you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 [city] - [country]"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display_name,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2026-08-26T04:03:11.6010000Z</dcterms:created>
  <dcterms:modified xsi:type="dcterms:W3CDTF">2026-08-26T04:03:11.6010000Z</dcterms:modified>
</coreProperties>
</file>