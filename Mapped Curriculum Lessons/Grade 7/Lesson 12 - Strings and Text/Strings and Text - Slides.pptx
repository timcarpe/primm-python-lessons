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d97ed881bed4865" /><Relationship Type="http://schemas.openxmlformats.org/officeDocument/2006/relationships/extended-properties" Target="/docProps/app.xml" Id="Re173a3f87bba414c" /><Relationship Type="http://schemas.openxmlformats.org/officeDocument/2006/relationships/officeDocument" Target="/ppt/presentation.xml" Id="R6d08583598904c9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d3611887e4c64323"/>
  </p:sldMasterIdLst>
  <p:notesMasterIdLst>
    <p:notesMasterId xmlns:r="http://schemas.openxmlformats.org/officeDocument/2006/relationships" r:id="R6cb36e70164a42f7"/>
  </p:notesMasterIdLst>
  <p:sldIdLst>
    <p:sldId xmlns:r="http://schemas.openxmlformats.org/officeDocument/2006/relationships" id="256" r:id="R51252ad44070467d"/>
    <p:sldId xmlns:r="http://schemas.openxmlformats.org/officeDocument/2006/relationships" id="257" r:id="R714e2a341579497b"/>
    <p:sldId xmlns:r="http://schemas.openxmlformats.org/officeDocument/2006/relationships" id="258" r:id="R4aad7077c15749ab"/>
    <p:sldId xmlns:r="http://schemas.openxmlformats.org/officeDocument/2006/relationships" id="259" r:id="Rd226c4b6897249f9"/>
    <p:sldId xmlns:r="http://schemas.openxmlformats.org/officeDocument/2006/relationships" id="260" r:id="R71ccfa77d7de49e1"/>
    <p:sldId xmlns:r="http://schemas.openxmlformats.org/officeDocument/2006/relationships" id="261" r:id="Ra2930a5440e649d1"/>
    <p:sldId xmlns:r="http://schemas.openxmlformats.org/officeDocument/2006/relationships" id="262" r:id="R751a4eb21f184771"/>
    <p:sldId xmlns:r="http://schemas.openxmlformats.org/officeDocument/2006/relationships" id="263" r:id="R717226c2615845c5"/>
    <p:sldId xmlns:r="http://schemas.openxmlformats.org/officeDocument/2006/relationships" id="264" r:id="Rd06191ccfade40f6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953172ebdad24dc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77be8131534704" /><Relationship Type="http://schemas.openxmlformats.org/officeDocument/2006/relationships/slideMaster" Target="/ppt/slideMasters/slideMaster1.xml" Id="Rd3611887e4c64323" /><Relationship Type="http://schemas.openxmlformats.org/officeDocument/2006/relationships/notesMaster" Target="/ppt/notesMasters/notesMaster1.xml" Id="R6cb36e70164a42f7" /><Relationship Type="http://schemas.openxmlformats.org/officeDocument/2006/relationships/presProps" Target="/ppt/presProps.xml" Id="R917ed00c9f364f3c" /><Relationship Type="http://schemas.openxmlformats.org/officeDocument/2006/relationships/viewProps" Target="/ppt/viewProps.xml" Id="R21a80d12f4074544" /><Relationship Type="http://schemas.openxmlformats.org/officeDocument/2006/relationships/tableStyles" Target="/ppt/tableStyles.xml" Id="R240302906dec48ff" /><Relationship Type="http://schemas.openxmlformats.org/officeDocument/2006/relationships/font" Target="/ppt/fonts/font.dat" Id="R953172ebdad24dc4" /><Relationship Type="http://schemas.openxmlformats.org/officeDocument/2006/relationships/slide" Target="/ppt/slides/slide1.xml" Id="R51252ad44070467d" /><Relationship Type="http://schemas.openxmlformats.org/officeDocument/2006/relationships/slide" Target="/ppt/slides/slide2.xml" Id="R714e2a341579497b" /><Relationship Type="http://schemas.openxmlformats.org/officeDocument/2006/relationships/slide" Target="/ppt/slides/slide3.xml" Id="R4aad7077c15749ab" /><Relationship Type="http://schemas.openxmlformats.org/officeDocument/2006/relationships/slide" Target="/ppt/slides/slide4.xml" Id="Rd226c4b6897249f9" /><Relationship Type="http://schemas.openxmlformats.org/officeDocument/2006/relationships/slide" Target="/ppt/slides/slide5.xml" Id="R71ccfa77d7de49e1" /><Relationship Type="http://schemas.openxmlformats.org/officeDocument/2006/relationships/slide" Target="/ppt/slides/slide6.xml" Id="Ra2930a5440e649d1" /><Relationship Type="http://schemas.openxmlformats.org/officeDocument/2006/relationships/slide" Target="/ppt/slides/slide7.xml" Id="R751a4eb21f184771" /><Relationship Type="http://schemas.openxmlformats.org/officeDocument/2006/relationships/slide" Target="/ppt/slides/slide8.xml" Id="R717226c2615845c5" /><Relationship Type="http://schemas.openxmlformats.org/officeDocument/2006/relationships/slide" Target="/ppt/slides/slide9.xml" Id="Rd06191ccfade40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a6d54d6a1f4a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ee7d8ae0244125" /><Relationship Type="http://schemas.openxmlformats.org/officeDocument/2006/relationships/notesMaster" Target="/ppt/notesMasters/notesMaster1.xml" Id="Rf4dae2b9fdfa435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0c6dde345f4cc6" /><Relationship Type="http://schemas.openxmlformats.org/officeDocument/2006/relationships/notesMaster" Target="/ppt/notesMasters/notesMaster1.xml" Id="Raf987221dd14453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43c4c47f83d4295" /><Relationship Type="http://schemas.openxmlformats.org/officeDocument/2006/relationships/notesMaster" Target="/ppt/notesMasters/notesMaster1.xml" Id="Rcdaa8abb949443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68df17a2744bca" /><Relationship Type="http://schemas.openxmlformats.org/officeDocument/2006/relationships/notesMaster" Target="/ppt/notesMasters/notesMaster1.xml" Id="R83b859bea892475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e159b801bd4112" /><Relationship Type="http://schemas.openxmlformats.org/officeDocument/2006/relationships/notesMaster" Target="/ppt/notesMasters/notesMaster1.xml" Id="R77842125c1c243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a40a94abc194a66" /><Relationship Type="http://schemas.openxmlformats.org/officeDocument/2006/relationships/notesMaster" Target="/ppt/notesMasters/notesMaster1.xml" Id="R0934f0e6eff54e5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96d8f6b3834384" /><Relationship Type="http://schemas.openxmlformats.org/officeDocument/2006/relationships/notesMaster" Target="/ppt/notesMasters/notesMaster1.xml" Id="Rd6e9c8cd16294d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848b5d600a14879" /><Relationship Type="http://schemas.openxmlformats.org/officeDocument/2006/relationships/notesMaster" Target="/ppt/notesMasters/notesMaster1.xml" Id="R23e59c9110bd407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c2d62a2476a4fae" /><Relationship Type="http://schemas.openxmlformats.org/officeDocument/2006/relationships/notesMaster" Target="/ppt/notesMasters/notesMaster1.xml" Id="R32eac2de9d8f44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63ef236bdf4608" /><Relationship Type="http://schemas.openxmlformats.org/officeDocument/2006/relationships/image" Target="/ppt/media/image.png" Id="R34ecff9c83ed4f5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d64764ec974020" /><Relationship Type="http://schemas.openxmlformats.org/officeDocument/2006/relationships/image" Target="/ppt/media/image.png" Id="R433d105690124de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e2bb60980f4d7f" /><Relationship Type="http://schemas.openxmlformats.org/officeDocument/2006/relationships/image" Target="/ppt/media/image.png" Id="R97f17b7d246640a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a63e07a5794299" /><Relationship Type="http://schemas.openxmlformats.org/officeDocument/2006/relationships/image" Target="/ppt/media/image.png" Id="R7c8d388fcac84d4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4b4d3b2df24fe2" /><Relationship Type="http://schemas.openxmlformats.org/officeDocument/2006/relationships/image" Target="/ppt/media/image.png" Id="R82b85dee95424ce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735797fde04db9" /><Relationship Type="http://schemas.openxmlformats.org/officeDocument/2006/relationships/image" Target="/ppt/media/image.png" Id="Rbdd565bace834c1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473895a04e484c" /><Relationship Type="http://schemas.openxmlformats.org/officeDocument/2006/relationships/image" Target="/ppt/media/image.png" Id="Rc0ab2e83bd87411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5dffe676b643c6" /><Relationship Type="http://schemas.openxmlformats.org/officeDocument/2006/relationships/image" Target="/ppt/media/image.png" Id="R39bf3a19713b495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db4553a82c4066" /><Relationship Type="http://schemas.openxmlformats.org/officeDocument/2006/relationships/image" Target="/ppt/media/image.png" Id="R8bd487ccde2d465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bd167417e44096" /><Relationship Type="http://schemas.openxmlformats.org/officeDocument/2006/relationships/image" Target="/ppt/media/image.png" Id="R04bd257f93e7434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0f08e166914bfd" /><Relationship Type="http://schemas.openxmlformats.org/officeDocument/2006/relationships/image" Target="/ppt/media/image.png" Id="Raaabc314f50e48f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ecff9c83ed4f5a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3d105690124de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f17b7d246640a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c8d388fcac84d4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2b85dee95424ce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d565bace834c1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0ab2e83bd87411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bf3a19713b495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bd487ccde2d465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4bd257f93e7434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abc314f50e48f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993ffa47b954d41" /><Relationship Type="http://schemas.openxmlformats.org/officeDocument/2006/relationships/slideLayout" Target="/ppt/slideLayouts/slideLayout1.xml" Id="R091ad3f882974da7" /><Relationship Type="http://schemas.openxmlformats.org/officeDocument/2006/relationships/slideLayout" Target="/ppt/slideLayouts/slideLayout2.xml" Id="R5b997b89936b44e0" /><Relationship Type="http://schemas.openxmlformats.org/officeDocument/2006/relationships/slideLayout" Target="/ppt/slideLayouts/slideLayout3.xml" Id="R45f80175ea1b403d" /><Relationship Type="http://schemas.openxmlformats.org/officeDocument/2006/relationships/slideLayout" Target="/ppt/slideLayouts/slideLayout4.xml" Id="R14852b92e2b941d2" /><Relationship Type="http://schemas.openxmlformats.org/officeDocument/2006/relationships/slideLayout" Target="/ppt/slideLayouts/slideLayout5.xml" Id="Rd6f6c0d09407415a" /><Relationship Type="http://schemas.openxmlformats.org/officeDocument/2006/relationships/slideLayout" Target="/ppt/slideLayouts/slideLayout6.xml" Id="Rac4e9f0576844ed9" /><Relationship Type="http://schemas.openxmlformats.org/officeDocument/2006/relationships/slideLayout" Target="/ppt/slideLayouts/slideLayout7.xml" Id="R40afb033b7ad4df5" /><Relationship Type="http://schemas.openxmlformats.org/officeDocument/2006/relationships/slideLayout" Target="/ppt/slideLayouts/slideLayout8.xml" Id="R77962922b0c245e7" /><Relationship Type="http://schemas.openxmlformats.org/officeDocument/2006/relationships/slideLayout" Target="/ppt/slideLayouts/slideLayout9.xml" Id="R47b5d47932bf4c80" /><Relationship Type="http://schemas.openxmlformats.org/officeDocument/2006/relationships/slideLayout" Target="/ppt/slideLayouts/slideLayout10.xml" Id="Rc757b209734a403d" /><Relationship Type="http://schemas.openxmlformats.org/officeDocument/2006/relationships/slideLayout" Target="/ppt/slideLayouts/slideLayout11.xml" Id="R189320dba2044b9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1ad3f882974da7"/>
    <p:sldLayoutId xmlns:r="http://schemas.openxmlformats.org/officeDocument/2006/relationships" id="2147483650" r:id="R5b997b89936b44e0"/>
    <p:sldLayoutId xmlns:r="http://schemas.openxmlformats.org/officeDocument/2006/relationships" id="2147483651" r:id="R45f80175ea1b403d"/>
    <p:sldLayoutId xmlns:r="http://schemas.openxmlformats.org/officeDocument/2006/relationships" id="2147483652" r:id="R14852b92e2b941d2"/>
    <p:sldLayoutId xmlns:r="http://schemas.openxmlformats.org/officeDocument/2006/relationships" id="2147483653" r:id="Rd6f6c0d09407415a"/>
    <p:sldLayoutId xmlns:r="http://schemas.openxmlformats.org/officeDocument/2006/relationships" id="2147483654" r:id="Rac4e9f0576844ed9"/>
    <p:sldLayoutId xmlns:r="http://schemas.openxmlformats.org/officeDocument/2006/relationships" id="2147483655" r:id="R40afb033b7ad4df5"/>
    <p:sldLayoutId xmlns:r="http://schemas.openxmlformats.org/officeDocument/2006/relationships" id="2147483656" r:id="R77962922b0c245e7"/>
    <p:sldLayoutId xmlns:r="http://schemas.openxmlformats.org/officeDocument/2006/relationships" id="2147483657" r:id="R47b5d47932bf4c80"/>
    <p:sldLayoutId xmlns:r="http://schemas.openxmlformats.org/officeDocument/2006/relationships" id="2147483658" r:id="Rc757b209734a403d"/>
    <p:sldLayoutId xmlns:r="http://schemas.openxmlformats.org/officeDocument/2006/relationships" id="2147483659" r:id="R189320dba2044b90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90e1efc00f4acd" /><Relationship Type="http://schemas.openxmlformats.org/officeDocument/2006/relationships/notesSlide" Target="/ppt/notesSlides/notesSlide1.xml" Id="R4f42ea31595e45d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48c14f6b5b049b9" /><Relationship Type="http://schemas.openxmlformats.org/officeDocument/2006/relationships/notesSlide" Target="/ppt/notesSlides/notesSlide2.xml" Id="Rcde0b8f4283342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5439c7d7e2400f" /><Relationship Type="http://schemas.openxmlformats.org/officeDocument/2006/relationships/notesSlide" Target="/ppt/notesSlides/notesSlide3.xml" Id="R7cfaa331401b47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895415a51b49e0" /><Relationship Type="http://schemas.openxmlformats.org/officeDocument/2006/relationships/notesSlide" Target="/ppt/notesSlides/notesSlide4.xml" Id="Rcc4404919a464f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0fe9ae2a2443b8" /><Relationship Type="http://schemas.openxmlformats.org/officeDocument/2006/relationships/notesSlide" Target="/ppt/notesSlides/notesSlide5.xml" Id="Rb0338aa6e53342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a69136d8214b83" /><Relationship Type="http://schemas.openxmlformats.org/officeDocument/2006/relationships/notesSlide" Target="/ppt/notesSlides/notesSlide6.xml" Id="R89073954398c48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0b43e7d1934e83" /><Relationship Type="http://schemas.openxmlformats.org/officeDocument/2006/relationships/notesSlide" Target="/ppt/notesSlides/notesSlide7.xml" Id="R32ac4ce60c354a9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0a8abfa414432c" /><Relationship Type="http://schemas.openxmlformats.org/officeDocument/2006/relationships/notesSlide" Target="/ppt/notesSlides/notesSlide8.xml" Id="Re58b648be86443a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102320e41b4031" /><Relationship Type="http://schemas.openxmlformats.org/officeDocument/2006/relationships/notesSlide" Target="/ppt/notesSlides/notesSlide9.xml" Id="Ra8130abf60104dd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Strings and Text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type one space before and after ana, which spaces does strip() remove?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ana with two spaces before and after it, what value is stored after both lines run?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results of strip() and title() be assigned back to name before it is printed?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keeps the name exactly as typed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stores the result of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clean_name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typed:"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clean_name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"aLEX"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typed: aLEX"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Alex"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also asks for a surname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surname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the surname too, then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both names.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aLEX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nGUYEN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Alex Nguyen"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destination program that asks for a city, a country and a landmark.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each answer.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"Destination:"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city and country separated by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"-"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"Visit:"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landmark.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hANOI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vIETNAM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give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"Destination: Hanoi - Vietnam"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display_name)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2026-09-29T02:05:01.9140000Z</dcterms:created>
  <dcterms:modified xsi:type="dcterms:W3CDTF">2026-09-29T02:05:01.9140000Z</dcterms:modified>
</coreProperties>
</file>