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f4ebc2a83d4bd2" /><Relationship Type="http://schemas.openxmlformats.org/officeDocument/2006/relationships/extended-properties" Target="/docProps/app.xml" Id="R893e01e2aef14561" /><Relationship Type="http://schemas.openxmlformats.org/officeDocument/2006/relationships/officeDocument" Target="/ppt/presentation.xml" Id="R7aea72cc9a9a477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ed15690120c42c2"/>
  </p:sldMasterIdLst>
  <p:notesMasterIdLst>
    <p:notesMasterId xmlns:r="http://schemas.openxmlformats.org/officeDocument/2006/relationships" r:id="Rf34f7c3e0edf4172"/>
  </p:notesMasterIdLst>
  <p:sldIdLst>
    <p:sldId xmlns:r="http://schemas.openxmlformats.org/officeDocument/2006/relationships" id="256" r:id="R7e0a3593d9654bcd"/>
    <p:sldId xmlns:r="http://schemas.openxmlformats.org/officeDocument/2006/relationships" id="257" r:id="R063c08d339b44e64"/>
    <p:sldId xmlns:r="http://schemas.openxmlformats.org/officeDocument/2006/relationships" id="258" r:id="Rc380ecfcd53b4ae2"/>
    <p:sldId xmlns:r="http://schemas.openxmlformats.org/officeDocument/2006/relationships" id="259" r:id="R719a9bde63454bd8"/>
    <p:sldId xmlns:r="http://schemas.openxmlformats.org/officeDocument/2006/relationships" id="260" r:id="R4e8ef2fdf3054066"/>
    <p:sldId xmlns:r="http://schemas.openxmlformats.org/officeDocument/2006/relationships" id="261" r:id="Rba6def6e384841dc"/>
    <p:sldId xmlns:r="http://schemas.openxmlformats.org/officeDocument/2006/relationships" id="262" r:id="Re681d4e0a5594a77"/>
    <p:sldId xmlns:r="http://schemas.openxmlformats.org/officeDocument/2006/relationships" id="263" r:id="R39fffe5b9b7546e5"/>
    <p:sldId xmlns:r="http://schemas.openxmlformats.org/officeDocument/2006/relationships" id="264" r:id="R44efd116c8ad429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7bcab41c3fd455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8f0d60e7984283" /><Relationship Type="http://schemas.openxmlformats.org/officeDocument/2006/relationships/slideMaster" Target="/ppt/slideMasters/slideMaster1.xml" Id="Rfed15690120c42c2" /><Relationship Type="http://schemas.openxmlformats.org/officeDocument/2006/relationships/notesMaster" Target="/ppt/notesMasters/notesMaster1.xml" Id="Rf34f7c3e0edf4172" /><Relationship Type="http://schemas.openxmlformats.org/officeDocument/2006/relationships/presProps" Target="/ppt/presProps.xml" Id="R3aac9955ece74a87" /><Relationship Type="http://schemas.openxmlformats.org/officeDocument/2006/relationships/viewProps" Target="/ppt/viewProps.xml" Id="R9ade5ad1255a4135" /><Relationship Type="http://schemas.openxmlformats.org/officeDocument/2006/relationships/tableStyles" Target="/ppt/tableStyles.xml" Id="Ra70dcb13bc714b55" /><Relationship Type="http://schemas.openxmlformats.org/officeDocument/2006/relationships/font" Target="/ppt/fonts/font.dat" Id="Rf7bcab41c3fd4555" /><Relationship Type="http://schemas.openxmlformats.org/officeDocument/2006/relationships/slide" Target="/ppt/slides/slide1.xml" Id="R7e0a3593d9654bcd" /><Relationship Type="http://schemas.openxmlformats.org/officeDocument/2006/relationships/slide" Target="/ppt/slides/slide2.xml" Id="R063c08d339b44e64" /><Relationship Type="http://schemas.openxmlformats.org/officeDocument/2006/relationships/slide" Target="/ppt/slides/slide3.xml" Id="Rc380ecfcd53b4ae2" /><Relationship Type="http://schemas.openxmlformats.org/officeDocument/2006/relationships/slide" Target="/ppt/slides/slide4.xml" Id="R719a9bde63454bd8" /><Relationship Type="http://schemas.openxmlformats.org/officeDocument/2006/relationships/slide" Target="/ppt/slides/slide5.xml" Id="R4e8ef2fdf3054066" /><Relationship Type="http://schemas.openxmlformats.org/officeDocument/2006/relationships/slide" Target="/ppt/slides/slide6.xml" Id="Rba6def6e384841dc" /><Relationship Type="http://schemas.openxmlformats.org/officeDocument/2006/relationships/slide" Target="/ppt/slides/slide7.xml" Id="Re681d4e0a5594a77" /><Relationship Type="http://schemas.openxmlformats.org/officeDocument/2006/relationships/slide" Target="/ppt/slides/slide8.xml" Id="R39fffe5b9b7546e5" /><Relationship Type="http://schemas.openxmlformats.org/officeDocument/2006/relationships/slide" Target="/ppt/slides/slide9.xml" Id="R44efd116c8ad42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883345a7aa47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5c950669cf4834" /><Relationship Type="http://schemas.openxmlformats.org/officeDocument/2006/relationships/notesMaster" Target="/ppt/notesMasters/notesMaster1.xml" Id="R7a569ba928f049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9e414ce0b947dc" /><Relationship Type="http://schemas.openxmlformats.org/officeDocument/2006/relationships/notesMaster" Target="/ppt/notesMasters/notesMaster1.xml" Id="R434b75b83b134d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1db47975014586" /><Relationship Type="http://schemas.openxmlformats.org/officeDocument/2006/relationships/notesMaster" Target="/ppt/notesMasters/notesMaster1.xml" Id="R4a889dfe8f9b4f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830f34190a4fe6" /><Relationship Type="http://schemas.openxmlformats.org/officeDocument/2006/relationships/notesMaster" Target="/ppt/notesMasters/notesMaster1.xml" Id="Re3f03576da8b48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8e523a23d34175" /><Relationship Type="http://schemas.openxmlformats.org/officeDocument/2006/relationships/notesMaster" Target="/ppt/notesMasters/notesMaster1.xml" Id="R6f1f1b6df4e44b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99344b9e9e473e" /><Relationship Type="http://schemas.openxmlformats.org/officeDocument/2006/relationships/notesMaster" Target="/ppt/notesMasters/notesMaster1.xml" Id="R7988d9124dc44c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0c663412ab4de7" /><Relationship Type="http://schemas.openxmlformats.org/officeDocument/2006/relationships/notesMaster" Target="/ppt/notesMasters/notesMaster1.xml" Id="R461b85098c6447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ab287b96674aca" /><Relationship Type="http://schemas.openxmlformats.org/officeDocument/2006/relationships/notesMaster" Target="/ppt/notesMasters/notesMaster1.xml" Id="R01bb6254deb54f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be37633f084c88" /><Relationship Type="http://schemas.openxmlformats.org/officeDocument/2006/relationships/notesMaster" Target="/ppt/notesMasters/notesMaster1.xml" Id="Rf94ecacdcc9b42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fe12354bad4a09" /><Relationship Type="http://schemas.openxmlformats.org/officeDocument/2006/relationships/image" Target="/ppt/media/image.png" Id="Rdbb8468cd2734e6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76409612d744ba" /><Relationship Type="http://schemas.openxmlformats.org/officeDocument/2006/relationships/image" Target="/ppt/media/image.png" Id="Rf888c3687f854e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d717f9e4414600" /><Relationship Type="http://schemas.openxmlformats.org/officeDocument/2006/relationships/image" Target="/ppt/media/image.png" Id="Rce7d8ca314ce402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7a4effca1a41a7" /><Relationship Type="http://schemas.openxmlformats.org/officeDocument/2006/relationships/image" Target="/ppt/media/image.png" Id="R766438dfdca34ff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42ff35a77e4cef" /><Relationship Type="http://schemas.openxmlformats.org/officeDocument/2006/relationships/image" Target="/ppt/media/image.png" Id="R986ed910ac5d40b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5d91328c08441e" /><Relationship Type="http://schemas.openxmlformats.org/officeDocument/2006/relationships/image" Target="/ppt/media/image.png" Id="R75822392b437464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d6739ad4f54a8e" /><Relationship Type="http://schemas.openxmlformats.org/officeDocument/2006/relationships/image" Target="/ppt/media/image.png" Id="Rcc8abe87ae8340c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e0462698e445be" /><Relationship Type="http://schemas.openxmlformats.org/officeDocument/2006/relationships/image" Target="/ppt/media/image.png" Id="R76321a432c9444b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aa45a2a7ce42a3" /><Relationship Type="http://schemas.openxmlformats.org/officeDocument/2006/relationships/image" Target="/ppt/media/image.png" Id="R427b1a9d00b743e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0da87269194552" /><Relationship Type="http://schemas.openxmlformats.org/officeDocument/2006/relationships/image" Target="/ppt/media/image.png" Id="R8deb0e5bde61405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c98c5620bc436c" /><Relationship Type="http://schemas.openxmlformats.org/officeDocument/2006/relationships/image" Target="/ppt/media/image.png" Id="R2b9ec1dff7ea415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b8468cd2734e6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88c3687f854e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7d8ca314ce40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6438dfdca34f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6ed910ac5d40b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822392b43746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8abe87ae8340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321a432c9444b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7b1a9d00b743e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eb0e5bde61405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9ec1dff7ea415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feb85a9f0e47d8" /><Relationship Type="http://schemas.openxmlformats.org/officeDocument/2006/relationships/slideLayout" Target="/ppt/slideLayouts/slideLayout1.xml" Id="Rafb17b204eff4b26" /><Relationship Type="http://schemas.openxmlformats.org/officeDocument/2006/relationships/slideLayout" Target="/ppt/slideLayouts/slideLayout2.xml" Id="Rea4adf4385c7437d" /><Relationship Type="http://schemas.openxmlformats.org/officeDocument/2006/relationships/slideLayout" Target="/ppt/slideLayouts/slideLayout3.xml" Id="Rca1a697d43794515" /><Relationship Type="http://schemas.openxmlformats.org/officeDocument/2006/relationships/slideLayout" Target="/ppt/slideLayouts/slideLayout4.xml" Id="R62627f61e3dd402c" /><Relationship Type="http://schemas.openxmlformats.org/officeDocument/2006/relationships/slideLayout" Target="/ppt/slideLayouts/slideLayout5.xml" Id="R110eb0f35c834007" /><Relationship Type="http://schemas.openxmlformats.org/officeDocument/2006/relationships/slideLayout" Target="/ppt/slideLayouts/slideLayout6.xml" Id="R115e734a683644c8" /><Relationship Type="http://schemas.openxmlformats.org/officeDocument/2006/relationships/slideLayout" Target="/ppt/slideLayouts/slideLayout7.xml" Id="R11ee51f30b12431a" /><Relationship Type="http://schemas.openxmlformats.org/officeDocument/2006/relationships/slideLayout" Target="/ppt/slideLayouts/slideLayout8.xml" Id="Rc30fdef3df3e42f7" /><Relationship Type="http://schemas.openxmlformats.org/officeDocument/2006/relationships/slideLayout" Target="/ppt/slideLayouts/slideLayout9.xml" Id="R8f6efd8c186647b3" /><Relationship Type="http://schemas.openxmlformats.org/officeDocument/2006/relationships/slideLayout" Target="/ppt/slideLayouts/slideLayout10.xml" Id="R3ca00940b6f44b75" /><Relationship Type="http://schemas.openxmlformats.org/officeDocument/2006/relationships/slideLayout" Target="/ppt/slideLayouts/slideLayout11.xml" Id="R977b01393aab491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b17b204eff4b26"/>
    <p:sldLayoutId xmlns:r="http://schemas.openxmlformats.org/officeDocument/2006/relationships" id="2147483650" r:id="Rea4adf4385c7437d"/>
    <p:sldLayoutId xmlns:r="http://schemas.openxmlformats.org/officeDocument/2006/relationships" id="2147483651" r:id="Rca1a697d43794515"/>
    <p:sldLayoutId xmlns:r="http://schemas.openxmlformats.org/officeDocument/2006/relationships" id="2147483652" r:id="R62627f61e3dd402c"/>
    <p:sldLayoutId xmlns:r="http://schemas.openxmlformats.org/officeDocument/2006/relationships" id="2147483653" r:id="R110eb0f35c834007"/>
    <p:sldLayoutId xmlns:r="http://schemas.openxmlformats.org/officeDocument/2006/relationships" id="2147483654" r:id="R115e734a683644c8"/>
    <p:sldLayoutId xmlns:r="http://schemas.openxmlformats.org/officeDocument/2006/relationships" id="2147483655" r:id="R11ee51f30b12431a"/>
    <p:sldLayoutId xmlns:r="http://schemas.openxmlformats.org/officeDocument/2006/relationships" id="2147483656" r:id="Rc30fdef3df3e42f7"/>
    <p:sldLayoutId xmlns:r="http://schemas.openxmlformats.org/officeDocument/2006/relationships" id="2147483657" r:id="R8f6efd8c186647b3"/>
    <p:sldLayoutId xmlns:r="http://schemas.openxmlformats.org/officeDocument/2006/relationships" id="2147483658" r:id="R3ca00940b6f44b75"/>
    <p:sldLayoutId xmlns:r="http://schemas.openxmlformats.org/officeDocument/2006/relationships" id="2147483659" r:id="R977b01393aab491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cc4c527a248eb" /><Relationship Type="http://schemas.openxmlformats.org/officeDocument/2006/relationships/notesSlide" Target="/ppt/notesSlides/notesSlide1.xml" Id="R1c257b30dfce4d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fd9402a05642b9" /><Relationship Type="http://schemas.openxmlformats.org/officeDocument/2006/relationships/notesSlide" Target="/ppt/notesSlides/notesSlide2.xml" Id="R7007f655c60141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24306ab3d14110" /><Relationship Type="http://schemas.openxmlformats.org/officeDocument/2006/relationships/notesSlide" Target="/ppt/notesSlides/notesSlide3.xml" Id="Rb061fa09a89942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305ad8aa8c49a3" /><Relationship Type="http://schemas.openxmlformats.org/officeDocument/2006/relationships/notesSlide" Target="/ppt/notesSlides/notesSlide4.xml" Id="Rd5be6b93c7d444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45e495ff3c4640" /><Relationship Type="http://schemas.openxmlformats.org/officeDocument/2006/relationships/notesSlide" Target="/ppt/notesSlides/notesSlide5.xml" Id="R033a0a4a56ce45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e04796c196481c" /><Relationship Type="http://schemas.openxmlformats.org/officeDocument/2006/relationships/notesSlide" Target="/ppt/notesSlides/notesSlide6.xml" Id="R7d701a3005b940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b291170089442b" /><Relationship Type="http://schemas.openxmlformats.org/officeDocument/2006/relationships/notesSlide" Target="/ppt/notesSlides/notesSlide7.xml" Id="R1369e4d5a9ad43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ecbacbb0684f9c" /><Relationship Type="http://schemas.openxmlformats.org/officeDocument/2006/relationships/notesSlide" Target="/ppt/notesSlides/notesSlide8.xml" Id="R8ed4c46148e545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87cf2f973a4000" /><Relationship Type="http://schemas.openxmlformats.org/officeDocument/2006/relationships/notesSlide" Target="/ppt/notesSlides/notesSlide9.xml" Id="Rffee1e2a1aa34f7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Strings and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type one space before and after ana, which spaces does strip() remove?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ana with two spaces before and after it, what value is stored after both lines run?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results of strip() and title() be assigned back to name before it is printed?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keeps the name exactly as typed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the result of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clean_name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typed:"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clean_name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typed: 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also asks for a surname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surname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the surname too, then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both names.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aLEX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nGUYEN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 Nguyen"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destination program that asks for a city, a country and a landmark.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each answer.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city and country separated by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"-"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landmark.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hANOI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vIETNAM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give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 Hanoi - Vietnam"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2026-09-28T09:07:08.9000000Z</dcterms:created>
  <dcterms:modified xsi:type="dcterms:W3CDTF">2026-09-28T09:07:08.9000000Z</dcterms:modified>
</coreProperties>
</file>