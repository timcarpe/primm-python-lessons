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cc4b2c64ce40d4" /><Relationship Type="http://schemas.openxmlformats.org/officeDocument/2006/relationships/extended-properties" Target="/docProps/app.xml" Id="Ra21abe83fcff4be7" /><Relationship Type="http://schemas.openxmlformats.org/officeDocument/2006/relationships/officeDocument" Target="/ppt/presentation.xml" Id="Ra6642e6dfe6f4cf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307e8e3fdfb4837"/>
  </p:sldMasterIdLst>
  <p:notesMasterIdLst>
    <p:notesMasterId xmlns:r="http://schemas.openxmlformats.org/officeDocument/2006/relationships" r:id="R83e34a079efa45ee"/>
  </p:notesMasterIdLst>
  <p:sldIdLst>
    <p:sldId xmlns:r="http://schemas.openxmlformats.org/officeDocument/2006/relationships" id="256" r:id="R52fce3cf2d174a7f"/>
    <p:sldId xmlns:r="http://schemas.openxmlformats.org/officeDocument/2006/relationships" id="257" r:id="Rcda9d384ce24435c"/>
    <p:sldId xmlns:r="http://schemas.openxmlformats.org/officeDocument/2006/relationships" id="258" r:id="R7fb2742a5fb24fb8"/>
    <p:sldId xmlns:r="http://schemas.openxmlformats.org/officeDocument/2006/relationships" id="259" r:id="R5e6c3d657f894ac6"/>
    <p:sldId xmlns:r="http://schemas.openxmlformats.org/officeDocument/2006/relationships" id="260" r:id="R288874b2fada4db2"/>
    <p:sldId xmlns:r="http://schemas.openxmlformats.org/officeDocument/2006/relationships" id="261" r:id="R4874b76f34b14fb4"/>
    <p:sldId xmlns:r="http://schemas.openxmlformats.org/officeDocument/2006/relationships" id="262" r:id="R905a526a2e374d24"/>
    <p:sldId xmlns:r="http://schemas.openxmlformats.org/officeDocument/2006/relationships" id="263" r:id="Rc9f63d4ee3b84af9"/>
    <p:sldId xmlns:r="http://schemas.openxmlformats.org/officeDocument/2006/relationships" id="264" r:id="R125db858976946d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8c18f4c2ff64499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3baa1026844fd4" /><Relationship Type="http://schemas.openxmlformats.org/officeDocument/2006/relationships/slideMaster" Target="/ppt/slideMasters/slideMaster1.xml" Id="Rb307e8e3fdfb4837" /><Relationship Type="http://schemas.openxmlformats.org/officeDocument/2006/relationships/notesMaster" Target="/ppt/notesMasters/notesMaster1.xml" Id="R83e34a079efa45ee" /><Relationship Type="http://schemas.openxmlformats.org/officeDocument/2006/relationships/presProps" Target="/ppt/presProps.xml" Id="R79b3f8bfffd94ded" /><Relationship Type="http://schemas.openxmlformats.org/officeDocument/2006/relationships/viewProps" Target="/ppt/viewProps.xml" Id="R88ff2f3fc5454da0" /><Relationship Type="http://schemas.openxmlformats.org/officeDocument/2006/relationships/tableStyles" Target="/ppt/tableStyles.xml" Id="R8d18dc4a956842ee" /><Relationship Type="http://schemas.openxmlformats.org/officeDocument/2006/relationships/font" Target="/ppt/fonts/font.dat" Id="R8c18f4c2ff64499b" /><Relationship Type="http://schemas.openxmlformats.org/officeDocument/2006/relationships/slide" Target="/ppt/slides/slide1.xml" Id="R52fce3cf2d174a7f" /><Relationship Type="http://schemas.openxmlformats.org/officeDocument/2006/relationships/slide" Target="/ppt/slides/slide2.xml" Id="Rcda9d384ce24435c" /><Relationship Type="http://schemas.openxmlformats.org/officeDocument/2006/relationships/slide" Target="/ppt/slides/slide3.xml" Id="R7fb2742a5fb24fb8" /><Relationship Type="http://schemas.openxmlformats.org/officeDocument/2006/relationships/slide" Target="/ppt/slides/slide4.xml" Id="R5e6c3d657f894ac6" /><Relationship Type="http://schemas.openxmlformats.org/officeDocument/2006/relationships/slide" Target="/ppt/slides/slide5.xml" Id="R288874b2fada4db2" /><Relationship Type="http://schemas.openxmlformats.org/officeDocument/2006/relationships/slide" Target="/ppt/slides/slide6.xml" Id="R4874b76f34b14fb4" /><Relationship Type="http://schemas.openxmlformats.org/officeDocument/2006/relationships/slide" Target="/ppt/slides/slide7.xml" Id="R905a526a2e374d24" /><Relationship Type="http://schemas.openxmlformats.org/officeDocument/2006/relationships/slide" Target="/ppt/slides/slide8.xml" Id="Rc9f63d4ee3b84af9" /><Relationship Type="http://schemas.openxmlformats.org/officeDocument/2006/relationships/slide" Target="/ppt/slides/slide9.xml" Id="R125db858976946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a09dded27c40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f623d738604cc5" /><Relationship Type="http://schemas.openxmlformats.org/officeDocument/2006/relationships/notesMaster" Target="/ppt/notesMasters/notesMaster1.xml" Id="Rc7f6cca7e98946b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efb881c444442d" /><Relationship Type="http://schemas.openxmlformats.org/officeDocument/2006/relationships/notesMaster" Target="/ppt/notesMasters/notesMaster1.xml" Id="R7d58a78356da46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3ee24102ed49fb" /><Relationship Type="http://schemas.openxmlformats.org/officeDocument/2006/relationships/notesMaster" Target="/ppt/notesMasters/notesMaster1.xml" Id="R76b0621f84cb4b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321a048e4a49f1" /><Relationship Type="http://schemas.openxmlformats.org/officeDocument/2006/relationships/notesMaster" Target="/ppt/notesMasters/notesMaster1.xml" Id="R9db4c4fe403446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ac6e375974451b" /><Relationship Type="http://schemas.openxmlformats.org/officeDocument/2006/relationships/notesMaster" Target="/ppt/notesMasters/notesMaster1.xml" Id="R78ff1a41b82043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eb66324a084615" /><Relationship Type="http://schemas.openxmlformats.org/officeDocument/2006/relationships/notesMaster" Target="/ppt/notesMasters/notesMaster1.xml" Id="R0c0c35b8b26a44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22fef1770849fd" /><Relationship Type="http://schemas.openxmlformats.org/officeDocument/2006/relationships/notesMaster" Target="/ppt/notesMasters/notesMaster1.xml" Id="R2bfb25799aa84b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22b3bea1a244db" /><Relationship Type="http://schemas.openxmlformats.org/officeDocument/2006/relationships/notesMaster" Target="/ppt/notesMasters/notesMaster1.xml" Id="R90b3357236c344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ba40e1af59478c" /><Relationship Type="http://schemas.openxmlformats.org/officeDocument/2006/relationships/notesMaster" Target="/ppt/notesMasters/notesMaster1.xml" Id="R60e8093800854d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86a01c1f644064" /><Relationship Type="http://schemas.openxmlformats.org/officeDocument/2006/relationships/image" Target="/ppt/media/image.png" Id="Rc4b2403ac12f41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81d319bef54e50" /><Relationship Type="http://schemas.openxmlformats.org/officeDocument/2006/relationships/image" Target="/ppt/media/image.png" Id="R6786f045f45c49f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f3826efdb14261" /><Relationship Type="http://schemas.openxmlformats.org/officeDocument/2006/relationships/image" Target="/ppt/media/image.png" Id="Rfad7640841f1417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9c48bc00004896" /><Relationship Type="http://schemas.openxmlformats.org/officeDocument/2006/relationships/image" Target="/ppt/media/image.png" Id="Rd775993e3db54c8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4ab9cc39e4747" /><Relationship Type="http://schemas.openxmlformats.org/officeDocument/2006/relationships/image" Target="/ppt/media/image.png" Id="R5a89db6a43ce4ea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3478c1095c41fb" /><Relationship Type="http://schemas.openxmlformats.org/officeDocument/2006/relationships/image" Target="/ppt/media/image.png" Id="Ra964658a07fb47e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d225c8499549fd" /><Relationship Type="http://schemas.openxmlformats.org/officeDocument/2006/relationships/image" Target="/ppt/media/image.png" Id="Rea0cd0123d044b1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b87c81741b46d5" /><Relationship Type="http://schemas.openxmlformats.org/officeDocument/2006/relationships/image" Target="/ppt/media/image.png" Id="R46eec6739fab40f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2e6c1c6eea4adc" /><Relationship Type="http://schemas.openxmlformats.org/officeDocument/2006/relationships/image" Target="/ppt/media/image.png" Id="R5a6f2374bc5143c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ba6d7bfed146d2" /><Relationship Type="http://schemas.openxmlformats.org/officeDocument/2006/relationships/image" Target="/ppt/media/image.png" Id="Rf6eb63c7b35e4c2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dca74bf83d469b" /><Relationship Type="http://schemas.openxmlformats.org/officeDocument/2006/relationships/image" Target="/ppt/media/image.png" Id="R6612dfa44ade4c9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b2403ac12f41b0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86f045f45c49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d7640841f1417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75993e3db54c8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89db6a43ce4ea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64658a07fb47e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0cd0123d044b1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eec6739fab40f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6f2374bc5143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eb63c7b35e4c2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12dfa44ade4c9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6954c3d92c403c" /><Relationship Type="http://schemas.openxmlformats.org/officeDocument/2006/relationships/slideLayout" Target="/ppt/slideLayouts/slideLayout1.xml" Id="R5f12e647d5084778" /><Relationship Type="http://schemas.openxmlformats.org/officeDocument/2006/relationships/slideLayout" Target="/ppt/slideLayouts/slideLayout2.xml" Id="R14b9a990f9694814" /><Relationship Type="http://schemas.openxmlformats.org/officeDocument/2006/relationships/slideLayout" Target="/ppt/slideLayouts/slideLayout3.xml" Id="Ra9f8fbe1839b4b4c" /><Relationship Type="http://schemas.openxmlformats.org/officeDocument/2006/relationships/slideLayout" Target="/ppt/slideLayouts/slideLayout4.xml" Id="Rd90477b8513c4047" /><Relationship Type="http://schemas.openxmlformats.org/officeDocument/2006/relationships/slideLayout" Target="/ppt/slideLayouts/slideLayout5.xml" Id="R3b6e91d11b3a4bf3" /><Relationship Type="http://schemas.openxmlformats.org/officeDocument/2006/relationships/slideLayout" Target="/ppt/slideLayouts/slideLayout6.xml" Id="R00c0803ebd8e425d" /><Relationship Type="http://schemas.openxmlformats.org/officeDocument/2006/relationships/slideLayout" Target="/ppt/slideLayouts/slideLayout7.xml" Id="R49b6d88ab1ca43ba" /><Relationship Type="http://schemas.openxmlformats.org/officeDocument/2006/relationships/slideLayout" Target="/ppt/slideLayouts/slideLayout8.xml" Id="Rf673eafcf94841c4" /><Relationship Type="http://schemas.openxmlformats.org/officeDocument/2006/relationships/slideLayout" Target="/ppt/slideLayouts/slideLayout9.xml" Id="Re64f01a291ce4e96" /><Relationship Type="http://schemas.openxmlformats.org/officeDocument/2006/relationships/slideLayout" Target="/ppt/slideLayouts/slideLayout10.xml" Id="R0662efe75b0a4099" /><Relationship Type="http://schemas.openxmlformats.org/officeDocument/2006/relationships/slideLayout" Target="/ppt/slideLayouts/slideLayout11.xml" Id="R83d4bd07ad2944e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12e647d5084778"/>
    <p:sldLayoutId xmlns:r="http://schemas.openxmlformats.org/officeDocument/2006/relationships" id="2147483650" r:id="R14b9a990f9694814"/>
    <p:sldLayoutId xmlns:r="http://schemas.openxmlformats.org/officeDocument/2006/relationships" id="2147483651" r:id="Ra9f8fbe1839b4b4c"/>
    <p:sldLayoutId xmlns:r="http://schemas.openxmlformats.org/officeDocument/2006/relationships" id="2147483652" r:id="Rd90477b8513c4047"/>
    <p:sldLayoutId xmlns:r="http://schemas.openxmlformats.org/officeDocument/2006/relationships" id="2147483653" r:id="R3b6e91d11b3a4bf3"/>
    <p:sldLayoutId xmlns:r="http://schemas.openxmlformats.org/officeDocument/2006/relationships" id="2147483654" r:id="R00c0803ebd8e425d"/>
    <p:sldLayoutId xmlns:r="http://schemas.openxmlformats.org/officeDocument/2006/relationships" id="2147483655" r:id="R49b6d88ab1ca43ba"/>
    <p:sldLayoutId xmlns:r="http://schemas.openxmlformats.org/officeDocument/2006/relationships" id="2147483656" r:id="Rf673eafcf94841c4"/>
    <p:sldLayoutId xmlns:r="http://schemas.openxmlformats.org/officeDocument/2006/relationships" id="2147483657" r:id="Re64f01a291ce4e96"/>
    <p:sldLayoutId xmlns:r="http://schemas.openxmlformats.org/officeDocument/2006/relationships" id="2147483658" r:id="R0662efe75b0a4099"/>
    <p:sldLayoutId xmlns:r="http://schemas.openxmlformats.org/officeDocument/2006/relationships" id="2147483659" r:id="R83d4bd07ad2944e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dc05fe8ee4e4f" /><Relationship Type="http://schemas.openxmlformats.org/officeDocument/2006/relationships/notesSlide" Target="/ppt/notesSlides/notesSlide1.xml" Id="R2d8bc709ffd849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49c787b20e4e36" /><Relationship Type="http://schemas.openxmlformats.org/officeDocument/2006/relationships/notesSlide" Target="/ppt/notesSlides/notesSlide2.xml" Id="R28e1189d37514d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0dcffc79264215" /><Relationship Type="http://schemas.openxmlformats.org/officeDocument/2006/relationships/notesSlide" Target="/ppt/notesSlides/notesSlide3.xml" Id="R7d146c1c0b9d49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7baf8540514ac6" /><Relationship Type="http://schemas.openxmlformats.org/officeDocument/2006/relationships/notesSlide" Target="/ppt/notesSlides/notesSlide4.xml" Id="R00116cd522314c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bf1d1ab4f44cc0" /><Relationship Type="http://schemas.openxmlformats.org/officeDocument/2006/relationships/notesSlide" Target="/ppt/notesSlides/notesSlide5.xml" Id="Re0483cc2417b4f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565a85a8ab43af" /><Relationship Type="http://schemas.openxmlformats.org/officeDocument/2006/relationships/notesSlide" Target="/ppt/notesSlides/notesSlide6.xml" Id="R9f613a93594743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acf57d8f4142c8" /><Relationship Type="http://schemas.openxmlformats.org/officeDocument/2006/relationships/notesSlide" Target="/ppt/notesSlides/notesSlide7.xml" Id="R1a067175325044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66fc0de3c14ce8" /><Relationship Type="http://schemas.openxmlformats.org/officeDocument/2006/relationships/notesSlide" Target="/ppt/notesSlides/notesSlide8.xml" Id="R96757df1600d43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a5b024b15746a6" /><Relationship Type="http://schemas.openxmlformats.org/officeDocument/2006/relationships/notesSlide" Target="/ppt/notesSlides/notesSlide9.xml" Id="R1b3e635b0b134e7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Strings and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type one space before and after ana, which spaces does strip() remove?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ana with two spaces before and after it, what value is stored after both lines run?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results of strip() and title() be assigned back to name before it is printed?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keeps the name exactly as typed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the result of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clean_name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typed:"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clean_name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typed: 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also asks for a surname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surname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the surname too, then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both names.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aLEX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nGUYEN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Alex Nguyen"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destination program that asks for a city, a country and a landmark.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each answer.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city and country separated by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"-"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landmark.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hANOI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vIETNAM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give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 Hanoi - Vietnam"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2026-09-28T06:17:35.3870000Z</dcterms:created>
  <dcterms:modified xsi:type="dcterms:W3CDTF">2026-09-28T06:17:35.3870000Z</dcterms:modified>
</coreProperties>
</file>