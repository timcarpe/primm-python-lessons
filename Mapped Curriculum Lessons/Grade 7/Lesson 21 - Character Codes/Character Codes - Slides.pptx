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732b0dddfc4ff8" /><Relationship Type="http://schemas.openxmlformats.org/officeDocument/2006/relationships/extended-properties" Target="/docProps/app.xml" Id="R3037ce46b92a4088" /><Relationship Type="http://schemas.openxmlformats.org/officeDocument/2006/relationships/officeDocument" Target="/ppt/presentation.xml" Id="R5a69cdf552514a4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57080b5bcfc4994"/>
  </p:sldMasterIdLst>
  <p:notesMasterIdLst>
    <p:notesMasterId xmlns:r="http://schemas.openxmlformats.org/officeDocument/2006/relationships" r:id="R06f2f9a206be4d12"/>
  </p:notesMasterIdLst>
  <p:sldIdLst>
    <p:sldId xmlns:r="http://schemas.openxmlformats.org/officeDocument/2006/relationships" id="256" r:id="R3823058144814f79"/>
    <p:sldId xmlns:r="http://schemas.openxmlformats.org/officeDocument/2006/relationships" id="257" r:id="Rffa4845e99544260"/>
    <p:sldId xmlns:r="http://schemas.openxmlformats.org/officeDocument/2006/relationships" id="258" r:id="R705b30938a1b40fd"/>
    <p:sldId xmlns:r="http://schemas.openxmlformats.org/officeDocument/2006/relationships" id="259" r:id="R76b875256b3a405a"/>
    <p:sldId xmlns:r="http://schemas.openxmlformats.org/officeDocument/2006/relationships" id="260" r:id="R1e5dddbbb7d74a9f"/>
    <p:sldId xmlns:r="http://schemas.openxmlformats.org/officeDocument/2006/relationships" id="261" r:id="R011fe498ae494754"/>
    <p:sldId xmlns:r="http://schemas.openxmlformats.org/officeDocument/2006/relationships" id="262" r:id="R644cea5ed24d4965"/>
    <p:sldId xmlns:r="http://schemas.openxmlformats.org/officeDocument/2006/relationships" id="263" r:id="Rcfd5d23140704b8a"/>
    <p:sldId xmlns:r="http://schemas.openxmlformats.org/officeDocument/2006/relationships" id="264" r:id="Rad7d0de11fff45db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0f4f597fee54d2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7612ec124d47ab" /><Relationship Type="http://schemas.openxmlformats.org/officeDocument/2006/relationships/slideMaster" Target="/ppt/slideMasters/slideMaster1.xml" Id="R257080b5bcfc4994" /><Relationship Type="http://schemas.openxmlformats.org/officeDocument/2006/relationships/notesMaster" Target="/ppt/notesMasters/notesMaster1.xml" Id="R06f2f9a206be4d12" /><Relationship Type="http://schemas.openxmlformats.org/officeDocument/2006/relationships/presProps" Target="/ppt/presProps.xml" Id="R7e1212d6cb8740d5" /><Relationship Type="http://schemas.openxmlformats.org/officeDocument/2006/relationships/viewProps" Target="/ppt/viewProps.xml" Id="Rb1cf522fe0cf467a" /><Relationship Type="http://schemas.openxmlformats.org/officeDocument/2006/relationships/tableStyles" Target="/ppt/tableStyles.xml" Id="Rf91bb75723b3434a" /><Relationship Type="http://schemas.openxmlformats.org/officeDocument/2006/relationships/font" Target="/ppt/fonts/font.dat" Id="R20f4f597fee54d2b" /><Relationship Type="http://schemas.openxmlformats.org/officeDocument/2006/relationships/slide" Target="/ppt/slides/slide1.xml" Id="R3823058144814f79" /><Relationship Type="http://schemas.openxmlformats.org/officeDocument/2006/relationships/slide" Target="/ppt/slides/slide2.xml" Id="Rffa4845e99544260" /><Relationship Type="http://schemas.openxmlformats.org/officeDocument/2006/relationships/slide" Target="/ppt/slides/slide3.xml" Id="R705b30938a1b40fd" /><Relationship Type="http://schemas.openxmlformats.org/officeDocument/2006/relationships/slide" Target="/ppt/slides/slide4.xml" Id="R76b875256b3a405a" /><Relationship Type="http://schemas.openxmlformats.org/officeDocument/2006/relationships/slide" Target="/ppt/slides/slide5.xml" Id="R1e5dddbbb7d74a9f" /><Relationship Type="http://schemas.openxmlformats.org/officeDocument/2006/relationships/slide" Target="/ppt/slides/slide6.xml" Id="R011fe498ae494754" /><Relationship Type="http://schemas.openxmlformats.org/officeDocument/2006/relationships/slide" Target="/ppt/slides/slide7.xml" Id="R644cea5ed24d4965" /><Relationship Type="http://schemas.openxmlformats.org/officeDocument/2006/relationships/slide" Target="/ppt/slides/slide8.xml" Id="Rcfd5d23140704b8a" /><Relationship Type="http://schemas.openxmlformats.org/officeDocument/2006/relationships/slide" Target="/ppt/slides/slide9.xml" Id="Rad7d0de11fff45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bcb4a4cccd43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064780b401e40c1" /><Relationship Type="http://schemas.openxmlformats.org/officeDocument/2006/relationships/notesMaster" Target="/ppt/notesMasters/notesMaster1.xml" Id="R482da93f15f842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09350beac244c6" /><Relationship Type="http://schemas.openxmlformats.org/officeDocument/2006/relationships/notesMaster" Target="/ppt/notesMasters/notesMaster1.xml" Id="Rcb9ca3b63df74b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67ee56334b4873" /><Relationship Type="http://schemas.openxmlformats.org/officeDocument/2006/relationships/notesMaster" Target="/ppt/notesMasters/notesMaster1.xml" Id="R4fdcd780712446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321f648ef34512" /><Relationship Type="http://schemas.openxmlformats.org/officeDocument/2006/relationships/notesMaster" Target="/ppt/notesMasters/notesMaster1.xml" Id="Rbe2bb4ce003449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d44255d7804d64" /><Relationship Type="http://schemas.openxmlformats.org/officeDocument/2006/relationships/notesMaster" Target="/ppt/notesMasters/notesMaster1.xml" Id="Ra8abc3c1b55f42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df27f665c94b7a" /><Relationship Type="http://schemas.openxmlformats.org/officeDocument/2006/relationships/notesMaster" Target="/ppt/notesMasters/notesMaster1.xml" Id="R06d8620fff6948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a15413fdb8421f" /><Relationship Type="http://schemas.openxmlformats.org/officeDocument/2006/relationships/notesMaster" Target="/ppt/notesMasters/notesMaster1.xml" Id="Rcc71ab64d97143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2b467f91824c6d" /><Relationship Type="http://schemas.openxmlformats.org/officeDocument/2006/relationships/notesMaster" Target="/ppt/notesMasters/notesMaster1.xml" Id="Rff2165f4ee314c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ca74a47160c4d8a" /><Relationship Type="http://schemas.openxmlformats.org/officeDocument/2006/relationships/notesMaster" Target="/ppt/notesMasters/notesMaster1.xml" Id="R8024bfcd5a3745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165c4cb63e4879" /><Relationship Type="http://schemas.openxmlformats.org/officeDocument/2006/relationships/image" Target="/ppt/media/image.png" Id="R382f963c1a8944a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253aede00040d6" /><Relationship Type="http://schemas.openxmlformats.org/officeDocument/2006/relationships/image" Target="/ppt/media/image.png" Id="Rddfed1d80f1342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365b1601f441cf" /><Relationship Type="http://schemas.openxmlformats.org/officeDocument/2006/relationships/image" Target="/ppt/media/image.png" Id="Rc2f4835d12734ae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d156c4fd344ca4" /><Relationship Type="http://schemas.openxmlformats.org/officeDocument/2006/relationships/image" Target="/ppt/media/image.png" Id="R80fb368a5aee47d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672303f3024bd1" /><Relationship Type="http://schemas.openxmlformats.org/officeDocument/2006/relationships/image" Target="/ppt/media/image.png" Id="R16864a292da247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2712dd3c2147c5" /><Relationship Type="http://schemas.openxmlformats.org/officeDocument/2006/relationships/image" Target="/ppt/media/image.png" Id="R5e5d892c7df84b5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47221c36f46b2" /><Relationship Type="http://schemas.openxmlformats.org/officeDocument/2006/relationships/image" Target="/ppt/media/image.png" Id="R4563fc3a11f043c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1f08c4cbcc4181" /><Relationship Type="http://schemas.openxmlformats.org/officeDocument/2006/relationships/image" Target="/ppt/media/image.png" Id="R99936dc821e645e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f4a5cf8497480f" /><Relationship Type="http://schemas.openxmlformats.org/officeDocument/2006/relationships/image" Target="/ppt/media/image.png" Id="R961389738d9c4a9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cc4bd762504f41" /><Relationship Type="http://schemas.openxmlformats.org/officeDocument/2006/relationships/image" Target="/ppt/media/image.png" Id="R8ecbba4a40f84b3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19bc31113e4742" /><Relationship Type="http://schemas.openxmlformats.org/officeDocument/2006/relationships/image" Target="/ppt/media/image.png" Id="Rfd8a187d7aa04f0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2f963c1a8944a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fed1d80f1342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f4835d12734ae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fb368a5aee47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864a292da247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5d892c7df84b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63fc3a11f043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936dc821e645e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1389738d9c4a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cbba4a40f84b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8a187d7aa04f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a98da2620c40b8" /><Relationship Type="http://schemas.openxmlformats.org/officeDocument/2006/relationships/slideLayout" Target="/ppt/slideLayouts/slideLayout1.xml" Id="Rbbeb9212cd224735" /><Relationship Type="http://schemas.openxmlformats.org/officeDocument/2006/relationships/slideLayout" Target="/ppt/slideLayouts/slideLayout2.xml" Id="Ra51ed8a05eb54cea" /><Relationship Type="http://schemas.openxmlformats.org/officeDocument/2006/relationships/slideLayout" Target="/ppt/slideLayouts/slideLayout3.xml" Id="R57f77ce5b11941d0" /><Relationship Type="http://schemas.openxmlformats.org/officeDocument/2006/relationships/slideLayout" Target="/ppt/slideLayouts/slideLayout4.xml" Id="R805aaee5b1fd4829" /><Relationship Type="http://schemas.openxmlformats.org/officeDocument/2006/relationships/slideLayout" Target="/ppt/slideLayouts/slideLayout5.xml" Id="Rb2339aea65624be9" /><Relationship Type="http://schemas.openxmlformats.org/officeDocument/2006/relationships/slideLayout" Target="/ppt/slideLayouts/slideLayout6.xml" Id="R4e0940e597df452c" /><Relationship Type="http://schemas.openxmlformats.org/officeDocument/2006/relationships/slideLayout" Target="/ppt/slideLayouts/slideLayout7.xml" Id="R1f688db99307420e" /><Relationship Type="http://schemas.openxmlformats.org/officeDocument/2006/relationships/slideLayout" Target="/ppt/slideLayouts/slideLayout8.xml" Id="R730f935240444d15" /><Relationship Type="http://schemas.openxmlformats.org/officeDocument/2006/relationships/slideLayout" Target="/ppt/slideLayouts/slideLayout9.xml" Id="R7caa365e0e18472a" /><Relationship Type="http://schemas.openxmlformats.org/officeDocument/2006/relationships/slideLayout" Target="/ppt/slideLayouts/slideLayout10.xml" Id="R5e87c87f4a7b4263" /><Relationship Type="http://schemas.openxmlformats.org/officeDocument/2006/relationships/slideLayout" Target="/ppt/slideLayouts/slideLayout11.xml" Id="R885d7e86149846f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eb9212cd224735"/>
    <p:sldLayoutId xmlns:r="http://schemas.openxmlformats.org/officeDocument/2006/relationships" id="2147483650" r:id="Ra51ed8a05eb54cea"/>
    <p:sldLayoutId xmlns:r="http://schemas.openxmlformats.org/officeDocument/2006/relationships" id="2147483651" r:id="R57f77ce5b11941d0"/>
    <p:sldLayoutId xmlns:r="http://schemas.openxmlformats.org/officeDocument/2006/relationships" id="2147483652" r:id="R805aaee5b1fd4829"/>
    <p:sldLayoutId xmlns:r="http://schemas.openxmlformats.org/officeDocument/2006/relationships" id="2147483653" r:id="Rb2339aea65624be9"/>
    <p:sldLayoutId xmlns:r="http://schemas.openxmlformats.org/officeDocument/2006/relationships" id="2147483654" r:id="R4e0940e597df452c"/>
    <p:sldLayoutId xmlns:r="http://schemas.openxmlformats.org/officeDocument/2006/relationships" id="2147483655" r:id="R1f688db99307420e"/>
    <p:sldLayoutId xmlns:r="http://schemas.openxmlformats.org/officeDocument/2006/relationships" id="2147483656" r:id="R730f935240444d15"/>
    <p:sldLayoutId xmlns:r="http://schemas.openxmlformats.org/officeDocument/2006/relationships" id="2147483657" r:id="R7caa365e0e18472a"/>
    <p:sldLayoutId xmlns:r="http://schemas.openxmlformats.org/officeDocument/2006/relationships" id="2147483658" r:id="R5e87c87f4a7b4263"/>
    <p:sldLayoutId xmlns:r="http://schemas.openxmlformats.org/officeDocument/2006/relationships" id="2147483659" r:id="R885d7e86149846f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1d128411a467d" /><Relationship Type="http://schemas.openxmlformats.org/officeDocument/2006/relationships/notesSlide" Target="/ppt/notesSlides/notesSlide1.xml" Id="R95d4ba4d353d44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323fb7ec9b4477" /><Relationship Type="http://schemas.openxmlformats.org/officeDocument/2006/relationships/notesSlide" Target="/ppt/notesSlides/notesSlide2.xml" Id="Re068ef12666f45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ff4899af06489e" /><Relationship Type="http://schemas.openxmlformats.org/officeDocument/2006/relationships/notesSlide" Target="/ppt/notesSlides/notesSlide3.xml" Id="Re1f7db4328b644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9c99db47664cf8" /><Relationship Type="http://schemas.openxmlformats.org/officeDocument/2006/relationships/notesSlide" Target="/ppt/notesSlides/notesSlide4.xml" Id="R3087a6c4d07948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d90fb214b84578" /><Relationship Type="http://schemas.openxmlformats.org/officeDocument/2006/relationships/notesSlide" Target="/ppt/notesSlides/notesSlide5.xml" Id="R80d779112c5f49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719e2bf3cb4018" /><Relationship Type="http://schemas.openxmlformats.org/officeDocument/2006/relationships/notesSlide" Target="/ppt/notesSlides/notesSlide6.xml" Id="R49ef5ac00b8243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aa246c09454c56" /><Relationship Type="http://schemas.openxmlformats.org/officeDocument/2006/relationships/notesSlide" Target="/ppt/notesSlides/notesSlide7.xml" Id="Rbbe28ef286524c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dfd95cd6c24b6f" /><Relationship Type="http://schemas.openxmlformats.org/officeDocument/2006/relationships/notesSlide" Target="/ppt/notesSlides/notesSlide8.xml" Id="Ra54c0acd761f47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d91115419d4aaa" /><Relationship Type="http://schemas.openxmlformats.org/officeDocument/2006/relationships/notesSlide" Target="/ppt/notesSlides/notesSlide9.xml" Id="R5999b40aa51b4a3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Character Codes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ord() require exactly one character rather than a whole word?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c, which number is stored in code?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c, what does code + 1 do before chr() creates the next letter?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if code + 1 were printed without passing it to chr()?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Display the previous letter by subtracting 1 from the character code. Change the input range to one lower-case letter from b to z. Input d must display c.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one lower-case letter a-w and a shift from 1 to 3. Add the shift to the character code and display the encoded letter. For c and 2, display 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three-character encoder without a loop. Ask for three lower-case letters a-y, move each code forward by 1, concatenate the three encoded characters, and display the encoded text.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chr(letter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2026-08-26T04:05:04.8310000Z</dcterms:created>
  <dcterms:modified xsi:type="dcterms:W3CDTF">2026-08-26T04:05:04.8310000Z</dcterms:modified>
</coreProperties>
</file>