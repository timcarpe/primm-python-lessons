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424bc4be014a81" /><Relationship Type="http://schemas.openxmlformats.org/officeDocument/2006/relationships/extended-properties" Target="/docProps/app.xml" Id="R0146892ed26f4f6f" /><Relationship Type="http://schemas.openxmlformats.org/officeDocument/2006/relationships/officeDocument" Target="/ppt/presentation.xml" Id="Ra1ad9bf4355c489f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54a15b30b13a4ab0"/>
  </p:sldMasterIdLst>
  <p:notesMasterIdLst>
    <p:notesMasterId xmlns:r="http://schemas.openxmlformats.org/officeDocument/2006/relationships" r:id="R35de08002b374793"/>
  </p:notesMasterIdLst>
  <p:sldIdLst>
    <p:sldId xmlns:r="http://schemas.openxmlformats.org/officeDocument/2006/relationships" id="256" r:id="R7c2713ce76304ff1"/>
    <p:sldId xmlns:r="http://schemas.openxmlformats.org/officeDocument/2006/relationships" id="257" r:id="R4a591440d18b4069"/>
    <p:sldId xmlns:r="http://schemas.openxmlformats.org/officeDocument/2006/relationships" id="258" r:id="R092579f1122d4633"/>
    <p:sldId xmlns:r="http://schemas.openxmlformats.org/officeDocument/2006/relationships" id="259" r:id="Rb4ec6ef7b29b4753"/>
    <p:sldId xmlns:r="http://schemas.openxmlformats.org/officeDocument/2006/relationships" id="260" r:id="Rb8fe7b4907744781"/>
    <p:sldId xmlns:r="http://schemas.openxmlformats.org/officeDocument/2006/relationships" id="261" r:id="R1f81d3de950e40f5"/>
    <p:sldId xmlns:r="http://schemas.openxmlformats.org/officeDocument/2006/relationships" id="262" r:id="Rdec5dcc9b9874753"/>
    <p:sldId xmlns:r="http://schemas.openxmlformats.org/officeDocument/2006/relationships" id="263" r:id="Rd68e6ad0ceb3462d"/>
    <p:sldId xmlns:r="http://schemas.openxmlformats.org/officeDocument/2006/relationships" id="264" r:id="R2df1421780a94540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bf4f517095d94679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5c9d0561ae41fc" /><Relationship Type="http://schemas.openxmlformats.org/officeDocument/2006/relationships/slideMaster" Target="/ppt/slideMasters/slideMaster1.xml" Id="R54a15b30b13a4ab0" /><Relationship Type="http://schemas.openxmlformats.org/officeDocument/2006/relationships/notesMaster" Target="/ppt/notesMasters/notesMaster1.xml" Id="R35de08002b374793" /><Relationship Type="http://schemas.openxmlformats.org/officeDocument/2006/relationships/presProps" Target="/ppt/presProps.xml" Id="R04c6b545a97d44a0" /><Relationship Type="http://schemas.openxmlformats.org/officeDocument/2006/relationships/viewProps" Target="/ppt/viewProps.xml" Id="Raee2a533280c418c" /><Relationship Type="http://schemas.openxmlformats.org/officeDocument/2006/relationships/tableStyles" Target="/ppt/tableStyles.xml" Id="R3e7cb421777a4f5b" /><Relationship Type="http://schemas.openxmlformats.org/officeDocument/2006/relationships/font" Target="/ppt/fonts/font.dat" Id="Rbf4f517095d94679" /><Relationship Type="http://schemas.openxmlformats.org/officeDocument/2006/relationships/slide" Target="/ppt/slides/slide1.xml" Id="R7c2713ce76304ff1" /><Relationship Type="http://schemas.openxmlformats.org/officeDocument/2006/relationships/slide" Target="/ppt/slides/slide2.xml" Id="R4a591440d18b4069" /><Relationship Type="http://schemas.openxmlformats.org/officeDocument/2006/relationships/slide" Target="/ppt/slides/slide3.xml" Id="R092579f1122d4633" /><Relationship Type="http://schemas.openxmlformats.org/officeDocument/2006/relationships/slide" Target="/ppt/slides/slide4.xml" Id="Rb4ec6ef7b29b4753" /><Relationship Type="http://schemas.openxmlformats.org/officeDocument/2006/relationships/slide" Target="/ppt/slides/slide5.xml" Id="Rb8fe7b4907744781" /><Relationship Type="http://schemas.openxmlformats.org/officeDocument/2006/relationships/slide" Target="/ppt/slides/slide6.xml" Id="R1f81d3de950e40f5" /><Relationship Type="http://schemas.openxmlformats.org/officeDocument/2006/relationships/slide" Target="/ppt/slides/slide7.xml" Id="Rdec5dcc9b9874753" /><Relationship Type="http://schemas.openxmlformats.org/officeDocument/2006/relationships/slide" Target="/ppt/slides/slide8.xml" Id="Rd68e6ad0ceb3462d" /><Relationship Type="http://schemas.openxmlformats.org/officeDocument/2006/relationships/slide" Target="/ppt/slides/slide9.xml" Id="R2df1421780a945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e03d94453e4c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8335c33706491b" /><Relationship Type="http://schemas.openxmlformats.org/officeDocument/2006/relationships/notesMaster" Target="/ppt/notesMasters/notesMaster1.xml" Id="R299d0afd9ef44f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3231e5512c4fc9" /><Relationship Type="http://schemas.openxmlformats.org/officeDocument/2006/relationships/notesMaster" Target="/ppt/notesMasters/notesMaster1.xml" Id="R4e772bd0736040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4b3477eb2e47f2" /><Relationship Type="http://schemas.openxmlformats.org/officeDocument/2006/relationships/notesMaster" Target="/ppt/notesMasters/notesMaster1.xml" Id="Rb5f5e1cd646e44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defb4c66fb4fe3" /><Relationship Type="http://schemas.openxmlformats.org/officeDocument/2006/relationships/notesMaster" Target="/ppt/notesMasters/notesMaster1.xml" Id="R5cef2db91c7d40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1d9a9282d04738" /><Relationship Type="http://schemas.openxmlformats.org/officeDocument/2006/relationships/notesMaster" Target="/ppt/notesMasters/notesMaster1.xml" Id="R9d54b22b83904b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4ac6cb92684163" /><Relationship Type="http://schemas.openxmlformats.org/officeDocument/2006/relationships/notesMaster" Target="/ppt/notesMasters/notesMaster1.xml" Id="R1d25dcee0e344d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a4dc6d0f724c64" /><Relationship Type="http://schemas.openxmlformats.org/officeDocument/2006/relationships/notesMaster" Target="/ppt/notesMasters/notesMaster1.xml" Id="R8188ece221e543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07dbe97bb748ce" /><Relationship Type="http://schemas.openxmlformats.org/officeDocument/2006/relationships/notesMaster" Target="/ppt/notesMasters/notesMaster1.xml" Id="Rb93c4b3801d942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773ae4f01141e1" /><Relationship Type="http://schemas.openxmlformats.org/officeDocument/2006/relationships/notesMaster" Target="/ppt/notesMasters/notesMaster1.xml" Id="R6ed43fff30684f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224799bdba494b" /><Relationship Type="http://schemas.openxmlformats.org/officeDocument/2006/relationships/image" Target="/ppt/media/image.png" Id="R529def1b1d3341b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f8abc41f6e4da5" /><Relationship Type="http://schemas.openxmlformats.org/officeDocument/2006/relationships/image" Target="/ppt/media/image.png" Id="Rd55b88bea9b14fb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e09e241bc64864" /><Relationship Type="http://schemas.openxmlformats.org/officeDocument/2006/relationships/image" Target="/ppt/media/image.png" Id="R0bcb285e7cb8417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4a0345c2a848cc" /><Relationship Type="http://schemas.openxmlformats.org/officeDocument/2006/relationships/image" Target="/ppt/media/image.png" Id="Rc26c8ea69a96470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3ced99780c46b8" /><Relationship Type="http://schemas.openxmlformats.org/officeDocument/2006/relationships/image" Target="/ppt/media/image.png" Id="R36621b900d014c3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faab9d49004ece" /><Relationship Type="http://schemas.openxmlformats.org/officeDocument/2006/relationships/image" Target="/ppt/media/image.png" Id="R296e8a327a55428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5418cabcb84fd9" /><Relationship Type="http://schemas.openxmlformats.org/officeDocument/2006/relationships/image" Target="/ppt/media/image.png" Id="Raffdebdca8ad49d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d31342ddbf4b82" /><Relationship Type="http://schemas.openxmlformats.org/officeDocument/2006/relationships/image" Target="/ppt/media/image.png" Id="Rd5ddaf0b0fd9407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bffc2cf5f749a2" /><Relationship Type="http://schemas.openxmlformats.org/officeDocument/2006/relationships/image" Target="/ppt/media/image.png" Id="R91a540947780494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ec1da1e0394651" /><Relationship Type="http://schemas.openxmlformats.org/officeDocument/2006/relationships/image" Target="/ppt/media/image.png" Id="Re38ffa72e1d84d0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be54255125494e" /><Relationship Type="http://schemas.openxmlformats.org/officeDocument/2006/relationships/image" Target="/ppt/media/image.png" Id="Rfb3defa941cb4e0a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29def1b1d3341b4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55b88bea9b14fb5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bcb285e7cb84173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26c8ea69a96470b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6621b900d014c3e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96e8a327a554282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ffdebdca8ad49d8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5ddaf0b0fd94073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1a5409477804948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38ffa72e1d84d08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b3defa941cb4e0a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b27bbf99274f63" /><Relationship Type="http://schemas.openxmlformats.org/officeDocument/2006/relationships/slideLayout" Target="/ppt/slideLayouts/slideLayout1.xml" Id="R75b5f7a3ce3b45ad" /><Relationship Type="http://schemas.openxmlformats.org/officeDocument/2006/relationships/slideLayout" Target="/ppt/slideLayouts/slideLayout2.xml" Id="Ra05b1ee94f7c48cb" /><Relationship Type="http://schemas.openxmlformats.org/officeDocument/2006/relationships/slideLayout" Target="/ppt/slideLayouts/slideLayout3.xml" Id="R944b09beee6a45e6" /><Relationship Type="http://schemas.openxmlformats.org/officeDocument/2006/relationships/slideLayout" Target="/ppt/slideLayouts/slideLayout4.xml" Id="Rbd7f090b836b466f" /><Relationship Type="http://schemas.openxmlformats.org/officeDocument/2006/relationships/slideLayout" Target="/ppt/slideLayouts/slideLayout5.xml" Id="R5175fed7bc1741e3" /><Relationship Type="http://schemas.openxmlformats.org/officeDocument/2006/relationships/slideLayout" Target="/ppt/slideLayouts/slideLayout6.xml" Id="Rcbe41e69de234100" /><Relationship Type="http://schemas.openxmlformats.org/officeDocument/2006/relationships/slideLayout" Target="/ppt/slideLayouts/slideLayout7.xml" Id="R6e618f0750804fda" /><Relationship Type="http://schemas.openxmlformats.org/officeDocument/2006/relationships/slideLayout" Target="/ppt/slideLayouts/slideLayout8.xml" Id="R49e0cfaac4e44bda" /><Relationship Type="http://schemas.openxmlformats.org/officeDocument/2006/relationships/slideLayout" Target="/ppt/slideLayouts/slideLayout9.xml" Id="R1b825376d66641a2" /><Relationship Type="http://schemas.openxmlformats.org/officeDocument/2006/relationships/slideLayout" Target="/ppt/slideLayouts/slideLayout10.xml" Id="Rc2cd19440f8a4826" /><Relationship Type="http://schemas.openxmlformats.org/officeDocument/2006/relationships/slideLayout" Target="/ppt/slideLayouts/slideLayout11.xml" Id="Rcf00972a56b1421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b5f7a3ce3b45ad"/>
    <p:sldLayoutId xmlns:r="http://schemas.openxmlformats.org/officeDocument/2006/relationships" id="2147483650" r:id="Ra05b1ee94f7c48cb"/>
    <p:sldLayoutId xmlns:r="http://schemas.openxmlformats.org/officeDocument/2006/relationships" id="2147483651" r:id="R944b09beee6a45e6"/>
    <p:sldLayoutId xmlns:r="http://schemas.openxmlformats.org/officeDocument/2006/relationships" id="2147483652" r:id="Rbd7f090b836b466f"/>
    <p:sldLayoutId xmlns:r="http://schemas.openxmlformats.org/officeDocument/2006/relationships" id="2147483653" r:id="R5175fed7bc1741e3"/>
    <p:sldLayoutId xmlns:r="http://schemas.openxmlformats.org/officeDocument/2006/relationships" id="2147483654" r:id="Rcbe41e69de234100"/>
    <p:sldLayoutId xmlns:r="http://schemas.openxmlformats.org/officeDocument/2006/relationships" id="2147483655" r:id="R6e618f0750804fda"/>
    <p:sldLayoutId xmlns:r="http://schemas.openxmlformats.org/officeDocument/2006/relationships" id="2147483656" r:id="R49e0cfaac4e44bda"/>
    <p:sldLayoutId xmlns:r="http://schemas.openxmlformats.org/officeDocument/2006/relationships" id="2147483657" r:id="R1b825376d66641a2"/>
    <p:sldLayoutId xmlns:r="http://schemas.openxmlformats.org/officeDocument/2006/relationships" id="2147483658" r:id="Rc2cd19440f8a4826"/>
    <p:sldLayoutId xmlns:r="http://schemas.openxmlformats.org/officeDocument/2006/relationships" id="2147483659" r:id="Rcf00972a56b1421e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7aa8a5c821489d" /><Relationship Type="http://schemas.openxmlformats.org/officeDocument/2006/relationships/notesSlide" Target="/ppt/notesSlides/notesSlide1.xml" Id="Rc5f97bb4cc4141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c3363f8a0c64ea4" /><Relationship Type="http://schemas.openxmlformats.org/officeDocument/2006/relationships/notesSlide" Target="/ppt/notesSlides/notesSlide2.xml" Id="R9ec0f03d58dd4c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2afb8cd45b40cb" /><Relationship Type="http://schemas.openxmlformats.org/officeDocument/2006/relationships/notesSlide" Target="/ppt/notesSlides/notesSlide3.xml" Id="R670e18282a7e4a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3a967873ef4551" /><Relationship Type="http://schemas.openxmlformats.org/officeDocument/2006/relationships/notesSlide" Target="/ppt/notesSlides/notesSlide4.xml" Id="R84bf1f7f4fca4d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a299a68f5044d3" /><Relationship Type="http://schemas.openxmlformats.org/officeDocument/2006/relationships/notesSlide" Target="/ppt/notesSlides/notesSlide5.xml" Id="R7cde7998ee974e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8ceff5ee654566" /><Relationship Type="http://schemas.openxmlformats.org/officeDocument/2006/relationships/notesSlide" Target="/ppt/notesSlides/notesSlide6.xml" Id="R7dee2d15279045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d6ee607a864c14" /><Relationship Type="http://schemas.openxmlformats.org/officeDocument/2006/relationships/notesSlide" Target="/ppt/notesSlides/notesSlide7.xml" Id="R4f6c8355cc824e3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aa0f96eb8e48a9" /><Relationship Type="http://schemas.openxmlformats.org/officeDocument/2006/relationships/notesSlide" Target="/ppt/notesSlides/notesSlide8.xml" Id="Ra03ca2f9f02c47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ddc82b65dc4df3" /><Relationship Type="http://schemas.openxmlformats.org/officeDocument/2006/relationships/notesSlide" Target="/ppt/notesSlides/notesSlide9.xml" Id="R5038a63a451146b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Character Codes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21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letter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"One lower-case letter a-y: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 = ord(letter)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next_letter = chr(code + 1)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"Character code:"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code)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"Next letter:"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next_letter)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letter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"One lower-case letter a-y: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 = ord(letter)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next_letter = chr(code + 1)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"Character code:"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code)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"Next letter:"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next_letter)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letter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"One lower-case letter a-y: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 = ord(letter)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next_letter = chr(code + 1)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"Character code:"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code)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"Next letter:"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next_letter)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Why does ord() require exactly one character rather than a whole word?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If you enter c, which number is stored in code?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If you enter c, what does code + 1 do before chr() creates the next letter?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4. What would be displayed if code + 1 were printed without passing it to chr()?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280160"/>
            <a:ext cx="6474775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letter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"One lower-case letter a-y: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 = ord(letter)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next_letter = chr(code + 1)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"Character code:"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code)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"Next letter:"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next_letter)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Change the example so it asks for a lowercase letter from b to z and finds the letter before it. Subtract 1 from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code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use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chr()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to store the result in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previous_letter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and display it after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"Previous letter:"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For example,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displays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"Previous letter: c"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letter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"One lower-case letter a-y: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 = ord(letter)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next_letter = chr(code + 1)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"Character code:"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code)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"Next letter:"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next_letter)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Change the example so it also asks for a whole-number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shift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from 1 to 3. Use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ord()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add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shift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then use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chr()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to get the new letter. Display it after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"Encoded letter:"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For example,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2 display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"Encoded letter: e"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letter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"One lower-case letter a-y: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 = ord(letter)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next_letter = chr(code + 1)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"Character code:"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code)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"Next letter:"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next_letter)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Create a three-letter encoder. Ask for three lowercase letters from a to y, one at a time. Use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ord()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chr()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to move each letter forward by 1, then join the new letters and display them after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"Encoded text:"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For example,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display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"Encoded text: dbu"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letter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"One lower-case letter a-y: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 = ord(letter)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next_letter = chr(code + 1)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"Character code:"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code)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"Next letter:"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next_letter)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89177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letter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"One lower-case letter a-y: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 = ord()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next_letter = chr(letter + 1)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"Next letter:"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next_letter)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2026-09-28T08:28:30.8990000Z</dcterms:created>
  <dcterms:modified xsi:type="dcterms:W3CDTF">2026-09-28T08:28:30.8990000Z</dcterms:modified>
</coreProperties>
</file>