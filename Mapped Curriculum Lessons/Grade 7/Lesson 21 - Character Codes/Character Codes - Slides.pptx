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07d840c1f7467d" /><Relationship Type="http://schemas.openxmlformats.org/officeDocument/2006/relationships/extended-properties" Target="/docProps/app.xml" Id="R7eb62863234f4865" /><Relationship Type="http://schemas.openxmlformats.org/officeDocument/2006/relationships/officeDocument" Target="/ppt/presentation.xml" Id="Rd61d26aa36f04df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276da83e1a42478b"/>
  </p:sldMasterIdLst>
  <p:notesMasterIdLst>
    <p:notesMasterId xmlns:r="http://schemas.openxmlformats.org/officeDocument/2006/relationships" r:id="R9bba60031ec0490f"/>
  </p:notesMasterIdLst>
  <p:sldIdLst>
    <p:sldId xmlns:r="http://schemas.openxmlformats.org/officeDocument/2006/relationships" id="256" r:id="R15a6ad1a315347e9"/>
    <p:sldId xmlns:r="http://schemas.openxmlformats.org/officeDocument/2006/relationships" id="257" r:id="R8a9c4f6fd89d426e"/>
    <p:sldId xmlns:r="http://schemas.openxmlformats.org/officeDocument/2006/relationships" id="258" r:id="R45cde23dcbcf46ad"/>
    <p:sldId xmlns:r="http://schemas.openxmlformats.org/officeDocument/2006/relationships" id="259" r:id="Rf7f6ae4cfa9643bf"/>
    <p:sldId xmlns:r="http://schemas.openxmlformats.org/officeDocument/2006/relationships" id="260" r:id="Reb050a98226b41be"/>
    <p:sldId xmlns:r="http://schemas.openxmlformats.org/officeDocument/2006/relationships" id="261" r:id="Rd4ab654f18074be1"/>
    <p:sldId xmlns:r="http://schemas.openxmlformats.org/officeDocument/2006/relationships" id="262" r:id="Rebc17c65a86e434a"/>
    <p:sldId xmlns:r="http://schemas.openxmlformats.org/officeDocument/2006/relationships" id="263" r:id="Radf1e5bc74f34038"/>
    <p:sldId xmlns:r="http://schemas.openxmlformats.org/officeDocument/2006/relationships" id="264" r:id="R926a377d2c21431c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40507c921ef4445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df5642d97b64220" /><Relationship Type="http://schemas.openxmlformats.org/officeDocument/2006/relationships/slideMaster" Target="/ppt/slideMasters/slideMaster1.xml" Id="R276da83e1a42478b" /><Relationship Type="http://schemas.openxmlformats.org/officeDocument/2006/relationships/notesMaster" Target="/ppt/notesMasters/notesMaster1.xml" Id="R9bba60031ec0490f" /><Relationship Type="http://schemas.openxmlformats.org/officeDocument/2006/relationships/presProps" Target="/ppt/presProps.xml" Id="R65251dc3c6ab47b8" /><Relationship Type="http://schemas.openxmlformats.org/officeDocument/2006/relationships/viewProps" Target="/ppt/viewProps.xml" Id="R1b7d9d6ba70a4fe0" /><Relationship Type="http://schemas.openxmlformats.org/officeDocument/2006/relationships/tableStyles" Target="/ppt/tableStyles.xml" Id="R0fcb8239854443c2" /><Relationship Type="http://schemas.openxmlformats.org/officeDocument/2006/relationships/font" Target="/ppt/fonts/font.dat" Id="Rd40507c921ef4445" /><Relationship Type="http://schemas.openxmlformats.org/officeDocument/2006/relationships/slide" Target="/ppt/slides/slide1.xml" Id="R15a6ad1a315347e9" /><Relationship Type="http://schemas.openxmlformats.org/officeDocument/2006/relationships/slide" Target="/ppt/slides/slide2.xml" Id="R8a9c4f6fd89d426e" /><Relationship Type="http://schemas.openxmlformats.org/officeDocument/2006/relationships/slide" Target="/ppt/slides/slide3.xml" Id="R45cde23dcbcf46ad" /><Relationship Type="http://schemas.openxmlformats.org/officeDocument/2006/relationships/slide" Target="/ppt/slides/slide4.xml" Id="Rf7f6ae4cfa9643bf" /><Relationship Type="http://schemas.openxmlformats.org/officeDocument/2006/relationships/slide" Target="/ppt/slides/slide5.xml" Id="Reb050a98226b41be" /><Relationship Type="http://schemas.openxmlformats.org/officeDocument/2006/relationships/slide" Target="/ppt/slides/slide6.xml" Id="Rd4ab654f18074be1" /><Relationship Type="http://schemas.openxmlformats.org/officeDocument/2006/relationships/slide" Target="/ppt/slides/slide7.xml" Id="Rebc17c65a86e434a" /><Relationship Type="http://schemas.openxmlformats.org/officeDocument/2006/relationships/slide" Target="/ppt/slides/slide8.xml" Id="Radf1e5bc74f34038" /><Relationship Type="http://schemas.openxmlformats.org/officeDocument/2006/relationships/slide" Target="/ppt/slides/slide9.xml" Id="R926a377d2c2143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d9aafadcef049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887ed25c002490f" /><Relationship Type="http://schemas.openxmlformats.org/officeDocument/2006/relationships/notesMaster" Target="/ppt/notesMasters/notesMaster1.xml" Id="R50f01f5ebc384c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08fdc3364864081" /><Relationship Type="http://schemas.openxmlformats.org/officeDocument/2006/relationships/notesMaster" Target="/ppt/notesMasters/notesMaster1.xml" Id="R46d1e016b0834e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83eba73dae4204" /><Relationship Type="http://schemas.openxmlformats.org/officeDocument/2006/relationships/notesMaster" Target="/ppt/notesMasters/notesMaster1.xml" Id="Rb93c027f579949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2067ed6a38459c" /><Relationship Type="http://schemas.openxmlformats.org/officeDocument/2006/relationships/notesMaster" Target="/ppt/notesMasters/notesMaster1.xml" Id="R0b501c20c30648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69d29c707e64ea6" /><Relationship Type="http://schemas.openxmlformats.org/officeDocument/2006/relationships/notesMaster" Target="/ppt/notesMasters/notesMaster1.xml" Id="Rb94b38fa2b6e4bd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afd12095bd7402c" /><Relationship Type="http://schemas.openxmlformats.org/officeDocument/2006/relationships/notesMaster" Target="/ppt/notesMasters/notesMaster1.xml" Id="R1f0f6d9789c949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eca4e53ceb44e22" /><Relationship Type="http://schemas.openxmlformats.org/officeDocument/2006/relationships/notesMaster" Target="/ppt/notesMasters/notesMaster1.xml" Id="Rc93d67c0cf1f437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7128289d48048c8" /><Relationship Type="http://schemas.openxmlformats.org/officeDocument/2006/relationships/notesMaster" Target="/ppt/notesMasters/notesMaster1.xml" Id="R0ad49a944dc547b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af5a9d1fa1a4f32" /><Relationship Type="http://schemas.openxmlformats.org/officeDocument/2006/relationships/notesMaster" Target="/ppt/notesMasters/notesMaster1.xml" Id="R68f9c2930e1a4e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55f4ac27bb4851" /><Relationship Type="http://schemas.openxmlformats.org/officeDocument/2006/relationships/image" Target="/ppt/media/image.png" Id="R6df199868f324be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a351c454fb4d83" /><Relationship Type="http://schemas.openxmlformats.org/officeDocument/2006/relationships/image" Target="/ppt/media/image.png" Id="R75dbecaac4314fa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fd544d8320454d" /><Relationship Type="http://schemas.openxmlformats.org/officeDocument/2006/relationships/image" Target="/ppt/media/image.png" Id="Re59d7f477e29472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e0c5240b8848e8" /><Relationship Type="http://schemas.openxmlformats.org/officeDocument/2006/relationships/image" Target="/ppt/media/image.png" Id="R3cf7818d54344de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1c78db050946ea" /><Relationship Type="http://schemas.openxmlformats.org/officeDocument/2006/relationships/image" Target="/ppt/media/image.png" Id="R839e1eaec5cc461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1cb9dcd3954348" /><Relationship Type="http://schemas.openxmlformats.org/officeDocument/2006/relationships/image" Target="/ppt/media/image.png" Id="R7f53dda33f2f4c7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8be6df2b49443e" /><Relationship Type="http://schemas.openxmlformats.org/officeDocument/2006/relationships/image" Target="/ppt/media/image.png" Id="Rdf33a3542875499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f31d505ad04b26" /><Relationship Type="http://schemas.openxmlformats.org/officeDocument/2006/relationships/image" Target="/ppt/media/image.png" Id="R73729cbe3e5e4d6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55318d3321487c" /><Relationship Type="http://schemas.openxmlformats.org/officeDocument/2006/relationships/image" Target="/ppt/media/image.png" Id="R5a1b4478cdc24e1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bf758b6a264b25" /><Relationship Type="http://schemas.openxmlformats.org/officeDocument/2006/relationships/image" Target="/ppt/media/image.png" Id="R6e61d00a2d3f4fe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e0f1605c4547d8" /><Relationship Type="http://schemas.openxmlformats.org/officeDocument/2006/relationships/image" Target="/ppt/media/image.png" Id="R9e393c9fedd04c8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f199868f324bed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5dbecaac4314fa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59d7f477e29472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cf7818d54344de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39e1eaec5cc461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f53dda33f2f4c7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f33a3542875499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3729cbe3e5e4d6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a1b4478cdc24e1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61d00a2d3f4fe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393c9fedd04c8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876e847a36477a" /><Relationship Type="http://schemas.openxmlformats.org/officeDocument/2006/relationships/slideLayout" Target="/ppt/slideLayouts/slideLayout1.xml" Id="R9ba4e25cb3114ce0" /><Relationship Type="http://schemas.openxmlformats.org/officeDocument/2006/relationships/slideLayout" Target="/ppt/slideLayouts/slideLayout2.xml" Id="Rab52be1ee50a476c" /><Relationship Type="http://schemas.openxmlformats.org/officeDocument/2006/relationships/slideLayout" Target="/ppt/slideLayouts/slideLayout3.xml" Id="Rf4e8743b3a824237" /><Relationship Type="http://schemas.openxmlformats.org/officeDocument/2006/relationships/slideLayout" Target="/ppt/slideLayouts/slideLayout4.xml" Id="R325b8f9ab8964745" /><Relationship Type="http://schemas.openxmlformats.org/officeDocument/2006/relationships/slideLayout" Target="/ppt/slideLayouts/slideLayout5.xml" Id="Rc80427e0356940e1" /><Relationship Type="http://schemas.openxmlformats.org/officeDocument/2006/relationships/slideLayout" Target="/ppt/slideLayouts/slideLayout6.xml" Id="Raff72ad1f3744284" /><Relationship Type="http://schemas.openxmlformats.org/officeDocument/2006/relationships/slideLayout" Target="/ppt/slideLayouts/slideLayout7.xml" Id="R1472fbb9496c41c0" /><Relationship Type="http://schemas.openxmlformats.org/officeDocument/2006/relationships/slideLayout" Target="/ppt/slideLayouts/slideLayout8.xml" Id="R87f580d7c9fc4c4b" /><Relationship Type="http://schemas.openxmlformats.org/officeDocument/2006/relationships/slideLayout" Target="/ppt/slideLayouts/slideLayout9.xml" Id="Rd77e39dc4f164230" /><Relationship Type="http://schemas.openxmlformats.org/officeDocument/2006/relationships/slideLayout" Target="/ppt/slideLayouts/slideLayout10.xml" Id="R8aa00a34e1604d57" /><Relationship Type="http://schemas.openxmlformats.org/officeDocument/2006/relationships/slideLayout" Target="/ppt/slideLayouts/slideLayout11.xml" Id="R0c3e46779b6d442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a4e25cb3114ce0"/>
    <p:sldLayoutId xmlns:r="http://schemas.openxmlformats.org/officeDocument/2006/relationships" id="2147483650" r:id="Rab52be1ee50a476c"/>
    <p:sldLayoutId xmlns:r="http://schemas.openxmlformats.org/officeDocument/2006/relationships" id="2147483651" r:id="Rf4e8743b3a824237"/>
    <p:sldLayoutId xmlns:r="http://schemas.openxmlformats.org/officeDocument/2006/relationships" id="2147483652" r:id="R325b8f9ab8964745"/>
    <p:sldLayoutId xmlns:r="http://schemas.openxmlformats.org/officeDocument/2006/relationships" id="2147483653" r:id="Rc80427e0356940e1"/>
    <p:sldLayoutId xmlns:r="http://schemas.openxmlformats.org/officeDocument/2006/relationships" id="2147483654" r:id="Raff72ad1f3744284"/>
    <p:sldLayoutId xmlns:r="http://schemas.openxmlformats.org/officeDocument/2006/relationships" id="2147483655" r:id="R1472fbb9496c41c0"/>
    <p:sldLayoutId xmlns:r="http://schemas.openxmlformats.org/officeDocument/2006/relationships" id="2147483656" r:id="R87f580d7c9fc4c4b"/>
    <p:sldLayoutId xmlns:r="http://schemas.openxmlformats.org/officeDocument/2006/relationships" id="2147483657" r:id="Rd77e39dc4f164230"/>
    <p:sldLayoutId xmlns:r="http://schemas.openxmlformats.org/officeDocument/2006/relationships" id="2147483658" r:id="R8aa00a34e1604d57"/>
    <p:sldLayoutId xmlns:r="http://schemas.openxmlformats.org/officeDocument/2006/relationships" id="2147483659" r:id="R0c3e46779b6d4420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94f806cb5f449b" /><Relationship Type="http://schemas.openxmlformats.org/officeDocument/2006/relationships/notesSlide" Target="/ppt/notesSlides/notesSlide1.xml" Id="R1a0f95fa2958489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58c1a126ce64d30" /><Relationship Type="http://schemas.openxmlformats.org/officeDocument/2006/relationships/notesSlide" Target="/ppt/notesSlides/notesSlide2.xml" Id="Rbcbd42fc0fac4f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defa51946c4664" /><Relationship Type="http://schemas.openxmlformats.org/officeDocument/2006/relationships/notesSlide" Target="/ppt/notesSlides/notesSlide3.xml" Id="R775aa8f95c174df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137c7577e34ff9" /><Relationship Type="http://schemas.openxmlformats.org/officeDocument/2006/relationships/notesSlide" Target="/ppt/notesSlides/notesSlide4.xml" Id="Rbcef57a8280c4ba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0d6ae39c2446c0" /><Relationship Type="http://schemas.openxmlformats.org/officeDocument/2006/relationships/notesSlide" Target="/ppt/notesSlides/notesSlide5.xml" Id="Rba9b856b2918475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681dd4418f4098" /><Relationship Type="http://schemas.openxmlformats.org/officeDocument/2006/relationships/notesSlide" Target="/ppt/notesSlides/notesSlide6.xml" Id="R378a7bacae584e3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3ae84c4691419b" /><Relationship Type="http://schemas.openxmlformats.org/officeDocument/2006/relationships/notesSlide" Target="/ppt/notesSlides/notesSlide7.xml" Id="R46386678b912480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2733f01d444ecd" /><Relationship Type="http://schemas.openxmlformats.org/officeDocument/2006/relationships/notesSlide" Target="/ppt/notesSlides/notesSlide8.xml" Id="Ra692377c683f4d5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61c71fd96245fb" /><Relationship Type="http://schemas.openxmlformats.org/officeDocument/2006/relationships/notesSlide" Target="/ppt/notesSlides/notesSlide9.xml" Id="R6c3682f393f545b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Character Codes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21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ord() require exactly one character rather than a whole word?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c, which number is stored in code?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enter c, what does code + 1 do before chr() creates the next letter?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would be displayed if code + 1 were printed without passing it to chr()?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asks for a lowercase letter from b to z and finds the letter before it. Subtract 1 from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code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store the result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previous_letter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display it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"Previous letter:"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"Previous letter: 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also asks for a whole-number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shift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from 1 to 3.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ord()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add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shift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get the new letter. Display it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"Encoded letter:"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"Encoded letter: 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three-letter encoder. Ask for three lowercase letters from a to y, one at a time.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ord()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move each letter forward by 1, then join the new letters and display them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"Encoded text:"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"Encoded text: dbu"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chr(letter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2026-09-28T06:19:27.4500000Z</dcterms:created>
  <dcterms:modified xsi:type="dcterms:W3CDTF">2026-09-28T06:19:27.4500000Z</dcterms:modified>
</coreProperties>
</file>