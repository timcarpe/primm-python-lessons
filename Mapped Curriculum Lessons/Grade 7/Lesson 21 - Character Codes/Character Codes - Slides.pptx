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67c94247cf4a90" /><Relationship Type="http://schemas.openxmlformats.org/officeDocument/2006/relationships/extended-properties" Target="/docProps/app.xml" Id="Rc18cbe6870b94ca0" /><Relationship Type="http://schemas.openxmlformats.org/officeDocument/2006/relationships/officeDocument" Target="/ppt/presentation.xml" Id="Rf3cb4267e5ba47e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80f44b696a7464e"/>
  </p:sldMasterIdLst>
  <p:notesMasterIdLst>
    <p:notesMasterId xmlns:r="http://schemas.openxmlformats.org/officeDocument/2006/relationships" r:id="Rd0548178e51148c7"/>
  </p:notesMasterIdLst>
  <p:sldIdLst>
    <p:sldId xmlns:r="http://schemas.openxmlformats.org/officeDocument/2006/relationships" id="256" r:id="R2ecc8340606d4707"/>
    <p:sldId xmlns:r="http://schemas.openxmlformats.org/officeDocument/2006/relationships" id="257" r:id="Rb1a9fda7ab6e4749"/>
    <p:sldId xmlns:r="http://schemas.openxmlformats.org/officeDocument/2006/relationships" id="258" r:id="Red60c0ac84674276"/>
    <p:sldId xmlns:r="http://schemas.openxmlformats.org/officeDocument/2006/relationships" id="259" r:id="R4bcd397bc3604aa5"/>
    <p:sldId xmlns:r="http://schemas.openxmlformats.org/officeDocument/2006/relationships" id="260" r:id="Rff056e3dc8ca47d0"/>
    <p:sldId xmlns:r="http://schemas.openxmlformats.org/officeDocument/2006/relationships" id="261" r:id="Rfccc0c2d2a164ee7"/>
    <p:sldId xmlns:r="http://schemas.openxmlformats.org/officeDocument/2006/relationships" id="262" r:id="Rb3d6f232cffe4f59"/>
    <p:sldId xmlns:r="http://schemas.openxmlformats.org/officeDocument/2006/relationships" id="263" r:id="Rbf8a4e81203141d1"/>
    <p:sldId xmlns:r="http://schemas.openxmlformats.org/officeDocument/2006/relationships" id="264" r:id="R246b16bdb04e403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110e7741475422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0e9b30078f4e15" /><Relationship Type="http://schemas.openxmlformats.org/officeDocument/2006/relationships/slideMaster" Target="/ppt/slideMasters/slideMaster1.xml" Id="R180f44b696a7464e" /><Relationship Type="http://schemas.openxmlformats.org/officeDocument/2006/relationships/notesMaster" Target="/ppt/notesMasters/notesMaster1.xml" Id="Rd0548178e51148c7" /><Relationship Type="http://schemas.openxmlformats.org/officeDocument/2006/relationships/presProps" Target="/ppt/presProps.xml" Id="R57e46cde6d6a46b4" /><Relationship Type="http://schemas.openxmlformats.org/officeDocument/2006/relationships/viewProps" Target="/ppt/viewProps.xml" Id="Re9f668f3276349e7" /><Relationship Type="http://schemas.openxmlformats.org/officeDocument/2006/relationships/tableStyles" Target="/ppt/tableStyles.xml" Id="R3a6a8a9ba1ae48e7" /><Relationship Type="http://schemas.openxmlformats.org/officeDocument/2006/relationships/font" Target="/ppt/fonts/font.dat" Id="R3110e7741475422d" /><Relationship Type="http://schemas.openxmlformats.org/officeDocument/2006/relationships/slide" Target="/ppt/slides/slide1.xml" Id="R2ecc8340606d4707" /><Relationship Type="http://schemas.openxmlformats.org/officeDocument/2006/relationships/slide" Target="/ppt/slides/slide2.xml" Id="Rb1a9fda7ab6e4749" /><Relationship Type="http://schemas.openxmlformats.org/officeDocument/2006/relationships/slide" Target="/ppt/slides/slide3.xml" Id="Red60c0ac84674276" /><Relationship Type="http://schemas.openxmlformats.org/officeDocument/2006/relationships/slide" Target="/ppt/slides/slide4.xml" Id="R4bcd397bc3604aa5" /><Relationship Type="http://schemas.openxmlformats.org/officeDocument/2006/relationships/slide" Target="/ppt/slides/slide5.xml" Id="Rff056e3dc8ca47d0" /><Relationship Type="http://schemas.openxmlformats.org/officeDocument/2006/relationships/slide" Target="/ppt/slides/slide6.xml" Id="Rfccc0c2d2a164ee7" /><Relationship Type="http://schemas.openxmlformats.org/officeDocument/2006/relationships/slide" Target="/ppt/slides/slide7.xml" Id="Rb3d6f232cffe4f59" /><Relationship Type="http://schemas.openxmlformats.org/officeDocument/2006/relationships/slide" Target="/ppt/slides/slide8.xml" Id="Rbf8a4e81203141d1" /><Relationship Type="http://schemas.openxmlformats.org/officeDocument/2006/relationships/slide" Target="/ppt/slides/slide9.xml" Id="R246b16bdb04e40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c98f8a541247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f59e47077c4d13" /><Relationship Type="http://schemas.openxmlformats.org/officeDocument/2006/relationships/notesMaster" Target="/ppt/notesMasters/notesMaster1.xml" Id="Rd736d05eab1645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f00941b1e04206" /><Relationship Type="http://schemas.openxmlformats.org/officeDocument/2006/relationships/notesMaster" Target="/ppt/notesMasters/notesMaster1.xml" Id="R3bbba0e1f4c642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9d9fc7cd8f4a02" /><Relationship Type="http://schemas.openxmlformats.org/officeDocument/2006/relationships/notesMaster" Target="/ppt/notesMasters/notesMaster1.xml" Id="R87fb6ee7c5084e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c058597639473e" /><Relationship Type="http://schemas.openxmlformats.org/officeDocument/2006/relationships/notesMaster" Target="/ppt/notesMasters/notesMaster1.xml" Id="R010073bd061440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de86a9ac654a49" /><Relationship Type="http://schemas.openxmlformats.org/officeDocument/2006/relationships/notesMaster" Target="/ppt/notesMasters/notesMaster1.xml" Id="R9063dec9492b4b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7f55d81f3446a2" /><Relationship Type="http://schemas.openxmlformats.org/officeDocument/2006/relationships/notesMaster" Target="/ppt/notesMasters/notesMaster1.xml" Id="R6d4d4c537f424a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6f85db8dea4aea" /><Relationship Type="http://schemas.openxmlformats.org/officeDocument/2006/relationships/notesMaster" Target="/ppt/notesMasters/notesMaster1.xml" Id="Rf5e07f3ea9a945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3b17f3b46149b6" /><Relationship Type="http://schemas.openxmlformats.org/officeDocument/2006/relationships/notesMaster" Target="/ppt/notesMasters/notesMaster1.xml" Id="R231023aec40245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22bf0ae90e4c93" /><Relationship Type="http://schemas.openxmlformats.org/officeDocument/2006/relationships/notesMaster" Target="/ppt/notesMasters/notesMaster1.xml" Id="Rec3d3a0834204a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fb98b9be1e450d" /><Relationship Type="http://schemas.openxmlformats.org/officeDocument/2006/relationships/image" Target="/ppt/media/image.png" Id="R3af012afb44641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d629be1b65486c" /><Relationship Type="http://schemas.openxmlformats.org/officeDocument/2006/relationships/image" Target="/ppt/media/image.png" Id="R72bd682e8b3e4c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b9a9985ad54479" /><Relationship Type="http://schemas.openxmlformats.org/officeDocument/2006/relationships/image" Target="/ppt/media/image.png" Id="Racb9b4a2a5184fc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1e88c737d44ff9" /><Relationship Type="http://schemas.openxmlformats.org/officeDocument/2006/relationships/image" Target="/ppt/media/image.png" Id="Rc479ec0db3aa47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1968cdc234137" /><Relationship Type="http://schemas.openxmlformats.org/officeDocument/2006/relationships/image" Target="/ppt/media/image.png" Id="Rcf1b7cdb66f642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8e6d121f041f0" /><Relationship Type="http://schemas.openxmlformats.org/officeDocument/2006/relationships/image" Target="/ppt/media/image.png" Id="R9c239853e22b4b2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88e1b43534641" /><Relationship Type="http://schemas.openxmlformats.org/officeDocument/2006/relationships/image" Target="/ppt/media/image.png" Id="R1fd4a9ef2bc04c5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8c49ebd1174544" /><Relationship Type="http://schemas.openxmlformats.org/officeDocument/2006/relationships/image" Target="/ppt/media/image.png" Id="Rb63626020d41456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5e5e3cd8b4023" /><Relationship Type="http://schemas.openxmlformats.org/officeDocument/2006/relationships/image" Target="/ppt/media/image.png" Id="Ra42bb8229c97482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ed321b97224d56" /><Relationship Type="http://schemas.openxmlformats.org/officeDocument/2006/relationships/image" Target="/ppt/media/image.png" Id="R6e899d6be5c54db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afa2df952741c9" /><Relationship Type="http://schemas.openxmlformats.org/officeDocument/2006/relationships/image" Target="/ppt/media/image.png" Id="R1235eb8db787400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f012afb44641f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bd682e8b3e4c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b9b4a2a5184fc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79ec0db3aa47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1b7cdb66f642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239853e22b4b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d4a9ef2bc04c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3626020d4145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2bb8229c9748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899d6be5c54d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35eb8db78740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dfba4727bc4e5a" /><Relationship Type="http://schemas.openxmlformats.org/officeDocument/2006/relationships/slideLayout" Target="/ppt/slideLayouts/slideLayout1.xml" Id="R38e66ea18c2b42f2" /><Relationship Type="http://schemas.openxmlformats.org/officeDocument/2006/relationships/slideLayout" Target="/ppt/slideLayouts/slideLayout2.xml" Id="Rb8451a3d4245442f" /><Relationship Type="http://schemas.openxmlformats.org/officeDocument/2006/relationships/slideLayout" Target="/ppt/slideLayouts/slideLayout3.xml" Id="R633a24810cda4bbf" /><Relationship Type="http://schemas.openxmlformats.org/officeDocument/2006/relationships/slideLayout" Target="/ppt/slideLayouts/slideLayout4.xml" Id="R243386801d67474c" /><Relationship Type="http://schemas.openxmlformats.org/officeDocument/2006/relationships/slideLayout" Target="/ppt/slideLayouts/slideLayout5.xml" Id="R59f84b0f6d28473e" /><Relationship Type="http://schemas.openxmlformats.org/officeDocument/2006/relationships/slideLayout" Target="/ppt/slideLayouts/slideLayout6.xml" Id="R2af7fcd0880b4ebb" /><Relationship Type="http://schemas.openxmlformats.org/officeDocument/2006/relationships/slideLayout" Target="/ppt/slideLayouts/slideLayout7.xml" Id="R905b455f86884ad7" /><Relationship Type="http://schemas.openxmlformats.org/officeDocument/2006/relationships/slideLayout" Target="/ppt/slideLayouts/slideLayout8.xml" Id="R29874d61fc604795" /><Relationship Type="http://schemas.openxmlformats.org/officeDocument/2006/relationships/slideLayout" Target="/ppt/slideLayouts/slideLayout9.xml" Id="R28e216da9b0845b2" /><Relationship Type="http://schemas.openxmlformats.org/officeDocument/2006/relationships/slideLayout" Target="/ppt/slideLayouts/slideLayout10.xml" Id="R301a43f7070f4819" /><Relationship Type="http://schemas.openxmlformats.org/officeDocument/2006/relationships/slideLayout" Target="/ppt/slideLayouts/slideLayout11.xml" Id="R192d56a43361443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e66ea18c2b42f2"/>
    <p:sldLayoutId xmlns:r="http://schemas.openxmlformats.org/officeDocument/2006/relationships" id="2147483650" r:id="Rb8451a3d4245442f"/>
    <p:sldLayoutId xmlns:r="http://schemas.openxmlformats.org/officeDocument/2006/relationships" id="2147483651" r:id="R633a24810cda4bbf"/>
    <p:sldLayoutId xmlns:r="http://schemas.openxmlformats.org/officeDocument/2006/relationships" id="2147483652" r:id="R243386801d67474c"/>
    <p:sldLayoutId xmlns:r="http://schemas.openxmlformats.org/officeDocument/2006/relationships" id="2147483653" r:id="R59f84b0f6d28473e"/>
    <p:sldLayoutId xmlns:r="http://schemas.openxmlformats.org/officeDocument/2006/relationships" id="2147483654" r:id="R2af7fcd0880b4ebb"/>
    <p:sldLayoutId xmlns:r="http://schemas.openxmlformats.org/officeDocument/2006/relationships" id="2147483655" r:id="R905b455f86884ad7"/>
    <p:sldLayoutId xmlns:r="http://schemas.openxmlformats.org/officeDocument/2006/relationships" id="2147483656" r:id="R29874d61fc604795"/>
    <p:sldLayoutId xmlns:r="http://schemas.openxmlformats.org/officeDocument/2006/relationships" id="2147483657" r:id="R28e216da9b0845b2"/>
    <p:sldLayoutId xmlns:r="http://schemas.openxmlformats.org/officeDocument/2006/relationships" id="2147483658" r:id="R301a43f7070f4819"/>
    <p:sldLayoutId xmlns:r="http://schemas.openxmlformats.org/officeDocument/2006/relationships" id="2147483659" r:id="R192d56a43361443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eed1ff29d45a3" /><Relationship Type="http://schemas.openxmlformats.org/officeDocument/2006/relationships/notesSlide" Target="/ppt/notesSlides/notesSlide1.xml" Id="R0d7aa78371234a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3b6f2295be45c0" /><Relationship Type="http://schemas.openxmlformats.org/officeDocument/2006/relationships/notesSlide" Target="/ppt/notesSlides/notesSlide2.xml" Id="Ra6c727b6282848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07724b130a4225" /><Relationship Type="http://schemas.openxmlformats.org/officeDocument/2006/relationships/notesSlide" Target="/ppt/notesSlides/notesSlide3.xml" Id="R728dee3b2c2e4c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89c40205c475d" /><Relationship Type="http://schemas.openxmlformats.org/officeDocument/2006/relationships/notesSlide" Target="/ppt/notesSlides/notesSlide4.xml" Id="R88db6b22ecbd48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247438d05d4025" /><Relationship Type="http://schemas.openxmlformats.org/officeDocument/2006/relationships/notesSlide" Target="/ppt/notesSlides/notesSlide5.xml" Id="Rd5f6103957334d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ea0e84ee5341ff" /><Relationship Type="http://schemas.openxmlformats.org/officeDocument/2006/relationships/notesSlide" Target="/ppt/notesSlides/notesSlide6.xml" Id="R0fd74baef13a48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163861a6c24e5d" /><Relationship Type="http://schemas.openxmlformats.org/officeDocument/2006/relationships/notesSlide" Target="/ppt/notesSlides/notesSlide7.xml" Id="R0d7aad7ed4b94f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1385a680bb4bb0" /><Relationship Type="http://schemas.openxmlformats.org/officeDocument/2006/relationships/notesSlide" Target="/ppt/notesSlides/notesSlide8.xml" Id="R5cd446a3ec0c46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8ba82cb982441e" /><Relationship Type="http://schemas.openxmlformats.org/officeDocument/2006/relationships/notesSlide" Target="/ppt/notesSlides/notesSlide9.xml" Id="Rcbfdb2683f8742f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a lowercase letter from b to z and finds the letter before it. Subtract 1 from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previous_letter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 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1 to 3.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get the new letter.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 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three-letter encoder. Ask for three lowercase letters from a to y, one at a time.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move each letter forward by 1, then join the new letters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 dbu"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2026-09-29T02:06:56.4690000Z</dcterms:created>
  <dcterms:modified xsi:type="dcterms:W3CDTF">2026-09-29T02:06:56.4690000Z</dcterms:modified>
</coreProperties>
</file>