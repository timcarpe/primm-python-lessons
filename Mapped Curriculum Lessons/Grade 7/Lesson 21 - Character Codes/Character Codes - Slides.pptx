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2240e26f6814556" /><Relationship Type="http://schemas.openxmlformats.org/officeDocument/2006/relationships/extended-properties" Target="/docProps/app.xml" Id="Rd970166dfe9f4a77" /><Relationship Type="http://schemas.openxmlformats.org/officeDocument/2006/relationships/officeDocument" Target="/ppt/presentation.xml" Id="Rb68a24e5f37940b6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97a4316557b44b4d"/>
  </p:sldMasterIdLst>
  <p:notesMasterIdLst>
    <p:notesMasterId xmlns:r="http://schemas.openxmlformats.org/officeDocument/2006/relationships" r:id="R739bf41b9acf44f9"/>
  </p:notesMasterIdLst>
  <p:sldIdLst>
    <p:sldId xmlns:r="http://schemas.openxmlformats.org/officeDocument/2006/relationships" id="256" r:id="R36950bee286d4a1d"/>
    <p:sldId xmlns:r="http://schemas.openxmlformats.org/officeDocument/2006/relationships" id="257" r:id="R8c4f4398b9bd40fe"/>
    <p:sldId xmlns:r="http://schemas.openxmlformats.org/officeDocument/2006/relationships" id="258" r:id="R7b106aa8f5a74643"/>
    <p:sldId xmlns:r="http://schemas.openxmlformats.org/officeDocument/2006/relationships" id="259" r:id="R15bad0e4508940b0"/>
    <p:sldId xmlns:r="http://schemas.openxmlformats.org/officeDocument/2006/relationships" id="260" r:id="Rbe23c560bf4e4aea"/>
    <p:sldId xmlns:r="http://schemas.openxmlformats.org/officeDocument/2006/relationships" id="261" r:id="R2c0e36f9a8104f22"/>
    <p:sldId xmlns:r="http://schemas.openxmlformats.org/officeDocument/2006/relationships" id="262" r:id="Rd024103dbdd040c3"/>
    <p:sldId xmlns:r="http://schemas.openxmlformats.org/officeDocument/2006/relationships" id="263" r:id="R919eceb920d84660"/>
    <p:sldId xmlns:r="http://schemas.openxmlformats.org/officeDocument/2006/relationships" id="264" r:id="R218d603ad2d74bcf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8b83e62ffe9944d0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0d7b22dca08427d" /><Relationship Type="http://schemas.openxmlformats.org/officeDocument/2006/relationships/slideMaster" Target="/ppt/slideMasters/slideMaster1.xml" Id="R97a4316557b44b4d" /><Relationship Type="http://schemas.openxmlformats.org/officeDocument/2006/relationships/notesMaster" Target="/ppt/notesMasters/notesMaster1.xml" Id="R739bf41b9acf44f9" /><Relationship Type="http://schemas.openxmlformats.org/officeDocument/2006/relationships/presProps" Target="/ppt/presProps.xml" Id="R1dcb75f5fbed4bdd" /><Relationship Type="http://schemas.openxmlformats.org/officeDocument/2006/relationships/viewProps" Target="/ppt/viewProps.xml" Id="Rd22a6e4f544d41fa" /><Relationship Type="http://schemas.openxmlformats.org/officeDocument/2006/relationships/tableStyles" Target="/ppt/tableStyles.xml" Id="R6e9cada051584a0d" /><Relationship Type="http://schemas.openxmlformats.org/officeDocument/2006/relationships/font" Target="/ppt/fonts/font.dat" Id="R8b83e62ffe9944d0" /><Relationship Type="http://schemas.openxmlformats.org/officeDocument/2006/relationships/slide" Target="/ppt/slides/slide1.xml" Id="R36950bee286d4a1d" /><Relationship Type="http://schemas.openxmlformats.org/officeDocument/2006/relationships/slide" Target="/ppt/slides/slide2.xml" Id="R8c4f4398b9bd40fe" /><Relationship Type="http://schemas.openxmlformats.org/officeDocument/2006/relationships/slide" Target="/ppt/slides/slide3.xml" Id="R7b106aa8f5a74643" /><Relationship Type="http://schemas.openxmlformats.org/officeDocument/2006/relationships/slide" Target="/ppt/slides/slide4.xml" Id="R15bad0e4508940b0" /><Relationship Type="http://schemas.openxmlformats.org/officeDocument/2006/relationships/slide" Target="/ppt/slides/slide5.xml" Id="Rbe23c560bf4e4aea" /><Relationship Type="http://schemas.openxmlformats.org/officeDocument/2006/relationships/slide" Target="/ppt/slides/slide6.xml" Id="R2c0e36f9a8104f22" /><Relationship Type="http://schemas.openxmlformats.org/officeDocument/2006/relationships/slide" Target="/ppt/slides/slide7.xml" Id="Rd024103dbdd040c3" /><Relationship Type="http://schemas.openxmlformats.org/officeDocument/2006/relationships/slide" Target="/ppt/slides/slide8.xml" Id="R919eceb920d84660" /><Relationship Type="http://schemas.openxmlformats.org/officeDocument/2006/relationships/slide" Target="/ppt/slides/slide9.xml" Id="R218d603ad2d74bc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3508369534f7440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0679048b4654f67" /><Relationship Type="http://schemas.openxmlformats.org/officeDocument/2006/relationships/notesMaster" Target="/ppt/notesMasters/notesMaster1.xml" Id="R13e5dd76726c485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1647b450a244733" /><Relationship Type="http://schemas.openxmlformats.org/officeDocument/2006/relationships/notesMaster" Target="/ppt/notesMasters/notesMaster1.xml" Id="R1bef1c82d2184b5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3f01e8748f240a8" /><Relationship Type="http://schemas.openxmlformats.org/officeDocument/2006/relationships/notesMaster" Target="/ppt/notesMasters/notesMaster1.xml" Id="R75dd611cb0c8418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bbfebcfb2774ced" /><Relationship Type="http://schemas.openxmlformats.org/officeDocument/2006/relationships/notesMaster" Target="/ppt/notesMasters/notesMaster1.xml" Id="Rb5cdd6bd163a48c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033d8b101b54020" /><Relationship Type="http://schemas.openxmlformats.org/officeDocument/2006/relationships/notesMaster" Target="/ppt/notesMasters/notesMaster1.xml" Id="R03a6f45aa19d46d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1dec93a167e4eb4" /><Relationship Type="http://schemas.openxmlformats.org/officeDocument/2006/relationships/notesMaster" Target="/ppt/notesMasters/notesMaster1.xml" Id="R08f1e8e011d8486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b4ea29e9c714a27" /><Relationship Type="http://schemas.openxmlformats.org/officeDocument/2006/relationships/notesMaster" Target="/ppt/notesMasters/notesMaster1.xml" Id="Rb6aca9b4952a4eb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ce038d86eb24137" /><Relationship Type="http://schemas.openxmlformats.org/officeDocument/2006/relationships/notesMaster" Target="/ppt/notesMasters/notesMaster1.xml" Id="Re49a7c58c11f435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82174857a794943" /><Relationship Type="http://schemas.openxmlformats.org/officeDocument/2006/relationships/notesMaster" Target="/ppt/notesMasters/notesMaster1.xml" Id="R66e1c70cf6e344b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a1bb3cbb664409" /><Relationship Type="http://schemas.openxmlformats.org/officeDocument/2006/relationships/image" Target="/ppt/media/image.png" Id="R782fa3a088e84db3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39ec8ca15f4ab5" /><Relationship Type="http://schemas.openxmlformats.org/officeDocument/2006/relationships/image" Target="/ppt/media/image.png" Id="Ref6a58ee813444d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1925577b444fa1" /><Relationship Type="http://schemas.openxmlformats.org/officeDocument/2006/relationships/image" Target="/ppt/media/image.png" Id="Rc00445b57eaa429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642521c12c1405d" /><Relationship Type="http://schemas.openxmlformats.org/officeDocument/2006/relationships/image" Target="/ppt/media/image.png" Id="R31748f72c50e446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405c799dbc4f03" /><Relationship Type="http://schemas.openxmlformats.org/officeDocument/2006/relationships/image" Target="/ppt/media/image.png" Id="R04c22b87c8dd498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1ce206c6ee4ff4" /><Relationship Type="http://schemas.openxmlformats.org/officeDocument/2006/relationships/image" Target="/ppt/media/image.png" Id="Rb7964d51bd7a44a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7f5e18a48849a5" /><Relationship Type="http://schemas.openxmlformats.org/officeDocument/2006/relationships/image" Target="/ppt/media/image.png" Id="R973c1b4a14f445f3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a25daa7b4a41de" /><Relationship Type="http://schemas.openxmlformats.org/officeDocument/2006/relationships/image" Target="/ppt/media/image.png" Id="Rf42084e7944f4927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848674523545f9" /><Relationship Type="http://schemas.openxmlformats.org/officeDocument/2006/relationships/image" Target="/ppt/media/image.png" Id="Rc6f65bb5c0f94ac3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95bdb006534c18" /><Relationship Type="http://schemas.openxmlformats.org/officeDocument/2006/relationships/image" Target="/ppt/media/image.png" Id="R82bd26ff29f14f9f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791b8d1e594fe2" /><Relationship Type="http://schemas.openxmlformats.org/officeDocument/2006/relationships/image" Target="/ppt/media/image.png" Id="R73804813bd274c2e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82fa3a088e84db3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f6a58ee813444d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00445b57eaa429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1748f72c50e446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4c22b87c8dd498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7964d51bd7a44a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73c1b4a14f445f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42084e7944f4927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6f65bb5c0f94ac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2bd26ff29f14f9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3804813bd274c2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20f17a315ac4cbd" /><Relationship Type="http://schemas.openxmlformats.org/officeDocument/2006/relationships/slideLayout" Target="/ppt/slideLayouts/slideLayout1.xml" Id="Rf819cb1a9236491a" /><Relationship Type="http://schemas.openxmlformats.org/officeDocument/2006/relationships/slideLayout" Target="/ppt/slideLayouts/slideLayout2.xml" Id="Re43f465d72364fee" /><Relationship Type="http://schemas.openxmlformats.org/officeDocument/2006/relationships/slideLayout" Target="/ppt/slideLayouts/slideLayout3.xml" Id="R38857087b81145c5" /><Relationship Type="http://schemas.openxmlformats.org/officeDocument/2006/relationships/slideLayout" Target="/ppt/slideLayouts/slideLayout4.xml" Id="R4cc66142aaff44f0" /><Relationship Type="http://schemas.openxmlformats.org/officeDocument/2006/relationships/slideLayout" Target="/ppt/slideLayouts/slideLayout5.xml" Id="R32908759feea42ac" /><Relationship Type="http://schemas.openxmlformats.org/officeDocument/2006/relationships/slideLayout" Target="/ppt/slideLayouts/slideLayout6.xml" Id="Re2ab68f040194ac8" /><Relationship Type="http://schemas.openxmlformats.org/officeDocument/2006/relationships/slideLayout" Target="/ppt/slideLayouts/slideLayout7.xml" Id="Rad819f3c00d946ad" /><Relationship Type="http://schemas.openxmlformats.org/officeDocument/2006/relationships/slideLayout" Target="/ppt/slideLayouts/slideLayout8.xml" Id="R2e86594483634ff2" /><Relationship Type="http://schemas.openxmlformats.org/officeDocument/2006/relationships/slideLayout" Target="/ppt/slideLayouts/slideLayout9.xml" Id="R5e5da4e0c2d54566" /><Relationship Type="http://schemas.openxmlformats.org/officeDocument/2006/relationships/slideLayout" Target="/ppt/slideLayouts/slideLayout10.xml" Id="R696c63e182a4401a" /><Relationship Type="http://schemas.openxmlformats.org/officeDocument/2006/relationships/slideLayout" Target="/ppt/slideLayouts/slideLayout11.xml" Id="R3f2b65d9fe1e4966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819cb1a9236491a"/>
    <p:sldLayoutId xmlns:r="http://schemas.openxmlformats.org/officeDocument/2006/relationships" id="2147483650" r:id="Re43f465d72364fee"/>
    <p:sldLayoutId xmlns:r="http://schemas.openxmlformats.org/officeDocument/2006/relationships" id="2147483651" r:id="R38857087b81145c5"/>
    <p:sldLayoutId xmlns:r="http://schemas.openxmlformats.org/officeDocument/2006/relationships" id="2147483652" r:id="R4cc66142aaff44f0"/>
    <p:sldLayoutId xmlns:r="http://schemas.openxmlformats.org/officeDocument/2006/relationships" id="2147483653" r:id="R32908759feea42ac"/>
    <p:sldLayoutId xmlns:r="http://schemas.openxmlformats.org/officeDocument/2006/relationships" id="2147483654" r:id="Re2ab68f040194ac8"/>
    <p:sldLayoutId xmlns:r="http://schemas.openxmlformats.org/officeDocument/2006/relationships" id="2147483655" r:id="Rad819f3c00d946ad"/>
    <p:sldLayoutId xmlns:r="http://schemas.openxmlformats.org/officeDocument/2006/relationships" id="2147483656" r:id="R2e86594483634ff2"/>
    <p:sldLayoutId xmlns:r="http://schemas.openxmlformats.org/officeDocument/2006/relationships" id="2147483657" r:id="R5e5da4e0c2d54566"/>
    <p:sldLayoutId xmlns:r="http://schemas.openxmlformats.org/officeDocument/2006/relationships" id="2147483658" r:id="R696c63e182a4401a"/>
    <p:sldLayoutId xmlns:r="http://schemas.openxmlformats.org/officeDocument/2006/relationships" id="2147483659" r:id="R3f2b65d9fe1e4966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e8559ea0a14e3b" /><Relationship Type="http://schemas.openxmlformats.org/officeDocument/2006/relationships/notesSlide" Target="/ppt/notesSlides/notesSlide1.xml" Id="Rd3952dcd4494463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11e688a81874c1c" /><Relationship Type="http://schemas.openxmlformats.org/officeDocument/2006/relationships/notesSlide" Target="/ppt/notesSlides/notesSlide2.xml" Id="Rfaf5780c958340d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03d775337b4345" /><Relationship Type="http://schemas.openxmlformats.org/officeDocument/2006/relationships/notesSlide" Target="/ppt/notesSlides/notesSlide3.xml" Id="R8b47c1f76d55462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1f64fe95f74e17" /><Relationship Type="http://schemas.openxmlformats.org/officeDocument/2006/relationships/notesSlide" Target="/ppt/notesSlides/notesSlide4.xml" Id="Rcce51a702cc94da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79711c4a6e1468a" /><Relationship Type="http://schemas.openxmlformats.org/officeDocument/2006/relationships/notesSlide" Target="/ppt/notesSlides/notesSlide5.xml" Id="R543b80c2574b436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5a220b2118b4d67" /><Relationship Type="http://schemas.openxmlformats.org/officeDocument/2006/relationships/notesSlide" Target="/ppt/notesSlides/notesSlide6.xml" Id="Re00c368ff29f492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d3a0de5b294a21" /><Relationship Type="http://schemas.openxmlformats.org/officeDocument/2006/relationships/notesSlide" Target="/ppt/notesSlides/notesSlide7.xml" Id="R4d5d9a9960a94fc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443665886e94fa2" /><Relationship Type="http://schemas.openxmlformats.org/officeDocument/2006/relationships/notesSlide" Target="/ppt/notesSlides/notesSlide8.xml" Id="R357e1ccd3f254e7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221a88bf2154df7" /><Relationship Type="http://schemas.openxmlformats.org/officeDocument/2006/relationships/notesSlide" Target="/ppt/notesSlides/notesSlide9.xml" Id="R9c77ac60007e439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Character Codes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21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does ord() require exactly one character rather than a whole word?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If you enter c, which number is stored in code?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If you enter c, what does code + 1 do before chr() creates the next letter?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What would be displayed if code + 1 were printed without passing it to chr()?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input message so it asks for one lower-case letter from b to z. Subtract 1 from [code], pass the result to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and store the returned character in [previous_letter] instead of [next_letter].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"Previous letter: c"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one lower-case letter between a and w and store it in [letter]. Ask for a whole number between 1 and 3 and store it in [shift]. Add [shift] to the character code, pass the result to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and store the returned character in [encoded].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2;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"Encoded letter: 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Ask for three lower-case letters between a and y. Increase each character code by 1 and pass each result to </a:t>
            </a:r>
            <a:r>
              <a:rPr sz="240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chr()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Join the three returned characters and store the result in [encoded_text]. Test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"a"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; display </a:t>
            </a:r>
            <a:r>
              <a:rPr sz="240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"Encoded text: bcd"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ord(letter)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chr(code + 1)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"Character code:"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code)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letter = </a:t>
            </a: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"One lower-case letter a-y: 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code = ord()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next_letter = chr(letter + 1)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"Next letter:"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next_letter)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2026-08-28T09:24:04.0950000Z</dcterms:created>
  <dcterms:modified xsi:type="dcterms:W3CDTF">2026-08-28T09:24:04.0950000Z</dcterms:modified>
</coreProperties>
</file>