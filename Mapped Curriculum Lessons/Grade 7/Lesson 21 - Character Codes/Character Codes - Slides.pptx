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dfd82ea5824c1a" /><Relationship Type="http://schemas.openxmlformats.org/officeDocument/2006/relationships/extended-properties" Target="/docProps/app.xml" Id="R7347049b2372460c" /><Relationship Type="http://schemas.openxmlformats.org/officeDocument/2006/relationships/officeDocument" Target="/ppt/presentation.xml" Id="R974eecefb711401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53e921932c04b01"/>
  </p:sldMasterIdLst>
  <p:notesMasterIdLst>
    <p:notesMasterId xmlns:r="http://schemas.openxmlformats.org/officeDocument/2006/relationships" r:id="Ra7591057794b4900"/>
  </p:notesMasterIdLst>
  <p:sldIdLst>
    <p:sldId xmlns:r="http://schemas.openxmlformats.org/officeDocument/2006/relationships" id="256" r:id="Ra0f799b7f23e4e18"/>
    <p:sldId xmlns:r="http://schemas.openxmlformats.org/officeDocument/2006/relationships" id="257" r:id="R00f4dc1121104d25"/>
    <p:sldId xmlns:r="http://schemas.openxmlformats.org/officeDocument/2006/relationships" id="258" r:id="Rd509825a54194110"/>
    <p:sldId xmlns:r="http://schemas.openxmlformats.org/officeDocument/2006/relationships" id="259" r:id="R564f4f959beb48a7"/>
    <p:sldId xmlns:r="http://schemas.openxmlformats.org/officeDocument/2006/relationships" id="260" r:id="R5a7115edb3a6457b"/>
    <p:sldId xmlns:r="http://schemas.openxmlformats.org/officeDocument/2006/relationships" id="261" r:id="Ra25049459c634750"/>
    <p:sldId xmlns:r="http://schemas.openxmlformats.org/officeDocument/2006/relationships" id="262" r:id="R079c277392b04a6b"/>
    <p:sldId xmlns:r="http://schemas.openxmlformats.org/officeDocument/2006/relationships" id="263" r:id="R0806f38573f14358"/>
    <p:sldId xmlns:r="http://schemas.openxmlformats.org/officeDocument/2006/relationships" id="264" r:id="R97c9318cc77041b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7de9b3cadc14b0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660c38119846e4" /><Relationship Type="http://schemas.openxmlformats.org/officeDocument/2006/relationships/slideMaster" Target="/ppt/slideMasters/slideMaster1.xml" Id="R153e921932c04b01" /><Relationship Type="http://schemas.openxmlformats.org/officeDocument/2006/relationships/notesMaster" Target="/ppt/notesMasters/notesMaster1.xml" Id="Ra7591057794b4900" /><Relationship Type="http://schemas.openxmlformats.org/officeDocument/2006/relationships/presProps" Target="/ppt/presProps.xml" Id="R52659da822ad4b1a" /><Relationship Type="http://schemas.openxmlformats.org/officeDocument/2006/relationships/viewProps" Target="/ppt/viewProps.xml" Id="Rf32147705a684f43" /><Relationship Type="http://schemas.openxmlformats.org/officeDocument/2006/relationships/tableStyles" Target="/ppt/tableStyles.xml" Id="R963948db449f41b1" /><Relationship Type="http://schemas.openxmlformats.org/officeDocument/2006/relationships/font" Target="/ppt/fonts/font.dat" Id="Rd7de9b3cadc14b0c" /><Relationship Type="http://schemas.openxmlformats.org/officeDocument/2006/relationships/slide" Target="/ppt/slides/slide1.xml" Id="Ra0f799b7f23e4e18" /><Relationship Type="http://schemas.openxmlformats.org/officeDocument/2006/relationships/slide" Target="/ppt/slides/slide2.xml" Id="R00f4dc1121104d25" /><Relationship Type="http://schemas.openxmlformats.org/officeDocument/2006/relationships/slide" Target="/ppt/slides/slide3.xml" Id="Rd509825a54194110" /><Relationship Type="http://schemas.openxmlformats.org/officeDocument/2006/relationships/slide" Target="/ppt/slides/slide4.xml" Id="R564f4f959beb48a7" /><Relationship Type="http://schemas.openxmlformats.org/officeDocument/2006/relationships/slide" Target="/ppt/slides/slide5.xml" Id="R5a7115edb3a6457b" /><Relationship Type="http://schemas.openxmlformats.org/officeDocument/2006/relationships/slide" Target="/ppt/slides/slide6.xml" Id="Ra25049459c634750" /><Relationship Type="http://schemas.openxmlformats.org/officeDocument/2006/relationships/slide" Target="/ppt/slides/slide7.xml" Id="R079c277392b04a6b" /><Relationship Type="http://schemas.openxmlformats.org/officeDocument/2006/relationships/slide" Target="/ppt/slides/slide8.xml" Id="R0806f38573f14358" /><Relationship Type="http://schemas.openxmlformats.org/officeDocument/2006/relationships/slide" Target="/ppt/slides/slide9.xml" Id="R97c9318cc77041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d5eeaf62fd4b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af881a78544559" /><Relationship Type="http://schemas.openxmlformats.org/officeDocument/2006/relationships/notesMaster" Target="/ppt/notesMasters/notesMaster1.xml" Id="Rf44f5d4cf46a46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a58dfc6c2e40da" /><Relationship Type="http://schemas.openxmlformats.org/officeDocument/2006/relationships/notesMaster" Target="/ppt/notesMasters/notesMaster1.xml" Id="R0bbb9b2e1ba640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ea17e5909f42a1" /><Relationship Type="http://schemas.openxmlformats.org/officeDocument/2006/relationships/notesMaster" Target="/ppt/notesMasters/notesMaster1.xml" Id="R27d2aa78f1004c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e6e1c97d354f70" /><Relationship Type="http://schemas.openxmlformats.org/officeDocument/2006/relationships/notesMaster" Target="/ppt/notesMasters/notesMaster1.xml" Id="Re0df59b00de54f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80ae40f5c4481d" /><Relationship Type="http://schemas.openxmlformats.org/officeDocument/2006/relationships/notesMaster" Target="/ppt/notesMasters/notesMaster1.xml" Id="Ra848b262d21f47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7aef74426047bb" /><Relationship Type="http://schemas.openxmlformats.org/officeDocument/2006/relationships/notesMaster" Target="/ppt/notesMasters/notesMaster1.xml" Id="Rd9c17f6f6f5448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0d799e03fa4ae8" /><Relationship Type="http://schemas.openxmlformats.org/officeDocument/2006/relationships/notesMaster" Target="/ppt/notesMasters/notesMaster1.xml" Id="R7b0b0278cba94d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37858b60e740a7" /><Relationship Type="http://schemas.openxmlformats.org/officeDocument/2006/relationships/notesMaster" Target="/ppt/notesMasters/notesMaster1.xml" Id="R59223e327c0d4f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f71889221540f7" /><Relationship Type="http://schemas.openxmlformats.org/officeDocument/2006/relationships/notesMaster" Target="/ppt/notesMasters/notesMaster1.xml" Id="Rec05daf7a1974c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37772e3af4396" /><Relationship Type="http://schemas.openxmlformats.org/officeDocument/2006/relationships/image" Target="/ppt/media/image.png" Id="R4a8fbf2ac3d54a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34ce7d83b4f7a" /><Relationship Type="http://schemas.openxmlformats.org/officeDocument/2006/relationships/image" Target="/ppt/media/image.png" Id="Rc65506ac724042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789e3b0f5f41e1" /><Relationship Type="http://schemas.openxmlformats.org/officeDocument/2006/relationships/image" Target="/ppt/media/image.png" Id="Rdd6a1978682347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bb19043c54cae" /><Relationship Type="http://schemas.openxmlformats.org/officeDocument/2006/relationships/image" Target="/ppt/media/image.png" Id="Rfcbf2fa6d2754f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c33d09ea94fb1" /><Relationship Type="http://schemas.openxmlformats.org/officeDocument/2006/relationships/image" Target="/ppt/media/image.png" Id="R872952148fb34c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fdda1109f4590" /><Relationship Type="http://schemas.openxmlformats.org/officeDocument/2006/relationships/image" Target="/ppt/media/image.png" Id="R62b5099e89244f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7046d626e44d77" /><Relationship Type="http://schemas.openxmlformats.org/officeDocument/2006/relationships/image" Target="/ppt/media/image.png" Id="Rfd049d0bccfe43d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716576abe4fd0" /><Relationship Type="http://schemas.openxmlformats.org/officeDocument/2006/relationships/image" Target="/ppt/media/image.png" Id="Rc1ccdb41fb4b4a4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da28b2937a4337" /><Relationship Type="http://schemas.openxmlformats.org/officeDocument/2006/relationships/image" Target="/ppt/media/image.png" Id="R0d95ef651997460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a5e04c31840d3" /><Relationship Type="http://schemas.openxmlformats.org/officeDocument/2006/relationships/image" Target="/ppt/media/image.png" Id="R914b688d6dab48f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35c62f4ef48d7" /><Relationship Type="http://schemas.openxmlformats.org/officeDocument/2006/relationships/image" Target="/ppt/media/image.png" Id="Rab6d56c65ad948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8fbf2ac3d54af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5506ac724042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6a1978682347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bf2fa6d2754f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2952148fb34c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b5099e89244f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049d0bccfe43d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ccdb41fb4b4a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95ef65199746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4b688d6dab48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6d56c65ad948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6ab07e97704c47" /><Relationship Type="http://schemas.openxmlformats.org/officeDocument/2006/relationships/slideLayout" Target="/ppt/slideLayouts/slideLayout1.xml" Id="R61bb220349c84217" /><Relationship Type="http://schemas.openxmlformats.org/officeDocument/2006/relationships/slideLayout" Target="/ppt/slideLayouts/slideLayout2.xml" Id="R1bc9a358ffc341ec" /><Relationship Type="http://schemas.openxmlformats.org/officeDocument/2006/relationships/slideLayout" Target="/ppt/slideLayouts/slideLayout3.xml" Id="R61e4f77f47a14c1e" /><Relationship Type="http://schemas.openxmlformats.org/officeDocument/2006/relationships/slideLayout" Target="/ppt/slideLayouts/slideLayout4.xml" Id="Rdc3f4d303e0b4a2f" /><Relationship Type="http://schemas.openxmlformats.org/officeDocument/2006/relationships/slideLayout" Target="/ppt/slideLayouts/slideLayout5.xml" Id="Rea9aa2026b0c48fb" /><Relationship Type="http://schemas.openxmlformats.org/officeDocument/2006/relationships/slideLayout" Target="/ppt/slideLayouts/slideLayout6.xml" Id="R68d98de5db144533" /><Relationship Type="http://schemas.openxmlformats.org/officeDocument/2006/relationships/slideLayout" Target="/ppt/slideLayouts/slideLayout7.xml" Id="Rb5dd87e10b3f4a38" /><Relationship Type="http://schemas.openxmlformats.org/officeDocument/2006/relationships/slideLayout" Target="/ppt/slideLayouts/slideLayout8.xml" Id="R8320988a82dc4e40" /><Relationship Type="http://schemas.openxmlformats.org/officeDocument/2006/relationships/slideLayout" Target="/ppt/slideLayouts/slideLayout9.xml" Id="Rc0ebd035ff2f4c7d" /><Relationship Type="http://schemas.openxmlformats.org/officeDocument/2006/relationships/slideLayout" Target="/ppt/slideLayouts/slideLayout10.xml" Id="R27e794c0e13142f4" /><Relationship Type="http://schemas.openxmlformats.org/officeDocument/2006/relationships/slideLayout" Target="/ppt/slideLayouts/slideLayout11.xml" Id="R0f11432d90fa409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bb220349c84217"/>
    <p:sldLayoutId xmlns:r="http://schemas.openxmlformats.org/officeDocument/2006/relationships" id="2147483650" r:id="R1bc9a358ffc341ec"/>
    <p:sldLayoutId xmlns:r="http://schemas.openxmlformats.org/officeDocument/2006/relationships" id="2147483651" r:id="R61e4f77f47a14c1e"/>
    <p:sldLayoutId xmlns:r="http://schemas.openxmlformats.org/officeDocument/2006/relationships" id="2147483652" r:id="Rdc3f4d303e0b4a2f"/>
    <p:sldLayoutId xmlns:r="http://schemas.openxmlformats.org/officeDocument/2006/relationships" id="2147483653" r:id="Rea9aa2026b0c48fb"/>
    <p:sldLayoutId xmlns:r="http://schemas.openxmlformats.org/officeDocument/2006/relationships" id="2147483654" r:id="R68d98de5db144533"/>
    <p:sldLayoutId xmlns:r="http://schemas.openxmlformats.org/officeDocument/2006/relationships" id="2147483655" r:id="Rb5dd87e10b3f4a38"/>
    <p:sldLayoutId xmlns:r="http://schemas.openxmlformats.org/officeDocument/2006/relationships" id="2147483656" r:id="R8320988a82dc4e40"/>
    <p:sldLayoutId xmlns:r="http://schemas.openxmlformats.org/officeDocument/2006/relationships" id="2147483657" r:id="Rc0ebd035ff2f4c7d"/>
    <p:sldLayoutId xmlns:r="http://schemas.openxmlformats.org/officeDocument/2006/relationships" id="2147483658" r:id="R27e794c0e13142f4"/>
    <p:sldLayoutId xmlns:r="http://schemas.openxmlformats.org/officeDocument/2006/relationships" id="2147483659" r:id="R0f11432d90fa409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5a8e7c09142e5" /><Relationship Type="http://schemas.openxmlformats.org/officeDocument/2006/relationships/notesSlide" Target="/ppt/notesSlides/notesSlide1.xml" Id="R47e1e6c6349249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331b7aff814eaf" /><Relationship Type="http://schemas.openxmlformats.org/officeDocument/2006/relationships/notesSlide" Target="/ppt/notesSlides/notesSlide2.xml" Id="R98d59476d7dc45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308d79e2254cb1" /><Relationship Type="http://schemas.openxmlformats.org/officeDocument/2006/relationships/notesSlide" Target="/ppt/notesSlides/notesSlide3.xml" Id="Raf0d654bd2d849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81cd4ebc9498f" /><Relationship Type="http://schemas.openxmlformats.org/officeDocument/2006/relationships/notesSlide" Target="/ppt/notesSlides/notesSlide4.xml" Id="R12f9ff38300643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97226108d54525" /><Relationship Type="http://schemas.openxmlformats.org/officeDocument/2006/relationships/notesSlide" Target="/ppt/notesSlides/notesSlide5.xml" Id="R35fa27dc799e49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782e5b4f024eed" /><Relationship Type="http://schemas.openxmlformats.org/officeDocument/2006/relationships/notesSlide" Target="/ppt/notesSlides/notesSlide6.xml" Id="Re92ec91c029f49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daa14abe5344eb" /><Relationship Type="http://schemas.openxmlformats.org/officeDocument/2006/relationships/notesSlide" Target="/ppt/notesSlides/notesSlide7.xml" Id="R024352f306a74f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e882936d7c47ea" /><Relationship Type="http://schemas.openxmlformats.org/officeDocument/2006/relationships/notesSlide" Target="/ppt/notesSlides/notesSlide8.xml" Id="Rea2f3084363a4c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7a53760524d65" /><Relationship Type="http://schemas.openxmlformats.org/officeDocument/2006/relationships/notesSlide" Target="/ppt/notesSlides/notesSlide9.xml" Id="Rda7860f93d5c426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Display the previous letter by subtracting 1 from the character code. Change the input range to one lower-case letter from b to z. Input d must display c.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one lower-case letter a-w and a shift from 1 to 3. Add the shift to the character code and display the encoded letter. For c and 2, display 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three-character encoder without a loop. Ask for three lower-case letters a-y, move each code forward by 1, concatenate the three encoded characters, and display the encoded text.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2026-08-27T03:53:42.3270000Z</dcterms:created>
  <dcterms:modified xsi:type="dcterms:W3CDTF">2026-08-27T03:53:42.3270000Z</dcterms:modified>
</coreProperties>
</file>