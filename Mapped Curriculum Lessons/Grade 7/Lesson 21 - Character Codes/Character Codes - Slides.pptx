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e841e791da4f28" /><Relationship Type="http://schemas.openxmlformats.org/officeDocument/2006/relationships/extended-properties" Target="/docProps/app.xml" Id="Ra38b1dac81824c83" /><Relationship Type="http://schemas.openxmlformats.org/officeDocument/2006/relationships/officeDocument" Target="/ppt/presentation.xml" Id="Rd657263cc1d8412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c1b586e4fa4412a"/>
  </p:sldMasterIdLst>
  <p:notesMasterIdLst>
    <p:notesMasterId xmlns:r="http://schemas.openxmlformats.org/officeDocument/2006/relationships" r:id="R7293524b8fc34521"/>
  </p:notesMasterIdLst>
  <p:sldIdLst>
    <p:sldId xmlns:r="http://schemas.openxmlformats.org/officeDocument/2006/relationships" id="256" r:id="R5c104d36e04a407a"/>
    <p:sldId xmlns:r="http://schemas.openxmlformats.org/officeDocument/2006/relationships" id="257" r:id="R7bb4595d966d4531"/>
    <p:sldId xmlns:r="http://schemas.openxmlformats.org/officeDocument/2006/relationships" id="258" r:id="R8b4d1680deca45bc"/>
    <p:sldId xmlns:r="http://schemas.openxmlformats.org/officeDocument/2006/relationships" id="259" r:id="R7db2fb03418d4213"/>
    <p:sldId xmlns:r="http://schemas.openxmlformats.org/officeDocument/2006/relationships" id="260" r:id="R93d52559aec54833"/>
    <p:sldId xmlns:r="http://schemas.openxmlformats.org/officeDocument/2006/relationships" id="261" r:id="R423f073e65f641ec"/>
    <p:sldId xmlns:r="http://schemas.openxmlformats.org/officeDocument/2006/relationships" id="262" r:id="R998192f4feb24631"/>
    <p:sldId xmlns:r="http://schemas.openxmlformats.org/officeDocument/2006/relationships" id="263" r:id="Rc721b9bb3ce64ad9"/>
    <p:sldId xmlns:r="http://schemas.openxmlformats.org/officeDocument/2006/relationships" id="264" r:id="R499fdc1a4acd4b1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2c793c41d604ac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2216b2a49c4139" /><Relationship Type="http://schemas.openxmlformats.org/officeDocument/2006/relationships/slideMaster" Target="/ppt/slideMasters/slideMaster1.xml" Id="R1c1b586e4fa4412a" /><Relationship Type="http://schemas.openxmlformats.org/officeDocument/2006/relationships/notesMaster" Target="/ppt/notesMasters/notesMaster1.xml" Id="R7293524b8fc34521" /><Relationship Type="http://schemas.openxmlformats.org/officeDocument/2006/relationships/presProps" Target="/ppt/presProps.xml" Id="R36def18dc94341d7" /><Relationship Type="http://schemas.openxmlformats.org/officeDocument/2006/relationships/viewProps" Target="/ppt/viewProps.xml" Id="Rc93d8b39899b4558" /><Relationship Type="http://schemas.openxmlformats.org/officeDocument/2006/relationships/tableStyles" Target="/ppt/tableStyles.xml" Id="R07a47937cbca4fa1" /><Relationship Type="http://schemas.openxmlformats.org/officeDocument/2006/relationships/font" Target="/ppt/fonts/font.dat" Id="R72c793c41d604ace" /><Relationship Type="http://schemas.openxmlformats.org/officeDocument/2006/relationships/slide" Target="/ppt/slides/slide1.xml" Id="R5c104d36e04a407a" /><Relationship Type="http://schemas.openxmlformats.org/officeDocument/2006/relationships/slide" Target="/ppt/slides/slide2.xml" Id="R7bb4595d966d4531" /><Relationship Type="http://schemas.openxmlformats.org/officeDocument/2006/relationships/slide" Target="/ppt/slides/slide3.xml" Id="R8b4d1680deca45bc" /><Relationship Type="http://schemas.openxmlformats.org/officeDocument/2006/relationships/slide" Target="/ppt/slides/slide4.xml" Id="R7db2fb03418d4213" /><Relationship Type="http://schemas.openxmlformats.org/officeDocument/2006/relationships/slide" Target="/ppt/slides/slide5.xml" Id="R93d52559aec54833" /><Relationship Type="http://schemas.openxmlformats.org/officeDocument/2006/relationships/slide" Target="/ppt/slides/slide6.xml" Id="R423f073e65f641ec" /><Relationship Type="http://schemas.openxmlformats.org/officeDocument/2006/relationships/slide" Target="/ppt/slides/slide7.xml" Id="R998192f4feb24631" /><Relationship Type="http://schemas.openxmlformats.org/officeDocument/2006/relationships/slide" Target="/ppt/slides/slide8.xml" Id="Rc721b9bb3ce64ad9" /><Relationship Type="http://schemas.openxmlformats.org/officeDocument/2006/relationships/slide" Target="/ppt/slides/slide9.xml" Id="R499fdc1a4acd4b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cd0a0d9dbd247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dce67dca0a4907" /><Relationship Type="http://schemas.openxmlformats.org/officeDocument/2006/relationships/notesMaster" Target="/ppt/notesMasters/notesMaster1.xml" Id="R80894b4a19bf4f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0e0440415294bf2" /><Relationship Type="http://schemas.openxmlformats.org/officeDocument/2006/relationships/notesMaster" Target="/ppt/notesMasters/notesMaster1.xml" Id="R5c5929094e304b9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e45594a1424ff2" /><Relationship Type="http://schemas.openxmlformats.org/officeDocument/2006/relationships/notesMaster" Target="/ppt/notesMasters/notesMaster1.xml" Id="Rafe944cf6c2e484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0986441fcc43d9" /><Relationship Type="http://schemas.openxmlformats.org/officeDocument/2006/relationships/notesMaster" Target="/ppt/notesMasters/notesMaster1.xml" Id="Rb250f47dd6b440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7b2a3a9b95441e" /><Relationship Type="http://schemas.openxmlformats.org/officeDocument/2006/relationships/notesMaster" Target="/ppt/notesMasters/notesMaster1.xml" Id="R866ce48a0a2e474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01511d8c2b4f5f" /><Relationship Type="http://schemas.openxmlformats.org/officeDocument/2006/relationships/notesMaster" Target="/ppt/notesMasters/notesMaster1.xml" Id="R2a2bbb0876f34d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f5cadbaed8a4c86" /><Relationship Type="http://schemas.openxmlformats.org/officeDocument/2006/relationships/notesMaster" Target="/ppt/notesMasters/notesMaster1.xml" Id="Rf004d1c50d3f46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a1203ade0c4bc4" /><Relationship Type="http://schemas.openxmlformats.org/officeDocument/2006/relationships/notesMaster" Target="/ppt/notesMasters/notesMaster1.xml" Id="Raa7e728c747248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d665425531e4ffa" /><Relationship Type="http://schemas.openxmlformats.org/officeDocument/2006/relationships/notesMaster" Target="/ppt/notesMasters/notesMaster1.xml" Id="Re73c3528b8e249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7950e2d97d4e9d" /><Relationship Type="http://schemas.openxmlformats.org/officeDocument/2006/relationships/image" Target="/ppt/media/image.png" Id="R4107066355cd43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affb3a0c9f4adf" /><Relationship Type="http://schemas.openxmlformats.org/officeDocument/2006/relationships/image" Target="/ppt/media/image.png" Id="R46610ed5430c4c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d7f6d876614774" /><Relationship Type="http://schemas.openxmlformats.org/officeDocument/2006/relationships/image" Target="/ppt/media/image.png" Id="Rd4d4d0f226b345f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da5d8a62f246ba" /><Relationship Type="http://schemas.openxmlformats.org/officeDocument/2006/relationships/image" Target="/ppt/media/image.png" Id="R4b6f0ce8459d4e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1de10073654e0d" /><Relationship Type="http://schemas.openxmlformats.org/officeDocument/2006/relationships/image" Target="/ppt/media/image.png" Id="Rfc2e5242f4c040b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149d31f86347e9" /><Relationship Type="http://schemas.openxmlformats.org/officeDocument/2006/relationships/image" Target="/ppt/media/image.png" Id="Ra6a723ccd490404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232d17c796448e" /><Relationship Type="http://schemas.openxmlformats.org/officeDocument/2006/relationships/image" Target="/ppt/media/image.png" Id="R652ac8025ea74fd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f9984164314690" /><Relationship Type="http://schemas.openxmlformats.org/officeDocument/2006/relationships/image" Target="/ppt/media/image.png" Id="Rf65a856dc93f4a4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9dd9892bec4d0c" /><Relationship Type="http://schemas.openxmlformats.org/officeDocument/2006/relationships/image" Target="/ppt/media/image.png" Id="R691835391979416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bd4f6feba34768" /><Relationship Type="http://schemas.openxmlformats.org/officeDocument/2006/relationships/image" Target="/ppt/media/image.png" Id="Rd0f03d1d3c9e46c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10af3725b5447d" /><Relationship Type="http://schemas.openxmlformats.org/officeDocument/2006/relationships/image" Target="/ppt/media/image.png" Id="R911a911bd3754068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07066355cd43e8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610ed5430c4c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d4d0f226b345f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b6f0ce8459d4ea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2e5242f4c040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6a723ccd490404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52ac8025ea74fd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5a856dc93f4a4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1835391979416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f03d1d3c9e46c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11a911bd375406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ac3c3ca8114eff" /><Relationship Type="http://schemas.openxmlformats.org/officeDocument/2006/relationships/slideLayout" Target="/ppt/slideLayouts/slideLayout1.xml" Id="R625adb08ab9b4f4e" /><Relationship Type="http://schemas.openxmlformats.org/officeDocument/2006/relationships/slideLayout" Target="/ppt/slideLayouts/slideLayout2.xml" Id="Rde850214454e43a5" /><Relationship Type="http://schemas.openxmlformats.org/officeDocument/2006/relationships/slideLayout" Target="/ppt/slideLayouts/slideLayout3.xml" Id="Ra7602cfbe2a64ce8" /><Relationship Type="http://schemas.openxmlformats.org/officeDocument/2006/relationships/slideLayout" Target="/ppt/slideLayouts/slideLayout4.xml" Id="R420eaf8105f74aa7" /><Relationship Type="http://schemas.openxmlformats.org/officeDocument/2006/relationships/slideLayout" Target="/ppt/slideLayouts/slideLayout5.xml" Id="R02b42b49bdea448e" /><Relationship Type="http://schemas.openxmlformats.org/officeDocument/2006/relationships/slideLayout" Target="/ppt/slideLayouts/slideLayout6.xml" Id="R9b90498232434667" /><Relationship Type="http://schemas.openxmlformats.org/officeDocument/2006/relationships/slideLayout" Target="/ppt/slideLayouts/slideLayout7.xml" Id="R2e7a38419c7b4d3c" /><Relationship Type="http://schemas.openxmlformats.org/officeDocument/2006/relationships/slideLayout" Target="/ppt/slideLayouts/slideLayout8.xml" Id="R67057925da1345b4" /><Relationship Type="http://schemas.openxmlformats.org/officeDocument/2006/relationships/slideLayout" Target="/ppt/slideLayouts/slideLayout9.xml" Id="R6241d2e4d808452f" /><Relationship Type="http://schemas.openxmlformats.org/officeDocument/2006/relationships/slideLayout" Target="/ppt/slideLayouts/slideLayout10.xml" Id="Re8502691812541d2" /><Relationship Type="http://schemas.openxmlformats.org/officeDocument/2006/relationships/slideLayout" Target="/ppt/slideLayouts/slideLayout11.xml" Id="Refdcf49e59d04bd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5adb08ab9b4f4e"/>
    <p:sldLayoutId xmlns:r="http://schemas.openxmlformats.org/officeDocument/2006/relationships" id="2147483650" r:id="Rde850214454e43a5"/>
    <p:sldLayoutId xmlns:r="http://schemas.openxmlformats.org/officeDocument/2006/relationships" id="2147483651" r:id="Ra7602cfbe2a64ce8"/>
    <p:sldLayoutId xmlns:r="http://schemas.openxmlformats.org/officeDocument/2006/relationships" id="2147483652" r:id="R420eaf8105f74aa7"/>
    <p:sldLayoutId xmlns:r="http://schemas.openxmlformats.org/officeDocument/2006/relationships" id="2147483653" r:id="R02b42b49bdea448e"/>
    <p:sldLayoutId xmlns:r="http://schemas.openxmlformats.org/officeDocument/2006/relationships" id="2147483654" r:id="R9b90498232434667"/>
    <p:sldLayoutId xmlns:r="http://schemas.openxmlformats.org/officeDocument/2006/relationships" id="2147483655" r:id="R2e7a38419c7b4d3c"/>
    <p:sldLayoutId xmlns:r="http://schemas.openxmlformats.org/officeDocument/2006/relationships" id="2147483656" r:id="R67057925da1345b4"/>
    <p:sldLayoutId xmlns:r="http://schemas.openxmlformats.org/officeDocument/2006/relationships" id="2147483657" r:id="R6241d2e4d808452f"/>
    <p:sldLayoutId xmlns:r="http://schemas.openxmlformats.org/officeDocument/2006/relationships" id="2147483658" r:id="Re8502691812541d2"/>
    <p:sldLayoutId xmlns:r="http://schemas.openxmlformats.org/officeDocument/2006/relationships" id="2147483659" r:id="Refdcf49e59d04bd5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9c698d1144412" /><Relationship Type="http://schemas.openxmlformats.org/officeDocument/2006/relationships/notesSlide" Target="/ppt/notesSlides/notesSlide1.xml" Id="Rfdd38b97e1b1476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31cbb265db4621" /><Relationship Type="http://schemas.openxmlformats.org/officeDocument/2006/relationships/notesSlide" Target="/ppt/notesSlides/notesSlide2.xml" Id="Rd9b0fb16099142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f2ff7cbdce4348" /><Relationship Type="http://schemas.openxmlformats.org/officeDocument/2006/relationships/notesSlide" Target="/ppt/notesSlides/notesSlide3.xml" Id="Rc8f5e8c79f154e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a0bf21ba834604" /><Relationship Type="http://schemas.openxmlformats.org/officeDocument/2006/relationships/notesSlide" Target="/ppt/notesSlides/notesSlide4.xml" Id="Rd4e4f37edca440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e7f3dacf14478e" /><Relationship Type="http://schemas.openxmlformats.org/officeDocument/2006/relationships/notesSlide" Target="/ppt/notesSlides/notesSlide5.xml" Id="Rc5841db9ba6046c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a0a9f657034cf8" /><Relationship Type="http://schemas.openxmlformats.org/officeDocument/2006/relationships/notesSlide" Target="/ppt/notesSlides/notesSlide6.xml" Id="Rd146f3960619431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c77c0596fc4cca" /><Relationship Type="http://schemas.openxmlformats.org/officeDocument/2006/relationships/notesSlide" Target="/ppt/notesSlides/notesSlide7.xml" Id="R8a1b773522d24c5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e3e8cf20ebb4fe6" /><Relationship Type="http://schemas.openxmlformats.org/officeDocument/2006/relationships/notesSlide" Target="/ppt/notesSlides/notesSlide8.xml" Id="Rb2017707b84d48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94addd7a26478a" /><Relationship Type="http://schemas.openxmlformats.org/officeDocument/2006/relationships/notesSlide" Target="/ppt/notesSlides/notesSlide9.xml" Id="R94a3ab498191490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Character Codes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ord() require exactly one character rather than a whole word?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c, which number is stored in code?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c, what does code + 1 do before chr() creates the next letter?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if code + 1 were printed without passing it to chr()?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asks for a lowercase letter from b to z and finds the letter before it. Subtract 1 from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code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store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previous_letter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"Previous letter:"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"Previous letter: 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also asks for a whole-number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shift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1 to 3.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add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shift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get the new letter.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letter:"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letter: 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three-letter encoder. Ask for three lowercase letters from a to y, one at a time.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ord()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move each letter forward by 1, then join the new letters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text:"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text: dbu"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chr(letter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2026-09-28T09:09:02.4480000Z</dcterms:created>
  <dcterms:modified xsi:type="dcterms:W3CDTF">2026-09-28T09:09:02.4480000Z</dcterms:modified>
</coreProperties>
</file>