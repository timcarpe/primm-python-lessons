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74e00e8c854995" /><Relationship Type="http://schemas.openxmlformats.org/officeDocument/2006/relationships/extended-properties" Target="/docProps/app.xml" Id="Rb2f748ca490346e1" /><Relationship Type="http://schemas.openxmlformats.org/officeDocument/2006/relationships/officeDocument" Target="/ppt/presentation.xml" Id="R608243020dc74cb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dc37632ea5943be"/>
  </p:sldMasterIdLst>
  <p:notesMasterIdLst>
    <p:notesMasterId xmlns:r="http://schemas.openxmlformats.org/officeDocument/2006/relationships" r:id="R8736f0afff734096"/>
  </p:notesMasterIdLst>
  <p:sldIdLst>
    <p:sldId xmlns:r="http://schemas.openxmlformats.org/officeDocument/2006/relationships" id="256" r:id="R70aa1d1d1bce4a53"/>
    <p:sldId xmlns:r="http://schemas.openxmlformats.org/officeDocument/2006/relationships" id="257" r:id="Re0769984bfb64ae1"/>
    <p:sldId xmlns:r="http://schemas.openxmlformats.org/officeDocument/2006/relationships" id="258" r:id="R9e51df3998be4fca"/>
    <p:sldId xmlns:r="http://schemas.openxmlformats.org/officeDocument/2006/relationships" id="259" r:id="Rba0dc9eb5d054daf"/>
    <p:sldId xmlns:r="http://schemas.openxmlformats.org/officeDocument/2006/relationships" id="260" r:id="Rbdaf20bb7fac4367"/>
    <p:sldId xmlns:r="http://schemas.openxmlformats.org/officeDocument/2006/relationships" id="261" r:id="Rfb2386c5274c4df1"/>
    <p:sldId xmlns:r="http://schemas.openxmlformats.org/officeDocument/2006/relationships" id="262" r:id="Rfe81d728e8364da9"/>
    <p:sldId xmlns:r="http://schemas.openxmlformats.org/officeDocument/2006/relationships" id="263" r:id="R828818279cb041fb"/>
    <p:sldId xmlns:r="http://schemas.openxmlformats.org/officeDocument/2006/relationships" id="264" r:id="R71cac5e5791d49f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a6b3cf0401c48f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ae3333f2ce4e07" /><Relationship Type="http://schemas.openxmlformats.org/officeDocument/2006/relationships/slideMaster" Target="/ppt/slideMasters/slideMaster1.xml" Id="R5dc37632ea5943be" /><Relationship Type="http://schemas.openxmlformats.org/officeDocument/2006/relationships/notesMaster" Target="/ppt/notesMasters/notesMaster1.xml" Id="R8736f0afff734096" /><Relationship Type="http://schemas.openxmlformats.org/officeDocument/2006/relationships/presProps" Target="/ppt/presProps.xml" Id="R7d77a3ec7cbd4f7d" /><Relationship Type="http://schemas.openxmlformats.org/officeDocument/2006/relationships/viewProps" Target="/ppt/viewProps.xml" Id="Rec89d674ae174e1c" /><Relationship Type="http://schemas.openxmlformats.org/officeDocument/2006/relationships/tableStyles" Target="/ppt/tableStyles.xml" Id="R3d46e359d01649c6" /><Relationship Type="http://schemas.openxmlformats.org/officeDocument/2006/relationships/font" Target="/ppt/fonts/font.dat" Id="R7a6b3cf0401c48f6" /><Relationship Type="http://schemas.openxmlformats.org/officeDocument/2006/relationships/slide" Target="/ppt/slides/slide1.xml" Id="R70aa1d1d1bce4a53" /><Relationship Type="http://schemas.openxmlformats.org/officeDocument/2006/relationships/slide" Target="/ppt/slides/slide2.xml" Id="Re0769984bfb64ae1" /><Relationship Type="http://schemas.openxmlformats.org/officeDocument/2006/relationships/slide" Target="/ppt/slides/slide3.xml" Id="R9e51df3998be4fca" /><Relationship Type="http://schemas.openxmlformats.org/officeDocument/2006/relationships/slide" Target="/ppt/slides/slide4.xml" Id="Rba0dc9eb5d054daf" /><Relationship Type="http://schemas.openxmlformats.org/officeDocument/2006/relationships/slide" Target="/ppt/slides/slide5.xml" Id="Rbdaf20bb7fac4367" /><Relationship Type="http://schemas.openxmlformats.org/officeDocument/2006/relationships/slide" Target="/ppt/slides/slide6.xml" Id="Rfb2386c5274c4df1" /><Relationship Type="http://schemas.openxmlformats.org/officeDocument/2006/relationships/slide" Target="/ppt/slides/slide7.xml" Id="Rfe81d728e8364da9" /><Relationship Type="http://schemas.openxmlformats.org/officeDocument/2006/relationships/slide" Target="/ppt/slides/slide8.xml" Id="R828818279cb041fb" /><Relationship Type="http://schemas.openxmlformats.org/officeDocument/2006/relationships/slide" Target="/ppt/slides/slide9.xml" Id="R71cac5e5791d49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f4cade33cb49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2dcdd020364f88" /><Relationship Type="http://schemas.openxmlformats.org/officeDocument/2006/relationships/notesMaster" Target="/ppt/notesMasters/notesMaster1.xml" Id="R6908cb1a8e0e4e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e9725fa21d4c16" /><Relationship Type="http://schemas.openxmlformats.org/officeDocument/2006/relationships/notesMaster" Target="/ppt/notesMasters/notesMaster1.xml" Id="Rb5b8ec16fb014a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e6c142b0f5425e" /><Relationship Type="http://schemas.openxmlformats.org/officeDocument/2006/relationships/notesMaster" Target="/ppt/notesMasters/notesMaster1.xml" Id="R9487de42cb6142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7aa7b0731a4744" /><Relationship Type="http://schemas.openxmlformats.org/officeDocument/2006/relationships/notesMaster" Target="/ppt/notesMasters/notesMaster1.xml" Id="R5786a959f8ef41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496d54a60c4a88" /><Relationship Type="http://schemas.openxmlformats.org/officeDocument/2006/relationships/notesMaster" Target="/ppt/notesMasters/notesMaster1.xml" Id="Rbfbf9bc8ef154e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55016c8cc74e63" /><Relationship Type="http://schemas.openxmlformats.org/officeDocument/2006/relationships/notesMaster" Target="/ppt/notesMasters/notesMaster1.xml" Id="R4cd4c20bd16e4c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cfde77579d482e" /><Relationship Type="http://schemas.openxmlformats.org/officeDocument/2006/relationships/notesMaster" Target="/ppt/notesMasters/notesMaster1.xml" Id="R3e159b49024f41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8633ae2cd0428d" /><Relationship Type="http://schemas.openxmlformats.org/officeDocument/2006/relationships/notesMaster" Target="/ppt/notesMasters/notesMaster1.xml" Id="R42ac505505ed49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b0938497534f31" /><Relationship Type="http://schemas.openxmlformats.org/officeDocument/2006/relationships/notesMaster" Target="/ppt/notesMasters/notesMaster1.xml" Id="R31a5d40e000f49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27477290f452e" /><Relationship Type="http://schemas.openxmlformats.org/officeDocument/2006/relationships/image" Target="/ppt/media/image.png" Id="R51a3180f987a4a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b48461b2b4775" /><Relationship Type="http://schemas.openxmlformats.org/officeDocument/2006/relationships/image" Target="/ppt/media/image.png" Id="R2fb8c0af900247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63fabc0c34e44" /><Relationship Type="http://schemas.openxmlformats.org/officeDocument/2006/relationships/image" Target="/ppt/media/image.png" Id="R4a4a7a83a8b443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8746cca3424194" /><Relationship Type="http://schemas.openxmlformats.org/officeDocument/2006/relationships/image" Target="/ppt/media/image.png" Id="Re3e561aef7eb49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9e973ef0e4f9d" /><Relationship Type="http://schemas.openxmlformats.org/officeDocument/2006/relationships/image" Target="/ppt/media/image.png" Id="Re26c439166b44a6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41610ef4fb48d9" /><Relationship Type="http://schemas.openxmlformats.org/officeDocument/2006/relationships/image" Target="/ppt/media/image.png" Id="Raa83ee9c6e464c8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2a1ae3f564bc5" /><Relationship Type="http://schemas.openxmlformats.org/officeDocument/2006/relationships/image" Target="/ppt/media/image.png" Id="R76b14a4afe274c0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3a5f8dc13e45fe" /><Relationship Type="http://schemas.openxmlformats.org/officeDocument/2006/relationships/image" Target="/ppt/media/image.png" Id="R2e9c1c92779c44f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b11c326ce42c9" /><Relationship Type="http://schemas.openxmlformats.org/officeDocument/2006/relationships/image" Target="/ppt/media/image.png" Id="Rc756355c8fcf410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51ec915a5d406e" /><Relationship Type="http://schemas.openxmlformats.org/officeDocument/2006/relationships/image" Target="/ppt/media/image.png" Id="R6250541d3f5f4d2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28dc5a00604f08" /><Relationship Type="http://schemas.openxmlformats.org/officeDocument/2006/relationships/image" Target="/ppt/media/image.png" Id="R382123657cbd45a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a3180f987a4a5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b8c0af9002478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4a7a83a8b443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e561aef7eb49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6c439166b44a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83ee9c6e464c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b14a4afe274c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9c1c92779c44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56355c8fcf410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50541d3f5f4d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2123657cbd45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354cf982db408e" /><Relationship Type="http://schemas.openxmlformats.org/officeDocument/2006/relationships/slideLayout" Target="/ppt/slideLayouts/slideLayout1.xml" Id="R0d4cc345c24947f8" /><Relationship Type="http://schemas.openxmlformats.org/officeDocument/2006/relationships/slideLayout" Target="/ppt/slideLayouts/slideLayout2.xml" Id="R91119a66e6da4527" /><Relationship Type="http://schemas.openxmlformats.org/officeDocument/2006/relationships/slideLayout" Target="/ppt/slideLayouts/slideLayout3.xml" Id="R3079bc8a025847ad" /><Relationship Type="http://schemas.openxmlformats.org/officeDocument/2006/relationships/slideLayout" Target="/ppt/slideLayouts/slideLayout4.xml" Id="R0ddbe86b2af541b4" /><Relationship Type="http://schemas.openxmlformats.org/officeDocument/2006/relationships/slideLayout" Target="/ppt/slideLayouts/slideLayout5.xml" Id="R3180fd76676c477a" /><Relationship Type="http://schemas.openxmlformats.org/officeDocument/2006/relationships/slideLayout" Target="/ppt/slideLayouts/slideLayout6.xml" Id="R8c1abed622674852" /><Relationship Type="http://schemas.openxmlformats.org/officeDocument/2006/relationships/slideLayout" Target="/ppt/slideLayouts/slideLayout7.xml" Id="Re46058a43f6842b2" /><Relationship Type="http://schemas.openxmlformats.org/officeDocument/2006/relationships/slideLayout" Target="/ppt/slideLayouts/slideLayout8.xml" Id="R9f58ed01cd164e4d" /><Relationship Type="http://schemas.openxmlformats.org/officeDocument/2006/relationships/slideLayout" Target="/ppt/slideLayouts/slideLayout9.xml" Id="R44e953e28bd24eb8" /><Relationship Type="http://schemas.openxmlformats.org/officeDocument/2006/relationships/slideLayout" Target="/ppt/slideLayouts/slideLayout10.xml" Id="R1931271c8af94550" /><Relationship Type="http://schemas.openxmlformats.org/officeDocument/2006/relationships/slideLayout" Target="/ppt/slideLayouts/slideLayout11.xml" Id="R542895f7bf574bd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4cc345c24947f8"/>
    <p:sldLayoutId xmlns:r="http://schemas.openxmlformats.org/officeDocument/2006/relationships" id="2147483650" r:id="R91119a66e6da4527"/>
    <p:sldLayoutId xmlns:r="http://schemas.openxmlformats.org/officeDocument/2006/relationships" id="2147483651" r:id="R3079bc8a025847ad"/>
    <p:sldLayoutId xmlns:r="http://schemas.openxmlformats.org/officeDocument/2006/relationships" id="2147483652" r:id="R0ddbe86b2af541b4"/>
    <p:sldLayoutId xmlns:r="http://schemas.openxmlformats.org/officeDocument/2006/relationships" id="2147483653" r:id="R3180fd76676c477a"/>
    <p:sldLayoutId xmlns:r="http://schemas.openxmlformats.org/officeDocument/2006/relationships" id="2147483654" r:id="R8c1abed622674852"/>
    <p:sldLayoutId xmlns:r="http://schemas.openxmlformats.org/officeDocument/2006/relationships" id="2147483655" r:id="Re46058a43f6842b2"/>
    <p:sldLayoutId xmlns:r="http://schemas.openxmlformats.org/officeDocument/2006/relationships" id="2147483656" r:id="R9f58ed01cd164e4d"/>
    <p:sldLayoutId xmlns:r="http://schemas.openxmlformats.org/officeDocument/2006/relationships" id="2147483657" r:id="R44e953e28bd24eb8"/>
    <p:sldLayoutId xmlns:r="http://schemas.openxmlformats.org/officeDocument/2006/relationships" id="2147483658" r:id="R1931271c8af94550"/>
    <p:sldLayoutId xmlns:r="http://schemas.openxmlformats.org/officeDocument/2006/relationships" id="2147483659" r:id="R542895f7bf574bd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441b17057d4f6e" /><Relationship Type="http://schemas.openxmlformats.org/officeDocument/2006/relationships/notesSlide" Target="/ppt/notesSlides/notesSlide1.xml" Id="R6e5b8ce9eaa54a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f96cbb26044bba" /><Relationship Type="http://schemas.openxmlformats.org/officeDocument/2006/relationships/notesSlide" Target="/ppt/notesSlides/notesSlide2.xml" Id="Rdbfb26e3bda643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2164dccb22499c" /><Relationship Type="http://schemas.openxmlformats.org/officeDocument/2006/relationships/notesSlide" Target="/ppt/notesSlides/notesSlide3.xml" Id="R28ba9accc3c64a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b6e927fbff428d" /><Relationship Type="http://schemas.openxmlformats.org/officeDocument/2006/relationships/notesSlide" Target="/ppt/notesSlides/notesSlide4.xml" Id="Rf38aef85974b43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9d4e85fdf9409f" /><Relationship Type="http://schemas.openxmlformats.org/officeDocument/2006/relationships/notesSlide" Target="/ppt/notesSlides/notesSlide5.xml" Id="Rac43a4a08e8940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774e268e124f7a" /><Relationship Type="http://schemas.openxmlformats.org/officeDocument/2006/relationships/notesSlide" Target="/ppt/notesSlides/notesSlide6.xml" Id="R151878ae9b4341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2f821113e5464f" /><Relationship Type="http://schemas.openxmlformats.org/officeDocument/2006/relationships/notesSlide" Target="/ppt/notesSlides/notesSlide7.xml" Id="R9446543be8b041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0fa00afca54dd7" /><Relationship Type="http://schemas.openxmlformats.org/officeDocument/2006/relationships/notesSlide" Target="/ppt/notesSlides/notesSlide8.xml" Id="R0ba7b90651b64f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9bad8a42334ece" /><Relationship Type="http://schemas.openxmlformats.org/officeDocument/2006/relationships/notesSlide" Target="/ppt/notesSlides/notesSlide9.xml" Id="Rf03e63ab207e4c0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Text Case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team.lower() not change team unless the returned text is assigned?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inputs Falcons and f7, what exact values are stored in team and code before they are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upper() change the letter in f7 but leave the digit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for the code if the line code = code.upper()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code is displayed in uppercase and kept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typed_code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format OK"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typed_code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changed to"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"Accept? yes/no"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response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response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"Not 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password checker that asks for a new password twice.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"Thank you"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 two match exactly. If they only match after using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both,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"They must be in the same case"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code.upper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2026-09-28T08:27:02.8300000Z</dcterms:created>
  <dcterms:modified xsi:type="dcterms:W3CDTF">2026-09-28T08:27:02.8300000Z</dcterms:modified>
</coreProperties>
</file>