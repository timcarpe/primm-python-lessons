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9ef749ad094874" /><Relationship Type="http://schemas.openxmlformats.org/officeDocument/2006/relationships/extended-properties" Target="/docProps/app.xml" Id="Re861359d62b2468b" /><Relationship Type="http://schemas.openxmlformats.org/officeDocument/2006/relationships/officeDocument" Target="/ppt/presentation.xml" Id="R3b4ba11d5f4747f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4b01355d03f48b0"/>
  </p:sldMasterIdLst>
  <p:notesMasterIdLst>
    <p:notesMasterId xmlns:r="http://schemas.openxmlformats.org/officeDocument/2006/relationships" r:id="Rffd6e9b2628d4bee"/>
  </p:notesMasterIdLst>
  <p:sldIdLst>
    <p:sldId xmlns:r="http://schemas.openxmlformats.org/officeDocument/2006/relationships" id="256" r:id="R14b25059eaaa470d"/>
    <p:sldId xmlns:r="http://schemas.openxmlformats.org/officeDocument/2006/relationships" id="257" r:id="R2a70e7d066ff49c6"/>
    <p:sldId xmlns:r="http://schemas.openxmlformats.org/officeDocument/2006/relationships" id="258" r:id="R8d8a2475da554191"/>
    <p:sldId xmlns:r="http://schemas.openxmlformats.org/officeDocument/2006/relationships" id="259" r:id="R3d0ea3e563ed4582"/>
    <p:sldId xmlns:r="http://schemas.openxmlformats.org/officeDocument/2006/relationships" id="260" r:id="Re25ca792c50a4621"/>
    <p:sldId xmlns:r="http://schemas.openxmlformats.org/officeDocument/2006/relationships" id="261" r:id="R99fc082493f04db8"/>
    <p:sldId xmlns:r="http://schemas.openxmlformats.org/officeDocument/2006/relationships" id="262" r:id="Ra3e487916e224b94"/>
    <p:sldId xmlns:r="http://schemas.openxmlformats.org/officeDocument/2006/relationships" id="263" r:id="Rc119527a23e048ca"/>
    <p:sldId xmlns:r="http://schemas.openxmlformats.org/officeDocument/2006/relationships" id="264" r:id="R0cb4713eaae5453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cdd53c2c50c41e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d88b050e4741d6" /><Relationship Type="http://schemas.openxmlformats.org/officeDocument/2006/relationships/slideMaster" Target="/ppt/slideMasters/slideMaster1.xml" Id="R44b01355d03f48b0" /><Relationship Type="http://schemas.openxmlformats.org/officeDocument/2006/relationships/notesMaster" Target="/ppt/notesMasters/notesMaster1.xml" Id="Rffd6e9b2628d4bee" /><Relationship Type="http://schemas.openxmlformats.org/officeDocument/2006/relationships/presProps" Target="/ppt/presProps.xml" Id="Ra219194b4e894f92" /><Relationship Type="http://schemas.openxmlformats.org/officeDocument/2006/relationships/viewProps" Target="/ppt/viewProps.xml" Id="R6411b567f717446e" /><Relationship Type="http://schemas.openxmlformats.org/officeDocument/2006/relationships/tableStyles" Target="/ppt/tableStyles.xml" Id="R6fb831869fbc4bfa" /><Relationship Type="http://schemas.openxmlformats.org/officeDocument/2006/relationships/font" Target="/ppt/fonts/font.dat" Id="R9cdd53c2c50c41e0" /><Relationship Type="http://schemas.openxmlformats.org/officeDocument/2006/relationships/slide" Target="/ppt/slides/slide1.xml" Id="R14b25059eaaa470d" /><Relationship Type="http://schemas.openxmlformats.org/officeDocument/2006/relationships/slide" Target="/ppt/slides/slide2.xml" Id="R2a70e7d066ff49c6" /><Relationship Type="http://schemas.openxmlformats.org/officeDocument/2006/relationships/slide" Target="/ppt/slides/slide3.xml" Id="R8d8a2475da554191" /><Relationship Type="http://schemas.openxmlformats.org/officeDocument/2006/relationships/slide" Target="/ppt/slides/slide4.xml" Id="R3d0ea3e563ed4582" /><Relationship Type="http://schemas.openxmlformats.org/officeDocument/2006/relationships/slide" Target="/ppt/slides/slide5.xml" Id="Re25ca792c50a4621" /><Relationship Type="http://schemas.openxmlformats.org/officeDocument/2006/relationships/slide" Target="/ppt/slides/slide6.xml" Id="R99fc082493f04db8" /><Relationship Type="http://schemas.openxmlformats.org/officeDocument/2006/relationships/slide" Target="/ppt/slides/slide7.xml" Id="Ra3e487916e224b94" /><Relationship Type="http://schemas.openxmlformats.org/officeDocument/2006/relationships/slide" Target="/ppt/slides/slide8.xml" Id="Rc119527a23e048ca" /><Relationship Type="http://schemas.openxmlformats.org/officeDocument/2006/relationships/slide" Target="/ppt/slides/slide9.xml" Id="R0cb4713eaae545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6e65b82fae40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29f9d7a9334385" /><Relationship Type="http://schemas.openxmlformats.org/officeDocument/2006/relationships/notesMaster" Target="/ppt/notesMasters/notesMaster1.xml" Id="R2feb5c6b884c4d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5436cb7f4e4b09" /><Relationship Type="http://schemas.openxmlformats.org/officeDocument/2006/relationships/notesMaster" Target="/ppt/notesMasters/notesMaster1.xml" Id="Rd718b258c47640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21c26f9fb9433a" /><Relationship Type="http://schemas.openxmlformats.org/officeDocument/2006/relationships/notesMaster" Target="/ppt/notesMasters/notesMaster1.xml" Id="Rc4539639d7db44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75746b5efd41be" /><Relationship Type="http://schemas.openxmlformats.org/officeDocument/2006/relationships/notesMaster" Target="/ppt/notesMasters/notesMaster1.xml" Id="Rdbc875f478f643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68eb7c13d24ecb" /><Relationship Type="http://schemas.openxmlformats.org/officeDocument/2006/relationships/notesMaster" Target="/ppt/notesMasters/notesMaster1.xml" Id="Rd607ca404c354a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188cccef94498" /><Relationship Type="http://schemas.openxmlformats.org/officeDocument/2006/relationships/notesMaster" Target="/ppt/notesMasters/notesMaster1.xml" Id="Rb71aaf8a14e949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768c3c654748b8" /><Relationship Type="http://schemas.openxmlformats.org/officeDocument/2006/relationships/notesMaster" Target="/ppt/notesMasters/notesMaster1.xml" Id="R19b28700732c4b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4573c4e5b34416" /><Relationship Type="http://schemas.openxmlformats.org/officeDocument/2006/relationships/notesMaster" Target="/ppt/notesMasters/notesMaster1.xml" Id="R39ad519a0ea942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f4c37aaffe24f28" /><Relationship Type="http://schemas.openxmlformats.org/officeDocument/2006/relationships/notesMaster" Target="/ppt/notesMasters/notesMaster1.xml" Id="Re3ef75640a4f4d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75085375374ed7" /><Relationship Type="http://schemas.openxmlformats.org/officeDocument/2006/relationships/image" Target="/ppt/media/image.png" Id="Rc4024c37e1f8483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fb704e4dda4364" /><Relationship Type="http://schemas.openxmlformats.org/officeDocument/2006/relationships/image" Target="/ppt/media/image.png" Id="R9358fd6c82e94af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7fa6d5f7c4fb6" /><Relationship Type="http://schemas.openxmlformats.org/officeDocument/2006/relationships/image" Target="/ppt/media/image.png" Id="R3ff920c0770e4d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06fc5f6ff458d" /><Relationship Type="http://schemas.openxmlformats.org/officeDocument/2006/relationships/image" Target="/ppt/media/image.png" Id="Rbf87d1138bfd4c5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aa4ace57143f7" /><Relationship Type="http://schemas.openxmlformats.org/officeDocument/2006/relationships/image" Target="/ppt/media/image.png" Id="R1056a89c188f4ab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20139c2f804a50" /><Relationship Type="http://schemas.openxmlformats.org/officeDocument/2006/relationships/image" Target="/ppt/media/image.png" Id="R7bee4f66c36a43b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ae119f948c43b3" /><Relationship Type="http://schemas.openxmlformats.org/officeDocument/2006/relationships/image" Target="/ppt/media/image.png" Id="Re0dd4dba6816470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3774f7330e44db" /><Relationship Type="http://schemas.openxmlformats.org/officeDocument/2006/relationships/image" Target="/ppt/media/image.png" Id="Rd66e6d08bfa6474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0fa5a063b84b5c" /><Relationship Type="http://schemas.openxmlformats.org/officeDocument/2006/relationships/image" Target="/ppt/media/image.png" Id="Rb5d82f96c2ee41c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3980d6999b4f1d" /><Relationship Type="http://schemas.openxmlformats.org/officeDocument/2006/relationships/image" Target="/ppt/media/image.png" Id="Re717daf95151440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55d97343854c70" /><Relationship Type="http://schemas.openxmlformats.org/officeDocument/2006/relationships/image" Target="/ppt/media/image.png" Id="Re783f0c17efb4e9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024c37e1f8483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58fd6c82e94a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f920c0770e4d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87d1138bfd4c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56a89c188f4ab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ee4f66c36a43b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dd4dba6816470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6e6d08bfa647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d82f96c2ee41c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17daf9515144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83f0c17efb4e9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cb0cf52c1b4b2d" /><Relationship Type="http://schemas.openxmlformats.org/officeDocument/2006/relationships/slideLayout" Target="/ppt/slideLayouts/slideLayout1.xml" Id="Rf997a6f8dfca4266" /><Relationship Type="http://schemas.openxmlformats.org/officeDocument/2006/relationships/slideLayout" Target="/ppt/slideLayouts/slideLayout2.xml" Id="R760cea70a2f54c47" /><Relationship Type="http://schemas.openxmlformats.org/officeDocument/2006/relationships/slideLayout" Target="/ppt/slideLayouts/slideLayout3.xml" Id="R9e6b5c66123e4025" /><Relationship Type="http://schemas.openxmlformats.org/officeDocument/2006/relationships/slideLayout" Target="/ppt/slideLayouts/slideLayout4.xml" Id="R5288c8e5a9f64fdf" /><Relationship Type="http://schemas.openxmlformats.org/officeDocument/2006/relationships/slideLayout" Target="/ppt/slideLayouts/slideLayout5.xml" Id="R94057e9162254e6b" /><Relationship Type="http://schemas.openxmlformats.org/officeDocument/2006/relationships/slideLayout" Target="/ppt/slideLayouts/slideLayout6.xml" Id="R2f27e33b89e4494a" /><Relationship Type="http://schemas.openxmlformats.org/officeDocument/2006/relationships/slideLayout" Target="/ppt/slideLayouts/slideLayout7.xml" Id="R0d8ac74bc8124af0" /><Relationship Type="http://schemas.openxmlformats.org/officeDocument/2006/relationships/slideLayout" Target="/ppt/slideLayouts/slideLayout8.xml" Id="R27ee7fa879d04e16" /><Relationship Type="http://schemas.openxmlformats.org/officeDocument/2006/relationships/slideLayout" Target="/ppt/slideLayouts/slideLayout9.xml" Id="Ra0b0d30fb8bd4de4" /><Relationship Type="http://schemas.openxmlformats.org/officeDocument/2006/relationships/slideLayout" Target="/ppt/slideLayouts/slideLayout10.xml" Id="R937b7963661d43ba" /><Relationship Type="http://schemas.openxmlformats.org/officeDocument/2006/relationships/slideLayout" Target="/ppt/slideLayouts/slideLayout11.xml" Id="R65dffb4e129441b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97a6f8dfca4266"/>
    <p:sldLayoutId xmlns:r="http://schemas.openxmlformats.org/officeDocument/2006/relationships" id="2147483650" r:id="R760cea70a2f54c47"/>
    <p:sldLayoutId xmlns:r="http://schemas.openxmlformats.org/officeDocument/2006/relationships" id="2147483651" r:id="R9e6b5c66123e4025"/>
    <p:sldLayoutId xmlns:r="http://schemas.openxmlformats.org/officeDocument/2006/relationships" id="2147483652" r:id="R5288c8e5a9f64fdf"/>
    <p:sldLayoutId xmlns:r="http://schemas.openxmlformats.org/officeDocument/2006/relationships" id="2147483653" r:id="R94057e9162254e6b"/>
    <p:sldLayoutId xmlns:r="http://schemas.openxmlformats.org/officeDocument/2006/relationships" id="2147483654" r:id="R2f27e33b89e4494a"/>
    <p:sldLayoutId xmlns:r="http://schemas.openxmlformats.org/officeDocument/2006/relationships" id="2147483655" r:id="R0d8ac74bc8124af0"/>
    <p:sldLayoutId xmlns:r="http://schemas.openxmlformats.org/officeDocument/2006/relationships" id="2147483656" r:id="R27ee7fa879d04e16"/>
    <p:sldLayoutId xmlns:r="http://schemas.openxmlformats.org/officeDocument/2006/relationships" id="2147483657" r:id="Ra0b0d30fb8bd4de4"/>
    <p:sldLayoutId xmlns:r="http://schemas.openxmlformats.org/officeDocument/2006/relationships" id="2147483658" r:id="R937b7963661d43ba"/>
    <p:sldLayoutId xmlns:r="http://schemas.openxmlformats.org/officeDocument/2006/relationships" id="2147483659" r:id="R65dffb4e129441b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65b78d9bf48e8" /><Relationship Type="http://schemas.openxmlformats.org/officeDocument/2006/relationships/notesSlide" Target="/ppt/notesSlides/notesSlide1.xml" Id="Re28b0e7031a244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b0003e5d2a04185" /><Relationship Type="http://schemas.openxmlformats.org/officeDocument/2006/relationships/notesSlide" Target="/ppt/notesSlides/notesSlide2.xml" Id="R3ddca7f6d6b44d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0da62f3d134b0d" /><Relationship Type="http://schemas.openxmlformats.org/officeDocument/2006/relationships/notesSlide" Target="/ppt/notesSlides/notesSlide3.xml" Id="R8b394670585141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16c579c2c44a52" /><Relationship Type="http://schemas.openxmlformats.org/officeDocument/2006/relationships/notesSlide" Target="/ppt/notesSlides/notesSlide4.xml" Id="R87e01d40c7024b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c53774d71a46a7" /><Relationship Type="http://schemas.openxmlformats.org/officeDocument/2006/relationships/notesSlide" Target="/ppt/notesSlides/notesSlide5.xml" Id="Re4c63ba51cda43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49e975d5fa4735" /><Relationship Type="http://schemas.openxmlformats.org/officeDocument/2006/relationships/notesSlide" Target="/ppt/notesSlides/notesSlide6.xml" Id="R2e7f7a78297e4c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c53e86cde144bb" /><Relationship Type="http://schemas.openxmlformats.org/officeDocument/2006/relationships/notesSlide" Target="/ppt/notesSlides/notesSlide7.xml" Id="R8dc198bcfcff4f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d2170b17cb4830" /><Relationship Type="http://schemas.openxmlformats.org/officeDocument/2006/relationships/notesSlide" Target="/ppt/notesSlides/notesSlide8.xml" Id="Rae0dd9164abb49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37c14fca144c6c" /><Relationship Type="http://schemas.openxmlformats.org/officeDocument/2006/relationships/notesSlide" Target="/ppt/notesSlides/notesSlide9.xml" Id="R7edea7c36859405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Text Case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team.lower() not change team unless the returned text is assigned?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inputs Falcons and f7, what exact values are stored in team and code before they are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upper() change the letter in f7 but leave the digit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for the code if the line code = code.upper()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Make the displayed team name uppercase and the displayed code lowercase. Falcons and f7 should become FALCONS and f7.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response input and store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response.lower()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the normalised response equals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"Not 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badge formatter. Ask for a first name and a two-letter group code; display the name in lower case and the group code in upper case on separate labelled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code.upper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2026-08-26T04:03:36.6350000Z</dcterms:created>
  <dcterms:modified xsi:type="dcterms:W3CDTF">2026-08-26T04:03:36.6350000Z</dcterms:modified>
</coreProperties>
</file>