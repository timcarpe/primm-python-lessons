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9388d680594e68" /><Relationship Type="http://schemas.openxmlformats.org/officeDocument/2006/relationships/extended-properties" Target="/docProps/app.xml" Id="Ra5e81d283e5742c3" /><Relationship Type="http://schemas.openxmlformats.org/officeDocument/2006/relationships/officeDocument" Target="/ppt/presentation.xml" Id="Rcc3c13bf753b44ec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3017f1604b5459f"/>
  </p:sldMasterIdLst>
  <p:notesMasterIdLst>
    <p:notesMasterId xmlns:r="http://schemas.openxmlformats.org/officeDocument/2006/relationships" r:id="R647ad1aee5e34e0a"/>
  </p:notesMasterIdLst>
  <p:sldIdLst>
    <p:sldId xmlns:r="http://schemas.openxmlformats.org/officeDocument/2006/relationships" id="256" r:id="Rdd4b1b08a2744f59"/>
    <p:sldId xmlns:r="http://schemas.openxmlformats.org/officeDocument/2006/relationships" id="257" r:id="Rdbf07293943543e0"/>
    <p:sldId xmlns:r="http://schemas.openxmlformats.org/officeDocument/2006/relationships" id="258" r:id="Rce42549a4c44487b"/>
    <p:sldId xmlns:r="http://schemas.openxmlformats.org/officeDocument/2006/relationships" id="259" r:id="Rdb2385a7464940d7"/>
    <p:sldId xmlns:r="http://schemas.openxmlformats.org/officeDocument/2006/relationships" id="260" r:id="R60b823fae2bf4925"/>
    <p:sldId xmlns:r="http://schemas.openxmlformats.org/officeDocument/2006/relationships" id="261" r:id="Rfefc06d0b76648dc"/>
    <p:sldId xmlns:r="http://schemas.openxmlformats.org/officeDocument/2006/relationships" id="262" r:id="Ra0751ec6dfe64adf"/>
    <p:sldId xmlns:r="http://schemas.openxmlformats.org/officeDocument/2006/relationships" id="263" r:id="Rfe18c22f47bd48d4"/>
    <p:sldId xmlns:r="http://schemas.openxmlformats.org/officeDocument/2006/relationships" id="264" r:id="R72967f5475f74a7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4a93213a82a437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2d60f37e0a4062" /><Relationship Type="http://schemas.openxmlformats.org/officeDocument/2006/relationships/slideMaster" Target="/ppt/slideMasters/slideMaster1.xml" Id="Rb3017f1604b5459f" /><Relationship Type="http://schemas.openxmlformats.org/officeDocument/2006/relationships/notesMaster" Target="/ppt/notesMasters/notesMaster1.xml" Id="R647ad1aee5e34e0a" /><Relationship Type="http://schemas.openxmlformats.org/officeDocument/2006/relationships/presProps" Target="/ppt/presProps.xml" Id="Ra5b8ff4a40694f6b" /><Relationship Type="http://schemas.openxmlformats.org/officeDocument/2006/relationships/viewProps" Target="/ppt/viewProps.xml" Id="Re09ec213f4b54058" /><Relationship Type="http://schemas.openxmlformats.org/officeDocument/2006/relationships/tableStyles" Target="/ppt/tableStyles.xml" Id="Rcd0ed00774a44b14" /><Relationship Type="http://schemas.openxmlformats.org/officeDocument/2006/relationships/font" Target="/ppt/fonts/font.dat" Id="R24a93213a82a4374" /><Relationship Type="http://schemas.openxmlformats.org/officeDocument/2006/relationships/slide" Target="/ppt/slides/slide1.xml" Id="Rdd4b1b08a2744f59" /><Relationship Type="http://schemas.openxmlformats.org/officeDocument/2006/relationships/slide" Target="/ppt/slides/slide2.xml" Id="Rdbf07293943543e0" /><Relationship Type="http://schemas.openxmlformats.org/officeDocument/2006/relationships/slide" Target="/ppt/slides/slide3.xml" Id="Rce42549a4c44487b" /><Relationship Type="http://schemas.openxmlformats.org/officeDocument/2006/relationships/slide" Target="/ppt/slides/slide4.xml" Id="Rdb2385a7464940d7" /><Relationship Type="http://schemas.openxmlformats.org/officeDocument/2006/relationships/slide" Target="/ppt/slides/slide5.xml" Id="R60b823fae2bf4925" /><Relationship Type="http://schemas.openxmlformats.org/officeDocument/2006/relationships/slide" Target="/ppt/slides/slide6.xml" Id="Rfefc06d0b76648dc" /><Relationship Type="http://schemas.openxmlformats.org/officeDocument/2006/relationships/slide" Target="/ppt/slides/slide7.xml" Id="Ra0751ec6dfe64adf" /><Relationship Type="http://schemas.openxmlformats.org/officeDocument/2006/relationships/slide" Target="/ppt/slides/slide8.xml" Id="Rfe18c22f47bd48d4" /><Relationship Type="http://schemas.openxmlformats.org/officeDocument/2006/relationships/slide" Target="/ppt/slides/slide9.xml" Id="R72967f5475f74a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a67c808f2d47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084c15d2a8454e" /><Relationship Type="http://schemas.openxmlformats.org/officeDocument/2006/relationships/notesMaster" Target="/ppt/notesMasters/notesMaster1.xml" Id="Rbe8e6bee7bec40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959d44b87847d4" /><Relationship Type="http://schemas.openxmlformats.org/officeDocument/2006/relationships/notesMaster" Target="/ppt/notesMasters/notesMaster1.xml" Id="R307c0fbe167342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936f0ad4dc40c1" /><Relationship Type="http://schemas.openxmlformats.org/officeDocument/2006/relationships/notesMaster" Target="/ppt/notesMasters/notesMaster1.xml" Id="Re0d6321062994d5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176e338a2646bf" /><Relationship Type="http://schemas.openxmlformats.org/officeDocument/2006/relationships/notesMaster" Target="/ppt/notesMasters/notesMaster1.xml" Id="R68c69f2180a640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00eb8f7b434af3" /><Relationship Type="http://schemas.openxmlformats.org/officeDocument/2006/relationships/notesMaster" Target="/ppt/notesMasters/notesMaster1.xml" Id="Rc7024a47835645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1ef3cbd0ac475a" /><Relationship Type="http://schemas.openxmlformats.org/officeDocument/2006/relationships/notesMaster" Target="/ppt/notesMasters/notesMaster1.xml" Id="R134cb748335844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413617b7424284" /><Relationship Type="http://schemas.openxmlformats.org/officeDocument/2006/relationships/notesMaster" Target="/ppt/notesMasters/notesMaster1.xml" Id="Rec1bdae8871a46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2ed00715df4d8f" /><Relationship Type="http://schemas.openxmlformats.org/officeDocument/2006/relationships/notesMaster" Target="/ppt/notesMasters/notesMaster1.xml" Id="R37600023453c460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8712e15cdd34fa5" /><Relationship Type="http://schemas.openxmlformats.org/officeDocument/2006/relationships/notesMaster" Target="/ppt/notesMasters/notesMaster1.xml" Id="R5e440fe8273c44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8c81b9c524d3c" /><Relationship Type="http://schemas.openxmlformats.org/officeDocument/2006/relationships/image" Target="/ppt/media/image.png" Id="Raadc9cbd38f745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a7f498e15f48af" /><Relationship Type="http://schemas.openxmlformats.org/officeDocument/2006/relationships/image" Target="/ppt/media/image.png" Id="R07be3e3a663e4c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caa9f33f74e44" /><Relationship Type="http://schemas.openxmlformats.org/officeDocument/2006/relationships/image" Target="/ppt/media/image.png" Id="R5f60ae3694ab413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bfd6966d824428" /><Relationship Type="http://schemas.openxmlformats.org/officeDocument/2006/relationships/image" Target="/ppt/media/image.png" Id="R51a70e0de9e0404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494af3f0943cd" /><Relationship Type="http://schemas.openxmlformats.org/officeDocument/2006/relationships/image" Target="/ppt/media/image.png" Id="R72695473de1442a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73353768704257" /><Relationship Type="http://schemas.openxmlformats.org/officeDocument/2006/relationships/image" Target="/ppt/media/image.png" Id="R42164795b77a4d6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7854f0d93490f" /><Relationship Type="http://schemas.openxmlformats.org/officeDocument/2006/relationships/image" Target="/ppt/media/image.png" Id="R9f158eb4639d459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9f9e27aaf043be" /><Relationship Type="http://schemas.openxmlformats.org/officeDocument/2006/relationships/image" Target="/ppt/media/image.png" Id="R6ec6be7072be485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972bcdd18c43ea" /><Relationship Type="http://schemas.openxmlformats.org/officeDocument/2006/relationships/image" Target="/ppt/media/image.png" Id="R35ce2bfc04114d4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469b37febb422d" /><Relationship Type="http://schemas.openxmlformats.org/officeDocument/2006/relationships/image" Target="/ppt/media/image.png" Id="R0089544202ca4aa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b97a5c39854694" /><Relationship Type="http://schemas.openxmlformats.org/officeDocument/2006/relationships/image" Target="/ppt/media/image.png" Id="Rd9f333960b8c4a0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dc9cbd38f7459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be3e3a663e4c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60ae3694ab413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a70e0de9e0404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695473de1442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164795b77a4d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158eb4639d459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c6be7072be48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ce2bfc04114d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89544202ca4a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f333960b8c4a0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0f0c2561ea478c" /><Relationship Type="http://schemas.openxmlformats.org/officeDocument/2006/relationships/slideLayout" Target="/ppt/slideLayouts/slideLayout1.xml" Id="R9871943a74f74471" /><Relationship Type="http://schemas.openxmlformats.org/officeDocument/2006/relationships/slideLayout" Target="/ppt/slideLayouts/slideLayout2.xml" Id="R753fdd8b6b0541b8" /><Relationship Type="http://schemas.openxmlformats.org/officeDocument/2006/relationships/slideLayout" Target="/ppt/slideLayouts/slideLayout3.xml" Id="R145eb6b6878347ab" /><Relationship Type="http://schemas.openxmlformats.org/officeDocument/2006/relationships/slideLayout" Target="/ppt/slideLayouts/slideLayout4.xml" Id="R5d594b4024204643" /><Relationship Type="http://schemas.openxmlformats.org/officeDocument/2006/relationships/slideLayout" Target="/ppt/slideLayouts/slideLayout5.xml" Id="R31fae7bf5a7c48e0" /><Relationship Type="http://schemas.openxmlformats.org/officeDocument/2006/relationships/slideLayout" Target="/ppt/slideLayouts/slideLayout6.xml" Id="Rf90d06bb267646f6" /><Relationship Type="http://schemas.openxmlformats.org/officeDocument/2006/relationships/slideLayout" Target="/ppt/slideLayouts/slideLayout7.xml" Id="R5dcf5394c87d43ad" /><Relationship Type="http://schemas.openxmlformats.org/officeDocument/2006/relationships/slideLayout" Target="/ppt/slideLayouts/slideLayout8.xml" Id="R884239ccb12844bb" /><Relationship Type="http://schemas.openxmlformats.org/officeDocument/2006/relationships/slideLayout" Target="/ppt/slideLayouts/slideLayout9.xml" Id="Rc8a1e1a318a845d7" /><Relationship Type="http://schemas.openxmlformats.org/officeDocument/2006/relationships/slideLayout" Target="/ppt/slideLayouts/slideLayout10.xml" Id="R0822b044565641e4" /><Relationship Type="http://schemas.openxmlformats.org/officeDocument/2006/relationships/slideLayout" Target="/ppt/slideLayouts/slideLayout11.xml" Id="Rc3cda07b97214fd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71943a74f74471"/>
    <p:sldLayoutId xmlns:r="http://schemas.openxmlformats.org/officeDocument/2006/relationships" id="2147483650" r:id="R753fdd8b6b0541b8"/>
    <p:sldLayoutId xmlns:r="http://schemas.openxmlformats.org/officeDocument/2006/relationships" id="2147483651" r:id="R145eb6b6878347ab"/>
    <p:sldLayoutId xmlns:r="http://schemas.openxmlformats.org/officeDocument/2006/relationships" id="2147483652" r:id="R5d594b4024204643"/>
    <p:sldLayoutId xmlns:r="http://schemas.openxmlformats.org/officeDocument/2006/relationships" id="2147483653" r:id="R31fae7bf5a7c48e0"/>
    <p:sldLayoutId xmlns:r="http://schemas.openxmlformats.org/officeDocument/2006/relationships" id="2147483654" r:id="Rf90d06bb267646f6"/>
    <p:sldLayoutId xmlns:r="http://schemas.openxmlformats.org/officeDocument/2006/relationships" id="2147483655" r:id="R5dcf5394c87d43ad"/>
    <p:sldLayoutId xmlns:r="http://schemas.openxmlformats.org/officeDocument/2006/relationships" id="2147483656" r:id="R884239ccb12844bb"/>
    <p:sldLayoutId xmlns:r="http://schemas.openxmlformats.org/officeDocument/2006/relationships" id="2147483657" r:id="Rc8a1e1a318a845d7"/>
    <p:sldLayoutId xmlns:r="http://schemas.openxmlformats.org/officeDocument/2006/relationships" id="2147483658" r:id="R0822b044565641e4"/>
    <p:sldLayoutId xmlns:r="http://schemas.openxmlformats.org/officeDocument/2006/relationships" id="2147483659" r:id="Rc3cda07b97214fd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8b11391d84921" /><Relationship Type="http://schemas.openxmlformats.org/officeDocument/2006/relationships/notesSlide" Target="/ppt/notesSlides/notesSlide1.xml" Id="R327121c851334b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2c3cec5d9b4ced" /><Relationship Type="http://schemas.openxmlformats.org/officeDocument/2006/relationships/notesSlide" Target="/ppt/notesSlides/notesSlide2.xml" Id="Re73867ac144142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8ac9a15ce94378" /><Relationship Type="http://schemas.openxmlformats.org/officeDocument/2006/relationships/notesSlide" Target="/ppt/notesSlides/notesSlide3.xml" Id="R2d4ed3fd27af42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ddbae651a94b8d" /><Relationship Type="http://schemas.openxmlformats.org/officeDocument/2006/relationships/notesSlide" Target="/ppt/notesSlides/notesSlide4.xml" Id="R1518b74d8a2e448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f39cd568ff4307" /><Relationship Type="http://schemas.openxmlformats.org/officeDocument/2006/relationships/notesSlide" Target="/ppt/notesSlides/notesSlide5.xml" Id="Ra2488c21ab7748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1eadde0ef44337" /><Relationship Type="http://schemas.openxmlformats.org/officeDocument/2006/relationships/notesSlide" Target="/ppt/notesSlides/notesSlide6.xml" Id="R0f8e516ef59d48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687320a65b4511" /><Relationship Type="http://schemas.openxmlformats.org/officeDocument/2006/relationships/notesSlide" Target="/ppt/notesSlides/notesSlide7.xml" Id="R17fa4160d0394d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3e331b1a584dc8" /><Relationship Type="http://schemas.openxmlformats.org/officeDocument/2006/relationships/notesSlide" Target="/ppt/notesSlides/notesSlide8.xml" Id="R06cd80df9bf84bb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42f73c08e74715" /><Relationship Type="http://schemas.openxmlformats.org/officeDocument/2006/relationships/notesSlide" Target="/ppt/notesSlides/notesSlide9.xml" Id="R37ea22efd132433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Changing Text Case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14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team.lower() not change team unless the returned text is assigned?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inputs Falcons and f7, what exact values are stored in team and code before they are printed?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upper() change the letter in f7 but leave the digit unchanged?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for the code if the line code = code.upper() were removed?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program so [team] is displayed in upper case and [code] is displayed in lower case.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"Falcons"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 FALCONS"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 f7"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the user to enter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store the answer in [response]. Store [response].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back in [response]. Use an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check whether [response] equals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it does; otherwise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"Not accepted"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 first name and store it in [name]. Ask for a two-letter group code, such as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store it in [group]. Display [name] in lower case and [group] in upper case on separate labelled lines.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"Account name: ava"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"Group code: AB"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name: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team = team.lower()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code.upper()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team)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"Team code: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code.upper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2026-08-28T09:22:22.9610000Z</dcterms:created>
  <dcterms:modified xsi:type="dcterms:W3CDTF">2026-08-28T09:22:22.9610000Z</dcterms:modified>
</coreProperties>
</file>