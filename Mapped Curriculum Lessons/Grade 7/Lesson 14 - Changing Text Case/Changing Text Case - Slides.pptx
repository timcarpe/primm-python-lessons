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78c3be3d6d4575" /><Relationship Type="http://schemas.openxmlformats.org/officeDocument/2006/relationships/extended-properties" Target="/docProps/app.xml" Id="Rfbe55431dc72436e" /><Relationship Type="http://schemas.openxmlformats.org/officeDocument/2006/relationships/officeDocument" Target="/ppt/presentation.xml" Id="Red5a83280b344bb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c736d6efb014521"/>
  </p:sldMasterIdLst>
  <p:notesMasterIdLst>
    <p:notesMasterId xmlns:r="http://schemas.openxmlformats.org/officeDocument/2006/relationships" r:id="Rf6504696bcb54b59"/>
  </p:notesMasterIdLst>
  <p:sldIdLst>
    <p:sldId xmlns:r="http://schemas.openxmlformats.org/officeDocument/2006/relationships" id="256" r:id="R694909243d664250"/>
    <p:sldId xmlns:r="http://schemas.openxmlformats.org/officeDocument/2006/relationships" id="257" r:id="R740d74d385b047b1"/>
    <p:sldId xmlns:r="http://schemas.openxmlformats.org/officeDocument/2006/relationships" id="258" r:id="R62bfbb9f1fb44aa6"/>
    <p:sldId xmlns:r="http://schemas.openxmlformats.org/officeDocument/2006/relationships" id="259" r:id="R68c258dc1d1b4331"/>
    <p:sldId xmlns:r="http://schemas.openxmlformats.org/officeDocument/2006/relationships" id="260" r:id="R350385dff9234d83"/>
    <p:sldId xmlns:r="http://schemas.openxmlformats.org/officeDocument/2006/relationships" id="261" r:id="R57eab040866441d0"/>
    <p:sldId xmlns:r="http://schemas.openxmlformats.org/officeDocument/2006/relationships" id="262" r:id="R104e81b5111a4b8a"/>
    <p:sldId xmlns:r="http://schemas.openxmlformats.org/officeDocument/2006/relationships" id="263" r:id="R95640da912334b9e"/>
    <p:sldId xmlns:r="http://schemas.openxmlformats.org/officeDocument/2006/relationships" id="264" r:id="Ra1fb2d0c15684e1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ec53b373d2a40e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b7180e1b4a4abb" /><Relationship Type="http://schemas.openxmlformats.org/officeDocument/2006/relationships/slideMaster" Target="/ppt/slideMasters/slideMaster1.xml" Id="Rec736d6efb014521" /><Relationship Type="http://schemas.openxmlformats.org/officeDocument/2006/relationships/notesMaster" Target="/ppt/notesMasters/notesMaster1.xml" Id="Rf6504696bcb54b59" /><Relationship Type="http://schemas.openxmlformats.org/officeDocument/2006/relationships/presProps" Target="/ppt/presProps.xml" Id="R379f35863331455b" /><Relationship Type="http://schemas.openxmlformats.org/officeDocument/2006/relationships/viewProps" Target="/ppt/viewProps.xml" Id="R8736c6f4c13949ca" /><Relationship Type="http://schemas.openxmlformats.org/officeDocument/2006/relationships/tableStyles" Target="/ppt/tableStyles.xml" Id="Rca6f3579fc4b4393" /><Relationship Type="http://schemas.openxmlformats.org/officeDocument/2006/relationships/font" Target="/ppt/fonts/font.dat" Id="Raec53b373d2a40e9" /><Relationship Type="http://schemas.openxmlformats.org/officeDocument/2006/relationships/slide" Target="/ppt/slides/slide1.xml" Id="R694909243d664250" /><Relationship Type="http://schemas.openxmlformats.org/officeDocument/2006/relationships/slide" Target="/ppt/slides/slide2.xml" Id="R740d74d385b047b1" /><Relationship Type="http://schemas.openxmlformats.org/officeDocument/2006/relationships/slide" Target="/ppt/slides/slide3.xml" Id="R62bfbb9f1fb44aa6" /><Relationship Type="http://schemas.openxmlformats.org/officeDocument/2006/relationships/slide" Target="/ppt/slides/slide4.xml" Id="R68c258dc1d1b4331" /><Relationship Type="http://schemas.openxmlformats.org/officeDocument/2006/relationships/slide" Target="/ppt/slides/slide5.xml" Id="R350385dff9234d83" /><Relationship Type="http://schemas.openxmlformats.org/officeDocument/2006/relationships/slide" Target="/ppt/slides/slide6.xml" Id="R57eab040866441d0" /><Relationship Type="http://schemas.openxmlformats.org/officeDocument/2006/relationships/slide" Target="/ppt/slides/slide7.xml" Id="R104e81b5111a4b8a" /><Relationship Type="http://schemas.openxmlformats.org/officeDocument/2006/relationships/slide" Target="/ppt/slides/slide8.xml" Id="R95640da912334b9e" /><Relationship Type="http://schemas.openxmlformats.org/officeDocument/2006/relationships/slide" Target="/ppt/slides/slide9.xml" Id="Ra1fb2d0c15684e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33400de00148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55627855fa4a14" /><Relationship Type="http://schemas.openxmlformats.org/officeDocument/2006/relationships/notesMaster" Target="/ppt/notesMasters/notesMaster1.xml" Id="R4b23d54d60504f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4259c13a85437a" /><Relationship Type="http://schemas.openxmlformats.org/officeDocument/2006/relationships/notesMaster" Target="/ppt/notesMasters/notesMaster1.xml" Id="Rd25b930999404e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703f36d93f43bd" /><Relationship Type="http://schemas.openxmlformats.org/officeDocument/2006/relationships/notesMaster" Target="/ppt/notesMasters/notesMaster1.xml" Id="R51267fc6699042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f103ba6d94446f" /><Relationship Type="http://schemas.openxmlformats.org/officeDocument/2006/relationships/notesMaster" Target="/ppt/notesMasters/notesMaster1.xml" Id="R32ece85ec16148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1330ea32b64769" /><Relationship Type="http://schemas.openxmlformats.org/officeDocument/2006/relationships/notesMaster" Target="/ppt/notesMasters/notesMaster1.xml" Id="R22356d7c4e9b4d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76405631ed4d4b" /><Relationship Type="http://schemas.openxmlformats.org/officeDocument/2006/relationships/notesMaster" Target="/ppt/notesMasters/notesMaster1.xml" Id="Rd85a9e076fa542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44f21c31934632" /><Relationship Type="http://schemas.openxmlformats.org/officeDocument/2006/relationships/notesMaster" Target="/ppt/notesMasters/notesMaster1.xml" Id="R13b8784465294e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f86acf67e14242" /><Relationship Type="http://schemas.openxmlformats.org/officeDocument/2006/relationships/notesMaster" Target="/ppt/notesMasters/notesMaster1.xml" Id="Rf4bd4e5e84e540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c20140f2d74c81" /><Relationship Type="http://schemas.openxmlformats.org/officeDocument/2006/relationships/notesMaster" Target="/ppt/notesMasters/notesMaster1.xml" Id="Rfd1a3eb30a7e45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31efce6d334de1" /><Relationship Type="http://schemas.openxmlformats.org/officeDocument/2006/relationships/image" Target="/ppt/media/image.png" Id="R1737de0c0cf44b6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485a44c4924923" /><Relationship Type="http://schemas.openxmlformats.org/officeDocument/2006/relationships/image" Target="/ppt/media/image.png" Id="R13062ac5be554b5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058107c3d64956" /><Relationship Type="http://schemas.openxmlformats.org/officeDocument/2006/relationships/image" Target="/ppt/media/image.png" Id="Reaa17af71ed445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dc72d70114988" /><Relationship Type="http://schemas.openxmlformats.org/officeDocument/2006/relationships/image" Target="/ppt/media/image.png" Id="R54cb84c0ef77495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51653cb484add" /><Relationship Type="http://schemas.openxmlformats.org/officeDocument/2006/relationships/image" Target="/ppt/media/image.png" Id="R5d9b192d4f25498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f6b40cf8624087" /><Relationship Type="http://schemas.openxmlformats.org/officeDocument/2006/relationships/image" Target="/ppt/media/image.png" Id="R1ab0ab2fdb544b5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ac4648a48438f" /><Relationship Type="http://schemas.openxmlformats.org/officeDocument/2006/relationships/image" Target="/ppt/media/image.png" Id="R6bd88b8af0f747f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4ffb626261477c" /><Relationship Type="http://schemas.openxmlformats.org/officeDocument/2006/relationships/image" Target="/ppt/media/image.png" Id="R91010fdc993f412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c03bcdc5fe41fa" /><Relationship Type="http://schemas.openxmlformats.org/officeDocument/2006/relationships/image" Target="/ppt/media/image.png" Id="R1755935b94b144c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987c2edcc045e2" /><Relationship Type="http://schemas.openxmlformats.org/officeDocument/2006/relationships/image" Target="/ppt/media/image.png" Id="Rd8cbe73798d6487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9d1e3753dc4f70" /><Relationship Type="http://schemas.openxmlformats.org/officeDocument/2006/relationships/image" Target="/ppt/media/image.png" Id="R88db77f08970458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37de0c0cf44b6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062ac5be554b5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a17af71ed445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cb84c0ef77495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9b192d4f25498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b0ab2fdb544b5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d88b8af0f747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010fdc993f41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55935b94b144c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cbe73798d648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db77f08970458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3fb148572d4eb4" /><Relationship Type="http://schemas.openxmlformats.org/officeDocument/2006/relationships/slideLayout" Target="/ppt/slideLayouts/slideLayout1.xml" Id="R1de2cc56f6404ddc" /><Relationship Type="http://schemas.openxmlformats.org/officeDocument/2006/relationships/slideLayout" Target="/ppt/slideLayouts/slideLayout2.xml" Id="Rd9c582f5743c40c2" /><Relationship Type="http://schemas.openxmlformats.org/officeDocument/2006/relationships/slideLayout" Target="/ppt/slideLayouts/slideLayout3.xml" Id="Rc4b6cab370f9457b" /><Relationship Type="http://schemas.openxmlformats.org/officeDocument/2006/relationships/slideLayout" Target="/ppt/slideLayouts/slideLayout4.xml" Id="R2d6aa0aea9204e6a" /><Relationship Type="http://schemas.openxmlformats.org/officeDocument/2006/relationships/slideLayout" Target="/ppt/slideLayouts/slideLayout5.xml" Id="R0b6e2c96d1434567" /><Relationship Type="http://schemas.openxmlformats.org/officeDocument/2006/relationships/slideLayout" Target="/ppt/slideLayouts/slideLayout6.xml" Id="R3303467eb1b44ba8" /><Relationship Type="http://schemas.openxmlformats.org/officeDocument/2006/relationships/slideLayout" Target="/ppt/slideLayouts/slideLayout7.xml" Id="Rb241706260a348d8" /><Relationship Type="http://schemas.openxmlformats.org/officeDocument/2006/relationships/slideLayout" Target="/ppt/slideLayouts/slideLayout8.xml" Id="Rd4334aafdb1840f2" /><Relationship Type="http://schemas.openxmlformats.org/officeDocument/2006/relationships/slideLayout" Target="/ppt/slideLayouts/slideLayout9.xml" Id="Rb098d063da25477c" /><Relationship Type="http://schemas.openxmlformats.org/officeDocument/2006/relationships/slideLayout" Target="/ppt/slideLayouts/slideLayout10.xml" Id="Re9c1b2a362e844af" /><Relationship Type="http://schemas.openxmlformats.org/officeDocument/2006/relationships/slideLayout" Target="/ppt/slideLayouts/slideLayout11.xml" Id="R076b90bf2f77415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e2cc56f6404ddc"/>
    <p:sldLayoutId xmlns:r="http://schemas.openxmlformats.org/officeDocument/2006/relationships" id="2147483650" r:id="Rd9c582f5743c40c2"/>
    <p:sldLayoutId xmlns:r="http://schemas.openxmlformats.org/officeDocument/2006/relationships" id="2147483651" r:id="Rc4b6cab370f9457b"/>
    <p:sldLayoutId xmlns:r="http://schemas.openxmlformats.org/officeDocument/2006/relationships" id="2147483652" r:id="R2d6aa0aea9204e6a"/>
    <p:sldLayoutId xmlns:r="http://schemas.openxmlformats.org/officeDocument/2006/relationships" id="2147483653" r:id="R0b6e2c96d1434567"/>
    <p:sldLayoutId xmlns:r="http://schemas.openxmlformats.org/officeDocument/2006/relationships" id="2147483654" r:id="R3303467eb1b44ba8"/>
    <p:sldLayoutId xmlns:r="http://schemas.openxmlformats.org/officeDocument/2006/relationships" id="2147483655" r:id="Rb241706260a348d8"/>
    <p:sldLayoutId xmlns:r="http://schemas.openxmlformats.org/officeDocument/2006/relationships" id="2147483656" r:id="Rd4334aafdb1840f2"/>
    <p:sldLayoutId xmlns:r="http://schemas.openxmlformats.org/officeDocument/2006/relationships" id="2147483657" r:id="Rb098d063da25477c"/>
    <p:sldLayoutId xmlns:r="http://schemas.openxmlformats.org/officeDocument/2006/relationships" id="2147483658" r:id="Re9c1b2a362e844af"/>
    <p:sldLayoutId xmlns:r="http://schemas.openxmlformats.org/officeDocument/2006/relationships" id="2147483659" r:id="R076b90bf2f77415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8b50e77f34b8c" /><Relationship Type="http://schemas.openxmlformats.org/officeDocument/2006/relationships/notesSlide" Target="/ppt/notesSlides/notesSlide1.xml" Id="Rb5a16aaf8af14c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2c52f2f84741e5" /><Relationship Type="http://schemas.openxmlformats.org/officeDocument/2006/relationships/notesSlide" Target="/ppt/notesSlides/notesSlide2.xml" Id="R323993daab8b48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02f12d1b134100" /><Relationship Type="http://schemas.openxmlformats.org/officeDocument/2006/relationships/notesSlide" Target="/ppt/notesSlides/notesSlide3.xml" Id="Rccd6e03f9f5d4b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a2dcd2eb264710" /><Relationship Type="http://schemas.openxmlformats.org/officeDocument/2006/relationships/notesSlide" Target="/ppt/notesSlides/notesSlide4.xml" Id="R4f5a98d5f8c447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49262d3afa4efb" /><Relationship Type="http://schemas.openxmlformats.org/officeDocument/2006/relationships/notesSlide" Target="/ppt/notesSlides/notesSlide5.xml" Id="Rbf941e27f68e47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805fe1de454017" /><Relationship Type="http://schemas.openxmlformats.org/officeDocument/2006/relationships/notesSlide" Target="/ppt/notesSlides/notesSlide6.xml" Id="Re7bd2c46e7f545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086b24523f4de1" /><Relationship Type="http://schemas.openxmlformats.org/officeDocument/2006/relationships/notesSlide" Target="/ppt/notesSlides/notesSlide7.xml" Id="R22e8effcfcec4e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defe9afc5d405b" /><Relationship Type="http://schemas.openxmlformats.org/officeDocument/2006/relationships/notesSlide" Target="/ppt/notesSlides/notesSlide8.xml" Id="R4378da53c1fa43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0aaa5575e84a52" /><Relationship Type="http://schemas.openxmlformats.org/officeDocument/2006/relationships/notesSlide" Target="/ppt/notesSlides/notesSlide9.xml" Id="Rcfdd034530df444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Text Case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team.lower() not change team unless the returned text is assigned?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inputs Falcons and f7, what exact values are stored in team and code before they are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upper() change the letter in f7 but leave the digit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for the code if the line code = code.upper()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code is displayed in uppercase and kept as typed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typed_code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format OK"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typed_code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equals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changed to"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"Accept? yes/no"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the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response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response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"Not 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password checker that asks for a new password twice.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"Thank you"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if the two match exactly. If they only match after using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both,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"They must be in the same case"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"Incorrect"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code.upper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2026-09-28T09:07:34.1970000Z</dcterms:created>
  <dcterms:modified xsi:type="dcterms:W3CDTF">2026-09-28T09:07:34.1970000Z</dcterms:modified>
</coreProperties>
</file>