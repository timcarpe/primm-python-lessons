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b550c21f6848cb" /><Relationship Type="http://schemas.openxmlformats.org/officeDocument/2006/relationships/extended-properties" Target="/docProps/app.xml" Id="R4ec221b31db84558" /><Relationship Type="http://schemas.openxmlformats.org/officeDocument/2006/relationships/officeDocument" Target="/ppt/presentation.xml" Id="R9fb7b786e8df491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5768b7283fc4fcc"/>
  </p:sldMasterIdLst>
  <p:notesMasterIdLst>
    <p:notesMasterId xmlns:r="http://schemas.openxmlformats.org/officeDocument/2006/relationships" r:id="Rc8b2e7124e394bb2"/>
  </p:notesMasterIdLst>
  <p:sldIdLst>
    <p:sldId xmlns:r="http://schemas.openxmlformats.org/officeDocument/2006/relationships" id="256" r:id="R9d94478a06004b09"/>
    <p:sldId xmlns:r="http://schemas.openxmlformats.org/officeDocument/2006/relationships" id="257" r:id="R118b87c13c2841a2"/>
    <p:sldId xmlns:r="http://schemas.openxmlformats.org/officeDocument/2006/relationships" id="258" r:id="Reb99fb865cca44d1"/>
    <p:sldId xmlns:r="http://schemas.openxmlformats.org/officeDocument/2006/relationships" id="259" r:id="R643b064850324de3"/>
    <p:sldId xmlns:r="http://schemas.openxmlformats.org/officeDocument/2006/relationships" id="260" r:id="R38d174ff429f4db4"/>
    <p:sldId xmlns:r="http://schemas.openxmlformats.org/officeDocument/2006/relationships" id="261" r:id="R7029ea7b78244dad"/>
    <p:sldId xmlns:r="http://schemas.openxmlformats.org/officeDocument/2006/relationships" id="262" r:id="Racb72bf2e0d149e5"/>
    <p:sldId xmlns:r="http://schemas.openxmlformats.org/officeDocument/2006/relationships" id="263" r:id="Rd2e29b99340a47cc"/>
    <p:sldId xmlns:r="http://schemas.openxmlformats.org/officeDocument/2006/relationships" id="264" r:id="R8d2cc31dcd5c424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547da640d73430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893b0a1de64b0b" /><Relationship Type="http://schemas.openxmlformats.org/officeDocument/2006/relationships/slideMaster" Target="/ppt/slideMasters/slideMaster1.xml" Id="R95768b7283fc4fcc" /><Relationship Type="http://schemas.openxmlformats.org/officeDocument/2006/relationships/notesMaster" Target="/ppt/notesMasters/notesMaster1.xml" Id="Rc8b2e7124e394bb2" /><Relationship Type="http://schemas.openxmlformats.org/officeDocument/2006/relationships/presProps" Target="/ppt/presProps.xml" Id="R7d42f74170834156" /><Relationship Type="http://schemas.openxmlformats.org/officeDocument/2006/relationships/viewProps" Target="/ppt/viewProps.xml" Id="Rde018cfa1f774655" /><Relationship Type="http://schemas.openxmlformats.org/officeDocument/2006/relationships/tableStyles" Target="/ppt/tableStyles.xml" Id="Rbd8c659b505a4507" /><Relationship Type="http://schemas.openxmlformats.org/officeDocument/2006/relationships/font" Target="/ppt/fonts/font.dat" Id="R5547da640d734307" /><Relationship Type="http://schemas.openxmlformats.org/officeDocument/2006/relationships/slide" Target="/ppt/slides/slide1.xml" Id="R9d94478a06004b09" /><Relationship Type="http://schemas.openxmlformats.org/officeDocument/2006/relationships/slide" Target="/ppt/slides/slide2.xml" Id="R118b87c13c2841a2" /><Relationship Type="http://schemas.openxmlformats.org/officeDocument/2006/relationships/slide" Target="/ppt/slides/slide3.xml" Id="Reb99fb865cca44d1" /><Relationship Type="http://schemas.openxmlformats.org/officeDocument/2006/relationships/slide" Target="/ppt/slides/slide4.xml" Id="R643b064850324de3" /><Relationship Type="http://schemas.openxmlformats.org/officeDocument/2006/relationships/slide" Target="/ppt/slides/slide5.xml" Id="R38d174ff429f4db4" /><Relationship Type="http://schemas.openxmlformats.org/officeDocument/2006/relationships/slide" Target="/ppt/slides/slide6.xml" Id="R7029ea7b78244dad" /><Relationship Type="http://schemas.openxmlformats.org/officeDocument/2006/relationships/slide" Target="/ppt/slides/slide7.xml" Id="Racb72bf2e0d149e5" /><Relationship Type="http://schemas.openxmlformats.org/officeDocument/2006/relationships/slide" Target="/ppt/slides/slide8.xml" Id="Rd2e29b99340a47cc" /><Relationship Type="http://schemas.openxmlformats.org/officeDocument/2006/relationships/slide" Target="/ppt/slides/slide9.xml" Id="R8d2cc31dcd5c42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2ebed0017648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4e04b585e747f9" /><Relationship Type="http://schemas.openxmlformats.org/officeDocument/2006/relationships/notesMaster" Target="/ppt/notesMasters/notesMaster1.xml" Id="R2cb678d3429c47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0204661a8b45b7" /><Relationship Type="http://schemas.openxmlformats.org/officeDocument/2006/relationships/notesMaster" Target="/ppt/notesMasters/notesMaster1.xml" Id="R15f67066b0884b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2c78425d58b4ccd" /><Relationship Type="http://schemas.openxmlformats.org/officeDocument/2006/relationships/notesMaster" Target="/ppt/notesMasters/notesMaster1.xml" Id="Ra12a0ff835cc4a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37451ec6ec453e" /><Relationship Type="http://schemas.openxmlformats.org/officeDocument/2006/relationships/notesMaster" Target="/ppt/notesMasters/notesMaster1.xml" Id="R2cb12b26987c4f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8a074089ec4505" /><Relationship Type="http://schemas.openxmlformats.org/officeDocument/2006/relationships/notesMaster" Target="/ppt/notesMasters/notesMaster1.xml" Id="R5162f8d396b34c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077102d5f6419b" /><Relationship Type="http://schemas.openxmlformats.org/officeDocument/2006/relationships/notesMaster" Target="/ppt/notesMasters/notesMaster1.xml" Id="R7c15d9d7ebc34f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6912d3ba5e4a1d" /><Relationship Type="http://schemas.openxmlformats.org/officeDocument/2006/relationships/notesMaster" Target="/ppt/notesMasters/notesMaster1.xml" Id="R3a1b6772ade645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ed1cac0eac44f1" /><Relationship Type="http://schemas.openxmlformats.org/officeDocument/2006/relationships/notesMaster" Target="/ppt/notesMasters/notesMaster1.xml" Id="R49e64422483542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d9b3b409054b71" /><Relationship Type="http://schemas.openxmlformats.org/officeDocument/2006/relationships/notesMaster" Target="/ppt/notesMasters/notesMaster1.xml" Id="R138ad521350442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13bf5d80ab4c56" /><Relationship Type="http://schemas.openxmlformats.org/officeDocument/2006/relationships/image" Target="/ppt/media/image.png" Id="Rab2989d1daba402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5c48ee5084b61" /><Relationship Type="http://schemas.openxmlformats.org/officeDocument/2006/relationships/image" Target="/ppt/media/image.png" Id="Rc63e1227de9a455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9ed500db7842e4" /><Relationship Type="http://schemas.openxmlformats.org/officeDocument/2006/relationships/image" Target="/ppt/media/image.png" Id="R517135f4401a41a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d672f0d8414e80" /><Relationship Type="http://schemas.openxmlformats.org/officeDocument/2006/relationships/image" Target="/ppt/media/image.png" Id="R07430c843faa423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755bdf562e41df" /><Relationship Type="http://schemas.openxmlformats.org/officeDocument/2006/relationships/image" Target="/ppt/media/image.png" Id="R5891ffe17dfd484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36b7b7f6c24f60" /><Relationship Type="http://schemas.openxmlformats.org/officeDocument/2006/relationships/image" Target="/ppt/media/image.png" Id="R90396bfd18f74da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5c3e2ebd2b4984" /><Relationship Type="http://schemas.openxmlformats.org/officeDocument/2006/relationships/image" Target="/ppt/media/image.png" Id="Rb9bc75a5b11f4c1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f79365a7dd400b" /><Relationship Type="http://schemas.openxmlformats.org/officeDocument/2006/relationships/image" Target="/ppt/media/image.png" Id="R26717c383f6a4ef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16880f062a4acb" /><Relationship Type="http://schemas.openxmlformats.org/officeDocument/2006/relationships/image" Target="/ppt/media/image.png" Id="R001ce85eaedb4c1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9f19300de6433e" /><Relationship Type="http://schemas.openxmlformats.org/officeDocument/2006/relationships/image" Target="/ppt/media/image.png" Id="R8480d8592ad14e1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a82ef7f07342f9" /><Relationship Type="http://schemas.openxmlformats.org/officeDocument/2006/relationships/image" Target="/ppt/media/image.png" Id="Rb84932485f5c4ff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2989d1daba402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3e1227de9a45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7135f4401a41a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430c843faa423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91ffe17dfd48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396bfd18f74d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bc75a5b11f4c1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717c383f6a4ef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1ce85eaedb4c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80d8592ad14e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4932485f5c4ff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bda5dda2d449cd" /><Relationship Type="http://schemas.openxmlformats.org/officeDocument/2006/relationships/slideLayout" Target="/ppt/slideLayouts/slideLayout1.xml" Id="Rbf4cf2b49c574b59" /><Relationship Type="http://schemas.openxmlformats.org/officeDocument/2006/relationships/slideLayout" Target="/ppt/slideLayouts/slideLayout2.xml" Id="R188eb8ecb0b949af" /><Relationship Type="http://schemas.openxmlformats.org/officeDocument/2006/relationships/slideLayout" Target="/ppt/slideLayouts/slideLayout3.xml" Id="R42eab4d9c21e4ec6" /><Relationship Type="http://schemas.openxmlformats.org/officeDocument/2006/relationships/slideLayout" Target="/ppt/slideLayouts/slideLayout4.xml" Id="R44426972d7a74a05" /><Relationship Type="http://schemas.openxmlformats.org/officeDocument/2006/relationships/slideLayout" Target="/ppt/slideLayouts/slideLayout5.xml" Id="R2d995b8033c94f58" /><Relationship Type="http://schemas.openxmlformats.org/officeDocument/2006/relationships/slideLayout" Target="/ppt/slideLayouts/slideLayout6.xml" Id="Recfcb65aa739475a" /><Relationship Type="http://schemas.openxmlformats.org/officeDocument/2006/relationships/slideLayout" Target="/ppt/slideLayouts/slideLayout7.xml" Id="Re886181a79664b3d" /><Relationship Type="http://schemas.openxmlformats.org/officeDocument/2006/relationships/slideLayout" Target="/ppt/slideLayouts/slideLayout8.xml" Id="R9d5f3456bf6c4b2f" /><Relationship Type="http://schemas.openxmlformats.org/officeDocument/2006/relationships/slideLayout" Target="/ppt/slideLayouts/slideLayout9.xml" Id="Re5d3ba7fb9184812" /><Relationship Type="http://schemas.openxmlformats.org/officeDocument/2006/relationships/slideLayout" Target="/ppt/slideLayouts/slideLayout10.xml" Id="R88d89eaf27504cbd" /><Relationship Type="http://schemas.openxmlformats.org/officeDocument/2006/relationships/slideLayout" Target="/ppt/slideLayouts/slideLayout11.xml" Id="R9a81b75a337745a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4cf2b49c574b59"/>
    <p:sldLayoutId xmlns:r="http://schemas.openxmlformats.org/officeDocument/2006/relationships" id="2147483650" r:id="R188eb8ecb0b949af"/>
    <p:sldLayoutId xmlns:r="http://schemas.openxmlformats.org/officeDocument/2006/relationships" id="2147483651" r:id="R42eab4d9c21e4ec6"/>
    <p:sldLayoutId xmlns:r="http://schemas.openxmlformats.org/officeDocument/2006/relationships" id="2147483652" r:id="R44426972d7a74a05"/>
    <p:sldLayoutId xmlns:r="http://schemas.openxmlformats.org/officeDocument/2006/relationships" id="2147483653" r:id="R2d995b8033c94f58"/>
    <p:sldLayoutId xmlns:r="http://schemas.openxmlformats.org/officeDocument/2006/relationships" id="2147483654" r:id="Recfcb65aa739475a"/>
    <p:sldLayoutId xmlns:r="http://schemas.openxmlformats.org/officeDocument/2006/relationships" id="2147483655" r:id="Re886181a79664b3d"/>
    <p:sldLayoutId xmlns:r="http://schemas.openxmlformats.org/officeDocument/2006/relationships" id="2147483656" r:id="R9d5f3456bf6c4b2f"/>
    <p:sldLayoutId xmlns:r="http://schemas.openxmlformats.org/officeDocument/2006/relationships" id="2147483657" r:id="Re5d3ba7fb9184812"/>
    <p:sldLayoutId xmlns:r="http://schemas.openxmlformats.org/officeDocument/2006/relationships" id="2147483658" r:id="R88d89eaf27504cbd"/>
    <p:sldLayoutId xmlns:r="http://schemas.openxmlformats.org/officeDocument/2006/relationships" id="2147483659" r:id="R9a81b75a337745a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e67c2c2ef4266" /><Relationship Type="http://schemas.openxmlformats.org/officeDocument/2006/relationships/notesSlide" Target="/ppt/notesSlides/notesSlide1.xml" Id="R3a479deeeaa046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0b697d23d94afc" /><Relationship Type="http://schemas.openxmlformats.org/officeDocument/2006/relationships/notesSlide" Target="/ppt/notesSlides/notesSlide2.xml" Id="R9db7626bf9434a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f47fdede964c1e" /><Relationship Type="http://schemas.openxmlformats.org/officeDocument/2006/relationships/notesSlide" Target="/ppt/notesSlides/notesSlide3.xml" Id="R4e878fed58a147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8d6b54d603495e" /><Relationship Type="http://schemas.openxmlformats.org/officeDocument/2006/relationships/notesSlide" Target="/ppt/notesSlides/notesSlide4.xml" Id="Raeb9bec915c14a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c9c59cbf904e31" /><Relationship Type="http://schemas.openxmlformats.org/officeDocument/2006/relationships/notesSlide" Target="/ppt/notesSlides/notesSlide5.xml" Id="R3e8224ab3a0c44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682aa1e5ab41f2" /><Relationship Type="http://schemas.openxmlformats.org/officeDocument/2006/relationships/notesSlide" Target="/ppt/notesSlides/notesSlide6.xml" Id="R2d9548cb795e4b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76ec20a62a4e8f" /><Relationship Type="http://schemas.openxmlformats.org/officeDocument/2006/relationships/notesSlide" Target="/ppt/notesSlides/notesSlide7.xml" Id="Rbef09e0c6fd74b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02a9057f6848ad" /><Relationship Type="http://schemas.openxmlformats.org/officeDocument/2006/relationships/notesSlide" Target="/ppt/notesSlides/notesSlide8.xml" Id="R7bb7950477f64d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8444aec36646c6" /><Relationship Type="http://schemas.openxmlformats.org/officeDocument/2006/relationships/notesSlide" Target="/ppt/notesSlides/notesSlide9.xml" Id="R748af8649dc043d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Text Case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team.lower() not change team unless the returned text is assigned?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inputs Falcons and f7, what exact values are stored in team and code before they are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upper() change the letter in f7 but leave the digit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for the code if the line code = code.upper()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code is displayed in uppercase and kept as typed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typed_code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format OK"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typed_code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equals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changed to"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"Accept? yes/no"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the answer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response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response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"Not 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otherwise.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password checker that asks for a new password twice.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"Thank you"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if the two match exactly. If they only match after using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both,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"They must be in the same case"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"Incorrect"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"cake"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code.upper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2026-09-28T06:18:00.1550000Z</dcterms:created>
  <dcterms:modified xsi:type="dcterms:W3CDTF">2026-09-28T06:18:00.1550000Z</dcterms:modified>
</coreProperties>
</file>