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6e89356a52f45fb" /><Relationship Type="http://schemas.openxmlformats.org/officeDocument/2006/relationships/extended-properties" Target="/docProps/app.xml" Id="R471544cfa2fc4c16" /><Relationship Type="http://schemas.openxmlformats.org/officeDocument/2006/relationships/officeDocument" Target="/ppt/presentation.xml" Id="R4577873e09bc4370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7bd5e0f7b482491f"/>
  </p:sldMasterIdLst>
  <p:notesMasterIdLst>
    <p:notesMasterId xmlns:r="http://schemas.openxmlformats.org/officeDocument/2006/relationships" r:id="R8dcc887f03224646"/>
  </p:notesMasterIdLst>
  <p:sldIdLst>
    <p:sldId xmlns:r="http://schemas.openxmlformats.org/officeDocument/2006/relationships" id="256" r:id="Rc22dce0641354f5a"/>
    <p:sldId xmlns:r="http://schemas.openxmlformats.org/officeDocument/2006/relationships" id="257" r:id="R27ebfbc10289410e"/>
    <p:sldId xmlns:r="http://schemas.openxmlformats.org/officeDocument/2006/relationships" id="258" r:id="Rc8d33e70e995421c"/>
    <p:sldId xmlns:r="http://schemas.openxmlformats.org/officeDocument/2006/relationships" id="259" r:id="R3764a69c1bef4e22"/>
    <p:sldId xmlns:r="http://schemas.openxmlformats.org/officeDocument/2006/relationships" id="260" r:id="Rc8837b023b5b492a"/>
    <p:sldId xmlns:r="http://schemas.openxmlformats.org/officeDocument/2006/relationships" id="261" r:id="Rf1e21f3934ad4baf"/>
    <p:sldId xmlns:r="http://schemas.openxmlformats.org/officeDocument/2006/relationships" id="262" r:id="R390258e6bce04f4e"/>
    <p:sldId xmlns:r="http://schemas.openxmlformats.org/officeDocument/2006/relationships" id="263" r:id="R4daa3d364bf64b24"/>
    <p:sldId xmlns:r="http://schemas.openxmlformats.org/officeDocument/2006/relationships" id="264" r:id="Rb63e75c57490469d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a5473a9f81ed4a56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dced25e76c4acc" /><Relationship Type="http://schemas.openxmlformats.org/officeDocument/2006/relationships/slideMaster" Target="/ppt/slideMasters/slideMaster1.xml" Id="R7bd5e0f7b482491f" /><Relationship Type="http://schemas.openxmlformats.org/officeDocument/2006/relationships/notesMaster" Target="/ppt/notesMasters/notesMaster1.xml" Id="R8dcc887f03224646" /><Relationship Type="http://schemas.openxmlformats.org/officeDocument/2006/relationships/presProps" Target="/ppt/presProps.xml" Id="Re5e0d89eb66b4c3e" /><Relationship Type="http://schemas.openxmlformats.org/officeDocument/2006/relationships/viewProps" Target="/ppt/viewProps.xml" Id="R8d0db91a1eda40f7" /><Relationship Type="http://schemas.openxmlformats.org/officeDocument/2006/relationships/tableStyles" Target="/ppt/tableStyles.xml" Id="Re34129d172d540f5" /><Relationship Type="http://schemas.openxmlformats.org/officeDocument/2006/relationships/font" Target="/ppt/fonts/font.dat" Id="Ra5473a9f81ed4a56" /><Relationship Type="http://schemas.openxmlformats.org/officeDocument/2006/relationships/slide" Target="/ppt/slides/slide1.xml" Id="Rc22dce0641354f5a" /><Relationship Type="http://schemas.openxmlformats.org/officeDocument/2006/relationships/slide" Target="/ppt/slides/slide2.xml" Id="R27ebfbc10289410e" /><Relationship Type="http://schemas.openxmlformats.org/officeDocument/2006/relationships/slide" Target="/ppt/slides/slide3.xml" Id="Rc8d33e70e995421c" /><Relationship Type="http://schemas.openxmlformats.org/officeDocument/2006/relationships/slide" Target="/ppt/slides/slide4.xml" Id="R3764a69c1bef4e22" /><Relationship Type="http://schemas.openxmlformats.org/officeDocument/2006/relationships/slide" Target="/ppt/slides/slide5.xml" Id="Rc8837b023b5b492a" /><Relationship Type="http://schemas.openxmlformats.org/officeDocument/2006/relationships/slide" Target="/ppt/slides/slide6.xml" Id="Rf1e21f3934ad4baf" /><Relationship Type="http://schemas.openxmlformats.org/officeDocument/2006/relationships/slide" Target="/ppt/slides/slide7.xml" Id="R390258e6bce04f4e" /><Relationship Type="http://schemas.openxmlformats.org/officeDocument/2006/relationships/slide" Target="/ppt/slides/slide8.xml" Id="R4daa3d364bf64b24" /><Relationship Type="http://schemas.openxmlformats.org/officeDocument/2006/relationships/slide" Target="/ppt/slides/slide9.xml" Id="Rb63e75c5749046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4bb15338132406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21afe72036e408c" /><Relationship Type="http://schemas.openxmlformats.org/officeDocument/2006/relationships/notesMaster" Target="/ppt/notesMasters/notesMaster1.xml" Id="R6f25ac91d0ff479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1370f1051bc46e8" /><Relationship Type="http://schemas.openxmlformats.org/officeDocument/2006/relationships/notesMaster" Target="/ppt/notesMasters/notesMaster1.xml" Id="R53c9aa840f93485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905ca5bd264987" /><Relationship Type="http://schemas.openxmlformats.org/officeDocument/2006/relationships/notesMaster" Target="/ppt/notesMasters/notesMaster1.xml" Id="R1ed51671df6d41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7779c221f54db9" /><Relationship Type="http://schemas.openxmlformats.org/officeDocument/2006/relationships/notesMaster" Target="/ppt/notesMasters/notesMaster1.xml" Id="R41843efaf3644a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5e38d8db2854c1b" /><Relationship Type="http://schemas.openxmlformats.org/officeDocument/2006/relationships/notesMaster" Target="/ppt/notesMasters/notesMaster1.xml" Id="R6db34f3c223144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6d685c0eed54660" /><Relationship Type="http://schemas.openxmlformats.org/officeDocument/2006/relationships/notesMaster" Target="/ppt/notesMasters/notesMaster1.xml" Id="R01778fb181044b0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031acd1f1d74788" /><Relationship Type="http://schemas.openxmlformats.org/officeDocument/2006/relationships/notesMaster" Target="/ppt/notesMasters/notesMaster1.xml" Id="R4621c6ef22df415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a88264311a14255" /><Relationship Type="http://schemas.openxmlformats.org/officeDocument/2006/relationships/notesMaster" Target="/ppt/notesMasters/notesMaster1.xml" Id="R9c242b8d22804a0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e0480b67db242e6" /><Relationship Type="http://schemas.openxmlformats.org/officeDocument/2006/relationships/notesMaster" Target="/ppt/notesMasters/notesMaster1.xml" Id="Ra47c39068d0c4c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500433e12347e7" /><Relationship Type="http://schemas.openxmlformats.org/officeDocument/2006/relationships/image" Target="/ppt/media/image.png" Id="R77c2490e64e84f5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fa1e55818e4f1f" /><Relationship Type="http://schemas.openxmlformats.org/officeDocument/2006/relationships/image" Target="/ppt/media/image.png" Id="Rac4220b7a5cd423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e7bd6efe194512" /><Relationship Type="http://schemas.openxmlformats.org/officeDocument/2006/relationships/image" Target="/ppt/media/image.png" Id="Rd23b470a69c8417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1f0170725b4386" /><Relationship Type="http://schemas.openxmlformats.org/officeDocument/2006/relationships/image" Target="/ppt/media/image.png" Id="R8070e441ecc941d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b11668f21845e2" /><Relationship Type="http://schemas.openxmlformats.org/officeDocument/2006/relationships/image" Target="/ppt/media/image.png" Id="Rea05f77cfdcd477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46c58a85ac4b01" /><Relationship Type="http://schemas.openxmlformats.org/officeDocument/2006/relationships/image" Target="/ppt/media/image.png" Id="R2bd4a238c6f1407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b56d7487fe4da3" /><Relationship Type="http://schemas.openxmlformats.org/officeDocument/2006/relationships/image" Target="/ppt/media/image.png" Id="R20cbad09df8845d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b1a32ca1414b8a" /><Relationship Type="http://schemas.openxmlformats.org/officeDocument/2006/relationships/image" Target="/ppt/media/image.png" Id="R2c1ac3aec55f4d9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5e817fd4734aa7" /><Relationship Type="http://schemas.openxmlformats.org/officeDocument/2006/relationships/image" Target="/ppt/media/image.png" Id="Rde2274594cf043a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dd7c09aaa24032" /><Relationship Type="http://schemas.openxmlformats.org/officeDocument/2006/relationships/image" Target="/ppt/media/image.png" Id="Rfe194579659a419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12e37ce0b04f60" /><Relationship Type="http://schemas.openxmlformats.org/officeDocument/2006/relationships/image" Target="/ppt/media/image.png" Id="R6f8d99fe58c343f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7c2490e64e84f56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c4220b7a5cd423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23b470a69c8417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070e441ecc941d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05f77cfdcd477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bd4a238c6f1407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0cbad09df8845d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c1ac3aec55f4d9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e2274594cf043a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e194579659a419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f8d99fe58c343f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737b22dc02c47ec" /><Relationship Type="http://schemas.openxmlformats.org/officeDocument/2006/relationships/slideLayout" Target="/ppt/slideLayouts/slideLayout1.xml" Id="R8ab085faccb94c69" /><Relationship Type="http://schemas.openxmlformats.org/officeDocument/2006/relationships/slideLayout" Target="/ppt/slideLayouts/slideLayout2.xml" Id="R8ca5d93300614db2" /><Relationship Type="http://schemas.openxmlformats.org/officeDocument/2006/relationships/slideLayout" Target="/ppt/slideLayouts/slideLayout3.xml" Id="Ra127be8c10944df8" /><Relationship Type="http://schemas.openxmlformats.org/officeDocument/2006/relationships/slideLayout" Target="/ppt/slideLayouts/slideLayout4.xml" Id="Rdaff235385204041" /><Relationship Type="http://schemas.openxmlformats.org/officeDocument/2006/relationships/slideLayout" Target="/ppt/slideLayouts/slideLayout5.xml" Id="Rb695ca1a2b6d40db" /><Relationship Type="http://schemas.openxmlformats.org/officeDocument/2006/relationships/slideLayout" Target="/ppt/slideLayouts/slideLayout6.xml" Id="R1b2681a5695c49f4" /><Relationship Type="http://schemas.openxmlformats.org/officeDocument/2006/relationships/slideLayout" Target="/ppt/slideLayouts/slideLayout7.xml" Id="Rc5f70240886c4dd5" /><Relationship Type="http://schemas.openxmlformats.org/officeDocument/2006/relationships/slideLayout" Target="/ppt/slideLayouts/slideLayout8.xml" Id="R37e9fff1e2574c58" /><Relationship Type="http://schemas.openxmlformats.org/officeDocument/2006/relationships/slideLayout" Target="/ppt/slideLayouts/slideLayout9.xml" Id="Ref3ef6f8881745ce" /><Relationship Type="http://schemas.openxmlformats.org/officeDocument/2006/relationships/slideLayout" Target="/ppt/slideLayouts/slideLayout10.xml" Id="R6e95e2e00dfd46b3" /><Relationship Type="http://schemas.openxmlformats.org/officeDocument/2006/relationships/slideLayout" Target="/ppt/slideLayouts/slideLayout11.xml" Id="R892f81504200451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b085faccb94c69"/>
    <p:sldLayoutId xmlns:r="http://schemas.openxmlformats.org/officeDocument/2006/relationships" id="2147483650" r:id="R8ca5d93300614db2"/>
    <p:sldLayoutId xmlns:r="http://schemas.openxmlformats.org/officeDocument/2006/relationships" id="2147483651" r:id="Ra127be8c10944df8"/>
    <p:sldLayoutId xmlns:r="http://schemas.openxmlformats.org/officeDocument/2006/relationships" id="2147483652" r:id="Rdaff235385204041"/>
    <p:sldLayoutId xmlns:r="http://schemas.openxmlformats.org/officeDocument/2006/relationships" id="2147483653" r:id="Rb695ca1a2b6d40db"/>
    <p:sldLayoutId xmlns:r="http://schemas.openxmlformats.org/officeDocument/2006/relationships" id="2147483654" r:id="R1b2681a5695c49f4"/>
    <p:sldLayoutId xmlns:r="http://schemas.openxmlformats.org/officeDocument/2006/relationships" id="2147483655" r:id="Rc5f70240886c4dd5"/>
    <p:sldLayoutId xmlns:r="http://schemas.openxmlformats.org/officeDocument/2006/relationships" id="2147483656" r:id="R37e9fff1e2574c58"/>
    <p:sldLayoutId xmlns:r="http://schemas.openxmlformats.org/officeDocument/2006/relationships" id="2147483657" r:id="Ref3ef6f8881745ce"/>
    <p:sldLayoutId xmlns:r="http://schemas.openxmlformats.org/officeDocument/2006/relationships" id="2147483658" r:id="R6e95e2e00dfd46b3"/>
    <p:sldLayoutId xmlns:r="http://schemas.openxmlformats.org/officeDocument/2006/relationships" id="2147483659" r:id="R892f81504200451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065e83dd3241f4" /><Relationship Type="http://schemas.openxmlformats.org/officeDocument/2006/relationships/notesSlide" Target="/ppt/notesSlides/notesSlide1.xml" Id="R12bfa1c82f8341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b0f6197636f4a6a" /><Relationship Type="http://schemas.openxmlformats.org/officeDocument/2006/relationships/notesSlide" Target="/ppt/notesSlides/notesSlide2.xml" Id="R8e81a667cb5c46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5b983e33a842d3" /><Relationship Type="http://schemas.openxmlformats.org/officeDocument/2006/relationships/notesSlide" Target="/ppt/notesSlides/notesSlide3.xml" Id="R8ebaaf3845924b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5f555d338e4973" /><Relationship Type="http://schemas.openxmlformats.org/officeDocument/2006/relationships/notesSlide" Target="/ppt/notesSlides/notesSlide4.xml" Id="Rf1a132980cbf4d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7db3499f0c44d9" /><Relationship Type="http://schemas.openxmlformats.org/officeDocument/2006/relationships/notesSlide" Target="/ppt/notesSlides/notesSlide5.xml" Id="R5f0532c92af44d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f311da3a7046b5" /><Relationship Type="http://schemas.openxmlformats.org/officeDocument/2006/relationships/notesSlide" Target="/ppt/notesSlides/notesSlide6.xml" Id="R08d154c809874a6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376277254f4dd1" /><Relationship Type="http://schemas.openxmlformats.org/officeDocument/2006/relationships/notesSlide" Target="/ppt/notesSlides/notesSlide7.xml" Id="R095b84427acd4b3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d7468ade464dc3" /><Relationship Type="http://schemas.openxmlformats.org/officeDocument/2006/relationships/notesSlide" Target="/ppt/notesSlides/notesSlide8.xml" Id="Re1c6995a2bab4d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f7dd9c8a68450c" /><Relationship Type="http://schemas.openxmlformats.org/officeDocument/2006/relationships/notesSlide" Target="/ppt/notesSlides/notesSlide9.xml" Id="R9a3335b87520489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Changing Text Case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team.lower() not change team unless the returned text is assigned?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For inputs Falcons and f7, what exact values are stored in team and code before they are printed?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upper() change the letter in f7 but leave the digit unchanged?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would be displayed for the code if the line code = code.upper() were removed?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Make the displayed team name uppercase and the displayed code lowercase. Falcons and f7 should become FALCONS and f7.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a response input and store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response.lower()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Accepted when the normalised response equals yes and Not accepted otherwise.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a badge formatter. Ask for a first name and a two-letter group code; display the name in lower case and the group code in upper case on separate labelled lines.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code.upper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2026-08-27T03:52:05.2560000Z</dcterms:created>
  <dcterms:modified xsi:type="dcterms:W3CDTF">2026-08-27T03:52:05.2560000Z</dcterms:modified>
</coreProperties>
</file>