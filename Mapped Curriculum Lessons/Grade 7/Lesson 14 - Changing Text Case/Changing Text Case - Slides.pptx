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e31ce0069480f" /><Relationship Type="http://schemas.openxmlformats.org/officeDocument/2006/relationships/extended-properties" Target="/docProps/app.xml" Id="R4118547b20784612" /><Relationship Type="http://schemas.openxmlformats.org/officeDocument/2006/relationships/officeDocument" Target="/ppt/presentation.xml" Id="R6cd3fe0f004f45d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03b05cd1c714269"/>
  </p:sldMasterIdLst>
  <p:notesMasterIdLst>
    <p:notesMasterId xmlns:r="http://schemas.openxmlformats.org/officeDocument/2006/relationships" r:id="R5fafc7a87eb94aaf"/>
  </p:notesMasterIdLst>
  <p:sldIdLst>
    <p:sldId xmlns:r="http://schemas.openxmlformats.org/officeDocument/2006/relationships" id="256" r:id="R7650c4b5a18a4abb"/>
    <p:sldId xmlns:r="http://schemas.openxmlformats.org/officeDocument/2006/relationships" id="257" r:id="Rd603d3da9f5a40f8"/>
    <p:sldId xmlns:r="http://schemas.openxmlformats.org/officeDocument/2006/relationships" id="258" r:id="R448fdf5f2a6f404f"/>
    <p:sldId xmlns:r="http://schemas.openxmlformats.org/officeDocument/2006/relationships" id="259" r:id="R7882f1782490491a"/>
    <p:sldId xmlns:r="http://schemas.openxmlformats.org/officeDocument/2006/relationships" id="260" r:id="R69ea043b001b457a"/>
    <p:sldId xmlns:r="http://schemas.openxmlformats.org/officeDocument/2006/relationships" id="261" r:id="R58aa48b2cb734d83"/>
    <p:sldId xmlns:r="http://schemas.openxmlformats.org/officeDocument/2006/relationships" id="262" r:id="R5ddb3d7841bb40a4"/>
    <p:sldId xmlns:r="http://schemas.openxmlformats.org/officeDocument/2006/relationships" id="263" r:id="R9deb8f4204bc4dba"/>
    <p:sldId xmlns:r="http://schemas.openxmlformats.org/officeDocument/2006/relationships" id="264" r:id="Rff9787a58573469c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597e20db7d72430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9862932af48bb" /><Relationship Type="http://schemas.openxmlformats.org/officeDocument/2006/relationships/slideMaster" Target="/ppt/slideMasters/slideMaster1.xml" Id="R603b05cd1c714269" /><Relationship Type="http://schemas.openxmlformats.org/officeDocument/2006/relationships/notesMaster" Target="/ppt/notesMasters/notesMaster1.xml" Id="R5fafc7a87eb94aaf" /><Relationship Type="http://schemas.openxmlformats.org/officeDocument/2006/relationships/presProps" Target="/ppt/presProps.xml" Id="R4527d7a0de294ad6" /><Relationship Type="http://schemas.openxmlformats.org/officeDocument/2006/relationships/viewProps" Target="/ppt/viewProps.xml" Id="R7bc973974e0c4ab3" /><Relationship Type="http://schemas.openxmlformats.org/officeDocument/2006/relationships/tableStyles" Target="/ppt/tableStyles.xml" Id="Ra7279cbfd3764bd0" /><Relationship Type="http://schemas.openxmlformats.org/officeDocument/2006/relationships/font" Target="/ppt/fonts/font.dat" Id="R597e20db7d72430d" /><Relationship Type="http://schemas.openxmlformats.org/officeDocument/2006/relationships/slide" Target="/ppt/slides/slide1.xml" Id="R7650c4b5a18a4abb" /><Relationship Type="http://schemas.openxmlformats.org/officeDocument/2006/relationships/slide" Target="/ppt/slides/slide2.xml" Id="Rd603d3da9f5a40f8" /><Relationship Type="http://schemas.openxmlformats.org/officeDocument/2006/relationships/slide" Target="/ppt/slides/slide3.xml" Id="R448fdf5f2a6f404f" /><Relationship Type="http://schemas.openxmlformats.org/officeDocument/2006/relationships/slide" Target="/ppt/slides/slide4.xml" Id="R7882f1782490491a" /><Relationship Type="http://schemas.openxmlformats.org/officeDocument/2006/relationships/slide" Target="/ppt/slides/slide5.xml" Id="R69ea043b001b457a" /><Relationship Type="http://schemas.openxmlformats.org/officeDocument/2006/relationships/slide" Target="/ppt/slides/slide6.xml" Id="R58aa48b2cb734d83" /><Relationship Type="http://schemas.openxmlformats.org/officeDocument/2006/relationships/slide" Target="/ppt/slides/slide7.xml" Id="R5ddb3d7841bb40a4" /><Relationship Type="http://schemas.openxmlformats.org/officeDocument/2006/relationships/slide" Target="/ppt/slides/slide8.xml" Id="R9deb8f4204bc4dba" /><Relationship Type="http://schemas.openxmlformats.org/officeDocument/2006/relationships/slide" Target="/ppt/slides/slide9.xml" Id="Rff9787a58573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8b1ab5ffdd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46b431815436a" /><Relationship Type="http://schemas.openxmlformats.org/officeDocument/2006/relationships/notesMaster" Target="/ppt/notesMasters/notesMaster1.xml" Id="R9993a70a2a2a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445b0d8e78432e" /><Relationship Type="http://schemas.openxmlformats.org/officeDocument/2006/relationships/notesMaster" Target="/ppt/notesMasters/notesMaster1.xml" Id="Rf81833e5acc747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448d79226846c2" /><Relationship Type="http://schemas.openxmlformats.org/officeDocument/2006/relationships/notesMaster" Target="/ppt/notesMasters/notesMaster1.xml" Id="R7356ac00e5fa46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c9064d6c3241f3" /><Relationship Type="http://schemas.openxmlformats.org/officeDocument/2006/relationships/notesMaster" Target="/ppt/notesMasters/notesMaster1.xml" Id="Ra3217f45c78442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b895cd277462a" /><Relationship Type="http://schemas.openxmlformats.org/officeDocument/2006/relationships/notesMaster" Target="/ppt/notesMasters/notesMaster1.xml" Id="Rb9da06276f044d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276196ef0426c" /><Relationship Type="http://schemas.openxmlformats.org/officeDocument/2006/relationships/notesMaster" Target="/ppt/notesMasters/notesMaster1.xml" Id="Ref6df02a7cfa49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68dbfda574463" /><Relationship Type="http://schemas.openxmlformats.org/officeDocument/2006/relationships/notesMaster" Target="/ppt/notesMasters/notesMaster1.xml" Id="R04c32378607f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2dfb5115594f74" /><Relationship Type="http://schemas.openxmlformats.org/officeDocument/2006/relationships/notesMaster" Target="/ppt/notesMasters/notesMaster1.xml" Id="R5bb5aee9f3f340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a22fd7d69e485d" /><Relationship Type="http://schemas.openxmlformats.org/officeDocument/2006/relationships/notesMaster" Target="/ppt/notesMasters/notesMaster1.xml" Id="R65537c7195c845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b6a807afd46b5" /><Relationship Type="http://schemas.openxmlformats.org/officeDocument/2006/relationships/image" Target="/ppt/media/image.png" Id="R1b0bb3861b3b49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7fcca01e94650" /><Relationship Type="http://schemas.openxmlformats.org/officeDocument/2006/relationships/image" Target="/ppt/media/image.png" Id="R9fd284812e9643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df41037bc4d7c" /><Relationship Type="http://schemas.openxmlformats.org/officeDocument/2006/relationships/image" Target="/ppt/media/image.png" Id="Rbf91862ef43042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b4ecfb98b46bb" /><Relationship Type="http://schemas.openxmlformats.org/officeDocument/2006/relationships/image" Target="/ppt/media/image.png" Id="R6521a92aaeb148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1e41523be483b" /><Relationship Type="http://schemas.openxmlformats.org/officeDocument/2006/relationships/image" Target="/ppt/media/image.png" Id="R65b6f7815fe94e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3cfe2f9de4b3b" /><Relationship Type="http://schemas.openxmlformats.org/officeDocument/2006/relationships/image" Target="/ppt/media/image.png" Id="R93728c588496438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fd1c771484b1f" /><Relationship Type="http://schemas.openxmlformats.org/officeDocument/2006/relationships/image" Target="/ppt/media/image.png" Id="Rbec1650c6bc84d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94b53b6f14e7f" /><Relationship Type="http://schemas.openxmlformats.org/officeDocument/2006/relationships/image" Target="/ppt/media/image.png" Id="R9d5491392ecb4a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e64dd5938466f" /><Relationship Type="http://schemas.openxmlformats.org/officeDocument/2006/relationships/image" Target="/ppt/media/image.png" Id="R63fb9eb7d6084d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d5672fd004e65" /><Relationship Type="http://schemas.openxmlformats.org/officeDocument/2006/relationships/image" Target="/ppt/media/image.png" Id="R23d21f163ffb437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d3be5815a4b28" /><Relationship Type="http://schemas.openxmlformats.org/officeDocument/2006/relationships/image" Target="/ppt/media/image.png" Id="R54478a4f1de44c5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0bb3861b3b491c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d284812e96430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91862ef43042f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21a92aaeb1486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b6f7815fe94eb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728c588496438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c1650c6bc84d3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5491392ecb4ad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fb9eb7d6084d9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d21f163ffb437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478a4f1de44c5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50d8ac23854283" /><Relationship Type="http://schemas.openxmlformats.org/officeDocument/2006/relationships/slideLayout" Target="/ppt/slideLayouts/slideLayout1.xml" Id="Rae1854d6b81c46fa" /><Relationship Type="http://schemas.openxmlformats.org/officeDocument/2006/relationships/slideLayout" Target="/ppt/slideLayouts/slideLayout2.xml" Id="Rd27566c11bae4778" /><Relationship Type="http://schemas.openxmlformats.org/officeDocument/2006/relationships/slideLayout" Target="/ppt/slideLayouts/slideLayout3.xml" Id="R93da148314ba4ce8" /><Relationship Type="http://schemas.openxmlformats.org/officeDocument/2006/relationships/slideLayout" Target="/ppt/slideLayouts/slideLayout4.xml" Id="Rd9ba6f245402407d" /><Relationship Type="http://schemas.openxmlformats.org/officeDocument/2006/relationships/slideLayout" Target="/ppt/slideLayouts/slideLayout5.xml" Id="Ra76c8bd756a64920" /><Relationship Type="http://schemas.openxmlformats.org/officeDocument/2006/relationships/slideLayout" Target="/ppt/slideLayouts/slideLayout6.xml" Id="Rab2a3e536c804089" /><Relationship Type="http://schemas.openxmlformats.org/officeDocument/2006/relationships/slideLayout" Target="/ppt/slideLayouts/slideLayout7.xml" Id="Rc201a8594ae74d04" /><Relationship Type="http://schemas.openxmlformats.org/officeDocument/2006/relationships/slideLayout" Target="/ppt/slideLayouts/slideLayout8.xml" Id="Rbb926cf6b6184e36" /><Relationship Type="http://schemas.openxmlformats.org/officeDocument/2006/relationships/slideLayout" Target="/ppt/slideLayouts/slideLayout9.xml" Id="R463bb8783f404848" /><Relationship Type="http://schemas.openxmlformats.org/officeDocument/2006/relationships/slideLayout" Target="/ppt/slideLayouts/slideLayout10.xml" Id="Rca936d6dbd2242fe" /><Relationship Type="http://schemas.openxmlformats.org/officeDocument/2006/relationships/slideLayout" Target="/ppt/slideLayouts/slideLayout11.xml" Id="R997c78ef45d648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1854d6b81c46fa"/>
    <p:sldLayoutId xmlns:r="http://schemas.openxmlformats.org/officeDocument/2006/relationships" id="2147483650" r:id="Rd27566c11bae4778"/>
    <p:sldLayoutId xmlns:r="http://schemas.openxmlformats.org/officeDocument/2006/relationships" id="2147483651" r:id="R93da148314ba4ce8"/>
    <p:sldLayoutId xmlns:r="http://schemas.openxmlformats.org/officeDocument/2006/relationships" id="2147483652" r:id="Rd9ba6f245402407d"/>
    <p:sldLayoutId xmlns:r="http://schemas.openxmlformats.org/officeDocument/2006/relationships" id="2147483653" r:id="Ra76c8bd756a64920"/>
    <p:sldLayoutId xmlns:r="http://schemas.openxmlformats.org/officeDocument/2006/relationships" id="2147483654" r:id="Rab2a3e536c804089"/>
    <p:sldLayoutId xmlns:r="http://schemas.openxmlformats.org/officeDocument/2006/relationships" id="2147483655" r:id="Rc201a8594ae74d04"/>
    <p:sldLayoutId xmlns:r="http://schemas.openxmlformats.org/officeDocument/2006/relationships" id="2147483656" r:id="Rbb926cf6b6184e36"/>
    <p:sldLayoutId xmlns:r="http://schemas.openxmlformats.org/officeDocument/2006/relationships" id="2147483657" r:id="R463bb8783f404848"/>
    <p:sldLayoutId xmlns:r="http://schemas.openxmlformats.org/officeDocument/2006/relationships" id="2147483658" r:id="Rca936d6dbd2242fe"/>
    <p:sldLayoutId xmlns:r="http://schemas.openxmlformats.org/officeDocument/2006/relationships" id="2147483659" r:id="R997c78ef45d6488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6bec575e24f53" /><Relationship Type="http://schemas.openxmlformats.org/officeDocument/2006/relationships/notesSlide" Target="/ppt/notesSlides/notesSlide1.xml" Id="R41af8e44d1b6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5e7070c14847fe" /><Relationship Type="http://schemas.openxmlformats.org/officeDocument/2006/relationships/notesSlide" Target="/ppt/notesSlides/notesSlide2.xml" Id="R3a61e2291cab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690b3afc4425e" /><Relationship Type="http://schemas.openxmlformats.org/officeDocument/2006/relationships/notesSlide" Target="/ppt/notesSlides/notesSlide3.xml" Id="R774405316fa2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e6e4204d584291" /><Relationship Type="http://schemas.openxmlformats.org/officeDocument/2006/relationships/notesSlide" Target="/ppt/notesSlides/notesSlide4.xml" Id="R9be949e6d38345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1a947c31f44227" /><Relationship Type="http://schemas.openxmlformats.org/officeDocument/2006/relationships/notesSlide" Target="/ppt/notesSlides/notesSlide5.xml" Id="R2f6ffc01ed6947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ab0ff49ab8420d" /><Relationship Type="http://schemas.openxmlformats.org/officeDocument/2006/relationships/notesSlide" Target="/ppt/notesSlides/notesSlide6.xml" Id="R1caed8a9046243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4ee389d64a4766" /><Relationship Type="http://schemas.openxmlformats.org/officeDocument/2006/relationships/notesSlide" Target="/ppt/notesSlides/notesSlide7.xml" Id="R948b012b6b4c47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5556586f554656" /><Relationship Type="http://schemas.openxmlformats.org/officeDocument/2006/relationships/notesSlide" Target="/ppt/notesSlides/notesSlide8.xml" Id="Rb9f183c455b447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9b2fa7e5354a32" /><Relationship Type="http://schemas.openxmlformats.org/officeDocument/2006/relationships/notesSlide" Target="/ppt/notesSlides/notesSlide9.xml" Id="Rf13eac01569a40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Changing Text Case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14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code.upper()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code.upper()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code.upper()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team.lower() not change team unless the returned text is assigned?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For inputs Falcons and f7, what exact values are stored in team and code before they are printed?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upper() change the letter in f7 but leave the digit unchanged?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would be displayed for the code if the line code = code.upper() were removed?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team.lower()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code.upper()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the code is displayed in uppercase and kept as typed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typed_code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an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statement to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 format OK"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when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typed_code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equals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code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otherwise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 changed to"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code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Test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"F7"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"f7"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team.lower()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code.upper()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asks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"Accept? yes/no"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stores the answer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response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lower()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response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use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"Accepted"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"Not accepted"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otherwise.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"Accepted"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team.lower()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code.upper()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password checker that asks for a new password twice.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"Thank you"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if the two match exactly. If they only match after using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lower()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on both,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"They must be in the same case"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Otherwise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"Incorrect"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Test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"cake"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team.lower()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code.upper()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code.upper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2026-09-29T02:05:27.0740000Z</dcterms:created>
  <dcterms:modified xsi:type="dcterms:W3CDTF">2026-09-29T02:05:27.0740000Z</dcterms:modified>
</coreProperties>
</file>