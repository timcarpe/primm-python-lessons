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f8561208c4d93" /><Relationship Type="http://schemas.openxmlformats.org/officeDocument/2006/relationships/extended-properties" Target="/docProps/app.xml" Id="R2ffcdd31437c4944" /><Relationship Type="http://schemas.openxmlformats.org/officeDocument/2006/relationships/officeDocument" Target="/ppt/presentation.xml" Id="Re1b10655f23040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6161d529f3e4a0f"/>
  </p:sldMasterIdLst>
  <p:notesMasterIdLst>
    <p:notesMasterId xmlns:r="http://schemas.openxmlformats.org/officeDocument/2006/relationships" r:id="R41c841a4c32648ac"/>
  </p:notesMasterIdLst>
  <p:sldIdLst>
    <p:sldId xmlns:r="http://schemas.openxmlformats.org/officeDocument/2006/relationships" id="256" r:id="R9a25b13de0e64e1d"/>
    <p:sldId xmlns:r="http://schemas.openxmlformats.org/officeDocument/2006/relationships" id="257" r:id="Rd14d3be7fd804a3a"/>
    <p:sldId xmlns:r="http://schemas.openxmlformats.org/officeDocument/2006/relationships" id="258" r:id="R350b609669b54f00"/>
    <p:sldId xmlns:r="http://schemas.openxmlformats.org/officeDocument/2006/relationships" id="259" r:id="R6b6afb638bea4acf"/>
    <p:sldId xmlns:r="http://schemas.openxmlformats.org/officeDocument/2006/relationships" id="260" r:id="R2f5d422473bb46b5"/>
    <p:sldId xmlns:r="http://schemas.openxmlformats.org/officeDocument/2006/relationships" id="261" r:id="R62110dd616094de7"/>
    <p:sldId xmlns:r="http://schemas.openxmlformats.org/officeDocument/2006/relationships" id="262" r:id="Re294fa01586e4cfa"/>
    <p:sldId xmlns:r="http://schemas.openxmlformats.org/officeDocument/2006/relationships" id="263" r:id="R6547dfd906e647e5"/>
    <p:sldId xmlns:r="http://schemas.openxmlformats.org/officeDocument/2006/relationships" id="264" r:id="Rf26892415c7d480b"/>
    <p:sldId xmlns:r="http://schemas.openxmlformats.org/officeDocument/2006/relationships" id="265" r:id="R3d415bd9a93749ee"/>
    <p:sldId xmlns:r="http://schemas.openxmlformats.org/officeDocument/2006/relationships" id="266" r:id="R492ec64af9ea4dce"/>
    <p:sldId xmlns:r="http://schemas.openxmlformats.org/officeDocument/2006/relationships" id="267" r:id="R074b8540f3864f67"/>
    <p:sldId xmlns:r="http://schemas.openxmlformats.org/officeDocument/2006/relationships" id="268" r:id="Rf97272aa91be4b7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b8baaca344943c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2eb31725844d03" /><Relationship Type="http://schemas.openxmlformats.org/officeDocument/2006/relationships/slideMaster" Target="/ppt/slideMasters/slideMaster1.xml" Id="Rb6161d529f3e4a0f" /><Relationship Type="http://schemas.openxmlformats.org/officeDocument/2006/relationships/notesMaster" Target="/ppt/notesMasters/notesMaster1.xml" Id="R41c841a4c32648ac" /><Relationship Type="http://schemas.openxmlformats.org/officeDocument/2006/relationships/presProps" Target="/ppt/presProps.xml" Id="R4b5ad17167cb4a8f" /><Relationship Type="http://schemas.openxmlformats.org/officeDocument/2006/relationships/viewProps" Target="/ppt/viewProps.xml" Id="R93f0adeccb464317" /><Relationship Type="http://schemas.openxmlformats.org/officeDocument/2006/relationships/tableStyles" Target="/ppt/tableStyles.xml" Id="R1062ae7ba030428d" /><Relationship Type="http://schemas.openxmlformats.org/officeDocument/2006/relationships/font" Target="/ppt/fonts/font.dat" Id="R0b8baaca344943cd" /><Relationship Type="http://schemas.openxmlformats.org/officeDocument/2006/relationships/slide" Target="/ppt/slides/slide1.xml" Id="R9a25b13de0e64e1d" /><Relationship Type="http://schemas.openxmlformats.org/officeDocument/2006/relationships/slide" Target="/ppt/slides/slide2.xml" Id="Rd14d3be7fd804a3a" /><Relationship Type="http://schemas.openxmlformats.org/officeDocument/2006/relationships/slide" Target="/ppt/slides/slide3.xml" Id="R350b609669b54f00" /><Relationship Type="http://schemas.openxmlformats.org/officeDocument/2006/relationships/slide" Target="/ppt/slides/slide4.xml" Id="R6b6afb638bea4acf" /><Relationship Type="http://schemas.openxmlformats.org/officeDocument/2006/relationships/slide" Target="/ppt/slides/slide5.xml" Id="R2f5d422473bb46b5" /><Relationship Type="http://schemas.openxmlformats.org/officeDocument/2006/relationships/slide" Target="/ppt/slides/slide6.xml" Id="R62110dd616094de7" /><Relationship Type="http://schemas.openxmlformats.org/officeDocument/2006/relationships/slide" Target="/ppt/slides/slide7.xml" Id="Re294fa01586e4cfa" /><Relationship Type="http://schemas.openxmlformats.org/officeDocument/2006/relationships/slide" Target="/ppt/slides/slide8.xml" Id="R6547dfd906e647e5" /><Relationship Type="http://schemas.openxmlformats.org/officeDocument/2006/relationships/slide" Target="/ppt/slides/slide9.xml" Id="Rf26892415c7d480b" /><Relationship Type="http://schemas.openxmlformats.org/officeDocument/2006/relationships/slide" Target="/ppt/slides/slide10.xml" Id="R3d415bd9a93749ee" /><Relationship Type="http://schemas.openxmlformats.org/officeDocument/2006/relationships/slide" Target="/ppt/slides/slide11.xml" Id="R492ec64af9ea4dce" /><Relationship Type="http://schemas.openxmlformats.org/officeDocument/2006/relationships/slide" Target="/ppt/slides/slide12.xml" Id="R074b8540f3864f67" /><Relationship Type="http://schemas.openxmlformats.org/officeDocument/2006/relationships/slide" Target="/ppt/slides/slide13.xml" Id="Rf97272aa91be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60b6816a64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e08e76ff6042e2" /><Relationship Type="http://schemas.openxmlformats.org/officeDocument/2006/relationships/notesMaster" Target="/ppt/notesMasters/notesMaster1.xml" Id="R5e4cf94849e242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6fdce721e04228" /><Relationship Type="http://schemas.openxmlformats.org/officeDocument/2006/relationships/notesMaster" Target="/ppt/notesMasters/notesMaster1.xml" Id="Ra3d07072f49842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ccd2e25994eaf" /><Relationship Type="http://schemas.openxmlformats.org/officeDocument/2006/relationships/notesMaster" Target="/ppt/notesMasters/notesMaster1.xml" Id="R5948ca918f9240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a8b352df14bf1" /><Relationship Type="http://schemas.openxmlformats.org/officeDocument/2006/relationships/notesMaster" Target="/ppt/notesMasters/notesMaster1.xml" Id="R7c5459f1a59d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f686c369594ee4" /><Relationship Type="http://schemas.openxmlformats.org/officeDocument/2006/relationships/notesMaster" Target="/ppt/notesMasters/notesMaster1.xml" Id="Rda70a64e63f34e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49e115d3d4ae1" /><Relationship Type="http://schemas.openxmlformats.org/officeDocument/2006/relationships/notesMaster" Target="/ppt/notesMasters/notesMaster1.xml" Id="R79ba63c369f24f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67a0ff1de2414e" /><Relationship Type="http://schemas.openxmlformats.org/officeDocument/2006/relationships/notesMaster" Target="/ppt/notesMasters/notesMaster1.xml" Id="Ra2ca3a947bd446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63c1da792244bf" /><Relationship Type="http://schemas.openxmlformats.org/officeDocument/2006/relationships/notesMaster" Target="/ppt/notesMasters/notesMaster1.xml" Id="R8e0fd286e53d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50d78d4f0c4644" /><Relationship Type="http://schemas.openxmlformats.org/officeDocument/2006/relationships/notesMaster" Target="/ppt/notesMasters/notesMaster1.xml" Id="R32f835b189aa4c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cf4f73cc9d43c4" /><Relationship Type="http://schemas.openxmlformats.org/officeDocument/2006/relationships/notesMaster" Target="/ppt/notesMasters/notesMaster1.xml" Id="R3b9c385495d141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83551f4a8e450b" /><Relationship Type="http://schemas.openxmlformats.org/officeDocument/2006/relationships/notesMaster" Target="/ppt/notesMasters/notesMaster1.xml" Id="R8752d41f5afb47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a29325b1bb4b01" /><Relationship Type="http://schemas.openxmlformats.org/officeDocument/2006/relationships/notesMaster" Target="/ppt/notesMasters/notesMaster1.xml" Id="R8f87788085194f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e9401717a44014" /><Relationship Type="http://schemas.openxmlformats.org/officeDocument/2006/relationships/notesMaster" Target="/ppt/notesMasters/notesMaster1.xml" Id="R64b5fbc852df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09b9bd8144acc" /><Relationship Type="http://schemas.openxmlformats.org/officeDocument/2006/relationships/image" Target="/ppt/media/image.png" Id="Rb05ab1acc5d64f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d7b9f34c7433d" /><Relationship Type="http://schemas.openxmlformats.org/officeDocument/2006/relationships/image" Target="/ppt/media/image.png" Id="R87b2117c497d4d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72c966fa94c36" /><Relationship Type="http://schemas.openxmlformats.org/officeDocument/2006/relationships/image" Target="/ppt/media/image.png" Id="Rf6177a2a628b41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058763e82491e" /><Relationship Type="http://schemas.openxmlformats.org/officeDocument/2006/relationships/image" Target="/ppt/media/image.png" Id="R51bdb6e324b34d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a57773ef4412a" /><Relationship Type="http://schemas.openxmlformats.org/officeDocument/2006/relationships/image" Target="/ppt/media/image.png" Id="Re89b49de0e7e44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c23779e7348b8" /><Relationship Type="http://schemas.openxmlformats.org/officeDocument/2006/relationships/image" Target="/ppt/media/image.png" Id="R0b9a12e0def043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a91744b654964" /><Relationship Type="http://schemas.openxmlformats.org/officeDocument/2006/relationships/image" Target="/ppt/media/image.png" Id="R3549db551d504d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700729b404130" /><Relationship Type="http://schemas.openxmlformats.org/officeDocument/2006/relationships/image" Target="/ppt/media/image.png" Id="R2d379e4e332d4b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5c6d692bc42ca" /><Relationship Type="http://schemas.openxmlformats.org/officeDocument/2006/relationships/image" Target="/ppt/media/image.png" Id="R2dce204777a64f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b183eee1f445f" /><Relationship Type="http://schemas.openxmlformats.org/officeDocument/2006/relationships/image" Target="/ppt/media/image.png" Id="Rf743a3d6befe40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6c380ddea441c" /><Relationship Type="http://schemas.openxmlformats.org/officeDocument/2006/relationships/image" Target="/ppt/media/image.png" Id="R6746f342f3b440b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5ab1acc5d64fcd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b2117c497d4db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177a2a628b41d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bdb6e324b34d1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9b49de0e7e440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9a12e0def0431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49db551d504d1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379e4e332d4bd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e204777a64f6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43a3d6befe405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46f342f3b440b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c38548c8f4ff4" /><Relationship Type="http://schemas.openxmlformats.org/officeDocument/2006/relationships/slideLayout" Target="/ppt/slideLayouts/slideLayout1.xml" Id="R97d8943428774bc0" /><Relationship Type="http://schemas.openxmlformats.org/officeDocument/2006/relationships/slideLayout" Target="/ppt/slideLayouts/slideLayout2.xml" Id="Re3f5aca0620c4b6e" /><Relationship Type="http://schemas.openxmlformats.org/officeDocument/2006/relationships/slideLayout" Target="/ppt/slideLayouts/slideLayout3.xml" Id="Rb81efb194e694ac6" /><Relationship Type="http://schemas.openxmlformats.org/officeDocument/2006/relationships/slideLayout" Target="/ppt/slideLayouts/slideLayout4.xml" Id="Rbdc018514fb74de4" /><Relationship Type="http://schemas.openxmlformats.org/officeDocument/2006/relationships/slideLayout" Target="/ppt/slideLayouts/slideLayout5.xml" Id="R7050e34d8a624b05" /><Relationship Type="http://schemas.openxmlformats.org/officeDocument/2006/relationships/slideLayout" Target="/ppt/slideLayouts/slideLayout6.xml" Id="R6462129111584852" /><Relationship Type="http://schemas.openxmlformats.org/officeDocument/2006/relationships/slideLayout" Target="/ppt/slideLayouts/slideLayout7.xml" Id="Rc88f326f0ee842dc" /><Relationship Type="http://schemas.openxmlformats.org/officeDocument/2006/relationships/slideLayout" Target="/ppt/slideLayouts/slideLayout8.xml" Id="Rf06070fd7a2d4c89" /><Relationship Type="http://schemas.openxmlformats.org/officeDocument/2006/relationships/slideLayout" Target="/ppt/slideLayouts/slideLayout9.xml" Id="R2642b33549bd4933" /><Relationship Type="http://schemas.openxmlformats.org/officeDocument/2006/relationships/slideLayout" Target="/ppt/slideLayouts/slideLayout10.xml" Id="R99b8a5b1c34e41b8" /><Relationship Type="http://schemas.openxmlformats.org/officeDocument/2006/relationships/slideLayout" Target="/ppt/slideLayouts/slideLayout11.xml" Id="R6c87c819373c48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8943428774bc0"/>
    <p:sldLayoutId xmlns:r="http://schemas.openxmlformats.org/officeDocument/2006/relationships" id="2147483650" r:id="Re3f5aca0620c4b6e"/>
    <p:sldLayoutId xmlns:r="http://schemas.openxmlformats.org/officeDocument/2006/relationships" id="2147483651" r:id="Rb81efb194e694ac6"/>
    <p:sldLayoutId xmlns:r="http://schemas.openxmlformats.org/officeDocument/2006/relationships" id="2147483652" r:id="Rbdc018514fb74de4"/>
    <p:sldLayoutId xmlns:r="http://schemas.openxmlformats.org/officeDocument/2006/relationships" id="2147483653" r:id="R7050e34d8a624b05"/>
    <p:sldLayoutId xmlns:r="http://schemas.openxmlformats.org/officeDocument/2006/relationships" id="2147483654" r:id="R6462129111584852"/>
    <p:sldLayoutId xmlns:r="http://schemas.openxmlformats.org/officeDocument/2006/relationships" id="2147483655" r:id="Rc88f326f0ee842dc"/>
    <p:sldLayoutId xmlns:r="http://schemas.openxmlformats.org/officeDocument/2006/relationships" id="2147483656" r:id="Rf06070fd7a2d4c89"/>
    <p:sldLayoutId xmlns:r="http://schemas.openxmlformats.org/officeDocument/2006/relationships" id="2147483657" r:id="R2642b33549bd4933"/>
    <p:sldLayoutId xmlns:r="http://schemas.openxmlformats.org/officeDocument/2006/relationships" id="2147483658" r:id="R99b8a5b1c34e41b8"/>
    <p:sldLayoutId xmlns:r="http://schemas.openxmlformats.org/officeDocument/2006/relationships" id="2147483659" r:id="R6c87c819373c48c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dea5373cc4a45" /><Relationship Type="http://schemas.openxmlformats.org/officeDocument/2006/relationships/notesSlide" Target="/ppt/notesSlides/notesSlide1.xml" Id="R2e4fc31a603145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8883a99e4448de" /><Relationship Type="http://schemas.openxmlformats.org/officeDocument/2006/relationships/notesSlide" Target="/ppt/notesSlides/notesSlide2.xml" Id="R3acfa187e63240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b8683eba14322" /><Relationship Type="http://schemas.openxmlformats.org/officeDocument/2006/relationships/notesSlide" Target="/ppt/notesSlides/notesSlide3.xml" Id="R08bda67ad7e9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ce113783d4ba5" /><Relationship Type="http://schemas.openxmlformats.org/officeDocument/2006/relationships/notesSlide" Target="/ppt/notesSlides/notesSlide4.xml" Id="Rea3a41b9a20f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20d835f3ae42e2" /><Relationship Type="http://schemas.openxmlformats.org/officeDocument/2006/relationships/notesSlide" Target="/ppt/notesSlides/notesSlide5.xml" Id="R59ef01a951a24e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2a73fee5d341d8" /><Relationship Type="http://schemas.openxmlformats.org/officeDocument/2006/relationships/notesSlide" Target="/ppt/notesSlides/notesSlide6.xml" Id="Re3fca32967104e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7192a680024c55" /><Relationship Type="http://schemas.openxmlformats.org/officeDocument/2006/relationships/notesSlide" Target="/ppt/notesSlides/notesSlide7.xml" Id="R8754bbd3f89e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6cc47d111c4610" /><Relationship Type="http://schemas.openxmlformats.org/officeDocument/2006/relationships/notesSlide" Target="/ppt/notesSlides/notesSlide8.xml" Id="R7750cbd0b29442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16f67caba4e85" /><Relationship Type="http://schemas.openxmlformats.org/officeDocument/2006/relationships/notesSlide" Target="/ppt/notesSlides/notesSlide9.xml" Id="R02a2479173754b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0214b92ea4990" /><Relationship Type="http://schemas.openxmlformats.org/officeDocument/2006/relationships/notesSlide" Target="/ppt/notesSlides/notesSlide10.xml" Id="R0ee12a9098054d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bbc977ad0b4186" /><Relationship Type="http://schemas.openxmlformats.org/officeDocument/2006/relationships/notesSlide" Target="/ppt/notesSlides/notesSlide11.xml" Id="Rfcf4e4a5068545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29f91b3d5442e" /><Relationship Type="http://schemas.openxmlformats.org/officeDocument/2006/relationships/notesSlide" Target="/ppt/notesSlides/notesSlide12.xml" Id="R280c32172c8848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1716bc1e4403b" /><Relationship Type="http://schemas.openxmlformats.org/officeDocument/2006/relationships/notesSlide" Target="/ppt/notesSlides/notesSlide13.xml" Id="R97a43699e27848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Hello Python!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4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4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4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4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4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4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3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3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3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3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3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3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 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2"/>
              </a:spcAft>
              <a:buNone/>
            </a:pPr>
            <a:r>
              <a:rPr sz="2400" b="1"/>
              <a:t>Answer the questions: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1. What does input() ask the user to type?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2. If I enter Sam, which value is stored with the name name?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3. What complete message appears on screen when the program finishes?</a:t>
            </a:r>
          </a:p>
          <a:p xmlns:a="http://schemas.openxmlformats.org/drawingml/2006/main">
            <a:pPr marL="0" indent="0">
              <a:spcAft>
                <a:spcPts val="6"/>
              </a:spcAft>
              <a:buNone/>
            </a:pPr>
            <a:r>
              <a:rPr sz="1800"/>
              <a:t>4. How would the message change if I entered Jo instead of Sam?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print() message and store a greeting in another language in a variable called greeting. Display the greeting, the user's name and an exclamation mark.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greeting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"Guten Tag"</a:t>
            </a:r>
            <a:br/>
            <a:br/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(greeting, name, 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program to ask for a friend's name. Display both names in one message with the word and between them.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friend_name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friend's name? 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greeting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"Guten Tag"</a:t>
            </a:r>
            <a:br/>
            <a:br/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(greeting, name,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friend_name, 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program that asks for two school subjects and displays one complete message containing both answers.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'!'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subject1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"What subject do you study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school? 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subject2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"What is another subject you study 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school? 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 think"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subject1, 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and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subject2, </a:t>
            </a:r>
            <a:r>
              <a:rPr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"are great subjects!"</a:t>
            </a:r>
            <a:r>
              <a:rPr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This code has errors! </a:t>
            </a:r>
            <a:r>
              <a:rPr sz="1800" b="1">
                <a:latin typeface="Calibri"/>
                <a:ea typeface="Calibri"/>
                <a:cs typeface="Calibri"/>
              </a:rPr>
              <a:t>Look closely at the code to find the problems:</a:t>
            </a:r>
          </a:p>
          <a:p xmlns:a="http://schemas.openxmlformats.org/drawingml/2006/main"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 </a:t>
            </a:r>
          </a:p>
          <a:p xmlns:a="http://schemas.openxmlformats.org/drawingml/2006/main"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(What </a:t>
            </a:r>
            <a:r>
              <a:rPr sz="1800">
                <a:solidFill>
                  <a:srgbClr val="0033B3"/>
                </a:solidFill>
                <a:latin typeface="JetBrains Mono"/>
                <a:ea typeface="JetBrains Mono"/>
                <a:cs typeface="JetBrains Mono"/>
              </a:rPr>
              <a:t>is 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your name?)</a:t>
            </a:r>
            <a:br/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sport 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favorite sport?"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br/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"Hmmmmm"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"Today I learned"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"really likes"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favSport,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name?"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#Use quotation marks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text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/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strings</a:t>
            </a:r>
            <a:br/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sport 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=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favorite sport?"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#Use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instead of </a:t>
            </a:r>
            <a:r>
              <a:rPr sz="1800" b="0" i="1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br/>
            <a:br/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"Hmmmmm"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1800" b="0" i="0" u="none" cap="none">
                <a:ln>
                  <a:noFill/>
                </a:ln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"Today I learned"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"really likes"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sport, </a:t>
            </a:r>
            <a:r>
              <a:rPr sz="1800" b="0" i="0" u="none" cap="none">
                <a:ln>
                  <a:noFill/>
                </a:ln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 b="0" i="0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#Use matching variable names 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-</a:t>
            </a:r>
            <a:r>
              <a:rPr sz="1800" b="0" i="1" u="none" cap="none">
                <a:ln>
                  <a:noFill/>
                </a:ln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sport instead of favSport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2026-08-05T02:36:37.9430000Z</dcterms:created>
  <dcterms:modified xsi:type="dcterms:W3CDTF">2026-08-05T02:36:37.9430000Z</dcterms:modified>
</coreProperties>
</file>